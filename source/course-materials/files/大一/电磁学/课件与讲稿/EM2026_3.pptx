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9"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5.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9.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image" Target="../media/image82.wmf"/><Relationship Id="rId3" Type="http://schemas.openxmlformats.org/officeDocument/2006/relationships/image" Target="../media/image72.wmf"/><Relationship Id="rId7" Type="http://schemas.openxmlformats.org/officeDocument/2006/relationships/image" Target="../media/image76.wmf"/><Relationship Id="rId12" Type="http://schemas.openxmlformats.org/officeDocument/2006/relationships/image" Target="../media/image81.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0.wmf"/><Relationship Id="rId5" Type="http://schemas.openxmlformats.org/officeDocument/2006/relationships/image" Target="../media/image74.wmf"/><Relationship Id="rId10" Type="http://schemas.openxmlformats.org/officeDocument/2006/relationships/image" Target="../media/image79.wmf"/><Relationship Id="rId4" Type="http://schemas.openxmlformats.org/officeDocument/2006/relationships/image" Target="../media/image73.wmf"/><Relationship Id="rId9" Type="http://schemas.openxmlformats.org/officeDocument/2006/relationships/image" Target="../media/image7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image" Target="../media/image95.wmf"/><Relationship Id="rId18" Type="http://schemas.openxmlformats.org/officeDocument/2006/relationships/image" Target="../media/image100.wmf"/><Relationship Id="rId3" Type="http://schemas.openxmlformats.org/officeDocument/2006/relationships/image" Target="../media/image85.wmf"/><Relationship Id="rId7" Type="http://schemas.openxmlformats.org/officeDocument/2006/relationships/image" Target="../media/image89.wmf"/><Relationship Id="rId12" Type="http://schemas.openxmlformats.org/officeDocument/2006/relationships/image" Target="../media/image94.wmf"/><Relationship Id="rId17" Type="http://schemas.openxmlformats.org/officeDocument/2006/relationships/image" Target="../media/image99.wmf"/><Relationship Id="rId2" Type="http://schemas.openxmlformats.org/officeDocument/2006/relationships/image" Target="../media/image84.wmf"/><Relationship Id="rId16" Type="http://schemas.openxmlformats.org/officeDocument/2006/relationships/image" Target="../media/image98.wmf"/><Relationship Id="rId20" Type="http://schemas.openxmlformats.org/officeDocument/2006/relationships/image" Target="../media/image102.wmf"/><Relationship Id="rId1" Type="http://schemas.openxmlformats.org/officeDocument/2006/relationships/image" Target="../media/image83.wmf"/><Relationship Id="rId6" Type="http://schemas.openxmlformats.org/officeDocument/2006/relationships/image" Target="../media/image88.wmf"/><Relationship Id="rId11" Type="http://schemas.openxmlformats.org/officeDocument/2006/relationships/image" Target="../media/image93.wmf"/><Relationship Id="rId5" Type="http://schemas.openxmlformats.org/officeDocument/2006/relationships/image" Target="../media/image87.wmf"/><Relationship Id="rId15" Type="http://schemas.openxmlformats.org/officeDocument/2006/relationships/image" Target="../media/image97.wmf"/><Relationship Id="rId10" Type="http://schemas.openxmlformats.org/officeDocument/2006/relationships/image" Target="../media/image92.wmf"/><Relationship Id="rId19" Type="http://schemas.openxmlformats.org/officeDocument/2006/relationships/image" Target="../media/image101.wmf"/><Relationship Id="rId4" Type="http://schemas.openxmlformats.org/officeDocument/2006/relationships/image" Target="../media/image86.wmf"/><Relationship Id="rId9" Type="http://schemas.openxmlformats.org/officeDocument/2006/relationships/image" Target="../media/image91.wmf"/><Relationship Id="rId14" Type="http://schemas.openxmlformats.org/officeDocument/2006/relationships/image" Target="../media/image96.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86.wmf"/><Relationship Id="rId7" Type="http://schemas.openxmlformats.org/officeDocument/2006/relationships/image" Target="../media/image94.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7.wmf"/><Relationship Id="rId9" Type="http://schemas.openxmlformats.org/officeDocument/2006/relationships/image" Target="../media/image10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 Id="rId5" Type="http://schemas.openxmlformats.org/officeDocument/2006/relationships/image" Target="../media/image108.wmf"/><Relationship Id="rId4" Type="http://schemas.openxmlformats.org/officeDocument/2006/relationships/image" Target="../media/image107.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image" Target="../media/image111.wmf"/><Relationship Id="rId7" Type="http://schemas.openxmlformats.org/officeDocument/2006/relationships/image" Target="../media/image115.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 Id="rId6" Type="http://schemas.openxmlformats.org/officeDocument/2006/relationships/image" Target="../media/image131.wmf"/><Relationship Id="rId5" Type="http://schemas.openxmlformats.org/officeDocument/2006/relationships/image" Target="../media/image130.wmf"/><Relationship Id="rId4" Type="http://schemas.openxmlformats.org/officeDocument/2006/relationships/image" Target="../media/image1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19B2A8-30B0-4F17-B3AB-8B7D50BE12D6}"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423896-EF5A-4E36-B225-F253E90290F1}" type="slidenum">
              <a:rPr lang="zh-CN" altLang="en-US" smtClean="0"/>
              <a:t>‹#›</a:t>
            </a:fld>
            <a:endParaRPr lang="zh-CN" altLang="en-US"/>
          </a:p>
        </p:txBody>
      </p:sp>
    </p:spTree>
    <p:extLst>
      <p:ext uri="{BB962C8B-B14F-4D97-AF65-F5344CB8AC3E}">
        <p14:creationId xmlns:p14="http://schemas.microsoft.com/office/powerpoint/2010/main" val="2250442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3A3E7AB-279E-42BF-A976-3244572C96CF}" type="slidenum">
              <a:rPr lang="zh-CN" altLang="en-US" smtClean="0">
                <a:solidFill>
                  <a:prstClr val="black"/>
                </a:solidFill>
              </a:rPr>
              <a:pPr>
                <a:spcBef>
                  <a:spcPct val="0"/>
                </a:spcBef>
              </a:pPr>
              <a:t>2</a:t>
            </a:fld>
            <a:endParaRPr lang="en-US" altLang="zh-CN">
              <a:solidFill>
                <a:prstClr val="black"/>
              </a:solidFill>
            </a:endParaRPr>
          </a:p>
        </p:txBody>
      </p:sp>
      <p:sp>
        <p:nvSpPr>
          <p:cNvPr id="208899" name="Rectangle 2"/>
          <p:cNvSpPr>
            <a:spLocks noGrp="1" noRot="1" noChangeAspect="1" noChangeArrowheads="1" noTextEdit="1"/>
          </p:cNvSpPr>
          <p:nvPr>
            <p:ph type="sldImg"/>
          </p:nvPr>
        </p:nvSpPr>
        <p:spPr>
          <a:xfrm>
            <a:off x="381000" y="685800"/>
            <a:ext cx="6096000" cy="3429000"/>
          </a:xfrm>
          <a:ln/>
        </p:spPr>
      </p:sp>
      <p:sp>
        <p:nvSpPr>
          <p:cNvPr id="208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146974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33E765A-D28B-493B-A489-7683F5A17993}" type="slidenum">
              <a:rPr lang="zh-CN" altLang="en-US" smtClean="0">
                <a:solidFill>
                  <a:prstClr val="black"/>
                </a:solidFill>
              </a:rPr>
              <a:pPr>
                <a:spcBef>
                  <a:spcPct val="0"/>
                </a:spcBef>
              </a:pPr>
              <a:t>3</a:t>
            </a:fld>
            <a:endParaRPr lang="en-US" altLang="zh-CN">
              <a:solidFill>
                <a:prstClr val="black"/>
              </a:solidFill>
            </a:endParaRPr>
          </a:p>
        </p:txBody>
      </p:sp>
      <p:sp>
        <p:nvSpPr>
          <p:cNvPr id="210947" name="Rectangle 2"/>
          <p:cNvSpPr>
            <a:spLocks noGrp="1" noRot="1" noChangeAspect="1" noChangeArrowheads="1" noTextEdit="1"/>
          </p:cNvSpPr>
          <p:nvPr>
            <p:ph type="sldImg"/>
          </p:nvPr>
        </p:nvSpPr>
        <p:spPr>
          <a:xfrm>
            <a:off x="381000" y="685800"/>
            <a:ext cx="6096000" cy="3429000"/>
          </a:xfrm>
          <a:ln/>
        </p:spPr>
      </p:sp>
      <p:sp>
        <p:nvSpPr>
          <p:cNvPr id="210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65866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191535C-220D-412D-A31F-DF03015946C8}" type="slidenum">
              <a:rPr lang="zh-CN" altLang="en-US" smtClean="0">
                <a:solidFill>
                  <a:prstClr val="black"/>
                </a:solidFill>
              </a:rPr>
              <a:pPr>
                <a:spcBef>
                  <a:spcPct val="0"/>
                </a:spcBef>
              </a:pPr>
              <a:t>4</a:t>
            </a:fld>
            <a:endParaRPr lang="en-US" altLang="zh-CN">
              <a:solidFill>
                <a:prstClr val="black"/>
              </a:solidFill>
            </a:endParaRPr>
          </a:p>
        </p:txBody>
      </p:sp>
      <p:sp>
        <p:nvSpPr>
          <p:cNvPr id="212995" name="Rectangle 2"/>
          <p:cNvSpPr>
            <a:spLocks noGrp="1" noRot="1" noChangeAspect="1" noChangeArrowheads="1" noTextEdit="1"/>
          </p:cNvSpPr>
          <p:nvPr>
            <p:ph type="sldImg"/>
          </p:nvPr>
        </p:nvSpPr>
        <p:spPr>
          <a:xfrm>
            <a:off x="381000" y="685800"/>
            <a:ext cx="6096000" cy="3429000"/>
          </a:xfrm>
          <a:ln/>
        </p:spPr>
      </p:sp>
      <p:sp>
        <p:nvSpPr>
          <p:cNvPr id="212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503151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F87E392-592C-4CC9-A029-B05921951177}" type="slidenum">
              <a:rPr lang="zh-CN" altLang="en-US" smtClean="0">
                <a:solidFill>
                  <a:prstClr val="black"/>
                </a:solidFill>
              </a:rPr>
              <a:pPr>
                <a:spcBef>
                  <a:spcPct val="0"/>
                </a:spcBef>
              </a:pPr>
              <a:t>5</a:t>
            </a:fld>
            <a:endParaRPr lang="en-US" altLang="zh-CN">
              <a:solidFill>
                <a:prstClr val="black"/>
              </a:solidFill>
            </a:endParaRPr>
          </a:p>
        </p:txBody>
      </p:sp>
      <p:sp>
        <p:nvSpPr>
          <p:cNvPr id="215043" name="Rectangle 2"/>
          <p:cNvSpPr>
            <a:spLocks noGrp="1" noRot="1" noChangeAspect="1" noChangeArrowheads="1" noTextEdit="1"/>
          </p:cNvSpPr>
          <p:nvPr>
            <p:ph type="sldImg"/>
          </p:nvPr>
        </p:nvSpPr>
        <p:spPr>
          <a:xfrm>
            <a:off x="381000" y="685800"/>
            <a:ext cx="6096000" cy="3429000"/>
          </a:xfrm>
          <a:ln/>
        </p:spPr>
      </p:sp>
      <p:sp>
        <p:nvSpPr>
          <p:cNvPr id="215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221459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4C6587D-13FA-4C4D-8E46-994652052F75}" type="slidenum">
              <a:rPr lang="zh-CN" altLang="en-US" smtClean="0">
                <a:solidFill>
                  <a:prstClr val="black"/>
                </a:solidFill>
              </a:rPr>
              <a:pPr>
                <a:spcBef>
                  <a:spcPct val="0"/>
                </a:spcBef>
              </a:pPr>
              <a:t>6</a:t>
            </a:fld>
            <a:endParaRPr lang="en-US" altLang="zh-CN">
              <a:solidFill>
                <a:prstClr val="black"/>
              </a:solidFill>
            </a:endParaRPr>
          </a:p>
        </p:txBody>
      </p:sp>
      <p:sp>
        <p:nvSpPr>
          <p:cNvPr id="217091" name="Rectangle 2"/>
          <p:cNvSpPr>
            <a:spLocks noGrp="1" noRot="1" noChangeAspect="1" noChangeArrowheads="1" noTextEdit="1"/>
          </p:cNvSpPr>
          <p:nvPr>
            <p:ph type="sldImg"/>
          </p:nvPr>
        </p:nvSpPr>
        <p:spPr>
          <a:xfrm>
            <a:off x="381000" y="685800"/>
            <a:ext cx="6096000" cy="3429000"/>
          </a:xfrm>
          <a:ln/>
        </p:spPr>
      </p:sp>
      <p:sp>
        <p:nvSpPr>
          <p:cNvPr id="217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93849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FC3489A-ADB2-4333-B902-A0A3680F3122}" type="slidenum">
              <a:rPr lang="zh-CN" altLang="en-US" smtClean="0">
                <a:solidFill>
                  <a:prstClr val="black"/>
                </a:solidFill>
              </a:rPr>
              <a:pPr>
                <a:spcBef>
                  <a:spcPct val="0"/>
                </a:spcBef>
              </a:pPr>
              <a:t>7</a:t>
            </a:fld>
            <a:endParaRPr lang="en-US" altLang="zh-CN">
              <a:solidFill>
                <a:prstClr val="black"/>
              </a:solidFill>
            </a:endParaRPr>
          </a:p>
        </p:txBody>
      </p:sp>
      <p:sp>
        <p:nvSpPr>
          <p:cNvPr id="219139" name="Rectangle 2"/>
          <p:cNvSpPr>
            <a:spLocks noGrp="1" noRot="1" noChangeAspect="1" noChangeArrowheads="1" noTextEdit="1"/>
          </p:cNvSpPr>
          <p:nvPr>
            <p:ph type="sldImg"/>
          </p:nvPr>
        </p:nvSpPr>
        <p:spPr>
          <a:xfrm>
            <a:off x="381000" y="685800"/>
            <a:ext cx="6096000" cy="3429000"/>
          </a:xfrm>
          <a:ln/>
        </p:spPr>
      </p:sp>
      <p:sp>
        <p:nvSpPr>
          <p:cNvPr id="219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14748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FC64865-3F7A-4712-8969-430F73A0D508}" type="slidenum">
              <a:rPr lang="zh-CN" altLang="en-US" smtClean="0">
                <a:solidFill>
                  <a:prstClr val="black"/>
                </a:solidFill>
              </a:rPr>
              <a:pPr>
                <a:spcBef>
                  <a:spcPct val="0"/>
                </a:spcBef>
              </a:pPr>
              <a:t>8</a:t>
            </a:fld>
            <a:endParaRPr lang="en-US" altLang="zh-CN">
              <a:solidFill>
                <a:prstClr val="black"/>
              </a:solidFill>
            </a:endParaRPr>
          </a:p>
        </p:txBody>
      </p:sp>
      <p:sp>
        <p:nvSpPr>
          <p:cNvPr id="221187" name="Rectangle 2"/>
          <p:cNvSpPr>
            <a:spLocks noGrp="1" noRot="1" noChangeAspect="1" noChangeArrowheads="1" noTextEdit="1"/>
          </p:cNvSpPr>
          <p:nvPr>
            <p:ph type="sldImg"/>
          </p:nvPr>
        </p:nvSpPr>
        <p:spPr>
          <a:xfrm>
            <a:off x="381000" y="685800"/>
            <a:ext cx="6096000" cy="3429000"/>
          </a:xfrm>
          <a:ln/>
        </p:spPr>
      </p:sp>
      <p:sp>
        <p:nvSpPr>
          <p:cNvPr id="221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88785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FB58F8-90D7-4E34-B78E-494D063E61CF}" type="slidenum">
              <a:rPr lang="zh-CN" altLang="en-US" smtClean="0">
                <a:solidFill>
                  <a:prstClr val="black"/>
                </a:solidFill>
              </a:rPr>
              <a:pPr>
                <a:spcBef>
                  <a:spcPct val="0"/>
                </a:spcBef>
              </a:pPr>
              <a:t>9</a:t>
            </a:fld>
            <a:endParaRPr lang="en-US" altLang="zh-CN">
              <a:solidFill>
                <a:prstClr val="black"/>
              </a:solidFill>
            </a:endParaRPr>
          </a:p>
        </p:txBody>
      </p:sp>
      <p:sp>
        <p:nvSpPr>
          <p:cNvPr id="223235" name="Rectangle 2"/>
          <p:cNvSpPr>
            <a:spLocks noGrp="1" noRot="1" noChangeAspect="1" noChangeArrowheads="1" noTextEdit="1"/>
          </p:cNvSpPr>
          <p:nvPr>
            <p:ph type="sldImg"/>
          </p:nvPr>
        </p:nvSpPr>
        <p:spPr>
          <a:xfrm>
            <a:off x="381000" y="685800"/>
            <a:ext cx="6096000" cy="3429000"/>
          </a:xfrm>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83100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4896D7-8A46-496C-B368-72F01AEAC185}" type="slidenum">
              <a:rPr lang="zh-CN" altLang="en-US" smtClean="0">
                <a:solidFill>
                  <a:prstClr val="black"/>
                </a:solidFill>
              </a:rPr>
              <a:pPr>
                <a:spcBef>
                  <a:spcPct val="0"/>
                </a:spcBef>
              </a:pPr>
              <a:t>10</a:t>
            </a:fld>
            <a:endParaRPr lang="en-US" altLang="zh-CN">
              <a:solidFill>
                <a:prstClr val="black"/>
              </a:solidFill>
            </a:endParaRPr>
          </a:p>
        </p:txBody>
      </p:sp>
      <p:sp>
        <p:nvSpPr>
          <p:cNvPr id="225283" name="Rectangle 2"/>
          <p:cNvSpPr>
            <a:spLocks noGrp="1" noRot="1" noChangeAspect="1" noChangeArrowheads="1" noTextEdit="1"/>
          </p:cNvSpPr>
          <p:nvPr>
            <p:ph type="sldImg"/>
          </p:nvPr>
        </p:nvSpPr>
        <p:spPr>
          <a:xfrm>
            <a:off x="381000" y="685800"/>
            <a:ext cx="6096000" cy="3429000"/>
          </a:xfrm>
          <a:ln/>
        </p:spPr>
      </p:sp>
      <p:sp>
        <p:nvSpPr>
          <p:cNvPr id="225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20726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69FB5B-27F2-49FA-9FB2-202C9A634734}" type="slidenum">
              <a:rPr lang="zh-CN" altLang="en-US" smtClean="0">
                <a:solidFill>
                  <a:prstClr val="black"/>
                </a:solidFill>
              </a:rPr>
              <a:pPr>
                <a:spcBef>
                  <a:spcPct val="0"/>
                </a:spcBef>
              </a:pPr>
              <a:t>11</a:t>
            </a:fld>
            <a:endParaRPr lang="en-US" altLang="zh-CN">
              <a:solidFill>
                <a:prstClr val="black"/>
              </a:solidFill>
            </a:endParaRPr>
          </a:p>
        </p:txBody>
      </p:sp>
      <p:sp>
        <p:nvSpPr>
          <p:cNvPr id="227331" name="Rectangle 2"/>
          <p:cNvSpPr>
            <a:spLocks noGrp="1" noRot="1" noChangeAspect="1" noChangeArrowheads="1" noTextEdit="1"/>
          </p:cNvSpPr>
          <p:nvPr>
            <p:ph type="sldImg"/>
          </p:nvPr>
        </p:nvSpPr>
        <p:spPr>
          <a:xfrm>
            <a:off x="381000" y="685800"/>
            <a:ext cx="6096000" cy="3429000"/>
          </a:xfrm>
          <a:ln/>
        </p:spPr>
      </p:sp>
      <p:sp>
        <p:nvSpPr>
          <p:cNvPr id="227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52392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F57F6F1-E0A6-4B62-BF93-A95150801726}" type="slidenum">
              <a:rPr lang="zh-CN" altLang="en-US" smtClean="0">
                <a:solidFill>
                  <a:prstClr val="black"/>
                </a:solidFill>
              </a:rPr>
              <a:pPr>
                <a:spcBef>
                  <a:spcPct val="0"/>
                </a:spcBef>
              </a:pPr>
              <a:t>12</a:t>
            </a:fld>
            <a:endParaRPr lang="en-US" altLang="zh-CN">
              <a:solidFill>
                <a:prstClr val="black"/>
              </a:solidFill>
            </a:endParaRPr>
          </a:p>
        </p:txBody>
      </p:sp>
      <p:sp>
        <p:nvSpPr>
          <p:cNvPr id="229379" name="Rectangle 2"/>
          <p:cNvSpPr>
            <a:spLocks noGrp="1" noRot="1" noChangeAspect="1" noChangeArrowheads="1" noTextEdit="1"/>
          </p:cNvSpPr>
          <p:nvPr>
            <p:ph type="sldImg"/>
          </p:nvPr>
        </p:nvSpPr>
        <p:spPr>
          <a:xfrm>
            <a:off x="381000" y="685800"/>
            <a:ext cx="6096000" cy="3429000"/>
          </a:xfrm>
          <a:ln/>
        </p:spPr>
      </p:sp>
      <p:sp>
        <p:nvSpPr>
          <p:cNvPr id="229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95833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103B647-E3F3-4BF1-9D5A-F84AC19698D9}" type="slidenum">
              <a:rPr lang="zh-CN" altLang="en-US" smtClean="0">
                <a:solidFill>
                  <a:prstClr val="black"/>
                </a:solidFill>
              </a:rPr>
              <a:pPr>
                <a:spcBef>
                  <a:spcPct val="0"/>
                </a:spcBef>
              </a:pPr>
              <a:t>13</a:t>
            </a:fld>
            <a:endParaRPr lang="en-US" altLang="zh-CN">
              <a:solidFill>
                <a:prstClr val="black"/>
              </a:solidFill>
            </a:endParaRPr>
          </a:p>
        </p:txBody>
      </p:sp>
      <p:sp>
        <p:nvSpPr>
          <p:cNvPr id="231427" name="Rectangle 2"/>
          <p:cNvSpPr>
            <a:spLocks noGrp="1" noRot="1" noChangeAspect="1" noChangeArrowheads="1" noTextEdit="1"/>
          </p:cNvSpPr>
          <p:nvPr>
            <p:ph type="sldImg"/>
          </p:nvPr>
        </p:nvSpPr>
        <p:spPr>
          <a:xfrm>
            <a:off x="381000" y="685800"/>
            <a:ext cx="6096000" cy="3429000"/>
          </a:xfrm>
          <a:ln/>
        </p:spPr>
      </p:sp>
      <p:sp>
        <p:nvSpPr>
          <p:cNvPr id="231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871439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A5589D7-F47B-4016-9E1F-881EE992C609}" type="slidenum">
              <a:rPr lang="zh-CN" altLang="en-US" smtClean="0">
                <a:solidFill>
                  <a:prstClr val="black"/>
                </a:solidFill>
              </a:rPr>
              <a:pPr>
                <a:spcBef>
                  <a:spcPct val="0"/>
                </a:spcBef>
              </a:pPr>
              <a:t>14</a:t>
            </a:fld>
            <a:endParaRPr lang="en-US" altLang="zh-CN">
              <a:solidFill>
                <a:prstClr val="black"/>
              </a:solidFill>
            </a:endParaRPr>
          </a:p>
        </p:txBody>
      </p:sp>
      <p:sp>
        <p:nvSpPr>
          <p:cNvPr id="233475" name="Rectangle 2"/>
          <p:cNvSpPr>
            <a:spLocks noGrp="1" noRot="1" noChangeAspect="1" noChangeArrowheads="1" noTextEdit="1"/>
          </p:cNvSpPr>
          <p:nvPr>
            <p:ph type="sldImg"/>
          </p:nvPr>
        </p:nvSpPr>
        <p:spPr>
          <a:xfrm>
            <a:off x="381000" y="685800"/>
            <a:ext cx="6096000" cy="3429000"/>
          </a:xfrm>
          <a:ln/>
        </p:spPr>
      </p:sp>
      <p:sp>
        <p:nvSpPr>
          <p:cNvPr id="233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818501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F339EC-4EA3-402E-9A3E-2B043A7D0257}" type="slidenum">
              <a:rPr lang="zh-CN" altLang="en-US" smtClean="0">
                <a:solidFill>
                  <a:prstClr val="black"/>
                </a:solidFill>
              </a:rPr>
              <a:pPr>
                <a:spcBef>
                  <a:spcPct val="0"/>
                </a:spcBef>
              </a:pPr>
              <a:t>15</a:t>
            </a:fld>
            <a:endParaRPr lang="en-US" altLang="zh-CN">
              <a:solidFill>
                <a:prstClr val="black"/>
              </a:solidFill>
            </a:endParaRPr>
          </a:p>
        </p:txBody>
      </p:sp>
      <p:sp>
        <p:nvSpPr>
          <p:cNvPr id="235523" name="Rectangle 2"/>
          <p:cNvSpPr>
            <a:spLocks noGrp="1" noRot="1" noChangeAspect="1" noChangeArrowheads="1" noTextEdit="1"/>
          </p:cNvSpPr>
          <p:nvPr>
            <p:ph type="sldImg"/>
          </p:nvPr>
        </p:nvSpPr>
        <p:spPr>
          <a:xfrm>
            <a:off x="381000" y="685800"/>
            <a:ext cx="6096000" cy="3429000"/>
          </a:xfrm>
          <a:ln/>
        </p:spPr>
      </p:sp>
      <p:sp>
        <p:nvSpPr>
          <p:cNvPr id="235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833804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069991-1C95-440C-924B-3C1E56DFA152}" type="slidenum">
              <a:rPr lang="zh-CN" altLang="en-US" smtClean="0">
                <a:solidFill>
                  <a:prstClr val="black"/>
                </a:solidFill>
              </a:rPr>
              <a:pPr>
                <a:spcBef>
                  <a:spcPct val="0"/>
                </a:spcBef>
              </a:pPr>
              <a:t>16</a:t>
            </a:fld>
            <a:endParaRPr lang="en-US" altLang="zh-CN">
              <a:solidFill>
                <a:prstClr val="black"/>
              </a:solidFill>
            </a:endParaRPr>
          </a:p>
        </p:txBody>
      </p:sp>
      <p:sp>
        <p:nvSpPr>
          <p:cNvPr id="237571" name="Rectangle 2"/>
          <p:cNvSpPr>
            <a:spLocks noGrp="1" noRot="1" noChangeAspect="1" noChangeArrowheads="1" noTextEdit="1"/>
          </p:cNvSpPr>
          <p:nvPr>
            <p:ph type="sldImg"/>
          </p:nvPr>
        </p:nvSpPr>
        <p:spPr>
          <a:xfrm>
            <a:off x="381000" y="685800"/>
            <a:ext cx="6096000" cy="3429000"/>
          </a:xfrm>
          <a:ln/>
        </p:spPr>
      </p:sp>
      <p:sp>
        <p:nvSpPr>
          <p:cNvPr id="237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292239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4B9699-6006-4F00-88DE-EC77BF4B1D01}" type="slidenum">
              <a:rPr lang="zh-CN" altLang="en-US" smtClean="0">
                <a:solidFill>
                  <a:prstClr val="black"/>
                </a:solidFill>
              </a:rPr>
              <a:pPr>
                <a:spcBef>
                  <a:spcPct val="0"/>
                </a:spcBef>
              </a:pPr>
              <a:t>17</a:t>
            </a:fld>
            <a:endParaRPr lang="en-US" altLang="zh-CN">
              <a:solidFill>
                <a:prstClr val="black"/>
              </a:solidFill>
            </a:endParaRPr>
          </a:p>
        </p:txBody>
      </p:sp>
      <p:sp>
        <p:nvSpPr>
          <p:cNvPr id="239619" name="Rectangle 2"/>
          <p:cNvSpPr>
            <a:spLocks noGrp="1" noRot="1" noChangeAspect="1" noChangeArrowheads="1" noTextEdit="1"/>
          </p:cNvSpPr>
          <p:nvPr>
            <p:ph type="sldImg"/>
          </p:nvPr>
        </p:nvSpPr>
        <p:spPr>
          <a:xfrm>
            <a:off x="381000" y="685800"/>
            <a:ext cx="6096000" cy="3429000"/>
          </a:xfrm>
          <a:ln/>
        </p:spPr>
      </p:sp>
      <p:sp>
        <p:nvSpPr>
          <p:cNvPr id="239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469978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A23998-23BF-4245-9AB6-0DF1AE3D700C}" type="slidenum">
              <a:rPr lang="zh-CN" altLang="en-US" smtClean="0">
                <a:solidFill>
                  <a:prstClr val="black"/>
                </a:solidFill>
              </a:rPr>
              <a:pPr>
                <a:spcBef>
                  <a:spcPct val="0"/>
                </a:spcBef>
              </a:pPr>
              <a:t>18</a:t>
            </a:fld>
            <a:endParaRPr lang="en-US" altLang="zh-CN">
              <a:solidFill>
                <a:prstClr val="black"/>
              </a:solidFill>
            </a:endParaRPr>
          </a:p>
        </p:txBody>
      </p:sp>
      <p:sp>
        <p:nvSpPr>
          <p:cNvPr id="241667" name="Rectangle 2"/>
          <p:cNvSpPr>
            <a:spLocks noGrp="1" noRot="1" noChangeAspect="1" noChangeArrowheads="1" noTextEdit="1"/>
          </p:cNvSpPr>
          <p:nvPr>
            <p:ph type="sldImg"/>
          </p:nvPr>
        </p:nvSpPr>
        <p:spPr>
          <a:xfrm>
            <a:off x="381000" y="685800"/>
            <a:ext cx="6096000" cy="3429000"/>
          </a:xfrm>
          <a:ln/>
        </p:spPr>
      </p:sp>
      <p:sp>
        <p:nvSpPr>
          <p:cNvPr id="241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73445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61D21FF-8DE6-4133-8A92-FFC18A94CD8E}" type="slidenum">
              <a:rPr lang="zh-CN" altLang="en-US" smtClean="0">
                <a:solidFill>
                  <a:prstClr val="black"/>
                </a:solidFill>
              </a:rPr>
              <a:pPr>
                <a:spcBef>
                  <a:spcPct val="0"/>
                </a:spcBef>
              </a:pPr>
              <a:t>19</a:t>
            </a:fld>
            <a:endParaRPr lang="en-US" altLang="zh-CN">
              <a:solidFill>
                <a:prstClr val="black"/>
              </a:solidFill>
            </a:endParaRPr>
          </a:p>
        </p:txBody>
      </p:sp>
      <p:sp>
        <p:nvSpPr>
          <p:cNvPr id="243715" name="Rectangle 2"/>
          <p:cNvSpPr>
            <a:spLocks noGrp="1" noRot="1" noChangeAspect="1" noChangeArrowheads="1" noTextEdit="1"/>
          </p:cNvSpPr>
          <p:nvPr>
            <p:ph type="sldImg"/>
          </p:nvPr>
        </p:nvSpPr>
        <p:spPr>
          <a:xfrm>
            <a:off x="381000" y="685800"/>
            <a:ext cx="6096000" cy="3429000"/>
          </a:xfrm>
          <a:ln/>
        </p:spPr>
      </p:sp>
      <p:sp>
        <p:nvSpPr>
          <p:cNvPr id="243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07126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7"/>
          <p:cNvSpPr>
            <a:spLocks/>
          </p:cNvSpPr>
          <p:nvPr/>
        </p:nvSpPr>
        <p:spPr bwMode="auto">
          <a:xfrm>
            <a:off x="381000" y="2803525"/>
            <a:ext cx="2117" cy="3035300"/>
          </a:xfrm>
          <a:custGeom>
            <a:avLst/>
            <a:gdLst>
              <a:gd name="T0" fmla="*/ 0 w 1588"/>
              <a:gd name="T1" fmla="*/ 0 h 1912"/>
              <a:gd name="T2" fmla="*/ 0 w 1588"/>
              <a:gd name="T3" fmla="*/ 2147483646 h 1912"/>
              <a:gd name="T4" fmla="*/ 0 w 1588"/>
              <a:gd name="T5" fmla="*/ 2147483646 h 1912"/>
              <a:gd name="T6" fmla="*/ 0 w 1588"/>
              <a:gd name="T7" fmla="*/ 2147483646 h 1912"/>
              <a:gd name="T8" fmla="*/ 0 w 1588"/>
              <a:gd name="T9" fmla="*/ 2147483646 h 1912"/>
              <a:gd name="T10" fmla="*/ 0 w 1588"/>
              <a:gd name="T11" fmla="*/ 2147483646 h 1912"/>
              <a:gd name="T12" fmla="*/ 0 w 1588"/>
              <a:gd name="T13" fmla="*/ 0 h 1912"/>
              <a:gd name="T14" fmla="*/ 0 w 1588"/>
              <a:gd name="T15" fmla="*/ 0 h 1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8" h="1912">
                <a:moveTo>
                  <a:pt x="0" y="0"/>
                </a:moveTo>
                <a:lnTo>
                  <a:pt x="0" y="6"/>
                </a:lnTo>
                <a:lnTo>
                  <a:pt x="0" y="60"/>
                </a:lnTo>
                <a:lnTo>
                  <a:pt x="0" y="1912"/>
                </a:lnTo>
                <a:lnTo>
                  <a:pt x="0" y="0"/>
                </a:lnTo>
                <a:close/>
              </a:path>
            </a:pathLst>
          </a:custGeom>
          <a:solidFill>
            <a:srgbClr val="6BBA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77826" name="Rectangle 2"/>
          <p:cNvSpPr>
            <a:spLocks noGrp="1" noChangeArrowheads="1"/>
          </p:cNvSpPr>
          <p:nvPr>
            <p:ph type="ctrTitle" sz="quarter"/>
          </p:nvPr>
        </p:nvSpPr>
        <p:spPr>
          <a:xfrm>
            <a:off x="914400" y="1997076"/>
            <a:ext cx="10363200" cy="1431925"/>
          </a:xfrm>
        </p:spPr>
        <p:txBody>
          <a:bodyPr anchor="b" anchorCtr="1"/>
          <a:lstStyle>
            <a:lvl1pPr algn="ctr">
              <a:defRPr/>
            </a:lvl1pPr>
          </a:lstStyle>
          <a:p>
            <a:r>
              <a:rPr lang="zh-CN" altLang="en-US"/>
              <a:t>单击此处编辑母版标题样式</a:t>
            </a:r>
          </a:p>
        </p:txBody>
      </p:sp>
      <p:sp>
        <p:nvSpPr>
          <p:cNvPr id="77827" name="Rectangle 3"/>
          <p:cNvSpPr>
            <a:spLocks noGrp="1" noChangeArrowheads="1"/>
          </p:cNvSpPr>
          <p:nvPr>
            <p:ph type="subTitle" sz="quarter" idx="1"/>
          </p:nvPr>
        </p:nvSpPr>
        <p:spPr>
          <a:xfrm>
            <a:off x="1828800" y="3886200"/>
            <a:ext cx="8534400" cy="1752600"/>
          </a:xfrm>
        </p:spPr>
        <p:txBody>
          <a:bodyPr/>
          <a:lstStyle>
            <a:lvl1pPr marL="0" indent="0" algn="ctr">
              <a:buFontTx/>
              <a:buNone/>
              <a:defRPr/>
            </a:lvl1pPr>
          </a:lstStyle>
          <a:p>
            <a:r>
              <a:rPr lang="zh-CN" altLang="en-US"/>
              <a:t>单击此处编辑母版副标题样式</a:t>
            </a:r>
          </a:p>
        </p:txBody>
      </p:sp>
      <p:sp>
        <p:nvSpPr>
          <p:cNvPr id="5" name="Rectangle 8"/>
          <p:cNvSpPr>
            <a:spLocks noGrp="1" noChangeArrowheads="1"/>
          </p:cNvSpPr>
          <p:nvPr>
            <p:ph type="ftr" sz="quarter" idx="10"/>
          </p:nvPr>
        </p:nvSpPr>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1"/>
          </p:nvPr>
        </p:nvSpPr>
        <p:spPr/>
        <p:txBody>
          <a:bodyPr/>
          <a:lstStyle>
            <a:lvl1pPr>
              <a:defRPr/>
            </a:lvl1pPr>
          </a:lstStyle>
          <a:p>
            <a:pPr>
              <a:defRPr/>
            </a:pPr>
            <a:fld id="{D4F1B784-6A81-4331-AC0E-138620A059C4}" type="slidenum">
              <a:rPr lang="zh-CN" altLang="en-US">
                <a:solidFill>
                  <a:srgbClr val="FFFFFF"/>
                </a:solidFill>
              </a:rPr>
              <a:pPr>
                <a:defRPr/>
              </a:pPr>
              <a:t>‹#›</a:t>
            </a:fld>
            <a:endParaRPr lang="en-US" altLang="zh-CN">
              <a:solidFill>
                <a:srgbClr val="FFFFFF"/>
              </a:solidFill>
            </a:endParaRPr>
          </a:p>
        </p:txBody>
      </p:sp>
      <p:sp>
        <p:nvSpPr>
          <p:cNvPr id="7" name="Rectangle 10"/>
          <p:cNvSpPr>
            <a:spLocks noGrp="1" noChangeArrowheads="1"/>
          </p:cNvSpPr>
          <p:nvPr>
            <p:ph type="dt" sz="quarter" idx="12"/>
          </p:nvPr>
        </p:nvSpPr>
        <p:spPr/>
        <p:txBody>
          <a:bodyPr/>
          <a:lstStyle>
            <a:lvl1pPr>
              <a:defRPr/>
            </a:lvl1pPr>
          </a:lstStyle>
          <a:p>
            <a:pPr>
              <a:defRPr/>
            </a:pPr>
            <a:endParaRPr lang="en-US" altLang="zh-CN">
              <a:solidFill>
                <a:srgbClr val="FFFFFF"/>
              </a:solidFill>
            </a:endParaRPr>
          </a:p>
        </p:txBody>
      </p:sp>
    </p:spTree>
    <p:extLst>
      <p:ext uri="{BB962C8B-B14F-4D97-AF65-F5344CB8AC3E}">
        <p14:creationId xmlns:p14="http://schemas.microsoft.com/office/powerpoint/2010/main" val="179607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2"/>
          </p:nvPr>
        </p:nvSpPr>
        <p:spPr>
          <a:ln/>
        </p:spPr>
        <p:txBody>
          <a:bodyPr/>
          <a:lstStyle>
            <a:lvl1pPr>
              <a:defRPr/>
            </a:lvl1pPr>
          </a:lstStyle>
          <a:p>
            <a:pPr>
              <a:defRPr/>
            </a:pPr>
            <a:fld id="{CF13F7F4-9E9A-4B7B-8302-A77906BC060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58131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2"/>
          </p:nvPr>
        </p:nvSpPr>
        <p:spPr>
          <a:ln/>
        </p:spPr>
        <p:txBody>
          <a:bodyPr/>
          <a:lstStyle>
            <a:lvl1pPr>
              <a:defRPr/>
            </a:lvl1pPr>
          </a:lstStyle>
          <a:p>
            <a:pPr>
              <a:defRPr/>
            </a:pPr>
            <a:fld id="{F3599D63-9489-4368-98BC-3E28B10DE32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66687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05000"/>
            <a:ext cx="5384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05000"/>
            <a:ext cx="5384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9"/>
          <p:cNvSpPr>
            <a:spLocks noGrp="1" noChangeArrowheads="1"/>
          </p:cNvSpPr>
          <p:nvPr>
            <p:ph type="sldNum" sz="quarter" idx="12"/>
          </p:nvPr>
        </p:nvSpPr>
        <p:spPr>
          <a:ln/>
        </p:spPr>
        <p:txBody>
          <a:bodyPr/>
          <a:lstStyle>
            <a:lvl1pPr>
              <a:defRPr/>
            </a:lvl1pPr>
          </a:lstStyle>
          <a:p>
            <a:pPr>
              <a:defRPr/>
            </a:pPr>
            <a:fld id="{07314EB7-8ED9-42F0-BAFD-CFD056634B3B}"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37291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9"/>
          <p:cNvSpPr>
            <a:spLocks noGrp="1" noChangeArrowheads="1"/>
          </p:cNvSpPr>
          <p:nvPr>
            <p:ph type="sldNum" sz="quarter" idx="12"/>
          </p:nvPr>
        </p:nvSpPr>
        <p:spPr>
          <a:ln/>
        </p:spPr>
        <p:txBody>
          <a:bodyPr/>
          <a:lstStyle>
            <a:lvl1pPr>
              <a:defRPr/>
            </a:lvl1pPr>
          </a:lstStyle>
          <a:p>
            <a:pPr>
              <a:defRPr/>
            </a:pPr>
            <a:fld id="{6464FC40-186B-48EF-8BD5-FE8A0973BEB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35954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sldNum" sz="quarter" idx="12"/>
          </p:nvPr>
        </p:nvSpPr>
        <p:spPr>
          <a:ln/>
        </p:spPr>
        <p:txBody>
          <a:bodyPr/>
          <a:lstStyle>
            <a:lvl1pPr>
              <a:defRPr/>
            </a:lvl1pPr>
          </a:lstStyle>
          <a:p>
            <a:pPr>
              <a:defRPr/>
            </a:pPr>
            <a:fld id="{318CBF5F-B5FC-418C-B772-E5D1ABF0030F}"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93055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3"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4" name="Rectangle 9"/>
          <p:cNvSpPr>
            <a:spLocks noGrp="1" noChangeArrowheads="1"/>
          </p:cNvSpPr>
          <p:nvPr>
            <p:ph type="sldNum" sz="quarter" idx="12"/>
          </p:nvPr>
        </p:nvSpPr>
        <p:spPr>
          <a:ln/>
        </p:spPr>
        <p:txBody>
          <a:bodyPr/>
          <a:lstStyle>
            <a:lvl1pPr>
              <a:defRPr/>
            </a:lvl1pPr>
          </a:lstStyle>
          <a:p>
            <a:pPr>
              <a:defRPr/>
            </a:pPr>
            <a:fld id="{F1CA1C54-7BF0-4A65-8D64-FA941B187C56}"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88916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9"/>
          <p:cNvSpPr>
            <a:spLocks noGrp="1" noChangeArrowheads="1"/>
          </p:cNvSpPr>
          <p:nvPr>
            <p:ph type="sldNum" sz="quarter" idx="12"/>
          </p:nvPr>
        </p:nvSpPr>
        <p:spPr>
          <a:ln/>
        </p:spPr>
        <p:txBody>
          <a:bodyPr/>
          <a:lstStyle>
            <a:lvl1pPr>
              <a:defRPr/>
            </a:lvl1pPr>
          </a:lstStyle>
          <a:p>
            <a:pPr>
              <a:defRPr/>
            </a:pPr>
            <a:fld id="{8FB44F45-9572-492A-B043-878040EAACEA}"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224526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9"/>
          <p:cNvSpPr>
            <a:spLocks noGrp="1" noChangeArrowheads="1"/>
          </p:cNvSpPr>
          <p:nvPr>
            <p:ph type="sldNum" sz="quarter" idx="12"/>
          </p:nvPr>
        </p:nvSpPr>
        <p:spPr>
          <a:ln/>
        </p:spPr>
        <p:txBody>
          <a:bodyPr/>
          <a:lstStyle>
            <a:lvl1pPr>
              <a:defRPr/>
            </a:lvl1pPr>
          </a:lstStyle>
          <a:p>
            <a:pPr>
              <a:defRPr/>
            </a:pPr>
            <a:fld id="{4564C360-A74B-45E1-8F2F-E4AEF03E1478}"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288506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2"/>
          </p:nvPr>
        </p:nvSpPr>
        <p:spPr>
          <a:ln/>
        </p:spPr>
        <p:txBody>
          <a:bodyPr/>
          <a:lstStyle>
            <a:lvl1pPr>
              <a:defRPr/>
            </a:lvl1pPr>
          </a:lstStyle>
          <a:p>
            <a:pPr>
              <a:defRPr/>
            </a:pPr>
            <a:fld id="{F4F5EB44-FA81-473D-B329-D7E47C87DDF4}"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47253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92100"/>
            <a:ext cx="2743200" cy="57277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92100"/>
            <a:ext cx="8026400" cy="57277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2"/>
          </p:nvPr>
        </p:nvSpPr>
        <p:spPr>
          <a:ln/>
        </p:spPr>
        <p:txBody>
          <a:bodyPr/>
          <a:lstStyle>
            <a:lvl1pPr>
              <a:defRPr/>
            </a:lvl1pPr>
          </a:lstStyle>
          <a:p>
            <a:pPr>
              <a:defRPr/>
            </a:pPr>
            <a:fld id="{18300CAC-F03C-43AB-8772-FAEBDB62E038}"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645907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92100"/>
            <a:ext cx="10972800" cy="1384300"/>
          </a:xfrm>
        </p:spPr>
        <p:txBody>
          <a:bodyPr/>
          <a:lstStyle/>
          <a:p>
            <a:r>
              <a:rPr lang="zh-CN" altLang="en-US"/>
              <a:t>单击此处编辑母版标题样式</a:t>
            </a:r>
          </a:p>
        </p:txBody>
      </p:sp>
      <p:sp>
        <p:nvSpPr>
          <p:cNvPr id="3" name="内容占位符 2"/>
          <p:cNvSpPr>
            <a:spLocks noGrp="1"/>
          </p:cNvSpPr>
          <p:nvPr>
            <p:ph sz="half" idx="1"/>
          </p:nvPr>
        </p:nvSpPr>
        <p:spPr>
          <a:xfrm>
            <a:off x="609600" y="1905000"/>
            <a:ext cx="5384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050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386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7"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8" name="Rectangle 9"/>
          <p:cNvSpPr>
            <a:spLocks noGrp="1" noChangeArrowheads="1"/>
          </p:cNvSpPr>
          <p:nvPr>
            <p:ph type="sldNum" sz="quarter" idx="12"/>
          </p:nvPr>
        </p:nvSpPr>
        <p:spPr>
          <a:ln/>
        </p:spPr>
        <p:txBody>
          <a:bodyPr/>
          <a:lstStyle>
            <a:lvl1pPr>
              <a:defRPr/>
            </a:lvl1pPr>
          </a:lstStyle>
          <a:p>
            <a:pPr>
              <a:defRPr/>
            </a:pPr>
            <a:fld id="{EF99FB8C-1607-4B5E-A579-92004AE3FF74}"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245458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92100"/>
            <a:ext cx="10972800" cy="5727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9"/>
          <p:cNvSpPr>
            <a:spLocks noGrp="1" noChangeArrowheads="1"/>
          </p:cNvSpPr>
          <p:nvPr>
            <p:ph type="sldNum" sz="quarter" idx="12"/>
          </p:nvPr>
        </p:nvSpPr>
        <p:spPr>
          <a:ln/>
        </p:spPr>
        <p:txBody>
          <a:bodyPr/>
          <a:lstStyle>
            <a:lvl1pPr>
              <a:defRPr/>
            </a:lvl1pPr>
          </a:lstStyle>
          <a:p>
            <a:pPr>
              <a:defRPr/>
            </a:pPr>
            <a:fld id="{19DB8080-C86E-4761-9768-CA0141388B7B}"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984748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92100"/>
            <a:ext cx="10972800" cy="1384300"/>
          </a:xfrm>
        </p:spPr>
        <p:txBody>
          <a:bodyPr/>
          <a:lstStyle/>
          <a:p>
            <a:r>
              <a:rPr lang="zh-CN" altLang="en-US"/>
              <a:t>单击此处编辑母版标题样式</a:t>
            </a:r>
          </a:p>
        </p:txBody>
      </p:sp>
      <p:sp>
        <p:nvSpPr>
          <p:cNvPr id="3" name="表格占位符 2"/>
          <p:cNvSpPr>
            <a:spLocks noGrp="1"/>
          </p:cNvSpPr>
          <p:nvPr>
            <p:ph type="tbl" idx="1"/>
          </p:nvPr>
        </p:nvSpPr>
        <p:spPr>
          <a:xfrm>
            <a:off x="609600" y="1905000"/>
            <a:ext cx="10972800" cy="4114800"/>
          </a:xfrm>
        </p:spPr>
        <p:txBody>
          <a:bodyPr/>
          <a:lstStyle/>
          <a:p>
            <a:pPr lvl="0"/>
            <a:endParaRPr lang="zh-CN" altLang="en-US" noProof="0"/>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9"/>
          <p:cNvSpPr>
            <a:spLocks noGrp="1" noChangeArrowheads="1"/>
          </p:cNvSpPr>
          <p:nvPr>
            <p:ph type="sldNum" sz="quarter" idx="12"/>
          </p:nvPr>
        </p:nvSpPr>
        <p:spPr>
          <a:ln/>
        </p:spPr>
        <p:txBody>
          <a:bodyPr/>
          <a:lstStyle>
            <a:lvl1pPr>
              <a:defRPr/>
            </a:lvl1pPr>
          </a:lstStyle>
          <a:p>
            <a:pPr>
              <a:defRPr/>
            </a:pPr>
            <a:fld id="{30A52326-AF1A-417B-A700-DFAA9AD6BE9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938801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92100"/>
            <a:ext cx="10972800" cy="1384300"/>
          </a:xfrm>
        </p:spPr>
        <p:txBody>
          <a:bodyPr/>
          <a:lstStyle/>
          <a:p>
            <a:r>
              <a:rPr lang="zh-CN" altLang="en-US"/>
              <a:t>单击此处编辑母版标题样式</a:t>
            </a:r>
          </a:p>
        </p:txBody>
      </p:sp>
      <p:sp>
        <p:nvSpPr>
          <p:cNvPr id="3" name="内容占位符 2"/>
          <p:cNvSpPr>
            <a:spLocks noGrp="1"/>
          </p:cNvSpPr>
          <p:nvPr>
            <p:ph sz="quarter" idx="1"/>
          </p:nvPr>
        </p:nvSpPr>
        <p:spPr>
          <a:xfrm>
            <a:off x="609600" y="19050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050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40386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4038600"/>
            <a:ext cx="53848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8"/>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9"/>
          <p:cNvSpPr>
            <a:spLocks noGrp="1" noChangeArrowheads="1"/>
          </p:cNvSpPr>
          <p:nvPr>
            <p:ph type="sldNum" sz="quarter" idx="12"/>
          </p:nvPr>
        </p:nvSpPr>
        <p:spPr>
          <a:ln/>
        </p:spPr>
        <p:txBody>
          <a:bodyPr/>
          <a:lstStyle>
            <a:lvl1pPr>
              <a:defRPr/>
            </a:lvl1pPr>
          </a:lstStyle>
          <a:p>
            <a:pPr>
              <a:defRPr/>
            </a:pPr>
            <a:fld id="{BBADF54B-513E-45EE-B466-0ED956507081}"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3127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6805" name="Rectangle 5"/>
          <p:cNvSpPr>
            <a:spLocks noGrp="1" noChangeArrowheads="1"/>
          </p:cNvSpPr>
          <p:nvPr>
            <p:ph type="title"/>
          </p:nvPr>
        </p:nvSpPr>
        <p:spPr bwMode="auto">
          <a:xfrm>
            <a:off x="609600" y="292100"/>
            <a:ext cx="10972800" cy="13843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6806" name="Rectangle 6"/>
          <p:cNvSpPr>
            <a:spLocks noGrp="1" noChangeArrowheads="1"/>
          </p:cNvSpPr>
          <p:nvPr>
            <p:ph type="body" idx="1"/>
          </p:nvPr>
        </p:nvSpPr>
        <p:spPr bwMode="auto">
          <a:xfrm>
            <a:off x="609600" y="1905000"/>
            <a:ext cx="109728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6807" name="Rectangle 7"/>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400">
                <a:solidFill>
                  <a:schemeClr val="tx1"/>
                </a:solidFill>
                <a:effectLst>
                  <a:outerShdw blurRad="38100" dist="38100" dir="2700000" algn="tl">
                    <a:srgbClr val="C0C0C0"/>
                  </a:outerShdw>
                </a:effectLst>
                <a:latin typeface="Arial" pitchFamily="34" charset="0"/>
                <a:ea typeface="+mn-ea"/>
              </a:defRPr>
            </a:lvl1pPr>
          </a:lstStyle>
          <a:p>
            <a:pPr fontAlgn="base">
              <a:spcAft>
                <a:spcPct val="0"/>
              </a:spcAft>
              <a:defRPr/>
            </a:pPr>
            <a:endParaRPr lang="en-US" altLang="zh-CN">
              <a:solidFill>
                <a:srgbClr val="FFFFFF"/>
              </a:solidFill>
            </a:endParaRPr>
          </a:p>
        </p:txBody>
      </p:sp>
      <p:sp>
        <p:nvSpPr>
          <p:cNvPr id="76808" name="Rectangle 8"/>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400">
                <a:solidFill>
                  <a:schemeClr val="tx1"/>
                </a:solidFill>
                <a:effectLst>
                  <a:outerShdw blurRad="38100" dist="38100" dir="2700000" algn="tl">
                    <a:srgbClr val="C0C0C0"/>
                  </a:outerShdw>
                </a:effectLst>
                <a:latin typeface="Arial" pitchFamily="34" charset="0"/>
                <a:ea typeface="+mn-ea"/>
              </a:defRPr>
            </a:lvl1pPr>
          </a:lstStyle>
          <a:p>
            <a:pPr fontAlgn="base">
              <a:spcAft>
                <a:spcPct val="0"/>
              </a:spcAft>
              <a:defRPr/>
            </a:pPr>
            <a:endParaRPr lang="en-US" altLang="zh-CN">
              <a:solidFill>
                <a:srgbClr val="FFFFFF"/>
              </a:solidFill>
            </a:endParaRPr>
          </a:p>
        </p:txBody>
      </p:sp>
      <p:sp>
        <p:nvSpPr>
          <p:cNvPr id="76809" name="Rectangle 9"/>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40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defRPr>
            </a:lvl1pPr>
          </a:lstStyle>
          <a:p>
            <a:pPr fontAlgn="base">
              <a:spcAft>
                <a:spcPct val="0"/>
              </a:spcAft>
              <a:defRPr/>
            </a:pPr>
            <a:fld id="{FDEBE87C-A3BC-4271-B933-41F69F84266B}" type="slidenum">
              <a:rPr lang="zh-CN" altLang="en-US">
                <a:solidFill>
                  <a:srgbClr val="FFFFFF"/>
                </a:solidFill>
              </a:rPr>
              <a:pPr fontAlgn="base">
                <a:spcAft>
                  <a:spcPct val="0"/>
                </a:spcAft>
                <a:defRPr/>
              </a:pPr>
              <a:t>‹#›</a:t>
            </a:fld>
            <a:endParaRPr lang="en-US" altLang="zh-CN">
              <a:solidFill>
                <a:srgbClr val="FFFFFF"/>
              </a:solidFill>
            </a:endParaRPr>
          </a:p>
        </p:txBody>
      </p:sp>
    </p:spTree>
    <p:extLst>
      <p:ext uri="{BB962C8B-B14F-4D97-AF65-F5344CB8AC3E}">
        <p14:creationId xmlns:p14="http://schemas.microsoft.com/office/powerpoint/2010/main" val="2693600123"/>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rtl="0" eaLnBrk="0" fontAlgn="base" hangingPunct="0">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2pPr>
      <a:lvl3pPr algn="l" rtl="0" eaLnBrk="0" fontAlgn="base" hangingPunct="0">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3pPr>
      <a:lvl4pPr algn="l" rtl="0" eaLnBrk="0" fontAlgn="base" hangingPunct="0">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4pPr>
      <a:lvl5pPr algn="l" rtl="0" eaLnBrk="0" fontAlgn="base" hangingPunct="0">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5pPr>
      <a:lvl6pPr marL="457200" algn="l" rtl="0" fontAlgn="base">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6pPr>
      <a:lvl7pPr marL="914400" algn="l" rtl="0" fontAlgn="base">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7pPr>
      <a:lvl8pPr marL="1371600" algn="l" rtl="0" fontAlgn="base">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8pPr>
      <a:lvl9pPr marL="1828800" algn="l" rtl="0" fontAlgn="base">
        <a:spcBef>
          <a:spcPct val="0"/>
        </a:spcBef>
        <a:spcAft>
          <a:spcPct val="0"/>
        </a:spcAft>
        <a:defRPr sz="4400">
          <a:solidFill>
            <a:schemeClr val="tx2"/>
          </a:solidFill>
          <a:effectLst>
            <a:outerShdw blurRad="38100" dist="38100" dir="2700000" algn="tl">
              <a:srgbClr val="C0C0C0"/>
            </a:outerShdw>
          </a:effectLst>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120000"/>
        <a:buChar char="•"/>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Font typeface="Tahoma" panose="020B0604030504040204" pitchFamily="34" charset="0"/>
        <a:buChar char="–"/>
        <a:defRPr sz="2800">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lr>
          <a:schemeClr val="hlink"/>
        </a:buClr>
        <a:buSzPct val="120000"/>
        <a:buChar char="•"/>
        <a:defRPr sz="2400">
          <a:solidFill>
            <a:schemeClr val="tx1"/>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Font typeface="Tahoma" panose="020B0604030504040204" pitchFamily="34" charset="0"/>
        <a:buChar char="–"/>
        <a:defRPr sz="2000">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2.w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1.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9.wmf"/><Relationship Id="rId18" Type="http://schemas.openxmlformats.org/officeDocument/2006/relationships/oleObject" Target="../embeddings/oleObject12.bin"/><Relationship Id="rId3" Type="http://schemas.openxmlformats.org/officeDocument/2006/relationships/notesSlide" Target="../notesSlides/notesSlide2.xml"/><Relationship Id="rId21" Type="http://schemas.openxmlformats.org/officeDocument/2006/relationships/image" Target="../media/image13.wmf"/><Relationship Id="rId7" Type="http://schemas.openxmlformats.org/officeDocument/2006/relationships/image" Target="../media/image6.wmf"/><Relationship Id="rId12" Type="http://schemas.openxmlformats.org/officeDocument/2006/relationships/oleObject" Target="../embeddings/oleObject9.bin"/><Relationship Id="rId17" Type="http://schemas.openxmlformats.org/officeDocument/2006/relationships/image" Target="../media/image11.wmf"/><Relationship Id="rId2" Type="http://schemas.openxmlformats.org/officeDocument/2006/relationships/slideLayout" Target="../slideLayouts/slideLayout13.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8.bin"/><Relationship Id="rId19"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7.wmf"/><Relationship Id="rId14"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8.wmf"/><Relationship Id="rId18" Type="http://schemas.openxmlformats.org/officeDocument/2006/relationships/oleObject" Target="../embeddings/oleObject21.bin"/><Relationship Id="rId3" Type="http://schemas.openxmlformats.org/officeDocument/2006/relationships/notesSlide" Target="../notesSlides/notesSlide3.xml"/><Relationship Id="rId7" Type="http://schemas.openxmlformats.org/officeDocument/2006/relationships/image" Target="../media/image15.wmf"/><Relationship Id="rId12" Type="http://schemas.openxmlformats.org/officeDocument/2006/relationships/oleObject" Target="../embeddings/oleObject18.bin"/><Relationship Id="rId17" Type="http://schemas.openxmlformats.org/officeDocument/2006/relationships/image" Target="../media/image20.wmf"/><Relationship Id="rId2" Type="http://schemas.openxmlformats.org/officeDocument/2006/relationships/slideLayout" Target="../slideLayouts/slideLayout13.xml"/><Relationship Id="rId16" Type="http://schemas.openxmlformats.org/officeDocument/2006/relationships/oleObject" Target="../embeddings/oleObject20.bin"/><Relationship Id="rId1" Type="http://schemas.openxmlformats.org/officeDocument/2006/relationships/vmlDrawing" Target="../drawings/vmlDrawing3.vml"/><Relationship Id="rId6" Type="http://schemas.openxmlformats.org/officeDocument/2006/relationships/oleObject" Target="../embeddings/oleObject15.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image" Target="../media/image19.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16.wmf"/><Relationship Id="rId14"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image" Target="../media/image26.png"/><Relationship Id="rId3" Type="http://schemas.openxmlformats.org/officeDocument/2006/relationships/notesSlide" Target="../notesSlides/notesSlide4.xml"/><Relationship Id="rId7" Type="http://schemas.openxmlformats.org/officeDocument/2006/relationships/oleObject" Target="../embeddings/oleObject23.bin"/><Relationship Id="rId12" Type="http://schemas.openxmlformats.org/officeDocument/2006/relationships/image" Target="../media/image24.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25.png"/><Relationship Id="rId11" Type="http://schemas.openxmlformats.org/officeDocument/2006/relationships/oleObject" Target="../embeddings/oleObject25.bin"/><Relationship Id="rId5" Type="http://schemas.openxmlformats.org/officeDocument/2006/relationships/image" Target="../media/image21.wmf"/><Relationship Id="rId10" Type="http://schemas.openxmlformats.org/officeDocument/2006/relationships/image" Target="../media/image23.wmf"/><Relationship Id="rId4" Type="http://schemas.openxmlformats.org/officeDocument/2006/relationships/oleObject" Target="../embeddings/oleObject22.bin"/><Relationship Id="rId9" Type="http://schemas.openxmlformats.org/officeDocument/2006/relationships/oleObject" Target="../embeddings/oleObject24.bin"/><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5.xml"/><Relationship Id="rId7"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7.bin"/><Relationship Id="rId5" Type="http://schemas.openxmlformats.org/officeDocument/2006/relationships/image" Target="../media/image22.wmf"/><Relationship Id="rId4" Type="http://schemas.openxmlformats.org/officeDocument/2006/relationships/oleObject" Target="../embeddings/oleObject26.bin"/><Relationship Id="rId9" Type="http://schemas.openxmlformats.org/officeDocument/2006/relationships/image" Target="../media/image29.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oleObject" Target="../embeddings/oleObject34.bin"/><Relationship Id="rId3" Type="http://schemas.openxmlformats.org/officeDocument/2006/relationships/notesSlide" Target="../notesSlides/notesSlide6.xml"/><Relationship Id="rId7" Type="http://schemas.openxmlformats.org/officeDocument/2006/relationships/image" Target="../media/image31.wmf"/><Relationship Id="rId12"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oleObject" Target="../embeddings/oleObject30.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2.wmf"/><Relationship Id="rId14" Type="http://schemas.openxmlformats.org/officeDocument/2006/relationships/image" Target="../media/image34.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7.xml"/><Relationship Id="rId7" Type="http://schemas.openxmlformats.org/officeDocument/2006/relationships/image" Target="../media/image36.w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36.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37.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3.wmf"/><Relationship Id="rId18" Type="http://schemas.openxmlformats.org/officeDocument/2006/relationships/oleObject" Target="../embeddings/oleObject46.bin"/><Relationship Id="rId3" Type="http://schemas.openxmlformats.org/officeDocument/2006/relationships/notesSlide" Target="../notesSlides/notesSlide8.xml"/><Relationship Id="rId7" Type="http://schemas.openxmlformats.org/officeDocument/2006/relationships/image" Target="../media/image40.wmf"/><Relationship Id="rId12" Type="http://schemas.openxmlformats.org/officeDocument/2006/relationships/oleObject" Target="../embeddings/oleObject43.bin"/><Relationship Id="rId17" Type="http://schemas.openxmlformats.org/officeDocument/2006/relationships/image" Target="../media/image45.wmf"/><Relationship Id="rId2" Type="http://schemas.openxmlformats.org/officeDocument/2006/relationships/slideLayout" Target="../slideLayouts/slideLayout4.xml"/><Relationship Id="rId16" Type="http://schemas.openxmlformats.org/officeDocument/2006/relationships/oleObject" Target="../embeddings/oleObject45.bin"/><Relationship Id="rId1" Type="http://schemas.openxmlformats.org/officeDocument/2006/relationships/vmlDrawing" Target="../drawings/vmlDrawing8.vml"/><Relationship Id="rId6" Type="http://schemas.openxmlformats.org/officeDocument/2006/relationships/oleObject" Target="../embeddings/oleObject40.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42.bin"/><Relationship Id="rId19" Type="http://schemas.openxmlformats.org/officeDocument/2006/relationships/image" Target="../media/image46.wmf"/><Relationship Id="rId4" Type="http://schemas.openxmlformats.org/officeDocument/2006/relationships/oleObject" Target="../embeddings/oleObject39.bin"/><Relationship Id="rId9" Type="http://schemas.openxmlformats.org/officeDocument/2006/relationships/image" Target="../media/image41.wmf"/><Relationship Id="rId14" Type="http://schemas.openxmlformats.org/officeDocument/2006/relationships/oleObject" Target="../embeddings/oleObject4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9.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48.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49.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55.wmf"/><Relationship Id="rId3" Type="http://schemas.openxmlformats.org/officeDocument/2006/relationships/notesSlide" Target="../notesSlides/notesSlide10.xml"/><Relationship Id="rId7" Type="http://schemas.openxmlformats.org/officeDocument/2006/relationships/image" Target="../media/image52.wmf"/><Relationship Id="rId12" Type="http://schemas.openxmlformats.org/officeDocument/2006/relationships/oleObject" Target="../embeddings/oleObject55.bin"/><Relationship Id="rId17" Type="http://schemas.openxmlformats.org/officeDocument/2006/relationships/image" Target="../media/image57.wmf"/><Relationship Id="rId2" Type="http://schemas.openxmlformats.org/officeDocument/2006/relationships/slideLayout" Target="../slideLayouts/slideLayout2.xml"/><Relationship Id="rId16" Type="http://schemas.openxmlformats.org/officeDocument/2006/relationships/oleObject" Target="../embeddings/oleObject57.bin"/><Relationship Id="rId1" Type="http://schemas.openxmlformats.org/officeDocument/2006/relationships/vmlDrawing" Target="../drawings/vmlDrawing10.vml"/><Relationship Id="rId6" Type="http://schemas.openxmlformats.org/officeDocument/2006/relationships/oleObject" Target="../embeddings/oleObject52.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3.wmf"/><Relationship Id="rId14" Type="http://schemas.openxmlformats.org/officeDocument/2006/relationships/oleObject" Target="../embeddings/oleObject56.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2.wmf"/><Relationship Id="rId3" Type="http://schemas.openxmlformats.org/officeDocument/2006/relationships/notesSlide" Target="../notesSlides/notesSlide11.xml"/><Relationship Id="rId7" Type="http://schemas.openxmlformats.org/officeDocument/2006/relationships/image" Target="../media/image59.wmf"/><Relationship Id="rId12" Type="http://schemas.openxmlformats.org/officeDocument/2006/relationships/oleObject" Target="../embeddings/oleObject62.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59.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60.wmf"/><Relationship Id="rId14" Type="http://schemas.openxmlformats.org/officeDocument/2006/relationships/oleObject" Target="../embeddings/oleObject63.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67.wmf"/><Relationship Id="rId3" Type="http://schemas.openxmlformats.org/officeDocument/2006/relationships/notesSlide" Target="../notesSlides/notesSlide12.xml"/><Relationship Id="rId7" Type="http://schemas.openxmlformats.org/officeDocument/2006/relationships/image" Target="../media/image65.wmf"/><Relationship Id="rId12" Type="http://schemas.openxmlformats.org/officeDocument/2006/relationships/oleObject" Target="../embeddings/oleObject68.bin"/><Relationship Id="rId17" Type="http://schemas.openxmlformats.org/officeDocument/2006/relationships/image" Target="../media/image69.wmf"/><Relationship Id="rId2" Type="http://schemas.openxmlformats.org/officeDocument/2006/relationships/slideLayout" Target="../slideLayouts/slideLayout15.xml"/><Relationship Id="rId16" Type="http://schemas.openxmlformats.org/officeDocument/2006/relationships/oleObject" Target="../embeddings/oleObject70.bin"/><Relationship Id="rId1" Type="http://schemas.openxmlformats.org/officeDocument/2006/relationships/vmlDrawing" Target="../drawings/vmlDrawing12.vml"/><Relationship Id="rId6" Type="http://schemas.openxmlformats.org/officeDocument/2006/relationships/oleObject" Target="../embeddings/oleObject65.bin"/><Relationship Id="rId11" Type="http://schemas.openxmlformats.org/officeDocument/2006/relationships/image" Target="../media/image66.wmf"/><Relationship Id="rId5" Type="http://schemas.openxmlformats.org/officeDocument/2006/relationships/image" Target="../media/image64.wmf"/><Relationship Id="rId15" Type="http://schemas.openxmlformats.org/officeDocument/2006/relationships/image" Target="../media/image68.w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63.wmf"/><Relationship Id="rId14" Type="http://schemas.openxmlformats.org/officeDocument/2006/relationships/oleObject" Target="../embeddings/oleObject69.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74.wmf"/><Relationship Id="rId18" Type="http://schemas.openxmlformats.org/officeDocument/2006/relationships/oleObject" Target="../embeddings/oleObject78.bin"/><Relationship Id="rId26" Type="http://schemas.openxmlformats.org/officeDocument/2006/relationships/oleObject" Target="../embeddings/oleObject82.bin"/><Relationship Id="rId3" Type="http://schemas.openxmlformats.org/officeDocument/2006/relationships/notesSlide" Target="../notesSlides/notesSlide13.xml"/><Relationship Id="rId21" Type="http://schemas.openxmlformats.org/officeDocument/2006/relationships/image" Target="../media/image78.wmf"/><Relationship Id="rId7" Type="http://schemas.openxmlformats.org/officeDocument/2006/relationships/image" Target="../media/image71.wmf"/><Relationship Id="rId12" Type="http://schemas.openxmlformats.org/officeDocument/2006/relationships/oleObject" Target="../embeddings/oleObject75.bin"/><Relationship Id="rId17" Type="http://schemas.openxmlformats.org/officeDocument/2006/relationships/image" Target="../media/image76.wmf"/><Relationship Id="rId25" Type="http://schemas.openxmlformats.org/officeDocument/2006/relationships/image" Target="../media/image80.wmf"/><Relationship Id="rId2" Type="http://schemas.openxmlformats.org/officeDocument/2006/relationships/slideLayout" Target="../slideLayouts/slideLayout15.xml"/><Relationship Id="rId16" Type="http://schemas.openxmlformats.org/officeDocument/2006/relationships/oleObject" Target="../embeddings/oleObject77.bin"/><Relationship Id="rId20" Type="http://schemas.openxmlformats.org/officeDocument/2006/relationships/oleObject" Target="../embeddings/oleObject79.bin"/><Relationship Id="rId29" Type="http://schemas.openxmlformats.org/officeDocument/2006/relationships/image" Target="../media/image82.wmf"/><Relationship Id="rId1" Type="http://schemas.openxmlformats.org/officeDocument/2006/relationships/vmlDrawing" Target="../drawings/vmlDrawing13.vml"/><Relationship Id="rId6" Type="http://schemas.openxmlformats.org/officeDocument/2006/relationships/oleObject" Target="../embeddings/oleObject72.bin"/><Relationship Id="rId11" Type="http://schemas.openxmlformats.org/officeDocument/2006/relationships/image" Target="../media/image73.wmf"/><Relationship Id="rId24" Type="http://schemas.openxmlformats.org/officeDocument/2006/relationships/oleObject" Target="../embeddings/oleObject81.bin"/><Relationship Id="rId5" Type="http://schemas.openxmlformats.org/officeDocument/2006/relationships/image" Target="../media/image70.wmf"/><Relationship Id="rId15" Type="http://schemas.openxmlformats.org/officeDocument/2006/relationships/image" Target="../media/image75.wmf"/><Relationship Id="rId23" Type="http://schemas.openxmlformats.org/officeDocument/2006/relationships/image" Target="../media/image79.wmf"/><Relationship Id="rId28" Type="http://schemas.openxmlformats.org/officeDocument/2006/relationships/oleObject" Target="../embeddings/oleObject83.bin"/><Relationship Id="rId10" Type="http://schemas.openxmlformats.org/officeDocument/2006/relationships/oleObject" Target="../embeddings/oleObject74.bin"/><Relationship Id="rId19" Type="http://schemas.openxmlformats.org/officeDocument/2006/relationships/image" Target="../media/image77.wmf"/><Relationship Id="rId4" Type="http://schemas.openxmlformats.org/officeDocument/2006/relationships/oleObject" Target="../embeddings/oleObject71.bin"/><Relationship Id="rId9" Type="http://schemas.openxmlformats.org/officeDocument/2006/relationships/image" Target="../media/image72.wmf"/><Relationship Id="rId14" Type="http://schemas.openxmlformats.org/officeDocument/2006/relationships/oleObject" Target="../embeddings/oleObject76.bin"/><Relationship Id="rId22" Type="http://schemas.openxmlformats.org/officeDocument/2006/relationships/oleObject" Target="../embeddings/oleObject80.bin"/><Relationship Id="rId27" Type="http://schemas.openxmlformats.org/officeDocument/2006/relationships/image" Target="../media/image81.wmf"/></Relationships>
</file>

<file path=ppt/slides/_rels/slide15.xml.rels><?xml version="1.0" encoding="UTF-8" standalone="yes"?>
<Relationships xmlns="http://schemas.openxmlformats.org/package/2006/relationships"><Relationship Id="rId13" Type="http://schemas.openxmlformats.org/officeDocument/2006/relationships/image" Target="../media/image87.wmf"/><Relationship Id="rId18" Type="http://schemas.openxmlformats.org/officeDocument/2006/relationships/oleObject" Target="../embeddings/oleObject91.bin"/><Relationship Id="rId26" Type="http://schemas.openxmlformats.org/officeDocument/2006/relationships/oleObject" Target="../embeddings/oleObject95.bin"/><Relationship Id="rId39" Type="http://schemas.openxmlformats.org/officeDocument/2006/relationships/image" Target="../media/image100.wmf"/><Relationship Id="rId21" Type="http://schemas.openxmlformats.org/officeDocument/2006/relationships/image" Target="../media/image91.wmf"/><Relationship Id="rId34" Type="http://schemas.openxmlformats.org/officeDocument/2006/relationships/oleObject" Target="../embeddings/oleObject99.bin"/><Relationship Id="rId42" Type="http://schemas.openxmlformats.org/officeDocument/2006/relationships/oleObject" Target="../embeddings/oleObject103.bin"/><Relationship Id="rId7" Type="http://schemas.openxmlformats.org/officeDocument/2006/relationships/image" Target="../media/image84.wmf"/><Relationship Id="rId2" Type="http://schemas.openxmlformats.org/officeDocument/2006/relationships/slideLayout" Target="../slideLayouts/slideLayout2.xml"/><Relationship Id="rId16" Type="http://schemas.openxmlformats.org/officeDocument/2006/relationships/oleObject" Target="../embeddings/oleObject90.bin"/><Relationship Id="rId20" Type="http://schemas.openxmlformats.org/officeDocument/2006/relationships/oleObject" Target="../embeddings/oleObject92.bin"/><Relationship Id="rId29" Type="http://schemas.openxmlformats.org/officeDocument/2006/relationships/image" Target="../media/image95.wmf"/><Relationship Id="rId41" Type="http://schemas.openxmlformats.org/officeDocument/2006/relationships/image" Target="../media/image101.wmf"/><Relationship Id="rId1" Type="http://schemas.openxmlformats.org/officeDocument/2006/relationships/vmlDrawing" Target="../drawings/vmlDrawing14.vml"/><Relationship Id="rId6" Type="http://schemas.openxmlformats.org/officeDocument/2006/relationships/oleObject" Target="../embeddings/oleObject85.bin"/><Relationship Id="rId11" Type="http://schemas.openxmlformats.org/officeDocument/2006/relationships/image" Target="../media/image86.wmf"/><Relationship Id="rId24" Type="http://schemas.openxmlformats.org/officeDocument/2006/relationships/oleObject" Target="../embeddings/oleObject94.bin"/><Relationship Id="rId32" Type="http://schemas.openxmlformats.org/officeDocument/2006/relationships/oleObject" Target="../embeddings/oleObject98.bin"/><Relationship Id="rId37" Type="http://schemas.openxmlformats.org/officeDocument/2006/relationships/image" Target="../media/image99.wmf"/><Relationship Id="rId40" Type="http://schemas.openxmlformats.org/officeDocument/2006/relationships/oleObject" Target="../embeddings/oleObject102.bin"/><Relationship Id="rId5" Type="http://schemas.openxmlformats.org/officeDocument/2006/relationships/image" Target="../media/image83.wmf"/><Relationship Id="rId15" Type="http://schemas.openxmlformats.org/officeDocument/2006/relationships/image" Target="../media/image88.wmf"/><Relationship Id="rId23" Type="http://schemas.openxmlformats.org/officeDocument/2006/relationships/image" Target="../media/image92.wmf"/><Relationship Id="rId28" Type="http://schemas.openxmlformats.org/officeDocument/2006/relationships/oleObject" Target="../embeddings/oleObject96.bin"/><Relationship Id="rId36" Type="http://schemas.openxmlformats.org/officeDocument/2006/relationships/oleObject" Target="../embeddings/oleObject100.bin"/><Relationship Id="rId10" Type="http://schemas.openxmlformats.org/officeDocument/2006/relationships/oleObject" Target="../embeddings/oleObject87.bin"/><Relationship Id="rId19" Type="http://schemas.openxmlformats.org/officeDocument/2006/relationships/image" Target="../media/image90.wmf"/><Relationship Id="rId31" Type="http://schemas.openxmlformats.org/officeDocument/2006/relationships/image" Target="../media/image96.wmf"/><Relationship Id="rId4" Type="http://schemas.openxmlformats.org/officeDocument/2006/relationships/oleObject" Target="../embeddings/oleObject84.bin"/><Relationship Id="rId9" Type="http://schemas.openxmlformats.org/officeDocument/2006/relationships/image" Target="../media/image85.wmf"/><Relationship Id="rId14" Type="http://schemas.openxmlformats.org/officeDocument/2006/relationships/oleObject" Target="../embeddings/oleObject89.bin"/><Relationship Id="rId22" Type="http://schemas.openxmlformats.org/officeDocument/2006/relationships/oleObject" Target="../embeddings/oleObject93.bin"/><Relationship Id="rId27" Type="http://schemas.openxmlformats.org/officeDocument/2006/relationships/image" Target="../media/image94.wmf"/><Relationship Id="rId30" Type="http://schemas.openxmlformats.org/officeDocument/2006/relationships/oleObject" Target="../embeddings/oleObject97.bin"/><Relationship Id="rId35" Type="http://schemas.openxmlformats.org/officeDocument/2006/relationships/image" Target="../media/image98.wmf"/><Relationship Id="rId43" Type="http://schemas.openxmlformats.org/officeDocument/2006/relationships/image" Target="../media/image102.wmf"/><Relationship Id="rId8" Type="http://schemas.openxmlformats.org/officeDocument/2006/relationships/oleObject" Target="../embeddings/oleObject86.bin"/><Relationship Id="rId3" Type="http://schemas.openxmlformats.org/officeDocument/2006/relationships/notesSlide" Target="../notesSlides/notesSlide14.xml"/><Relationship Id="rId12" Type="http://schemas.openxmlformats.org/officeDocument/2006/relationships/oleObject" Target="../embeddings/oleObject88.bin"/><Relationship Id="rId17" Type="http://schemas.openxmlformats.org/officeDocument/2006/relationships/image" Target="../media/image89.wmf"/><Relationship Id="rId25" Type="http://schemas.openxmlformats.org/officeDocument/2006/relationships/image" Target="../media/image93.wmf"/><Relationship Id="rId33" Type="http://schemas.openxmlformats.org/officeDocument/2006/relationships/image" Target="../media/image97.wmf"/><Relationship Id="rId38" Type="http://schemas.openxmlformats.org/officeDocument/2006/relationships/oleObject" Target="../embeddings/oleObject101.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89.wmf"/><Relationship Id="rId18" Type="http://schemas.openxmlformats.org/officeDocument/2006/relationships/oleObject" Target="../embeddings/oleObject111.bin"/><Relationship Id="rId3" Type="http://schemas.openxmlformats.org/officeDocument/2006/relationships/notesSlide" Target="../notesSlides/notesSlide15.xml"/><Relationship Id="rId21" Type="http://schemas.openxmlformats.org/officeDocument/2006/relationships/image" Target="../media/image103.wmf"/><Relationship Id="rId7" Type="http://schemas.openxmlformats.org/officeDocument/2006/relationships/image" Target="../media/image84.wmf"/><Relationship Id="rId12" Type="http://schemas.openxmlformats.org/officeDocument/2006/relationships/oleObject" Target="../embeddings/oleObject108.bin"/><Relationship Id="rId17" Type="http://schemas.openxmlformats.org/officeDocument/2006/relationships/image" Target="../media/image94.wmf"/><Relationship Id="rId2" Type="http://schemas.openxmlformats.org/officeDocument/2006/relationships/slideLayout" Target="../slideLayouts/slideLayout2.xml"/><Relationship Id="rId16" Type="http://schemas.openxmlformats.org/officeDocument/2006/relationships/oleObject" Target="../embeddings/oleObject110.bin"/><Relationship Id="rId20" Type="http://schemas.openxmlformats.org/officeDocument/2006/relationships/oleObject" Target="../embeddings/oleObject112.bin"/><Relationship Id="rId1" Type="http://schemas.openxmlformats.org/officeDocument/2006/relationships/vmlDrawing" Target="../drawings/vmlDrawing15.vml"/><Relationship Id="rId6" Type="http://schemas.openxmlformats.org/officeDocument/2006/relationships/oleObject" Target="../embeddings/oleObject105.bin"/><Relationship Id="rId11" Type="http://schemas.openxmlformats.org/officeDocument/2006/relationships/image" Target="../media/image87.wmf"/><Relationship Id="rId5" Type="http://schemas.openxmlformats.org/officeDocument/2006/relationships/image" Target="../media/image83.wmf"/><Relationship Id="rId15" Type="http://schemas.openxmlformats.org/officeDocument/2006/relationships/image" Target="../media/image90.wmf"/><Relationship Id="rId10" Type="http://schemas.openxmlformats.org/officeDocument/2006/relationships/oleObject" Target="../embeddings/oleObject107.bin"/><Relationship Id="rId19" Type="http://schemas.openxmlformats.org/officeDocument/2006/relationships/image" Target="../media/image95.wmf"/><Relationship Id="rId4" Type="http://schemas.openxmlformats.org/officeDocument/2006/relationships/oleObject" Target="../embeddings/oleObject104.bin"/><Relationship Id="rId9" Type="http://schemas.openxmlformats.org/officeDocument/2006/relationships/image" Target="../media/image86.wmf"/><Relationship Id="rId14" Type="http://schemas.openxmlformats.org/officeDocument/2006/relationships/oleObject" Target="../embeddings/oleObject10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08.wmf"/><Relationship Id="rId3" Type="http://schemas.openxmlformats.org/officeDocument/2006/relationships/notesSlide" Target="../notesSlides/notesSlide16.xml"/><Relationship Id="rId7" Type="http://schemas.openxmlformats.org/officeDocument/2006/relationships/image" Target="../media/image105.wmf"/><Relationship Id="rId12" Type="http://schemas.openxmlformats.org/officeDocument/2006/relationships/oleObject" Target="../embeddings/oleObject117.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114.bin"/><Relationship Id="rId11" Type="http://schemas.openxmlformats.org/officeDocument/2006/relationships/image" Target="../media/image107.wmf"/><Relationship Id="rId5" Type="http://schemas.openxmlformats.org/officeDocument/2006/relationships/image" Target="../media/image104.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06.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image" Target="../media/image113.wmf"/><Relationship Id="rId18" Type="http://schemas.openxmlformats.org/officeDocument/2006/relationships/oleObject" Target="../embeddings/oleObject125.bin"/><Relationship Id="rId3" Type="http://schemas.openxmlformats.org/officeDocument/2006/relationships/notesSlide" Target="../notesSlides/notesSlide17.xml"/><Relationship Id="rId7" Type="http://schemas.openxmlformats.org/officeDocument/2006/relationships/image" Target="../media/image110.wmf"/><Relationship Id="rId12" Type="http://schemas.openxmlformats.org/officeDocument/2006/relationships/oleObject" Target="../embeddings/oleObject122.bin"/><Relationship Id="rId17" Type="http://schemas.openxmlformats.org/officeDocument/2006/relationships/image" Target="../media/image115.wmf"/><Relationship Id="rId2" Type="http://schemas.openxmlformats.org/officeDocument/2006/relationships/slideLayout" Target="../slideLayouts/slideLayout4.xml"/><Relationship Id="rId16" Type="http://schemas.openxmlformats.org/officeDocument/2006/relationships/oleObject" Target="../embeddings/oleObject124.bin"/><Relationship Id="rId1" Type="http://schemas.openxmlformats.org/officeDocument/2006/relationships/vmlDrawing" Target="../drawings/vmlDrawing17.vml"/><Relationship Id="rId6" Type="http://schemas.openxmlformats.org/officeDocument/2006/relationships/oleObject" Target="../embeddings/oleObject119.bin"/><Relationship Id="rId11" Type="http://schemas.openxmlformats.org/officeDocument/2006/relationships/image" Target="../media/image112.wmf"/><Relationship Id="rId5" Type="http://schemas.openxmlformats.org/officeDocument/2006/relationships/image" Target="../media/image109.wmf"/><Relationship Id="rId15" Type="http://schemas.openxmlformats.org/officeDocument/2006/relationships/image" Target="../media/image114.wmf"/><Relationship Id="rId10" Type="http://schemas.openxmlformats.org/officeDocument/2006/relationships/oleObject" Target="../embeddings/oleObject121.bin"/><Relationship Id="rId19" Type="http://schemas.openxmlformats.org/officeDocument/2006/relationships/image" Target="../media/image116.wmf"/><Relationship Id="rId4" Type="http://schemas.openxmlformats.org/officeDocument/2006/relationships/oleObject" Target="../embeddings/oleObject118.bin"/><Relationship Id="rId9" Type="http://schemas.openxmlformats.org/officeDocument/2006/relationships/image" Target="../media/image111.wmf"/><Relationship Id="rId14" Type="http://schemas.openxmlformats.org/officeDocument/2006/relationships/oleObject" Target="../embeddings/oleObject123.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notesSlide" Target="../notesSlides/notesSlide18.xml"/><Relationship Id="rId7" Type="http://schemas.openxmlformats.org/officeDocument/2006/relationships/image" Target="../media/image118.wmf"/><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127.bin"/><Relationship Id="rId5" Type="http://schemas.openxmlformats.org/officeDocument/2006/relationships/image" Target="../media/image117.wmf"/><Relationship Id="rId4" Type="http://schemas.openxmlformats.org/officeDocument/2006/relationships/oleObject" Target="../embeddings/oleObject126.bin"/><Relationship Id="rId9" Type="http://schemas.openxmlformats.org/officeDocument/2006/relationships/image" Target="../media/image11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134.bin"/><Relationship Id="rId3" Type="http://schemas.openxmlformats.org/officeDocument/2006/relationships/oleObject" Target="../embeddings/oleObject129.bin"/><Relationship Id="rId7" Type="http://schemas.openxmlformats.org/officeDocument/2006/relationships/oleObject" Target="../embeddings/oleObject131.bin"/><Relationship Id="rId12" Type="http://schemas.openxmlformats.org/officeDocument/2006/relationships/image" Target="../media/image124.wmf"/><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121.wmf"/><Relationship Id="rId11" Type="http://schemas.openxmlformats.org/officeDocument/2006/relationships/oleObject" Target="../embeddings/oleObject133.bin"/><Relationship Id="rId5" Type="http://schemas.openxmlformats.org/officeDocument/2006/relationships/oleObject" Target="../embeddings/oleObject130.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132.bin"/><Relationship Id="rId14" Type="http://schemas.openxmlformats.org/officeDocument/2006/relationships/image" Target="../media/image125.wmf"/></Relationships>
</file>

<file path=ppt/slides/_rels/slide22.x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oleObject" Target="../embeddings/oleObject140.bin"/><Relationship Id="rId3" Type="http://schemas.openxmlformats.org/officeDocument/2006/relationships/oleObject" Target="../embeddings/oleObject135.bin"/><Relationship Id="rId7" Type="http://schemas.openxmlformats.org/officeDocument/2006/relationships/oleObject" Target="../embeddings/oleObject137.bin"/><Relationship Id="rId12" Type="http://schemas.openxmlformats.org/officeDocument/2006/relationships/image" Target="../media/image130.wmf"/><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127.wmf"/><Relationship Id="rId11" Type="http://schemas.openxmlformats.org/officeDocument/2006/relationships/oleObject" Target="../embeddings/oleObject139.bin"/><Relationship Id="rId5" Type="http://schemas.openxmlformats.org/officeDocument/2006/relationships/oleObject" Target="../embeddings/oleObject136.bin"/><Relationship Id="rId10" Type="http://schemas.openxmlformats.org/officeDocument/2006/relationships/image" Target="../media/image129.wmf"/><Relationship Id="rId4" Type="http://schemas.openxmlformats.org/officeDocument/2006/relationships/image" Target="../media/image126.wmf"/><Relationship Id="rId9" Type="http://schemas.openxmlformats.org/officeDocument/2006/relationships/oleObject" Target="../embeddings/oleObject138.bin"/><Relationship Id="rId14" Type="http://schemas.openxmlformats.org/officeDocument/2006/relationships/image" Target="../media/image13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55925" y="161925"/>
            <a:ext cx="5900738" cy="571500"/>
          </a:xfrm>
        </p:spPr>
        <p:txBody>
          <a:bodyPr/>
          <a:lstStyle/>
          <a:p>
            <a:pPr algn="ctr">
              <a:defRPr/>
            </a:pPr>
            <a:r>
              <a:rPr lang="zh-CN" altLang="en-US" dirty="0">
                <a:solidFill>
                  <a:srgbClr val="FF0000"/>
                </a:solidFill>
              </a:rPr>
              <a:t>静电能</a:t>
            </a:r>
          </a:p>
        </p:txBody>
      </p:sp>
      <p:sp>
        <p:nvSpPr>
          <p:cNvPr id="206851" name="内容占位符 2"/>
          <p:cNvSpPr>
            <a:spLocks noGrp="1"/>
          </p:cNvSpPr>
          <p:nvPr>
            <p:ph idx="1"/>
          </p:nvPr>
        </p:nvSpPr>
        <p:spPr>
          <a:xfrm>
            <a:off x="695400" y="779464"/>
            <a:ext cx="10873208" cy="2960687"/>
          </a:xfrm>
        </p:spPr>
        <p:txBody>
          <a:bodyPr/>
          <a:lstStyle/>
          <a:p>
            <a:r>
              <a:rPr lang="zh-CN" altLang="en-US" sz="2800" dirty="0">
                <a:solidFill>
                  <a:schemeClr val="bg1"/>
                </a:solidFill>
                <a:effectLst/>
              </a:rPr>
              <a:t>能量守恒</a:t>
            </a:r>
            <a:endParaRPr lang="en-US" altLang="zh-CN" sz="2800" dirty="0">
              <a:solidFill>
                <a:schemeClr val="bg1"/>
              </a:solidFill>
              <a:effectLst/>
            </a:endParaRPr>
          </a:p>
          <a:p>
            <a:r>
              <a:rPr lang="zh-CN" altLang="en-US" sz="2800" dirty="0">
                <a:solidFill>
                  <a:schemeClr val="bg1"/>
                </a:solidFill>
                <a:effectLst/>
              </a:rPr>
              <a:t>外界做功所消耗的能量将转化为带电体系的能量：静电能</a:t>
            </a:r>
            <a:endParaRPr lang="en-US" altLang="zh-CN" sz="2800" dirty="0">
              <a:solidFill>
                <a:schemeClr val="bg1"/>
              </a:solidFill>
              <a:effectLst/>
            </a:endParaRPr>
          </a:p>
          <a:p>
            <a:r>
              <a:rPr lang="zh-CN" altLang="en-US" sz="2800" dirty="0">
                <a:solidFill>
                  <a:schemeClr val="bg1"/>
                </a:solidFill>
                <a:effectLst/>
              </a:rPr>
              <a:t>静电能的大小由系统的</a:t>
            </a:r>
            <a:r>
              <a:rPr lang="zh-CN" altLang="en-US" sz="2800" dirty="0">
                <a:solidFill>
                  <a:srgbClr val="FF0000"/>
                </a:solidFill>
                <a:effectLst/>
              </a:rPr>
              <a:t>电荷分布</a:t>
            </a:r>
            <a:r>
              <a:rPr lang="zh-CN" altLang="en-US" sz="2800" dirty="0">
                <a:solidFill>
                  <a:schemeClr val="bg1"/>
                </a:solidFill>
                <a:effectLst/>
              </a:rPr>
              <a:t>决定</a:t>
            </a:r>
            <a:endParaRPr lang="en-US" altLang="zh-CN" sz="2800" dirty="0">
              <a:solidFill>
                <a:schemeClr val="bg1"/>
              </a:solidFill>
              <a:effectLst/>
            </a:endParaRPr>
          </a:p>
          <a:p>
            <a:r>
              <a:rPr lang="zh-CN" altLang="en-US" sz="2800" dirty="0">
                <a:solidFill>
                  <a:schemeClr val="bg1"/>
                </a:solidFill>
                <a:effectLst/>
              </a:rPr>
              <a:t>点电荷在外电场中电势能即静电能，也是静电场储存的场能</a:t>
            </a:r>
          </a:p>
        </p:txBody>
      </p:sp>
      <p:sp>
        <p:nvSpPr>
          <p:cNvPr id="206852" name="矩形 3"/>
          <p:cNvSpPr>
            <a:spLocks noChangeArrowheads="1"/>
          </p:cNvSpPr>
          <p:nvPr/>
        </p:nvSpPr>
        <p:spPr bwMode="auto">
          <a:xfrm>
            <a:off x="707029" y="2852936"/>
            <a:ext cx="10801200" cy="357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lnSpc>
                <a:spcPct val="150000"/>
              </a:lnSpc>
              <a:spcAft>
                <a:spcPct val="0"/>
              </a:spcAft>
              <a:buClr>
                <a:srgbClr val="FFCC00"/>
              </a:buClr>
            </a:pPr>
            <a:r>
              <a:rPr lang="zh-CN" altLang="en-US" sz="2000" b="1" dirty="0">
                <a:solidFill>
                  <a:srgbClr val="000099"/>
                </a:solidFill>
                <a:latin typeface="Times New Roman" panose="02020603050405020304" pitchFamily="18" charset="0"/>
                <a:ea typeface="黑体" panose="02010609060101010101" pitchFamily="49" charset="-122"/>
              </a:rPr>
              <a:t>定义静电能为零的状态 </a:t>
            </a:r>
          </a:p>
          <a:p>
            <a:pPr lvl="1" algn="just" fontAlgn="base">
              <a:lnSpc>
                <a:spcPct val="150000"/>
              </a:lnSpc>
              <a:spcAft>
                <a:spcPct val="0"/>
              </a:spcAft>
              <a:buClr>
                <a:srgbClr val="FFCC00"/>
              </a:buClr>
              <a:buSzPct val="120000"/>
              <a:buFontTx/>
              <a:buChar char="•"/>
            </a:pPr>
            <a:r>
              <a:rPr lang="zh-CN" altLang="en-US" sz="2000" b="1" dirty="0">
                <a:solidFill>
                  <a:srgbClr val="000099"/>
                </a:solidFill>
                <a:latin typeface="Times New Roman" panose="02020603050405020304" pitchFamily="18" charset="0"/>
                <a:ea typeface="黑体" panose="02010609060101010101" pitchFamily="49" charset="-122"/>
              </a:rPr>
              <a:t>设想带电体系中的电荷可以无限分割为许多小单元，最初认为它们分散在彼此相距很远的位置上，规定这种状态下系统的静电能为零。</a:t>
            </a:r>
          </a:p>
          <a:p>
            <a:pPr lvl="1" algn="just" fontAlgn="base">
              <a:lnSpc>
                <a:spcPct val="150000"/>
              </a:lnSpc>
              <a:spcAft>
                <a:spcPct val="0"/>
              </a:spcAft>
              <a:buClr>
                <a:srgbClr val="FFCC00"/>
              </a:buClr>
              <a:buSzPct val="120000"/>
              <a:buFont typeface="Wingdings" panose="05000000000000000000" pitchFamily="2" charset="2"/>
              <a:buNone/>
            </a:pPr>
            <a:r>
              <a:rPr lang="zh-CN" altLang="en-US" sz="2000" b="1" dirty="0">
                <a:solidFill>
                  <a:srgbClr val="000099"/>
                </a:solidFill>
                <a:latin typeface="Times New Roman" panose="02020603050405020304" pitchFamily="18" charset="0"/>
                <a:ea typeface="黑体" panose="02010609060101010101" pitchFamily="49" charset="-122"/>
              </a:rPr>
              <a:t>     </a:t>
            </a:r>
            <a:r>
              <a:rPr lang="en-US" altLang="zh-CN" sz="2000" b="1" dirty="0">
                <a:solidFill>
                  <a:srgbClr val="000099"/>
                </a:solidFill>
                <a:latin typeface="Times New Roman" panose="02020603050405020304" pitchFamily="18" charset="0"/>
                <a:ea typeface="黑体" panose="02010609060101010101" pitchFamily="49" charset="-122"/>
              </a:rPr>
              <a:t>——</a:t>
            </a:r>
            <a:r>
              <a:rPr lang="en-US" altLang="zh-CN" sz="2000" b="1" i="1" dirty="0">
                <a:solidFill>
                  <a:srgbClr val="000099"/>
                </a:solidFill>
                <a:latin typeface="Times New Roman" panose="02020603050405020304" pitchFamily="18" charset="0"/>
                <a:ea typeface="黑体" panose="02010609060101010101" pitchFamily="49" charset="-122"/>
              </a:rPr>
              <a:t>W</a:t>
            </a:r>
            <a:r>
              <a:rPr lang="en-US" altLang="zh-CN" sz="2000" b="1" i="1" baseline="-30000" dirty="0">
                <a:solidFill>
                  <a:srgbClr val="000099"/>
                </a:solidFill>
                <a:latin typeface="Times New Roman" panose="02020603050405020304" pitchFamily="18" charset="0"/>
                <a:ea typeface="黑体" panose="02010609060101010101" pitchFamily="49" charset="-122"/>
              </a:rPr>
              <a:t>e</a:t>
            </a:r>
            <a:r>
              <a:rPr lang="en-US" altLang="zh-CN" sz="2000" b="1" dirty="0">
                <a:solidFill>
                  <a:srgbClr val="000099"/>
                </a:solidFill>
                <a:latin typeface="Times New Roman" panose="02020603050405020304" pitchFamily="18" charset="0"/>
                <a:ea typeface="黑体" panose="02010609060101010101" pitchFamily="49" charset="-122"/>
              </a:rPr>
              <a:t>=0</a:t>
            </a:r>
            <a:endParaRPr lang="en-US" altLang="zh-CN" sz="2000" b="1" dirty="0">
              <a:solidFill>
                <a:srgbClr val="000099"/>
              </a:solidFill>
              <a:latin typeface="Times New Roman" panose="02020603050405020304" pitchFamily="18" charset="0"/>
              <a:ea typeface="隶书" panose="02010509060101010101" pitchFamily="49" charset="-122"/>
            </a:endParaRPr>
          </a:p>
          <a:p>
            <a:pPr fontAlgn="base">
              <a:lnSpc>
                <a:spcPct val="150000"/>
              </a:lnSpc>
              <a:spcAft>
                <a:spcPct val="0"/>
              </a:spcAft>
              <a:buClr>
                <a:srgbClr val="FFCC00"/>
              </a:buClr>
            </a:pPr>
            <a:r>
              <a:rPr lang="zh-CN" altLang="en-US" sz="2000" b="1" dirty="0">
                <a:solidFill>
                  <a:srgbClr val="000099"/>
                </a:solidFill>
                <a:latin typeface="Times New Roman" panose="02020603050405020304" pitchFamily="18" charset="0"/>
                <a:ea typeface="黑体" panose="02010609060101010101" pitchFamily="49" charset="-122"/>
              </a:rPr>
              <a:t>静电能</a:t>
            </a:r>
            <a:r>
              <a:rPr lang="en-US" altLang="zh-CN" sz="2000" b="1" i="1" dirty="0">
                <a:solidFill>
                  <a:srgbClr val="000099"/>
                </a:solidFill>
                <a:latin typeface="Times New Roman" panose="02020603050405020304" pitchFamily="18" charset="0"/>
                <a:ea typeface="黑体" panose="02010609060101010101" pitchFamily="49" charset="-122"/>
              </a:rPr>
              <a:t>W</a:t>
            </a:r>
            <a:r>
              <a:rPr lang="en-US" altLang="zh-CN" sz="2000" b="1" i="1" baseline="-30000" dirty="0">
                <a:solidFill>
                  <a:srgbClr val="000099"/>
                </a:solidFill>
                <a:latin typeface="Times New Roman" panose="02020603050405020304" pitchFamily="18" charset="0"/>
                <a:ea typeface="黑体" panose="02010609060101010101" pitchFamily="49" charset="-122"/>
              </a:rPr>
              <a:t>e</a:t>
            </a:r>
            <a:r>
              <a:rPr lang="zh-CN" altLang="en-US" sz="2000" b="1" dirty="0">
                <a:solidFill>
                  <a:srgbClr val="000099"/>
                </a:solidFill>
                <a:latin typeface="Times New Roman" panose="02020603050405020304" pitchFamily="18" charset="0"/>
                <a:ea typeface="黑体" panose="02010609060101010101" pitchFamily="49" charset="-122"/>
              </a:rPr>
              <a:t>： </a:t>
            </a:r>
          </a:p>
          <a:p>
            <a:pPr lvl="1" fontAlgn="base">
              <a:lnSpc>
                <a:spcPct val="150000"/>
              </a:lnSpc>
              <a:spcAft>
                <a:spcPct val="0"/>
              </a:spcAft>
              <a:buClr>
                <a:srgbClr val="FFCC00"/>
              </a:buClr>
              <a:buSzPct val="120000"/>
              <a:buFontTx/>
              <a:buChar char="•"/>
            </a:pPr>
            <a:r>
              <a:rPr lang="zh-CN" altLang="en-US" sz="2000" b="1" dirty="0">
                <a:solidFill>
                  <a:srgbClr val="000099"/>
                </a:solidFill>
                <a:latin typeface="Times New Roman" panose="02020603050405020304" pitchFamily="18" charset="0"/>
                <a:ea typeface="黑体" panose="02010609060101010101" pitchFamily="49" charset="-122"/>
              </a:rPr>
              <a:t>把体系各部分电荷从无限分散的状态聚集成现有带电体系时外力抵抗电场力所做的全部功 </a:t>
            </a:r>
          </a:p>
          <a:p>
            <a:pPr lvl="1" fontAlgn="base">
              <a:lnSpc>
                <a:spcPct val="150000"/>
              </a:lnSpc>
              <a:spcAft>
                <a:spcPct val="0"/>
              </a:spcAft>
              <a:buClr>
                <a:srgbClr val="FFCC00"/>
              </a:buClr>
              <a:buSzPct val="120000"/>
              <a:buFontTx/>
              <a:buChar char="•"/>
            </a:pPr>
            <a:r>
              <a:rPr lang="zh-CN" altLang="en-US" sz="2000" b="1" dirty="0">
                <a:solidFill>
                  <a:srgbClr val="000099"/>
                </a:solidFill>
                <a:latin typeface="Times New Roman" panose="02020603050405020304" pitchFamily="18" charset="0"/>
                <a:ea typeface="黑体" panose="02010609060101010101" pitchFamily="49" charset="-122"/>
              </a:rPr>
              <a:t> </a:t>
            </a:r>
            <a:r>
              <a:rPr lang="en-US" altLang="zh-CN" sz="2000" b="1" i="1" dirty="0">
                <a:solidFill>
                  <a:srgbClr val="000099"/>
                </a:solidFill>
                <a:latin typeface="Times New Roman" panose="02020603050405020304" pitchFamily="18" charset="0"/>
                <a:ea typeface="黑体" panose="02010609060101010101" pitchFamily="49" charset="-122"/>
              </a:rPr>
              <a:t>A’=-A </a:t>
            </a:r>
            <a:r>
              <a:rPr lang="en-US" altLang="zh-CN" sz="2000" b="1" dirty="0">
                <a:solidFill>
                  <a:srgbClr val="000099"/>
                </a:solidFill>
                <a:latin typeface="Times New Roman" panose="02020603050405020304" pitchFamily="18" charset="0"/>
                <a:ea typeface="黑体" panose="02010609060101010101" pitchFamily="49" charset="-122"/>
              </a:rPr>
              <a:t> </a:t>
            </a:r>
            <a:r>
              <a:rPr lang="zh-CN" altLang="en-US" sz="2000" b="1" dirty="0">
                <a:solidFill>
                  <a:srgbClr val="000099"/>
                </a:solidFill>
                <a:latin typeface="Times New Roman" panose="02020603050405020304" pitchFamily="18" charset="0"/>
                <a:ea typeface="黑体" panose="02010609060101010101" pitchFamily="49" charset="-122"/>
              </a:rPr>
              <a:t>（电场力做功） </a:t>
            </a:r>
          </a:p>
        </p:txBody>
      </p:sp>
    </p:spTree>
    <p:extLst>
      <p:ext uri="{BB962C8B-B14F-4D97-AF65-F5344CB8AC3E}">
        <p14:creationId xmlns:p14="http://schemas.microsoft.com/office/powerpoint/2010/main" val="2667913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553735" y="182563"/>
            <a:ext cx="5372100" cy="519112"/>
          </a:xfrm>
          <a:prstGeom prst="rect">
            <a:avLst/>
          </a:prstGeom>
          <a:noFill/>
          <a:ln w="9525">
            <a:noFill/>
            <a:miter lim="800000"/>
            <a:headEnd/>
            <a:tailEnd/>
          </a:ln>
          <a:effectLst/>
        </p:spPr>
        <p:txBody>
          <a:bodyPr>
            <a:spAutoFit/>
          </a:bodyPr>
          <a:lstStyle/>
          <a:p>
            <a:pPr fontAlgn="base">
              <a:spcBef>
                <a:spcPct val="50000"/>
              </a:spcBef>
              <a:spcAft>
                <a:spcPct val="0"/>
              </a:spcAft>
              <a:defRPr/>
            </a:pPr>
            <a:r>
              <a:rPr lang="zh-CN" altLang="en-US" sz="2800" dirty="0">
                <a:solidFill>
                  <a:srgbClr val="003300"/>
                </a:solidFill>
                <a:effectLst>
                  <a:outerShdw blurRad="38100" dist="38100" dir="2700000" algn="tl">
                    <a:srgbClr val="C0C0C0"/>
                  </a:outerShdw>
                </a:effectLst>
                <a:ea typeface="隶书" panose="02010509060101010101" pitchFamily="49" charset="-122"/>
              </a:rPr>
              <a:t>带电体系的静电能与电场的能量</a:t>
            </a:r>
          </a:p>
        </p:txBody>
      </p:sp>
      <p:sp>
        <p:nvSpPr>
          <p:cNvPr id="207875" name="Text Box 3"/>
          <p:cNvSpPr txBox="1">
            <a:spLocks noChangeArrowheads="1"/>
          </p:cNvSpPr>
          <p:nvPr/>
        </p:nvSpPr>
        <p:spPr bwMode="auto">
          <a:xfrm>
            <a:off x="2424113" y="898526"/>
            <a:ext cx="3033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点电荷组的相互作用能</a:t>
            </a:r>
            <a:endParaRPr lang="en-US" altLang="zh-CN" sz="2000">
              <a:solidFill>
                <a:srgbClr val="FF3300"/>
              </a:solidFill>
              <a:ea typeface="隶书" panose="02010509060101010101" pitchFamily="49" charset="-122"/>
            </a:endParaRPr>
          </a:p>
        </p:txBody>
      </p:sp>
      <p:sp>
        <p:nvSpPr>
          <p:cNvPr id="174089" name="Text Box 9"/>
          <p:cNvSpPr txBox="1">
            <a:spLocks noChangeArrowheads="1"/>
          </p:cNvSpPr>
          <p:nvPr/>
        </p:nvSpPr>
        <p:spPr bwMode="auto">
          <a:xfrm>
            <a:off x="7894638" y="306388"/>
            <a:ext cx="812800"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1</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4093" name="Text Box 13"/>
          <p:cNvSpPr txBox="1">
            <a:spLocks noChangeArrowheads="1"/>
          </p:cNvSpPr>
          <p:nvPr/>
        </p:nvSpPr>
        <p:spPr bwMode="auto">
          <a:xfrm>
            <a:off x="7694614" y="1463675"/>
            <a:ext cx="522287" cy="336550"/>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1600" i="1">
                <a:solidFill>
                  <a:srgbClr val="003300"/>
                </a:solidFill>
                <a:effectLst>
                  <a:outerShdw blurRad="38100" dist="38100" dir="2700000" algn="tl">
                    <a:srgbClr val="C0C0C0"/>
                  </a:outerShdw>
                </a:effectLst>
              </a:rPr>
              <a:t>o</a:t>
            </a:r>
          </a:p>
        </p:txBody>
      </p:sp>
      <p:sp>
        <p:nvSpPr>
          <p:cNvPr id="174095" name="Text Box 15"/>
          <p:cNvSpPr txBox="1">
            <a:spLocks noChangeArrowheads="1"/>
          </p:cNvSpPr>
          <p:nvPr/>
        </p:nvSpPr>
        <p:spPr bwMode="auto">
          <a:xfrm>
            <a:off x="8882063" y="40798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3300"/>
                </a:solidFill>
                <a:effectLst>
                  <a:outerShdw blurRad="38100" dist="38100" dir="2700000" algn="tl">
                    <a:srgbClr val="C0C0C0"/>
                  </a:outerShdw>
                </a:effectLst>
                <a:ea typeface="隶书" panose="02010509060101010101" pitchFamily="49" charset="-122"/>
              </a:rPr>
              <a:t>12</a:t>
            </a:r>
          </a:p>
        </p:txBody>
      </p:sp>
      <p:graphicFrame>
        <p:nvGraphicFramePr>
          <p:cNvPr id="207879" name="Object 19"/>
          <p:cNvGraphicFramePr>
            <a:graphicFrameLocks noChangeAspect="1"/>
          </p:cNvGraphicFramePr>
          <p:nvPr/>
        </p:nvGraphicFramePr>
        <p:xfrm>
          <a:off x="3357564" y="2533650"/>
          <a:ext cx="3995737" cy="871538"/>
        </p:xfrm>
        <a:graphic>
          <a:graphicData uri="http://schemas.openxmlformats.org/presentationml/2006/ole">
            <mc:AlternateContent xmlns:mc="http://schemas.openxmlformats.org/markup-compatibility/2006">
              <mc:Choice xmlns:v="urn:schemas-microsoft-com:vml" Requires="v">
                <p:oleObj spid="_x0000_s1082" name="Equation" r:id="rId4" imgW="2159000" imgH="469900" progId="Equation.DSMT4">
                  <p:embed/>
                </p:oleObj>
              </mc:Choice>
              <mc:Fallback>
                <p:oleObj name="Equation" r:id="rId4" imgW="2159000" imgH="469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7564" y="2533650"/>
                        <a:ext cx="3995737" cy="8715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80" name="Oval 25"/>
          <p:cNvSpPr>
            <a:spLocks noChangeArrowheads="1"/>
          </p:cNvSpPr>
          <p:nvPr/>
        </p:nvSpPr>
        <p:spPr bwMode="auto">
          <a:xfrm>
            <a:off x="8186739" y="536576"/>
            <a:ext cx="115887"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7881" name="Oval 26"/>
          <p:cNvSpPr>
            <a:spLocks noChangeArrowheads="1"/>
          </p:cNvSpPr>
          <p:nvPr/>
        </p:nvSpPr>
        <p:spPr bwMode="auto">
          <a:xfrm>
            <a:off x="9826625" y="1044576"/>
            <a:ext cx="115888"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7882" name="Oval 27"/>
          <p:cNvSpPr>
            <a:spLocks noChangeArrowheads="1"/>
          </p:cNvSpPr>
          <p:nvPr/>
        </p:nvSpPr>
        <p:spPr bwMode="auto">
          <a:xfrm>
            <a:off x="8694739" y="1566863"/>
            <a:ext cx="115887"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7883" name="Oval 28"/>
          <p:cNvSpPr>
            <a:spLocks noChangeArrowheads="1"/>
          </p:cNvSpPr>
          <p:nvPr/>
        </p:nvSpPr>
        <p:spPr bwMode="auto">
          <a:xfrm>
            <a:off x="9493250" y="1595438"/>
            <a:ext cx="115888"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7884" name="Line 29"/>
          <p:cNvSpPr>
            <a:spLocks noChangeShapeType="1"/>
          </p:cNvSpPr>
          <p:nvPr/>
        </p:nvSpPr>
        <p:spPr bwMode="auto">
          <a:xfrm>
            <a:off x="8258175" y="609600"/>
            <a:ext cx="1582738" cy="46513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07885" name="Line 30"/>
          <p:cNvSpPr>
            <a:spLocks noChangeShapeType="1"/>
          </p:cNvSpPr>
          <p:nvPr/>
        </p:nvSpPr>
        <p:spPr bwMode="auto">
          <a:xfrm flipH="1">
            <a:off x="8824913" y="1131888"/>
            <a:ext cx="1016000" cy="508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4111" name="Text Box 31"/>
          <p:cNvSpPr txBox="1">
            <a:spLocks noChangeArrowheads="1"/>
          </p:cNvSpPr>
          <p:nvPr/>
        </p:nvSpPr>
        <p:spPr bwMode="auto">
          <a:xfrm>
            <a:off x="9928226" y="858838"/>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2</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4112" name="Text Box 32"/>
          <p:cNvSpPr txBox="1">
            <a:spLocks noChangeArrowheads="1"/>
          </p:cNvSpPr>
          <p:nvPr/>
        </p:nvSpPr>
        <p:spPr bwMode="auto">
          <a:xfrm>
            <a:off x="8534400" y="7413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FF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FF3300"/>
                </a:solidFill>
                <a:effectLst>
                  <a:outerShdw blurRad="38100" dist="38100" dir="2700000" algn="tl">
                    <a:srgbClr val="C0C0C0"/>
                  </a:outerShdw>
                </a:effectLst>
                <a:ea typeface="隶书" panose="02010509060101010101" pitchFamily="49" charset="-122"/>
              </a:rPr>
              <a:t>21</a:t>
            </a:r>
          </a:p>
        </p:txBody>
      </p:sp>
      <p:sp>
        <p:nvSpPr>
          <p:cNvPr id="174113" name="Text Box 33"/>
          <p:cNvSpPr txBox="1">
            <a:spLocks noChangeArrowheads="1"/>
          </p:cNvSpPr>
          <p:nvPr/>
        </p:nvSpPr>
        <p:spPr bwMode="auto">
          <a:xfrm>
            <a:off x="85344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3</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4114" name="Text Box 34"/>
          <p:cNvSpPr txBox="1">
            <a:spLocks noChangeArrowheads="1"/>
          </p:cNvSpPr>
          <p:nvPr/>
        </p:nvSpPr>
        <p:spPr bwMode="auto">
          <a:xfrm>
            <a:off x="93472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n</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207890" name="Line 35"/>
          <p:cNvSpPr>
            <a:spLocks noChangeShapeType="1"/>
          </p:cNvSpPr>
          <p:nvPr/>
        </p:nvSpPr>
        <p:spPr bwMode="auto">
          <a:xfrm flipV="1">
            <a:off x="7983538" y="595314"/>
            <a:ext cx="260350" cy="987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07891" name="Line 36"/>
          <p:cNvSpPr>
            <a:spLocks noChangeShapeType="1"/>
          </p:cNvSpPr>
          <p:nvPr/>
        </p:nvSpPr>
        <p:spPr bwMode="auto">
          <a:xfrm flipV="1">
            <a:off x="7983539" y="1103314"/>
            <a:ext cx="1900237" cy="479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4117" name="Text Box 37"/>
          <p:cNvSpPr txBox="1">
            <a:spLocks noChangeArrowheads="1"/>
          </p:cNvSpPr>
          <p:nvPr/>
        </p:nvSpPr>
        <p:spPr bwMode="auto">
          <a:xfrm>
            <a:off x="7839075" y="8429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1</a:t>
            </a:r>
          </a:p>
        </p:txBody>
      </p:sp>
      <p:sp>
        <p:nvSpPr>
          <p:cNvPr id="174118" name="Text Box 38"/>
          <p:cNvSpPr txBox="1">
            <a:spLocks noChangeArrowheads="1"/>
          </p:cNvSpPr>
          <p:nvPr/>
        </p:nvSpPr>
        <p:spPr bwMode="auto">
          <a:xfrm>
            <a:off x="8637588" y="107473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2</a:t>
            </a:r>
          </a:p>
        </p:txBody>
      </p:sp>
      <p:sp>
        <p:nvSpPr>
          <p:cNvPr id="207894" name="Text Box 39"/>
          <p:cNvSpPr txBox="1">
            <a:spLocks noChangeArrowheads="1"/>
          </p:cNvSpPr>
          <p:nvPr/>
        </p:nvSpPr>
        <p:spPr bwMode="auto">
          <a:xfrm>
            <a:off x="2947988" y="1290639"/>
            <a:ext cx="3714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两个点电荷</a:t>
            </a:r>
            <a:r>
              <a:rPr lang="en-US" altLang="zh-CN" sz="2000">
                <a:solidFill>
                  <a:srgbClr val="FF3300"/>
                </a:solidFill>
                <a:ea typeface="隶书" panose="02010509060101010101" pitchFamily="49" charset="-122"/>
              </a:rPr>
              <a:t>q1,q2</a:t>
            </a:r>
            <a:r>
              <a:rPr lang="zh-CN" altLang="en-US" sz="2000">
                <a:solidFill>
                  <a:srgbClr val="FF3300"/>
                </a:solidFill>
                <a:ea typeface="隶书" panose="02010509060101010101" pitchFamily="49" charset="-122"/>
              </a:rPr>
              <a:t>相距无穷远</a:t>
            </a:r>
          </a:p>
        </p:txBody>
      </p:sp>
      <p:sp>
        <p:nvSpPr>
          <p:cNvPr id="207895" name="Text Box 40"/>
          <p:cNvSpPr txBox="1">
            <a:spLocks noChangeArrowheads="1"/>
          </p:cNvSpPr>
          <p:nvPr/>
        </p:nvSpPr>
        <p:spPr bwMode="auto">
          <a:xfrm>
            <a:off x="3643314" y="1639889"/>
            <a:ext cx="307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070C0"/>
                </a:solidFill>
                <a:ea typeface="隶书" panose="02010509060101010101" pitchFamily="49" charset="-122"/>
              </a:rPr>
              <a:t>q1</a:t>
            </a:r>
            <a:r>
              <a:rPr lang="zh-CN" altLang="en-US" sz="2000">
                <a:solidFill>
                  <a:srgbClr val="0070C0"/>
                </a:solidFill>
                <a:ea typeface="隶书" panose="02010509060101010101" pitchFamily="49" charset="-122"/>
              </a:rPr>
              <a:t>移到</a:t>
            </a:r>
            <a:r>
              <a:rPr lang="en-US" altLang="zh-CN" sz="2000">
                <a:solidFill>
                  <a:srgbClr val="0070C0"/>
                </a:solidFill>
                <a:ea typeface="隶书" panose="02010509060101010101" pitchFamily="49" charset="-122"/>
              </a:rPr>
              <a:t>r1:</a:t>
            </a:r>
            <a:r>
              <a:rPr lang="zh-CN" altLang="en-US" sz="2000">
                <a:solidFill>
                  <a:srgbClr val="0070C0"/>
                </a:solidFill>
                <a:ea typeface="隶书" panose="02010509060101010101" pitchFamily="49" charset="-122"/>
              </a:rPr>
              <a:t>无电场力作功</a:t>
            </a:r>
          </a:p>
        </p:txBody>
      </p:sp>
      <p:sp>
        <p:nvSpPr>
          <p:cNvPr id="207896" name="Text Box 41"/>
          <p:cNvSpPr txBox="1">
            <a:spLocks noChangeArrowheads="1"/>
          </p:cNvSpPr>
          <p:nvPr/>
        </p:nvSpPr>
        <p:spPr bwMode="auto">
          <a:xfrm>
            <a:off x="3598864" y="2176464"/>
            <a:ext cx="307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070C0"/>
                </a:solidFill>
                <a:ea typeface="隶书" panose="02010509060101010101" pitchFamily="49" charset="-122"/>
              </a:rPr>
              <a:t>q2</a:t>
            </a:r>
            <a:r>
              <a:rPr lang="zh-CN" altLang="en-US" sz="2000">
                <a:solidFill>
                  <a:srgbClr val="0070C0"/>
                </a:solidFill>
                <a:ea typeface="隶书" panose="02010509060101010101" pitchFamily="49" charset="-122"/>
              </a:rPr>
              <a:t>移到</a:t>
            </a:r>
            <a:r>
              <a:rPr lang="en-US" altLang="zh-CN" sz="2000">
                <a:solidFill>
                  <a:srgbClr val="0070C0"/>
                </a:solidFill>
                <a:ea typeface="隶书" panose="02010509060101010101" pitchFamily="49" charset="-122"/>
              </a:rPr>
              <a:t>r2:</a:t>
            </a:r>
            <a:r>
              <a:rPr lang="zh-CN" altLang="en-US" sz="2000">
                <a:solidFill>
                  <a:srgbClr val="0070C0"/>
                </a:solidFill>
                <a:ea typeface="隶书" panose="02010509060101010101" pitchFamily="49" charset="-122"/>
              </a:rPr>
              <a:t>电场力作功</a:t>
            </a:r>
          </a:p>
        </p:txBody>
      </p:sp>
      <p:sp>
        <p:nvSpPr>
          <p:cNvPr id="207897" name="Text Box 42"/>
          <p:cNvSpPr txBox="1">
            <a:spLocks noChangeArrowheads="1"/>
          </p:cNvSpPr>
          <p:nvPr/>
        </p:nvSpPr>
        <p:spPr bwMode="auto">
          <a:xfrm>
            <a:off x="3440114" y="3468689"/>
            <a:ext cx="307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070C0"/>
                </a:solidFill>
                <a:ea typeface="隶书" panose="02010509060101010101" pitchFamily="49" charset="-122"/>
              </a:rPr>
              <a:t>交换</a:t>
            </a:r>
            <a:r>
              <a:rPr lang="en-US" altLang="zh-CN" sz="2000">
                <a:solidFill>
                  <a:srgbClr val="0070C0"/>
                </a:solidFill>
                <a:ea typeface="隶书" panose="02010509060101010101" pitchFamily="49" charset="-122"/>
              </a:rPr>
              <a:t>q1,q2</a:t>
            </a:r>
            <a:r>
              <a:rPr lang="zh-CN" altLang="en-US" sz="2000">
                <a:solidFill>
                  <a:srgbClr val="0070C0"/>
                </a:solidFill>
                <a:ea typeface="隶书" panose="02010509060101010101" pitchFamily="49" charset="-122"/>
              </a:rPr>
              <a:t>移动次序 </a:t>
            </a:r>
          </a:p>
        </p:txBody>
      </p:sp>
      <p:graphicFrame>
        <p:nvGraphicFramePr>
          <p:cNvPr id="207898" name="Object 43"/>
          <p:cNvGraphicFramePr>
            <a:graphicFrameLocks noChangeAspect="1"/>
          </p:cNvGraphicFramePr>
          <p:nvPr/>
        </p:nvGraphicFramePr>
        <p:xfrm>
          <a:off x="3478214" y="3795714"/>
          <a:ext cx="3925887" cy="871537"/>
        </p:xfrm>
        <a:graphic>
          <a:graphicData uri="http://schemas.openxmlformats.org/presentationml/2006/ole">
            <mc:AlternateContent xmlns:mc="http://schemas.openxmlformats.org/markup-compatibility/2006">
              <mc:Choice xmlns:v="urn:schemas-microsoft-com:vml" Requires="v">
                <p:oleObj spid="_x0000_s1083" name="Equation" r:id="rId6" imgW="2120900" imgH="469900" progId="Equation.DSMT4">
                  <p:embed/>
                </p:oleObj>
              </mc:Choice>
              <mc:Fallback>
                <p:oleObj name="Equation" r:id="rId6" imgW="2120900" imgH="4699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8214" y="3795714"/>
                        <a:ext cx="3925887" cy="8715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9" name="Object 44"/>
          <p:cNvGraphicFramePr>
            <a:graphicFrameLocks noChangeAspect="1"/>
          </p:cNvGraphicFramePr>
          <p:nvPr/>
        </p:nvGraphicFramePr>
        <p:xfrm>
          <a:off x="3582988" y="5006976"/>
          <a:ext cx="3479800" cy="423863"/>
        </p:xfrm>
        <a:graphic>
          <a:graphicData uri="http://schemas.openxmlformats.org/presentationml/2006/ole">
            <mc:AlternateContent xmlns:mc="http://schemas.openxmlformats.org/markup-compatibility/2006">
              <mc:Choice xmlns:v="urn:schemas-microsoft-com:vml" Requires="v">
                <p:oleObj spid="_x0000_s1084" name="Equation" r:id="rId8" imgW="1879600" imgH="228600" progId="Equation.DSMT4">
                  <p:embed/>
                </p:oleObj>
              </mc:Choice>
              <mc:Fallback>
                <p:oleObj name="Equation" r:id="rId8" imgW="18796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2988" y="5006976"/>
                        <a:ext cx="3479800" cy="4238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900" name="Object 45"/>
          <p:cNvGraphicFramePr>
            <a:graphicFrameLocks noChangeAspect="1"/>
          </p:cNvGraphicFramePr>
          <p:nvPr/>
        </p:nvGraphicFramePr>
        <p:xfrm>
          <a:off x="3948113" y="5507038"/>
          <a:ext cx="2633662" cy="730250"/>
        </p:xfrm>
        <a:graphic>
          <a:graphicData uri="http://schemas.openxmlformats.org/presentationml/2006/ole">
            <mc:AlternateContent xmlns:mc="http://schemas.openxmlformats.org/markup-compatibility/2006">
              <mc:Choice xmlns:v="urn:schemas-microsoft-com:vml" Requires="v">
                <p:oleObj spid="_x0000_s1085" name="Equation" r:id="rId10" imgW="1422400" imgH="393700" progId="Equation.DSMT4">
                  <p:embed/>
                </p:oleObj>
              </mc:Choice>
              <mc:Fallback>
                <p:oleObj name="Equation" r:id="rId10" imgW="1422400" imgH="393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8113" y="5507038"/>
                        <a:ext cx="2633662" cy="7302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01" name="Text Box 46"/>
          <p:cNvSpPr txBox="1">
            <a:spLocks noChangeArrowheads="1"/>
          </p:cNvSpPr>
          <p:nvPr/>
        </p:nvSpPr>
        <p:spPr bwMode="auto">
          <a:xfrm>
            <a:off x="7112001" y="5383214"/>
            <a:ext cx="3368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400">
                <a:solidFill>
                  <a:srgbClr val="FF3300"/>
                </a:solidFill>
                <a:ea typeface="隶书" panose="02010509060101010101" pitchFamily="49" charset="-122"/>
              </a:rPr>
              <a:t>点电荷组的相互作用能与移动次序没有关系</a:t>
            </a:r>
            <a:endParaRPr lang="en-US" altLang="zh-CN" sz="2400">
              <a:solidFill>
                <a:srgbClr val="FF3300"/>
              </a:solidFill>
              <a:ea typeface="隶书" panose="02010509060101010101" pitchFamily="49" charset="-122"/>
            </a:endParaRPr>
          </a:p>
        </p:txBody>
      </p:sp>
    </p:spTree>
    <p:extLst>
      <p:ext uri="{BB962C8B-B14F-4D97-AF65-F5344CB8AC3E}">
        <p14:creationId xmlns:p14="http://schemas.microsoft.com/office/powerpoint/2010/main" val="1381158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3"/>
          <p:cNvSpPr txBox="1">
            <a:spLocks noChangeArrowheads="1"/>
          </p:cNvSpPr>
          <p:nvPr/>
        </p:nvSpPr>
        <p:spPr bwMode="auto">
          <a:xfrm>
            <a:off x="2322513" y="1"/>
            <a:ext cx="3948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FF3300"/>
                </a:solidFill>
                <a:ea typeface="隶书" panose="02010509060101010101" pitchFamily="49" charset="-122"/>
              </a:rPr>
              <a:t>N</a:t>
            </a:r>
            <a:r>
              <a:rPr lang="zh-CN" altLang="en-US" sz="2000">
                <a:solidFill>
                  <a:srgbClr val="FF3300"/>
                </a:solidFill>
                <a:ea typeface="隶书" panose="02010509060101010101" pitchFamily="49" charset="-122"/>
              </a:rPr>
              <a:t>个点电荷组的相互作用能</a:t>
            </a:r>
            <a:endParaRPr lang="en-US" altLang="zh-CN" sz="2000">
              <a:solidFill>
                <a:srgbClr val="FF3300"/>
              </a:solidFill>
              <a:ea typeface="隶书" panose="02010509060101010101" pitchFamily="49" charset="-122"/>
            </a:endParaRPr>
          </a:p>
        </p:txBody>
      </p:sp>
      <p:sp>
        <p:nvSpPr>
          <p:cNvPr id="175108" name="Text Box 4"/>
          <p:cNvSpPr txBox="1">
            <a:spLocks noChangeArrowheads="1"/>
          </p:cNvSpPr>
          <p:nvPr/>
        </p:nvSpPr>
        <p:spPr bwMode="auto">
          <a:xfrm>
            <a:off x="7894638" y="306388"/>
            <a:ext cx="812800"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1</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5109" name="Text Box 5"/>
          <p:cNvSpPr txBox="1">
            <a:spLocks noChangeArrowheads="1"/>
          </p:cNvSpPr>
          <p:nvPr/>
        </p:nvSpPr>
        <p:spPr bwMode="auto">
          <a:xfrm>
            <a:off x="7694614" y="1463675"/>
            <a:ext cx="522287" cy="336550"/>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1600" i="1">
                <a:solidFill>
                  <a:srgbClr val="003300"/>
                </a:solidFill>
                <a:effectLst>
                  <a:outerShdw blurRad="38100" dist="38100" dir="2700000" algn="tl">
                    <a:srgbClr val="C0C0C0"/>
                  </a:outerShdw>
                </a:effectLst>
              </a:rPr>
              <a:t>o</a:t>
            </a:r>
          </a:p>
        </p:txBody>
      </p:sp>
      <p:sp>
        <p:nvSpPr>
          <p:cNvPr id="175110" name="Text Box 6"/>
          <p:cNvSpPr txBox="1">
            <a:spLocks noChangeArrowheads="1"/>
          </p:cNvSpPr>
          <p:nvPr/>
        </p:nvSpPr>
        <p:spPr bwMode="auto">
          <a:xfrm>
            <a:off x="8882063" y="40798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3300"/>
                </a:solidFill>
                <a:effectLst>
                  <a:outerShdw blurRad="38100" dist="38100" dir="2700000" algn="tl">
                    <a:srgbClr val="C0C0C0"/>
                  </a:outerShdw>
                </a:effectLst>
                <a:ea typeface="隶书" panose="02010509060101010101" pitchFamily="49" charset="-122"/>
              </a:rPr>
              <a:t>12</a:t>
            </a:r>
          </a:p>
        </p:txBody>
      </p:sp>
      <p:sp>
        <p:nvSpPr>
          <p:cNvPr id="209926" name="Oval 8"/>
          <p:cNvSpPr>
            <a:spLocks noChangeArrowheads="1"/>
          </p:cNvSpPr>
          <p:nvPr/>
        </p:nvSpPr>
        <p:spPr bwMode="auto">
          <a:xfrm>
            <a:off x="8186739" y="536576"/>
            <a:ext cx="115887"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9927" name="Oval 9"/>
          <p:cNvSpPr>
            <a:spLocks noChangeArrowheads="1"/>
          </p:cNvSpPr>
          <p:nvPr/>
        </p:nvSpPr>
        <p:spPr bwMode="auto">
          <a:xfrm>
            <a:off x="9826625" y="1044576"/>
            <a:ext cx="115888"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9928" name="Oval 10"/>
          <p:cNvSpPr>
            <a:spLocks noChangeArrowheads="1"/>
          </p:cNvSpPr>
          <p:nvPr/>
        </p:nvSpPr>
        <p:spPr bwMode="auto">
          <a:xfrm>
            <a:off x="8694739" y="1566863"/>
            <a:ext cx="115887"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9929" name="Oval 11"/>
          <p:cNvSpPr>
            <a:spLocks noChangeArrowheads="1"/>
          </p:cNvSpPr>
          <p:nvPr/>
        </p:nvSpPr>
        <p:spPr bwMode="auto">
          <a:xfrm>
            <a:off x="9493250" y="1595438"/>
            <a:ext cx="115888"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9930" name="Line 12"/>
          <p:cNvSpPr>
            <a:spLocks noChangeShapeType="1"/>
          </p:cNvSpPr>
          <p:nvPr/>
        </p:nvSpPr>
        <p:spPr bwMode="auto">
          <a:xfrm>
            <a:off x="8258175" y="609600"/>
            <a:ext cx="1582738" cy="46513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09931" name="Line 13"/>
          <p:cNvSpPr>
            <a:spLocks noChangeShapeType="1"/>
          </p:cNvSpPr>
          <p:nvPr/>
        </p:nvSpPr>
        <p:spPr bwMode="auto">
          <a:xfrm flipH="1">
            <a:off x="8824913" y="1131888"/>
            <a:ext cx="1016000" cy="508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5118" name="Text Box 14"/>
          <p:cNvSpPr txBox="1">
            <a:spLocks noChangeArrowheads="1"/>
          </p:cNvSpPr>
          <p:nvPr/>
        </p:nvSpPr>
        <p:spPr bwMode="auto">
          <a:xfrm>
            <a:off x="9928226" y="858838"/>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2</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5119" name="Text Box 15"/>
          <p:cNvSpPr txBox="1">
            <a:spLocks noChangeArrowheads="1"/>
          </p:cNvSpPr>
          <p:nvPr/>
        </p:nvSpPr>
        <p:spPr bwMode="auto">
          <a:xfrm>
            <a:off x="8534400" y="7413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FF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FF3300"/>
                </a:solidFill>
                <a:effectLst>
                  <a:outerShdw blurRad="38100" dist="38100" dir="2700000" algn="tl">
                    <a:srgbClr val="C0C0C0"/>
                  </a:outerShdw>
                </a:effectLst>
                <a:ea typeface="隶书" panose="02010509060101010101" pitchFamily="49" charset="-122"/>
              </a:rPr>
              <a:t>21</a:t>
            </a:r>
          </a:p>
        </p:txBody>
      </p:sp>
      <p:sp>
        <p:nvSpPr>
          <p:cNvPr id="175120" name="Text Box 16"/>
          <p:cNvSpPr txBox="1">
            <a:spLocks noChangeArrowheads="1"/>
          </p:cNvSpPr>
          <p:nvPr/>
        </p:nvSpPr>
        <p:spPr bwMode="auto">
          <a:xfrm>
            <a:off x="85344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3</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5121" name="Text Box 17"/>
          <p:cNvSpPr txBox="1">
            <a:spLocks noChangeArrowheads="1"/>
          </p:cNvSpPr>
          <p:nvPr/>
        </p:nvSpPr>
        <p:spPr bwMode="auto">
          <a:xfrm>
            <a:off x="93472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n</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209936" name="Line 18"/>
          <p:cNvSpPr>
            <a:spLocks noChangeShapeType="1"/>
          </p:cNvSpPr>
          <p:nvPr/>
        </p:nvSpPr>
        <p:spPr bwMode="auto">
          <a:xfrm flipV="1">
            <a:off x="7983538" y="595314"/>
            <a:ext cx="260350" cy="987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09937" name="Line 19"/>
          <p:cNvSpPr>
            <a:spLocks noChangeShapeType="1"/>
          </p:cNvSpPr>
          <p:nvPr/>
        </p:nvSpPr>
        <p:spPr bwMode="auto">
          <a:xfrm flipV="1">
            <a:off x="7983539" y="1103314"/>
            <a:ext cx="1900237" cy="479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5124" name="Text Box 20"/>
          <p:cNvSpPr txBox="1">
            <a:spLocks noChangeArrowheads="1"/>
          </p:cNvSpPr>
          <p:nvPr/>
        </p:nvSpPr>
        <p:spPr bwMode="auto">
          <a:xfrm>
            <a:off x="7839075" y="8429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1</a:t>
            </a:r>
          </a:p>
        </p:txBody>
      </p:sp>
      <p:sp>
        <p:nvSpPr>
          <p:cNvPr id="175125" name="Text Box 21"/>
          <p:cNvSpPr txBox="1">
            <a:spLocks noChangeArrowheads="1"/>
          </p:cNvSpPr>
          <p:nvPr/>
        </p:nvSpPr>
        <p:spPr bwMode="auto">
          <a:xfrm>
            <a:off x="8637588" y="107473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2</a:t>
            </a:r>
          </a:p>
        </p:txBody>
      </p:sp>
      <p:sp>
        <p:nvSpPr>
          <p:cNvPr id="209940" name="Text Box 22"/>
          <p:cNvSpPr txBox="1">
            <a:spLocks noChangeArrowheads="1"/>
          </p:cNvSpPr>
          <p:nvPr/>
        </p:nvSpPr>
        <p:spPr bwMode="auto">
          <a:xfrm>
            <a:off x="3049588" y="565151"/>
            <a:ext cx="3714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N</a:t>
            </a:r>
            <a:r>
              <a:rPr lang="zh-CN" altLang="en-US" sz="2000">
                <a:solidFill>
                  <a:srgbClr val="010199"/>
                </a:solidFill>
                <a:ea typeface="隶书" panose="02010509060101010101" pitchFamily="49" charset="-122"/>
              </a:rPr>
              <a:t>个点电荷不重复组对</a:t>
            </a:r>
          </a:p>
        </p:txBody>
      </p:sp>
      <p:sp>
        <p:nvSpPr>
          <p:cNvPr id="209941" name="Text Box 23"/>
          <p:cNvSpPr txBox="1">
            <a:spLocks noChangeArrowheads="1"/>
          </p:cNvSpPr>
          <p:nvPr/>
        </p:nvSpPr>
        <p:spPr bwMode="auto">
          <a:xfrm>
            <a:off x="2192339" y="1292226"/>
            <a:ext cx="307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070C0"/>
                </a:solidFill>
                <a:ea typeface="隶书" panose="02010509060101010101" pitchFamily="49" charset="-122"/>
              </a:rPr>
              <a:t>q</a:t>
            </a:r>
            <a:r>
              <a:rPr lang="en-US" altLang="zh-CN" sz="2000" baseline="-25000">
                <a:solidFill>
                  <a:srgbClr val="0070C0"/>
                </a:solidFill>
                <a:ea typeface="隶书" panose="02010509060101010101" pitchFamily="49" charset="-122"/>
              </a:rPr>
              <a:t>1</a:t>
            </a:r>
            <a:r>
              <a:rPr lang="zh-CN" altLang="en-US" sz="2000">
                <a:solidFill>
                  <a:srgbClr val="0070C0"/>
                </a:solidFill>
                <a:ea typeface="隶书" panose="02010509060101010101" pitchFamily="49" charset="-122"/>
              </a:rPr>
              <a:t>与 </a:t>
            </a:r>
            <a:r>
              <a:rPr lang="en-US" altLang="zh-CN" sz="2000">
                <a:solidFill>
                  <a:srgbClr val="0070C0"/>
                </a:solidFill>
                <a:ea typeface="隶书" panose="02010509060101010101" pitchFamily="49" charset="-122"/>
              </a:rPr>
              <a:t>q</a:t>
            </a:r>
            <a:r>
              <a:rPr lang="en-US" altLang="zh-CN" sz="2000" baseline="-25000">
                <a:solidFill>
                  <a:srgbClr val="0070C0"/>
                </a:solidFill>
                <a:ea typeface="隶书" panose="02010509060101010101" pitchFamily="49" charset="-122"/>
              </a:rPr>
              <a:t>2</a:t>
            </a:r>
            <a:r>
              <a:rPr lang="en-US" altLang="zh-CN" sz="2000">
                <a:solidFill>
                  <a:srgbClr val="0070C0"/>
                </a:solidFill>
                <a:ea typeface="隶书" panose="02010509060101010101" pitchFamily="49" charset="-122"/>
              </a:rPr>
              <a:t>, q</a:t>
            </a:r>
            <a:r>
              <a:rPr lang="en-US" altLang="zh-CN" sz="2000" baseline="-25000">
                <a:solidFill>
                  <a:srgbClr val="0070C0"/>
                </a:solidFill>
                <a:ea typeface="隶书" panose="02010509060101010101" pitchFamily="49" charset="-122"/>
              </a:rPr>
              <a:t>3</a:t>
            </a:r>
            <a:r>
              <a:rPr lang="en-US" altLang="zh-CN" sz="2000">
                <a:solidFill>
                  <a:srgbClr val="0070C0"/>
                </a:solidFill>
                <a:ea typeface="隶书" panose="02010509060101010101" pitchFamily="49" charset="-122"/>
              </a:rPr>
              <a:t>,…., q</a:t>
            </a:r>
            <a:r>
              <a:rPr lang="en-US" altLang="zh-CN" sz="2000" baseline="-25000">
                <a:solidFill>
                  <a:srgbClr val="0070C0"/>
                </a:solidFill>
                <a:ea typeface="隶书" panose="02010509060101010101" pitchFamily="49" charset="-122"/>
              </a:rPr>
              <a:t>N</a:t>
            </a:r>
            <a:endParaRPr lang="zh-CN" altLang="en-US" sz="2000" baseline="-25000">
              <a:solidFill>
                <a:srgbClr val="0070C0"/>
              </a:solidFill>
              <a:ea typeface="隶书" panose="02010509060101010101" pitchFamily="49" charset="-122"/>
            </a:endParaRPr>
          </a:p>
        </p:txBody>
      </p:sp>
      <p:graphicFrame>
        <p:nvGraphicFramePr>
          <p:cNvPr id="209942" name="Object 26"/>
          <p:cNvGraphicFramePr>
            <a:graphicFrameLocks noChangeAspect="1"/>
          </p:cNvGraphicFramePr>
          <p:nvPr/>
        </p:nvGraphicFramePr>
        <p:xfrm>
          <a:off x="5473701" y="4151313"/>
          <a:ext cx="1527175" cy="825500"/>
        </p:xfrm>
        <a:graphic>
          <a:graphicData uri="http://schemas.openxmlformats.org/presentationml/2006/ole">
            <mc:AlternateContent xmlns:mc="http://schemas.openxmlformats.org/markup-compatibility/2006">
              <mc:Choice xmlns:v="urn:schemas-microsoft-com:vml" Requires="v">
                <p:oleObj spid="_x0000_s2176" name="Equation" r:id="rId4" imgW="825142" imgH="444307" progId="Equation.DSMT4">
                  <p:embed/>
                </p:oleObj>
              </mc:Choice>
              <mc:Fallback>
                <p:oleObj name="Equation" r:id="rId4" imgW="825142" imgH="44430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3701" y="4151313"/>
                        <a:ext cx="1527175" cy="8255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3" name="Object 27"/>
          <p:cNvGraphicFramePr>
            <a:graphicFrameLocks noChangeAspect="1"/>
          </p:cNvGraphicFramePr>
          <p:nvPr/>
        </p:nvGraphicFramePr>
        <p:xfrm>
          <a:off x="2138364" y="4183064"/>
          <a:ext cx="3057525" cy="446087"/>
        </p:xfrm>
        <a:graphic>
          <a:graphicData uri="http://schemas.openxmlformats.org/presentationml/2006/ole">
            <mc:AlternateContent xmlns:mc="http://schemas.openxmlformats.org/markup-compatibility/2006">
              <mc:Choice xmlns:v="urn:schemas-microsoft-com:vml" Requires="v">
                <p:oleObj spid="_x0000_s2177" name="Equation" r:id="rId6" imgW="1651000" imgH="241300" progId="Equation.DSMT4">
                  <p:embed/>
                </p:oleObj>
              </mc:Choice>
              <mc:Fallback>
                <p:oleObj name="Equation" r:id="rId6" imgW="1651000" imgH="2413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8364" y="4183064"/>
                        <a:ext cx="3057525" cy="44608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4" name="Object 28"/>
          <p:cNvGraphicFramePr>
            <a:graphicFrameLocks noChangeAspect="1"/>
          </p:cNvGraphicFramePr>
          <p:nvPr/>
        </p:nvGraphicFramePr>
        <p:xfrm>
          <a:off x="4783138" y="1074739"/>
          <a:ext cx="1835150" cy="801687"/>
        </p:xfrm>
        <a:graphic>
          <a:graphicData uri="http://schemas.openxmlformats.org/presentationml/2006/ole">
            <mc:AlternateContent xmlns:mc="http://schemas.openxmlformats.org/markup-compatibility/2006">
              <mc:Choice xmlns:v="urn:schemas-microsoft-com:vml" Requires="v">
                <p:oleObj spid="_x0000_s2178" name="Equation" r:id="rId8" imgW="990170" imgH="431613" progId="Equation.DSMT4">
                  <p:embed/>
                </p:oleObj>
              </mc:Choice>
              <mc:Fallback>
                <p:oleObj name="Equation" r:id="rId8" imgW="990170" imgH="43161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3138" y="1074739"/>
                        <a:ext cx="1835150" cy="80168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945" name="Text Box 29"/>
          <p:cNvSpPr txBox="1">
            <a:spLocks noChangeArrowheads="1"/>
          </p:cNvSpPr>
          <p:nvPr/>
        </p:nvSpPr>
        <p:spPr bwMode="auto">
          <a:xfrm>
            <a:off x="2322514" y="1885951"/>
            <a:ext cx="2046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q</a:t>
            </a:r>
            <a:r>
              <a:rPr lang="en-US" altLang="zh-CN" sz="2000" baseline="-25000">
                <a:solidFill>
                  <a:srgbClr val="010199"/>
                </a:solidFill>
                <a:ea typeface="隶书" panose="02010509060101010101" pitchFamily="49" charset="-122"/>
              </a:rPr>
              <a:t>2</a:t>
            </a:r>
            <a:r>
              <a:rPr lang="zh-CN" altLang="en-US" sz="2000">
                <a:solidFill>
                  <a:srgbClr val="010199"/>
                </a:solidFill>
                <a:ea typeface="隶书" panose="02010509060101010101" pitchFamily="49" charset="-122"/>
              </a:rPr>
              <a:t>与 </a:t>
            </a:r>
            <a:r>
              <a:rPr lang="en-US" altLang="zh-CN" sz="2000">
                <a:solidFill>
                  <a:srgbClr val="010199"/>
                </a:solidFill>
                <a:ea typeface="隶书" panose="02010509060101010101" pitchFamily="49" charset="-122"/>
              </a:rPr>
              <a:t>q</a:t>
            </a:r>
            <a:r>
              <a:rPr lang="en-US" altLang="zh-CN" sz="2000" baseline="-25000">
                <a:solidFill>
                  <a:srgbClr val="010199"/>
                </a:solidFill>
                <a:ea typeface="隶书" panose="02010509060101010101" pitchFamily="49" charset="-122"/>
              </a:rPr>
              <a:t>3</a:t>
            </a:r>
            <a:r>
              <a:rPr lang="en-US" altLang="zh-CN" sz="2000">
                <a:solidFill>
                  <a:srgbClr val="010199"/>
                </a:solidFill>
                <a:ea typeface="隶书" panose="02010509060101010101" pitchFamily="49" charset="-122"/>
              </a:rPr>
              <a:t>,…., q</a:t>
            </a:r>
            <a:r>
              <a:rPr lang="en-US" altLang="zh-CN" sz="2000" baseline="-25000">
                <a:solidFill>
                  <a:srgbClr val="010199"/>
                </a:solidFill>
                <a:ea typeface="隶书" panose="02010509060101010101" pitchFamily="49" charset="-122"/>
              </a:rPr>
              <a:t>N</a:t>
            </a:r>
            <a:endParaRPr lang="zh-CN" altLang="en-US" sz="2000" baseline="-25000">
              <a:solidFill>
                <a:srgbClr val="010199"/>
              </a:solidFill>
              <a:ea typeface="隶书" panose="02010509060101010101" pitchFamily="49" charset="-122"/>
            </a:endParaRPr>
          </a:p>
        </p:txBody>
      </p:sp>
      <p:graphicFrame>
        <p:nvGraphicFramePr>
          <p:cNvPr id="209946" name="Object 30"/>
          <p:cNvGraphicFramePr>
            <a:graphicFrameLocks noChangeAspect="1"/>
          </p:cNvGraphicFramePr>
          <p:nvPr/>
        </p:nvGraphicFramePr>
        <p:xfrm>
          <a:off x="4843464" y="1874839"/>
          <a:ext cx="1716087" cy="801687"/>
        </p:xfrm>
        <a:graphic>
          <a:graphicData uri="http://schemas.openxmlformats.org/presentationml/2006/ole">
            <mc:AlternateContent xmlns:mc="http://schemas.openxmlformats.org/markup-compatibility/2006">
              <mc:Choice xmlns:v="urn:schemas-microsoft-com:vml" Requires="v">
                <p:oleObj spid="_x0000_s2179" name="Equation" r:id="rId10" imgW="927100" imgH="431800" progId="Equation.DSMT4">
                  <p:embed/>
                </p:oleObj>
              </mc:Choice>
              <mc:Fallback>
                <p:oleObj name="Equation" r:id="rId10" imgW="927100" imgH="4318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3464" y="1874839"/>
                        <a:ext cx="1716087" cy="80168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947" name="Text Box 31"/>
          <p:cNvSpPr txBox="1">
            <a:spLocks noChangeArrowheads="1"/>
          </p:cNvSpPr>
          <p:nvPr/>
        </p:nvSpPr>
        <p:spPr bwMode="auto">
          <a:xfrm>
            <a:off x="2192339" y="2789239"/>
            <a:ext cx="2046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FF3300"/>
                </a:solidFill>
                <a:ea typeface="隶书" panose="02010509060101010101" pitchFamily="49" charset="-122"/>
              </a:rPr>
              <a:t>q</a:t>
            </a:r>
            <a:r>
              <a:rPr lang="en-US" altLang="zh-CN" sz="2000" baseline="-25000">
                <a:solidFill>
                  <a:srgbClr val="FF3300"/>
                </a:solidFill>
                <a:ea typeface="隶书" panose="02010509060101010101" pitchFamily="49" charset="-122"/>
              </a:rPr>
              <a:t>j</a:t>
            </a:r>
            <a:r>
              <a:rPr lang="zh-CN" altLang="en-US" sz="2000">
                <a:solidFill>
                  <a:srgbClr val="FF3300"/>
                </a:solidFill>
                <a:ea typeface="隶书" panose="02010509060101010101" pitchFamily="49" charset="-122"/>
              </a:rPr>
              <a:t>与 </a:t>
            </a:r>
            <a:r>
              <a:rPr lang="en-US" altLang="zh-CN" sz="2000">
                <a:solidFill>
                  <a:srgbClr val="FF3300"/>
                </a:solidFill>
                <a:ea typeface="隶书" panose="02010509060101010101" pitchFamily="49" charset="-122"/>
              </a:rPr>
              <a:t>q</a:t>
            </a:r>
            <a:r>
              <a:rPr lang="en-US" altLang="zh-CN" sz="2000" baseline="-25000">
                <a:solidFill>
                  <a:srgbClr val="FF3300"/>
                </a:solidFill>
                <a:ea typeface="隶书" panose="02010509060101010101" pitchFamily="49" charset="-122"/>
              </a:rPr>
              <a:t>j+1</a:t>
            </a:r>
            <a:r>
              <a:rPr lang="en-US" altLang="zh-CN" sz="2000">
                <a:solidFill>
                  <a:srgbClr val="FF3300"/>
                </a:solidFill>
                <a:ea typeface="隶书" panose="02010509060101010101" pitchFamily="49" charset="-122"/>
              </a:rPr>
              <a:t>,…., q</a:t>
            </a:r>
            <a:r>
              <a:rPr lang="en-US" altLang="zh-CN" sz="2000" baseline="-25000">
                <a:solidFill>
                  <a:srgbClr val="FF3300"/>
                </a:solidFill>
                <a:ea typeface="隶书" panose="02010509060101010101" pitchFamily="49" charset="-122"/>
              </a:rPr>
              <a:t>N</a:t>
            </a:r>
            <a:endParaRPr lang="zh-CN" altLang="en-US" sz="2000" baseline="-25000">
              <a:solidFill>
                <a:srgbClr val="FF3300"/>
              </a:solidFill>
              <a:ea typeface="隶书" panose="02010509060101010101" pitchFamily="49" charset="-122"/>
            </a:endParaRPr>
          </a:p>
        </p:txBody>
      </p:sp>
      <p:graphicFrame>
        <p:nvGraphicFramePr>
          <p:cNvPr id="209948" name="Object 32"/>
          <p:cNvGraphicFramePr>
            <a:graphicFrameLocks noChangeAspect="1"/>
          </p:cNvGraphicFramePr>
          <p:nvPr/>
        </p:nvGraphicFramePr>
        <p:xfrm>
          <a:off x="4792664" y="2720976"/>
          <a:ext cx="1692275" cy="823913"/>
        </p:xfrm>
        <a:graphic>
          <a:graphicData uri="http://schemas.openxmlformats.org/presentationml/2006/ole">
            <mc:AlternateContent xmlns:mc="http://schemas.openxmlformats.org/markup-compatibility/2006">
              <mc:Choice xmlns:v="urn:schemas-microsoft-com:vml" Requires="v">
                <p:oleObj spid="_x0000_s2180" name="Equation" r:id="rId12" imgW="914400" imgH="444500" progId="Equation.DSMT4">
                  <p:embed/>
                </p:oleObj>
              </mc:Choice>
              <mc:Fallback>
                <p:oleObj name="Equation" r:id="rId12" imgW="914400" imgH="4445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2664" y="2720976"/>
                        <a:ext cx="1692275" cy="8239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949" name="Text Box 33"/>
          <p:cNvSpPr txBox="1">
            <a:spLocks noChangeArrowheads="1"/>
          </p:cNvSpPr>
          <p:nvPr/>
        </p:nvSpPr>
        <p:spPr bwMode="auto">
          <a:xfrm>
            <a:off x="2019301" y="3482976"/>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FF3300"/>
                </a:solidFill>
                <a:ea typeface="隶书" panose="02010509060101010101" pitchFamily="49" charset="-122"/>
              </a:rPr>
              <a:t>N</a:t>
            </a:r>
            <a:r>
              <a:rPr lang="zh-CN" altLang="en-US" sz="2000">
                <a:solidFill>
                  <a:srgbClr val="FF3300"/>
                </a:solidFill>
                <a:ea typeface="隶书" panose="02010509060101010101" pitchFamily="49" charset="-122"/>
              </a:rPr>
              <a:t>个点电荷组的相互作用能</a:t>
            </a:r>
            <a:endParaRPr lang="en-US" altLang="zh-CN" sz="2000">
              <a:solidFill>
                <a:srgbClr val="FF3300"/>
              </a:solidFill>
              <a:ea typeface="隶书" panose="02010509060101010101" pitchFamily="49" charset="-122"/>
            </a:endParaRPr>
          </a:p>
        </p:txBody>
      </p:sp>
      <p:graphicFrame>
        <p:nvGraphicFramePr>
          <p:cNvPr id="209950" name="Object 34"/>
          <p:cNvGraphicFramePr>
            <a:graphicFrameLocks noChangeAspect="1"/>
          </p:cNvGraphicFramePr>
          <p:nvPr/>
        </p:nvGraphicFramePr>
        <p:xfrm>
          <a:off x="6042026" y="3403600"/>
          <a:ext cx="2022475" cy="820738"/>
        </p:xfrm>
        <a:graphic>
          <a:graphicData uri="http://schemas.openxmlformats.org/presentationml/2006/ole">
            <mc:AlternateContent xmlns:mc="http://schemas.openxmlformats.org/markup-compatibility/2006">
              <mc:Choice xmlns:v="urn:schemas-microsoft-com:vml" Requires="v">
                <p:oleObj spid="_x0000_s2181" name="Equation" r:id="rId14" imgW="1091726" imgH="444307" progId="Equation.DSMT4">
                  <p:embed/>
                </p:oleObj>
              </mc:Choice>
              <mc:Fallback>
                <p:oleObj name="Equation" r:id="rId14" imgW="1091726" imgH="444307"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42026" y="3403600"/>
                        <a:ext cx="2022475" cy="8207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51" name="Object 35"/>
          <p:cNvGraphicFramePr>
            <a:graphicFrameLocks noChangeAspect="1"/>
          </p:cNvGraphicFramePr>
          <p:nvPr/>
        </p:nvGraphicFramePr>
        <p:xfrm>
          <a:off x="2185988" y="4864100"/>
          <a:ext cx="3548062" cy="730250"/>
        </p:xfrm>
        <a:graphic>
          <a:graphicData uri="http://schemas.openxmlformats.org/presentationml/2006/ole">
            <mc:AlternateContent xmlns:mc="http://schemas.openxmlformats.org/markup-compatibility/2006">
              <mc:Choice xmlns:v="urn:schemas-microsoft-com:vml" Requires="v">
                <p:oleObj spid="_x0000_s2182" name="Equation" r:id="rId16" imgW="1916868" imgH="393529" progId="Equation.DSMT4">
                  <p:embed/>
                </p:oleObj>
              </mc:Choice>
              <mc:Fallback>
                <p:oleObj name="Equation" r:id="rId16" imgW="1916868" imgH="393529"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85988" y="4864100"/>
                        <a:ext cx="3548062" cy="7302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52" name="Object 36"/>
          <p:cNvGraphicFramePr>
            <a:graphicFrameLocks noChangeAspect="1"/>
          </p:cNvGraphicFramePr>
          <p:nvPr/>
        </p:nvGraphicFramePr>
        <p:xfrm>
          <a:off x="6723063" y="4973638"/>
          <a:ext cx="3478212" cy="984250"/>
        </p:xfrm>
        <a:graphic>
          <a:graphicData uri="http://schemas.openxmlformats.org/presentationml/2006/ole">
            <mc:AlternateContent xmlns:mc="http://schemas.openxmlformats.org/markup-compatibility/2006">
              <mc:Choice xmlns:v="urn:schemas-microsoft-com:vml" Requires="v">
                <p:oleObj spid="_x0000_s2183" name="Equation" r:id="rId18" imgW="1879600" imgH="533400" progId="Equation.DSMT4">
                  <p:embed/>
                </p:oleObj>
              </mc:Choice>
              <mc:Fallback>
                <p:oleObj name="Equation" r:id="rId18" imgW="1879600" imgH="5334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23063" y="4973638"/>
                        <a:ext cx="3478212" cy="9842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53" name="Object 37"/>
          <p:cNvGraphicFramePr>
            <a:graphicFrameLocks noChangeAspect="1"/>
          </p:cNvGraphicFramePr>
          <p:nvPr/>
        </p:nvGraphicFramePr>
        <p:xfrm>
          <a:off x="2365376" y="5614988"/>
          <a:ext cx="2727325" cy="1008062"/>
        </p:xfrm>
        <a:graphic>
          <a:graphicData uri="http://schemas.openxmlformats.org/presentationml/2006/ole">
            <mc:AlternateContent xmlns:mc="http://schemas.openxmlformats.org/markup-compatibility/2006">
              <mc:Choice xmlns:v="urn:schemas-microsoft-com:vml" Requires="v">
                <p:oleObj spid="_x0000_s2184" name="Equation" r:id="rId20" imgW="1473200" imgH="546100" progId="Equation.DSMT4">
                  <p:embed/>
                </p:oleObj>
              </mc:Choice>
              <mc:Fallback>
                <p:oleObj name="Equation" r:id="rId20" imgW="1473200" imgH="5461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65376" y="5614988"/>
                        <a:ext cx="2727325" cy="10080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1134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2409826" y="390526"/>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电荷连续分布带电系统的静电能</a:t>
            </a:r>
          </a:p>
        </p:txBody>
      </p:sp>
      <p:sp>
        <p:nvSpPr>
          <p:cNvPr id="176131" name="Text Box 3"/>
          <p:cNvSpPr txBox="1">
            <a:spLocks noChangeArrowheads="1"/>
          </p:cNvSpPr>
          <p:nvPr/>
        </p:nvSpPr>
        <p:spPr bwMode="auto">
          <a:xfrm>
            <a:off x="7894638" y="306388"/>
            <a:ext cx="812800"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1</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6132" name="Text Box 4"/>
          <p:cNvSpPr txBox="1">
            <a:spLocks noChangeArrowheads="1"/>
          </p:cNvSpPr>
          <p:nvPr/>
        </p:nvSpPr>
        <p:spPr bwMode="auto">
          <a:xfrm>
            <a:off x="7694614" y="1463675"/>
            <a:ext cx="522287" cy="336550"/>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1600" i="1">
                <a:solidFill>
                  <a:srgbClr val="003300"/>
                </a:solidFill>
                <a:effectLst>
                  <a:outerShdw blurRad="38100" dist="38100" dir="2700000" algn="tl">
                    <a:srgbClr val="C0C0C0"/>
                  </a:outerShdw>
                </a:effectLst>
              </a:rPr>
              <a:t>o</a:t>
            </a:r>
          </a:p>
        </p:txBody>
      </p:sp>
      <p:sp>
        <p:nvSpPr>
          <p:cNvPr id="176133" name="Text Box 5"/>
          <p:cNvSpPr txBox="1">
            <a:spLocks noChangeArrowheads="1"/>
          </p:cNvSpPr>
          <p:nvPr/>
        </p:nvSpPr>
        <p:spPr bwMode="auto">
          <a:xfrm>
            <a:off x="8882063" y="40798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3300"/>
                </a:solidFill>
                <a:effectLst>
                  <a:outerShdw blurRad="38100" dist="38100" dir="2700000" algn="tl">
                    <a:srgbClr val="C0C0C0"/>
                  </a:outerShdw>
                </a:effectLst>
                <a:ea typeface="隶书" panose="02010509060101010101" pitchFamily="49" charset="-122"/>
              </a:rPr>
              <a:t>12</a:t>
            </a:r>
          </a:p>
        </p:txBody>
      </p:sp>
      <p:sp>
        <p:nvSpPr>
          <p:cNvPr id="211974" name="Oval 6"/>
          <p:cNvSpPr>
            <a:spLocks noChangeArrowheads="1"/>
          </p:cNvSpPr>
          <p:nvPr/>
        </p:nvSpPr>
        <p:spPr bwMode="auto">
          <a:xfrm>
            <a:off x="8186739" y="536576"/>
            <a:ext cx="115887"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75" name="Oval 7"/>
          <p:cNvSpPr>
            <a:spLocks noChangeArrowheads="1"/>
          </p:cNvSpPr>
          <p:nvPr/>
        </p:nvSpPr>
        <p:spPr bwMode="auto">
          <a:xfrm>
            <a:off x="9826625" y="1044576"/>
            <a:ext cx="115888" cy="131763"/>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76" name="Oval 8"/>
          <p:cNvSpPr>
            <a:spLocks noChangeArrowheads="1"/>
          </p:cNvSpPr>
          <p:nvPr/>
        </p:nvSpPr>
        <p:spPr bwMode="auto">
          <a:xfrm>
            <a:off x="8694739" y="1566863"/>
            <a:ext cx="115887"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77" name="Oval 9"/>
          <p:cNvSpPr>
            <a:spLocks noChangeArrowheads="1"/>
          </p:cNvSpPr>
          <p:nvPr/>
        </p:nvSpPr>
        <p:spPr bwMode="auto">
          <a:xfrm>
            <a:off x="9493250" y="1595438"/>
            <a:ext cx="115888" cy="131762"/>
          </a:xfrm>
          <a:prstGeom prst="ellipse">
            <a:avLst/>
          </a:prstGeom>
          <a:solidFill>
            <a:schemeClr val="accent1"/>
          </a:solidFill>
          <a:ln w="9525">
            <a:solidFill>
              <a:srgbClr val="000000"/>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78" name="Line 10"/>
          <p:cNvSpPr>
            <a:spLocks noChangeShapeType="1"/>
          </p:cNvSpPr>
          <p:nvPr/>
        </p:nvSpPr>
        <p:spPr bwMode="auto">
          <a:xfrm>
            <a:off x="8258175" y="609600"/>
            <a:ext cx="1582738" cy="46513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1979" name="Line 11"/>
          <p:cNvSpPr>
            <a:spLocks noChangeShapeType="1"/>
          </p:cNvSpPr>
          <p:nvPr/>
        </p:nvSpPr>
        <p:spPr bwMode="auto">
          <a:xfrm flipH="1">
            <a:off x="8824913" y="1131888"/>
            <a:ext cx="1016000" cy="508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6140" name="Text Box 12"/>
          <p:cNvSpPr txBox="1">
            <a:spLocks noChangeArrowheads="1"/>
          </p:cNvSpPr>
          <p:nvPr/>
        </p:nvSpPr>
        <p:spPr bwMode="auto">
          <a:xfrm>
            <a:off x="9928226" y="858838"/>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2</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6141" name="Text Box 13"/>
          <p:cNvSpPr txBox="1">
            <a:spLocks noChangeArrowheads="1"/>
          </p:cNvSpPr>
          <p:nvPr/>
        </p:nvSpPr>
        <p:spPr bwMode="auto">
          <a:xfrm>
            <a:off x="8534400" y="7413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FF3300"/>
                </a:solidFill>
                <a:effectLst>
                  <a:outerShdw blurRad="38100" dist="38100" dir="2700000" algn="tl">
                    <a:srgbClr val="C0C0C0"/>
                  </a:outerShdw>
                </a:effectLst>
                <a:ea typeface="隶书" panose="02010509060101010101" pitchFamily="49" charset="-122"/>
              </a:rPr>
              <a:t>r</a:t>
            </a:r>
            <a:r>
              <a:rPr lang="en-US" altLang="zh-CN" sz="2400" b="1" baseline="-25000">
                <a:solidFill>
                  <a:srgbClr val="FF3300"/>
                </a:solidFill>
                <a:effectLst>
                  <a:outerShdw blurRad="38100" dist="38100" dir="2700000" algn="tl">
                    <a:srgbClr val="C0C0C0"/>
                  </a:outerShdw>
                </a:effectLst>
                <a:ea typeface="隶书" panose="02010509060101010101" pitchFamily="49" charset="-122"/>
              </a:rPr>
              <a:t>21</a:t>
            </a:r>
          </a:p>
        </p:txBody>
      </p:sp>
      <p:sp>
        <p:nvSpPr>
          <p:cNvPr id="176142" name="Text Box 14"/>
          <p:cNvSpPr txBox="1">
            <a:spLocks noChangeArrowheads="1"/>
          </p:cNvSpPr>
          <p:nvPr/>
        </p:nvSpPr>
        <p:spPr bwMode="auto">
          <a:xfrm>
            <a:off x="85344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3</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176143" name="Text Box 15"/>
          <p:cNvSpPr txBox="1">
            <a:spLocks noChangeArrowheads="1"/>
          </p:cNvSpPr>
          <p:nvPr/>
        </p:nvSpPr>
        <p:spPr bwMode="auto">
          <a:xfrm>
            <a:off x="9347201" y="1685925"/>
            <a:ext cx="5508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a:solidFill>
                  <a:srgbClr val="FF3300"/>
                </a:solidFill>
                <a:effectLst>
                  <a:outerShdw blurRad="38100" dist="38100" dir="2700000" algn="tl">
                    <a:srgbClr val="C0C0C0"/>
                  </a:outerShdw>
                </a:effectLst>
                <a:latin typeface="隶书" pitchFamily="49" charset="-122"/>
                <a:ea typeface="隶书" panose="02010509060101010101" pitchFamily="49" charset="-122"/>
              </a:rPr>
              <a:t>q</a:t>
            </a:r>
            <a:r>
              <a:rPr lang="en-US"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rPr>
              <a:t>n</a:t>
            </a:r>
            <a:endParaRPr lang="el-GR" altLang="zh-CN" sz="1600" baseline="-25000">
              <a:solidFill>
                <a:srgbClr val="FF3300"/>
              </a:solidFill>
              <a:effectLst>
                <a:outerShdw blurRad="38100" dist="38100" dir="2700000" algn="tl">
                  <a:srgbClr val="C0C0C0"/>
                </a:outerShdw>
              </a:effectLst>
              <a:latin typeface="隶书" pitchFamily="49" charset="-122"/>
              <a:ea typeface="隶书" panose="02010509060101010101" pitchFamily="49" charset="-122"/>
            </a:endParaRPr>
          </a:p>
        </p:txBody>
      </p:sp>
      <p:sp>
        <p:nvSpPr>
          <p:cNvPr id="211984" name="Line 16"/>
          <p:cNvSpPr>
            <a:spLocks noChangeShapeType="1"/>
          </p:cNvSpPr>
          <p:nvPr/>
        </p:nvSpPr>
        <p:spPr bwMode="auto">
          <a:xfrm flipV="1">
            <a:off x="7983538" y="595314"/>
            <a:ext cx="260350" cy="987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1985" name="Line 17"/>
          <p:cNvSpPr>
            <a:spLocks noChangeShapeType="1"/>
          </p:cNvSpPr>
          <p:nvPr/>
        </p:nvSpPr>
        <p:spPr bwMode="auto">
          <a:xfrm flipV="1">
            <a:off x="7983539" y="1103314"/>
            <a:ext cx="1900237" cy="47942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76146" name="Text Box 18"/>
          <p:cNvSpPr txBox="1">
            <a:spLocks noChangeArrowheads="1"/>
          </p:cNvSpPr>
          <p:nvPr/>
        </p:nvSpPr>
        <p:spPr bwMode="auto">
          <a:xfrm>
            <a:off x="7839075" y="842963"/>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1</a:t>
            </a:r>
          </a:p>
        </p:txBody>
      </p:sp>
      <p:sp>
        <p:nvSpPr>
          <p:cNvPr id="176147" name="Text Box 19"/>
          <p:cNvSpPr txBox="1">
            <a:spLocks noChangeArrowheads="1"/>
          </p:cNvSpPr>
          <p:nvPr/>
        </p:nvSpPr>
        <p:spPr bwMode="auto">
          <a:xfrm>
            <a:off x="8637588" y="1074738"/>
            <a:ext cx="812800" cy="45720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a:solidFill>
                  <a:srgbClr val="00C600"/>
                </a:solidFill>
                <a:effectLst>
                  <a:outerShdw blurRad="38100" dist="38100" dir="2700000" algn="tl">
                    <a:srgbClr val="C0C0C0"/>
                  </a:outerShdw>
                </a:effectLst>
                <a:ea typeface="隶书" panose="02010509060101010101" pitchFamily="49" charset="-122"/>
              </a:rPr>
              <a:t>r</a:t>
            </a:r>
            <a:r>
              <a:rPr lang="en-US" altLang="zh-CN" sz="2400" b="1" baseline="-25000">
                <a:solidFill>
                  <a:srgbClr val="00C600"/>
                </a:solidFill>
                <a:effectLst>
                  <a:outerShdw blurRad="38100" dist="38100" dir="2700000" algn="tl">
                    <a:srgbClr val="C0C0C0"/>
                  </a:outerShdw>
                </a:effectLst>
                <a:ea typeface="隶书" panose="02010509060101010101" pitchFamily="49" charset="-122"/>
              </a:rPr>
              <a:t>2</a:t>
            </a:r>
          </a:p>
        </p:txBody>
      </p:sp>
      <p:sp>
        <p:nvSpPr>
          <p:cNvPr id="211988" name="Text Box 25"/>
          <p:cNvSpPr txBox="1">
            <a:spLocks noChangeArrowheads="1"/>
          </p:cNvSpPr>
          <p:nvPr/>
        </p:nvSpPr>
        <p:spPr bwMode="auto">
          <a:xfrm>
            <a:off x="3236913" y="1595439"/>
            <a:ext cx="426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：为除电荷元外带电体其它电荷在</a:t>
            </a:r>
            <a:r>
              <a:rPr lang="en-US" altLang="zh-CN" sz="2000" b="1">
                <a:solidFill>
                  <a:srgbClr val="010199"/>
                </a:solidFill>
                <a:ea typeface="隶书" panose="02010509060101010101" pitchFamily="49" charset="-122"/>
              </a:rPr>
              <a:t>r</a:t>
            </a:r>
            <a:r>
              <a:rPr lang="en-US" altLang="zh-CN" sz="2000" b="1" baseline="-25000">
                <a:solidFill>
                  <a:srgbClr val="010199"/>
                </a:solidFill>
                <a:ea typeface="隶书" panose="02010509060101010101" pitchFamily="49" charset="-122"/>
              </a:rPr>
              <a:t>i</a:t>
            </a:r>
            <a:r>
              <a:rPr lang="zh-CN" altLang="en-US" sz="2000">
                <a:solidFill>
                  <a:srgbClr val="010199"/>
                </a:solidFill>
                <a:ea typeface="隶书" panose="02010509060101010101" pitchFamily="49" charset="-122"/>
              </a:rPr>
              <a:t>处产生 的电势</a:t>
            </a:r>
            <a:endParaRPr lang="zh-CN" altLang="en-US" sz="2000" baseline="-25000">
              <a:solidFill>
                <a:srgbClr val="010199"/>
              </a:solidFill>
              <a:ea typeface="隶书" panose="02010509060101010101" pitchFamily="49" charset="-122"/>
            </a:endParaRPr>
          </a:p>
        </p:txBody>
      </p:sp>
      <p:graphicFrame>
        <p:nvGraphicFramePr>
          <p:cNvPr id="211989" name="Object 28"/>
          <p:cNvGraphicFramePr>
            <a:graphicFrameLocks noChangeAspect="1"/>
          </p:cNvGraphicFramePr>
          <p:nvPr/>
        </p:nvGraphicFramePr>
        <p:xfrm>
          <a:off x="2452688" y="2543176"/>
          <a:ext cx="1033462" cy="423863"/>
        </p:xfrm>
        <a:graphic>
          <a:graphicData uri="http://schemas.openxmlformats.org/presentationml/2006/ole">
            <mc:AlternateContent xmlns:mc="http://schemas.openxmlformats.org/markup-compatibility/2006">
              <mc:Choice xmlns:v="urn:schemas-microsoft-com:vml" Requires="v">
                <p:oleObj spid="_x0000_s3186" name="Equation" r:id="rId4" imgW="558800" imgH="228600" progId="Equation.DSMT4">
                  <p:embed/>
                </p:oleObj>
              </mc:Choice>
              <mc:Fallback>
                <p:oleObj name="Equation" r:id="rId4" imgW="5588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2688" y="2543176"/>
                        <a:ext cx="1033462" cy="4238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90" name="Text Box 29"/>
          <p:cNvSpPr txBox="1">
            <a:spLocks noChangeArrowheads="1"/>
          </p:cNvSpPr>
          <p:nvPr/>
        </p:nvSpPr>
        <p:spPr bwMode="auto">
          <a:xfrm>
            <a:off x="2541589" y="3352801"/>
            <a:ext cx="4848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均匀带电球在球内产生的电势（</a:t>
            </a:r>
            <a:r>
              <a:rPr lang="en-US" altLang="zh-CN" sz="2000">
                <a:solidFill>
                  <a:srgbClr val="FF3300"/>
                </a:solidFill>
                <a:ea typeface="隶书" panose="02010509060101010101" pitchFamily="49" charset="-122"/>
              </a:rPr>
              <a:t>1.11</a:t>
            </a:r>
            <a:r>
              <a:rPr lang="zh-CN" altLang="en-US" sz="2000">
                <a:solidFill>
                  <a:srgbClr val="FF3300"/>
                </a:solidFill>
                <a:ea typeface="隶书" panose="02010509060101010101" pitchFamily="49" charset="-122"/>
              </a:rPr>
              <a:t>）</a:t>
            </a:r>
          </a:p>
        </p:txBody>
      </p:sp>
      <p:graphicFrame>
        <p:nvGraphicFramePr>
          <p:cNvPr id="211991" name="Object 30"/>
          <p:cNvGraphicFramePr>
            <a:graphicFrameLocks noChangeAspect="1"/>
          </p:cNvGraphicFramePr>
          <p:nvPr/>
        </p:nvGraphicFramePr>
        <p:xfrm>
          <a:off x="2339976" y="803276"/>
          <a:ext cx="2867025" cy="796925"/>
        </p:xfrm>
        <a:graphic>
          <a:graphicData uri="http://schemas.openxmlformats.org/presentationml/2006/ole">
            <mc:AlternateContent xmlns:mc="http://schemas.openxmlformats.org/markup-compatibility/2006">
              <mc:Choice xmlns:v="urn:schemas-microsoft-com:vml" Requires="v">
                <p:oleObj spid="_x0000_s3187" name="Equation" r:id="rId6" imgW="1548728" imgH="431613" progId="Equation.DSMT4">
                  <p:embed/>
                </p:oleObj>
              </mc:Choice>
              <mc:Fallback>
                <p:oleObj name="Equation" r:id="rId6" imgW="1548728" imgH="4316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976" y="803276"/>
                        <a:ext cx="2867025" cy="7969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2" name="Object 34"/>
          <p:cNvGraphicFramePr>
            <a:graphicFrameLocks noChangeAspect="1"/>
          </p:cNvGraphicFramePr>
          <p:nvPr/>
        </p:nvGraphicFramePr>
        <p:xfrm>
          <a:off x="2378076" y="1585914"/>
          <a:ext cx="728663" cy="422275"/>
        </p:xfrm>
        <a:graphic>
          <a:graphicData uri="http://schemas.openxmlformats.org/presentationml/2006/ole">
            <mc:AlternateContent xmlns:mc="http://schemas.openxmlformats.org/markup-compatibility/2006">
              <mc:Choice xmlns:v="urn:schemas-microsoft-com:vml" Requires="v">
                <p:oleObj spid="_x0000_s3188" name="Equation" r:id="rId8" imgW="393529" imgH="228501" progId="Equation.DSMT4">
                  <p:embed/>
                </p:oleObj>
              </mc:Choice>
              <mc:Fallback>
                <p:oleObj name="Equation" r:id="rId8" imgW="393529" imgH="22850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8076" y="1585914"/>
                        <a:ext cx="728663" cy="4222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3" name="Object 35"/>
          <p:cNvGraphicFramePr>
            <a:graphicFrameLocks noChangeAspect="1"/>
          </p:cNvGraphicFramePr>
          <p:nvPr/>
        </p:nvGraphicFramePr>
        <p:xfrm>
          <a:off x="4149726" y="2389189"/>
          <a:ext cx="2701925" cy="820737"/>
        </p:xfrm>
        <a:graphic>
          <a:graphicData uri="http://schemas.openxmlformats.org/presentationml/2006/ole">
            <mc:AlternateContent xmlns:mc="http://schemas.openxmlformats.org/markup-compatibility/2006">
              <mc:Choice xmlns:v="urn:schemas-microsoft-com:vml" Requires="v">
                <p:oleObj spid="_x0000_s3189" name="Equation" r:id="rId10" imgW="1459866" imgH="444307" progId="Equation.DSMT4">
                  <p:embed/>
                </p:oleObj>
              </mc:Choice>
              <mc:Fallback>
                <p:oleObj name="Equation" r:id="rId10" imgW="1459866" imgH="44430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49726" y="2389189"/>
                        <a:ext cx="2701925" cy="8207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4" name="Object 36"/>
          <p:cNvGraphicFramePr>
            <a:graphicFrameLocks noChangeAspect="1"/>
          </p:cNvGraphicFramePr>
          <p:nvPr/>
        </p:nvGraphicFramePr>
        <p:xfrm>
          <a:off x="2792413" y="3765551"/>
          <a:ext cx="2514600" cy="796925"/>
        </p:xfrm>
        <a:graphic>
          <a:graphicData uri="http://schemas.openxmlformats.org/presentationml/2006/ole">
            <mc:AlternateContent xmlns:mc="http://schemas.openxmlformats.org/markup-compatibility/2006">
              <mc:Choice xmlns:v="urn:schemas-microsoft-com:vml" Requires="v">
                <p:oleObj spid="_x0000_s3190" name="Equation" r:id="rId12" imgW="1358310" imgH="431613" progId="Equation.DSMT4">
                  <p:embed/>
                </p:oleObj>
              </mc:Choice>
              <mc:Fallback>
                <p:oleObj name="Equation" r:id="rId12" imgW="1358310" imgH="43161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92413" y="3765551"/>
                        <a:ext cx="2514600" cy="7969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5" name="Object 37"/>
          <p:cNvGraphicFramePr>
            <a:graphicFrameLocks noChangeAspect="1"/>
          </p:cNvGraphicFramePr>
          <p:nvPr/>
        </p:nvGraphicFramePr>
        <p:xfrm>
          <a:off x="4484688" y="4608513"/>
          <a:ext cx="1458912" cy="798512"/>
        </p:xfrm>
        <a:graphic>
          <a:graphicData uri="http://schemas.openxmlformats.org/presentationml/2006/ole">
            <mc:AlternateContent xmlns:mc="http://schemas.openxmlformats.org/markup-compatibility/2006">
              <mc:Choice xmlns:v="urn:schemas-microsoft-com:vml" Requires="v">
                <p:oleObj spid="_x0000_s3191" name="Equation" r:id="rId14" imgW="787400" imgH="431800" progId="Equation.DSMT4">
                  <p:embed/>
                </p:oleObj>
              </mc:Choice>
              <mc:Fallback>
                <p:oleObj name="Equation" r:id="rId14" imgW="787400" imgH="4318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84688" y="4608513"/>
                        <a:ext cx="1458912" cy="79851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96" name="Oval 39"/>
          <p:cNvSpPr>
            <a:spLocks noChangeArrowheads="1"/>
          </p:cNvSpPr>
          <p:nvPr/>
        </p:nvSpPr>
        <p:spPr bwMode="auto">
          <a:xfrm>
            <a:off x="9217026" y="3513139"/>
            <a:ext cx="1262063" cy="1304925"/>
          </a:xfrm>
          <a:prstGeom prst="ellipse">
            <a:avLst/>
          </a:prstGeom>
          <a:noFill/>
          <a:ln w="952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97" name="Oval 40"/>
          <p:cNvSpPr>
            <a:spLocks noChangeArrowheads="1"/>
          </p:cNvSpPr>
          <p:nvPr/>
        </p:nvSpPr>
        <p:spPr bwMode="auto">
          <a:xfrm>
            <a:off x="9332914" y="3657600"/>
            <a:ext cx="1044575" cy="1030288"/>
          </a:xfrm>
          <a:prstGeom prst="ellipse">
            <a:avLst/>
          </a:prstGeom>
          <a:noFill/>
          <a:ln w="952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1998" name="Line 41"/>
          <p:cNvSpPr>
            <a:spLocks noChangeShapeType="1"/>
          </p:cNvSpPr>
          <p:nvPr/>
        </p:nvSpPr>
        <p:spPr bwMode="auto">
          <a:xfrm>
            <a:off x="9869488" y="4151313"/>
            <a:ext cx="508000" cy="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1999" name="Line 42"/>
          <p:cNvSpPr>
            <a:spLocks noChangeShapeType="1"/>
          </p:cNvSpPr>
          <p:nvPr/>
        </p:nvSpPr>
        <p:spPr bwMode="auto">
          <a:xfrm>
            <a:off x="9869488" y="4137025"/>
            <a:ext cx="0" cy="681038"/>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2000" name="Text Box 43"/>
          <p:cNvSpPr txBox="1">
            <a:spLocks noChangeArrowheads="1"/>
          </p:cNvSpPr>
          <p:nvPr/>
        </p:nvSpPr>
        <p:spPr bwMode="auto">
          <a:xfrm>
            <a:off x="9493251" y="4325938"/>
            <a:ext cx="449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1600">
                <a:solidFill>
                  <a:srgbClr val="FF3300"/>
                </a:solidFill>
                <a:ea typeface="隶书" panose="02010509060101010101" pitchFamily="49" charset="-122"/>
              </a:rPr>
              <a:t>R2</a:t>
            </a:r>
          </a:p>
        </p:txBody>
      </p:sp>
      <p:sp>
        <p:nvSpPr>
          <p:cNvPr id="212001" name="Text Box 44"/>
          <p:cNvSpPr txBox="1">
            <a:spLocks noChangeArrowheads="1"/>
          </p:cNvSpPr>
          <p:nvPr/>
        </p:nvSpPr>
        <p:spPr bwMode="auto">
          <a:xfrm>
            <a:off x="9826626" y="3832225"/>
            <a:ext cx="449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1600">
                <a:solidFill>
                  <a:srgbClr val="FF3300"/>
                </a:solidFill>
                <a:ea typeface="隶书" panose="02010509060101010101" pitchFamily="49" charset="-122"/>
              </a:rPr>
              <a:t>R1</a:t>
            </a:r>
          </a:p>
        </p:txBody>
      </p:sp>
      <p:sp>
        <p:nvSpPr>
          <p:cNvPr id="212002" name="Oval 45"/>
          <p:cNvSpPr>
            <a:spLocks noChangeArrowheads="1"/>
          </p:cNvSpPr>
          <p:nvPr/>
        </p:nvSpPr>
        <p:spPr bwMode="auto">
          <a:xfrm>
            <a:off x="7518401" y="3295651"/>
            <a:ext cx="1262063" cy="1304925"/>
          </a:xfrm>
          <a:prstGeom prst="ellipse">
            <a:avLst/>
          </a:prstGeom>
          <a:noFill/>
          <a:ln w="9525" algn="ctr">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2003" name="Line 47"/>
          <p:cNvSpPr>
            <a:spLocks noChangeShapeType="1"/>
          </p:cNvSpPr>
          <p:nvPr/>
        </p:nvSpPr>
        <p:spPr bwMode="auto">
          <a:xfrm>
            <a:off x="8170863" y="3933825"/>
            <a:ext cx="508000" cy="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2004" name="Line 48"/>
          <p:cNvSpPr>
            <a:spLocks noChangeShapeType="1"/>
          </p:cNvSpPr>
          <p:nvPr/>
        </p:nvSpPr>
        <p:spPr bwMode="auto">
          <a:xfrm>
            <a:off x="8170863" y="3919539"/>
            <a:ext cx="0" cy="681037"/>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12005" name="Text Box 49"/>
          <p:cNvSpPr txBox="1">
            <a:spLocks noChangeArrowheads="1"/>
          </p:cNvSpPr>
          <p:nvPr/>
        </p:nvSpPr>
        <p:spPr bwMode="auto">
          <a:xfrm>
            <a:off x="7794626" y="4108450"/>
            <a:ext cx="449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1600">
                <a:solidFill>
                  <a:srgbClr val="FF3300"/>
                </a:solidFill>
                <a:ea typeface="隶书" panose="02010509060101010101" pitchFamily="49" charset="-122"/>
              </a:rPr>
              <a:t>a</a:t>
            </a:r>
          </a:p>
        </p:txBody>
      </p:sp>
      <p:sp>
        <p:nvSpPr>
          <p:cNvPr id="212006" name="Text Box 50"/>
          <p:cNvSpPr txBox="1">
            <a:spLocks noChangeArrowheads="1"/>
          </p:cNvSpPr>
          <p:nvPr/>
        </p:nvSpPr>
        <p:spPr bwMode="auto">
          <a:xfrm>
            <a:off x="8213726" y="3687763"/>
            <a:ext cx="449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1600">
                <a:solidFill>
                  <a:srgbClr val="FF3300"/>
                </a:solidFill>
                <a:ea typeface="隶书" panose="02010509060101010101" pitchFamily="49" charset="-122"/>
              </a:rPr>
              <a:t>r</a:t>
            </a:r>
          </a:p>
        </p:txBody>
      </p:sp>
      <p:sp>
        <p:nvSpPr>
          <p:cNvPr id="212007" name="Oval 51"/>
          <p:cNvSpPr>
            <a:spLocks noChangeArrowheads="1"/>
          </p:cNvSpPr>
          <p:nvPr/>
        </p:nvSpPr>
        <p:spPr bwMode="auto">
          <a:xfrm>
            <a:off x="8620125" y="3862388"/>
            <a:ext cx="88900" cy="144462"/>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12008" name="Text Box 52"/>
          <p:cNvSpPr txBox="1">
            <a:spLocks noChangeArrowheads="1"/>
          </p:cNvSpPr>
          <p:nvPr/>
        </p:nvSpPr>
        <p:spPr bwMode="auto">
          <a:xfrm>
            <a:off x="1987551" y="4775201"/>
            <a:ext cx="227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球心处有极值：</a:t>
            </a:r>
            <a:endParaRPr lang="zh-CN" altLang="en-US" sz="2000" baseline="-25000">
              <a:solidFill>
                <a:srgbClr val="010199"/>
              </a:solidFill>
              <a:ea typeface="隶书" panose="02010509060101010101" pitchFamily="49" charset="-122"/>
            </a:endParaRPr>
          </a:p>
        </p:txBody>
      </p:sp>
      <p:graphicFrame>
        <p:nvGraphicFramePr>
          <p:cNvPr id="212009" name="Object 53"/>
          <p:cNvGraphicFramePr>
            <a:graphicFrameLocks noChangeAspect="1"/>
          </p:cNvGraphicFramePr>
          <p:nvPr/>
        </p:nvGraphicFramePr>
        <p:xfrm>
          <a:off x="2205038" y="5507038"/>
          <a:ext cx="2824162" cy="798512"/>
        </p:xfrm>
        <a:graphic>
          <a:graphicData uri="http://schemas.openxmlformats.org/presentationml/2006/ole">
            <mc:AlternateContent xmlns:mc="http://schemas.openxmlformats.org/markup-compatibility/2006">
              <mc:Choice xmlns:v="urn:schemas-microsoft-com:vml" Requires="v">
                <p:oleObj spid="_x0000_s3192" name="Equation" r:id="rId16" imgW="1524000" imgH="431800" progId="Equation.DSMT4">
                  <p:embed/>
                </p:oleObj>
              </mc:Choice>
              <mc:Fallback>
                <p:oleObj name="Equation" r:id="rId16" imgW="1524000" imgH="4318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05038" y="5507038"/>
                        <a:ext cx="2824162" cy="79851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2010" name="Object 54"/>
          <p:cNvGraphicFramePr>
            <a:graphicFrameLocks noChangeAspect="1"/>
          </p:cNvGraphicFramePr>
          <p:nvPr/>
        </p:nvGraphicFramePr>
        <p:xfrm>
          <a:off x="6892926" y="5480050"/>
          <a:ext cx="2701925" cy="820738"/>
        </p:xfrm>
        <a:graphic>
          <a:graphicData uri="http://schemas.openxmlformats.org/presentationml/2006/ole">
            <mc:AlternateContent xmlns:mc="http://schemas.openxmlformats.org/markup-compatibility/2006">
              <mc:Choice xmlns:v="urn:schemas-microsoft-com:vml" Requires="v">
                <p:oleObj spid="_x0000_s3193" name="Equation" r:id="rId18" imgW="1459866" imgH="444307" progId="Equation.DSMT4">
                  <p:embed/>
                </p:oleObj>
              </mc:Choice>
              <mc:Fallback>
                <p:oleObj name="Equation" r:id="rId18" imgW="1459866" imgH="44430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92926" y="5480050"/>
                        <a:ext cx="2701925" cy="8207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2011" name="Line 55"/>
          <p:cNvSpPr>
            <a:spLocks noChangeShapeType="1"/>
          </p:cNvSpPr>
          <p:nvPr/>
        </p:nvSpPr>
        <p:spPr bwMode="auto">
          <a:xfrm>
            <a:off x="5399088" y="5892800"/>
            <a:ext cx="1117600"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Tree>
    <p:extLst>
      <p:ext uri="{BB962C8B-B14F-4D97-AF65-F5344CB8AC3E}">
        <p14:creationId xmlns:p14="http://schemas.microsoft.com/office/powerpoint/2010/main" val="23086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2409826" y="390526"/>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面电荷有类似结论：</a:t>
            </a:r>
          </a:p>
        </p:txBody>
      </p:sp>
      <p:sp>
        <p:nvSpPr>
          <p:cNvPr id="214019" name="Text Box 20"/>
          <p:cNvSpPr txBox="1">
            <a:spLocks noChangeArrowheads="1"/>
          </p:cNvSpPr>
          <p:nvPr/>
        </p:nvSpPr>
        <p:spPr bwMode="auto">
          <a:xfrm>
            <a:off x="2381250" y="1536701"/>
            <a:ext cx="142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线电荷？</a:t>
            </a:r>
            <a:endParaRPr lang="zh-CN" altLang="en-US" sz="2000" baseline="-25000">
              <a:solidFill>
                <a:srgbClr val="010199"/>
              </a:solidFill>
              <a:ea typeface="隶书" panose="02010509060101010101" pitchFamily="49" charset="-122"/>
            </a:endParaRPr>
          </a:p>
        </p:txBody>
      </p:sp>
      <p:graphicFrame>
        <p:nvGraphicFramePr>
          <p:cNvPr id="214020" name="Object 21"/>
          <p:cNvGraphicFramePr>
            <a:graphicFrameLocks noChangeAspect="1"/>
          </p:cNvGraphicFramePr>
          <p:nvPr/>
        </p:nvGraphicFramePr>
        <p:xfrm>
          <a:off x="2722563" y="2632075"/>
          <a:ext cx="493712" cy="330200"/>
        </p:xfrm>
        <a:graphic>
          <a:graphicData uri="http://schemas.openxmlformats.org/presentationml/2006/ole">
            <mc:AlternateContent xmlns:mc="http://schemas.openxmlformats.org/markup-compatibility/2006">
              <mc:Choice xmlns:v="urn:schemas-microsoft-com:vml" Requires="v">
                <p:oleObj spid="_x0000_s4187" name="Equation" r:id="rId4" imgW="266353" imgH="177569" progId="Equation.DSMT4">
                  <p:embed/>
                </p:oleObj>
              </mc:Choice>
              <mc:Fallback>
                <p:oleObj name="Equation" r:id="rId4" imgW="266353" imgH="17756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2563" y="2632075"/>
                        <a:ext cx="493712" cy="3302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1" name="Text Box 22"/>
          <p:cNvSpPr txBox="1">
            <a:spLocks noChangeArrowheads="1"/>
          </p:cNvSpPr>
          <p:nvPr/>
        </p:nvSpPr>
        <p:spPr bwMode="auto">
          <a:xfrm>
            <a:off x="2541589" y="3352801"/>
            <a:ext cx="7577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例：平行平板电容器的静电能：面积</a:t>
            </a:r>
            <a:r>
              <a:rPr lang="en-US" altLang="zh-CN" sz="2000">
                <a:solidFill>
                  <a:srgbClr val="FF3300"/>
                </a:solidFill>
                <a:ea typeface="隶书" panose="02010509060101010101" pitchFamily="49" charset="-122"/>
              </a:rPr>
              <a:t>S</a:t>
            </a:r>
            <a:r>
              <a:rPr lang="zh-CN" altLang="en-US" sz="2000">
                <a:solidFill>
                  <a:srgbClr val="FF3300"/>
                </a:solidFill>
                <a:ea typeface="隶书" panose="02010509060101010101" pitchFamily="49" charset="-122"/>
              </a:rPr>
              <a:t>，极距 </a:t>
            </a:r>
            <a:r>
              <a:rPr lang="en-US" altLang="zh-CN" sz="2000">
                <a:solidFill>
                  <a:srgbClr val="FF3300"/>
                </a:solidFill>
                <a:ea typeface="隶书" panose="02010509060101010101" pitchFamily="49" charset="-122"/>
              </a:rPr>
              <a:t>d</a:t>
            </a:r>
            <a:r>
              <a:rPr lang="zh-CN" altLang="en-US" sz="2000">
                <a:solidFill>
                  <a:srgbClr val="FF3300"/>
                </a:solidFill>
                <a:ea typeface="隶书" panose="02010509060101010101" pitchFamily="49" charset="-122"/>
              </a:rPr>
              <a:t>， 电量</a:t>
            </a:r>
            <a:r>
              <a:rPr lang="en-US" altLang="zh-CN" sz="2000">
                <a:solidFill>
                  <a:srgbClr val="FF3300"/>
                </a:solidFill>
                <a:ea typeface="隶书" panose="02010509060101010101" pitchFamily="49" charset="-122"/>
              </a:rPr>
              <a:t>q</a:t>
            </a:r>
          </a:p>
        </p:txBody>
      </p:sp>
      <mc:AlternateContent xmlns:mc="http://schemas.openxmlformats.org/markup-compatibility/2006">
        <mc:Choice xmlns:a14="http://schemas.microsoft.com/office/drawing/2010/main" Requires="a14">
          <p:sp>
            <p:nvSpPr>
              <p:cNvPr id="214022" name="Object 25"/>
              <p:cNvSpPr txBox="1"/>
              <p:nvPr/>
            </p:nvSpPr>
            <p:spPr bwMode="auto">
              <a:xfrm>
                <a:off x="4827588" y="633414"/>
                <a:ext cx="2654300" cy="820737"/>
              </a:xfrm>
              <a:prstGeom prst="rect">
                <a:avLst/>
              </a:prstGeom>
              <a:solidFill>
                <a:schemeClr val="tx1"/>
              </a:solid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𝑊</m:t>
                          </m:r>
                        </m:e>
                        <m:sub>
                          <m:r>
                            <m:rPr>
                              <m:sty m:val="p"/>
                            </m:rPr>
                            <a:rPr lang="zh-CN" altLang="en-US" i="1">
                              <a:solidFill>
                                <a:srgbClr val="FF0000"/>
                              </a:solidFill>
                              <a:latin typeface="Cambria Math" panose="02040503050406030204" pitchFamily="18" charset="0"/>
                            </a:rPr>
                            <m:t>e</m:t>
                          </m:r>
                        </m:sub>
                      </m:sSub>
                      <m:r>
                        <a:rPr lang="zh-CN" altLang="en-US" i="1">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1</m:t>
                          </m:r>
                        </m:num>
                        <m:den>
                          <m:r>
                            <a:rPr lang="zh-CN" altLang="en-US" i="1">
                              <a:solidFill>
                                <a:srgbClr val="FF0000"/>
                              </a:solidFill>
                              <a:latin typeface="Cambria Math" panose="02040503050406030204" pitchFamily="18" charset="0"/>
                            </a:rPr>
                            <m:t>2</m:t>
                          </m:r>
                        </m:den>
                      </m:f>
                      <m:nary>
                        <m:naryPr>
                          <m:chr m:val="∬"/>
                          <m:ctrlPr>
                            <a:rPr lang="zh-CN" altLang="en-US" i="1">
                              <a:solidFill>
                                <a:srgbClr val="FF0000"/>
                              </a:solidFill>
                              <a:latin typeface="Cambria Math" panose="02040503050406030204" pitchFamily="18" charset="0"/>
                            </a:rPr>
                          </m:ctrlPr>
                        </m:naryPr>
                        <m:sub>
                          <m:r>
                            <m:rPr>
                              <m:sty m:val="p"/>
                              <m:brk m:alnAt="23"/>
                            </m:rPr>
                            <a:rPr lang="en-US" altLang="zh-CN" i="1">
                              <a:solidFill>
                                <a:srgbClr val="FF0000"/>
                              </a:solidFill>
                              <a:latin typeface="Cambria Math" panose="02040503050406030204" pitchFamily="18" charset="0"/>
                            </a:rPr>
                            <m:t>S</m:t>
                          </m:r>
                        </m:sub>
                        <m:sup/>
                        <m:e>
                          <m:r>
                            <a:rPr lang="zh-CN" altLang="en-US" i="1">
                              <a:solidFill>
                                <a:srgbClr val="FF0000"/>
                              </a:solidFill>
                              <a:latin typeface="Cambria Math" panose="02040503050406030204" pitchFamily="18" charset="0"/>
                            </a:rPr>
                            <m:t>𝜎</m:t>
                          </m:r>
                          <m:r>
                            <a:rPr lang="zh-CN" altLang="en-US" i="1">
                              <a:solidFill>
                                <a:srgbClr val="FF0000"/>
                              </a:solidFill>
                              <a:latin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𝑟</m:t>
                              </m:r>
                            </m:e>
                          </m:acc>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𝑈</m:t>
                          </m:r>
                          <m:r>
                            <a:rPr lang="zh-CN" altLang="en-US" i="1">
                              <a:solidFill>
                                <a:srgbClr val="FF0000"/>
                              </a:solidFill>
                              <a:latin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𝑟</m:t>
                              </m:r>
                            </m:e>
                          </m:acc>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𝑑𝑆</m:t>
                          </m:r>
                        </m:e>
                      </m:nary>
                    </m:oMath>
                  </m:oMathPara>
                </a14:m>
                <a:endParaRPr lang="zh-CN" altLang="en-US" dirty="0"/>
              </a:p>
            </p:txBody>
          </p:sp>
        </mc:Choice>
        <mc:Fallback>
          <p:sp>
            <p:nvSpPr>
              <p:cNvPr id="214022" name="Object 25"/>
              <p:cNvSpPr txBox="1">
                <a:spLocks noRot="1" noChangeAspect="1" noMove="1" noResize="1" noEditPoints="1" noAdjustHandles="1" noChangeArrowheads="1" noChangeShapeType="1" noTextEdit="1"/>
              </p:cNvSpPr>
              <p:nvPr/>
            </p:nvSpPr>
            <p:spPr bwMode="auto">
              <a:xfrm>
                <a:off x="4827588" y="633414"/>
                <a:ext cx="2654300" cy="820737"/>
              </a:xfrm>
              <a:prstGeom prst="rect">
                <a:avLst/>
              </a:prstGeom>
              <a:blipFill>
                <a:blip r:embed="rId6"/>
                <a:stretch>
                  <a:fillRect/>
                </a:stretch>
              </a:blipFill>
              <a:ln>
                <a:noFill/>
              </a:ln>
              <a:effectLst/>
            </p:spPr>
            <p:txBody>
              <a:bodyPr/>
              <a:lstStyle/>
              <a:p>
                <a:r>
                  <a:rPr lang="zh-CN" altLang="en-US">
                    <a:noFill/>
                  </a:rPr>
                  <a:t> </a:t>
                </a:r>
              </a:p>
            </p:txBody>
          </p:sp>
        </mc:Fallback>
      </mc:AlternateContent>
      <p:graphicFrame>
        <p:nvGraphicFramePr>
          <p:cNvPr id="214023" name="Object 26"/>
          <p:cNvGraphicFramePr>
            <a:graphicFrameLocks noChangeAspect="1"/>
          </p:cNvGraphicFramePr>
          <p:nvPr/>
        </p:nvGraphicFramePr>
        <p:xfrm>
          <a:off x="3208338" y="3814764"/>
          <a:ext cx="4064000" cy="727075"/>
        </p:xfrm>
        <a:graphic>
          <a:graphicData uri="http://schemas.openxmlformats.org/presentationml/2006/ole">
            <mc:AlternateContent xmlns:mc="http://schemas.openxmlformats.org/markup-compatibility/2006">
              <mc:Choice xmlns:v="urn:schemas-microsoft-com:vml" Requires="v">
                <p:oleObj spid="_x0000_s4188" name="Equation" r:id="rId7" imgW="2197100" imgH="393700" progId="Equation.DSMT4">
                  <p:embed/>
                </p:oleObj>
              </mc:Choice>
              <mc:Fallback>
                <p:oleObj name="Equation" r:id="rId7" imgW="2197100" imgH="393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8338" y="3814764"/>
                        <a:ext cx="4064000" cy="7270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4" name="Object 27"/>
          <p:cNvGraphicFramePr>
            <a:graphicFrameLocks noChangeAspect="1"/>
          </p:cNvGraphicFramePr>
          <p:nvPr/>
        </p:nvGraphicFramePr>
        <p:xfrm>
          <a:off x="3119439" y="4589463"/>
          <a:ext cx="4041775" cy="774700"/>
        </p:xfrm>
        <a:graphic>
          <a:graphicData uri="http://schemas.openxmlformats.org/presentationml/2006/ole">
            <mc:AlternateContent xmlns:mc="http://schemas.openxmlformats.org/markup-compatibility/2006">
              <mc:Choice xmlns:v="urn:schemas-microsoft-com:vml" Requires="v">
                <p:oleObj spid="_x0000_s4189" name="Equation" r:id="rId9" imgW="2184400" imgH="419100" progId="Equation.DSMT4">
                  <p:embed/>
                </p:oleObj>
              </mc:Choice>
              <mc:Fallback>
                <p:oleObj name="Equation" r:id="rId9" imgW="2184400" imgH="4191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9439" y="4589463"/>
                        <a:ext cx="4041775" cy="7747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5" name="Object 28"/>
          <p:cNvGraphicFramePr>
            <a:graphicFrameLocks noChangeAspect="1"/>
          </p:cNvGraphicFramePr>
          <p:nvPr/>
        </p:nvGraphicFramePr>
        <p:xfrm>
          <a:off x="2351089" y="5584825"/>
          <a:ext cx="6619875" cy="844550"/>
        </p:xfrm>
        <a:graphic>
          <a:graphicData uri="http://schemas.openxmlformats.org/presentationml/2006/ole">
            <mc:AlternateContent xmlns:mc="http://schemas.openxmlformats.org/markup-compatibility/2006">
              <mc:Choice xmlns:v="urn:schemas-microsoft-com:vml" Requires="v">
                <p:oleObj spid="_x0000_s4190" name="Equation" r:id="rId11" imgW="3581400" imgH="457200" progId="Equation.DSMT4">
                  <p:embed/>
                </p:oleObj>
              </mc:Choice>
              <mc:Fallback>
                <p:oleObj name="Equation" r:id="rId11" imgW="3581400" imgH="4572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1089" y="5584825"/>
                        <a:ext cx="6619875" cy="8445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214026" name="Object 29"/>
              <p:cNvSpPr txBox="1"/>
              <p:nvPr/>
            </p:nvSpPr>
            <p:spPr bwMode="auto">
              <a:xfrm>
                <a:off x="4829176" y="1671639"/>
                <a:ext cx="2562225" cy="796925"/>
              </a:xfrm>
              <a:prstGeom prst="rect">
                <a:avLst/>
              </a:prstGeom>
              <a:solidFill>
                <a:schemeClr val="tx1"/>
              </a:solid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𝑊</m:t>
                          </m:r>
                        </m:e>
                        <m:sub>
                          <m:r>
                            <m:rPr>
                              <m:sty m:val="p"/>
                            </m:rPr>
                            <a:rPr lang="zh-CN" altLang="en-US" i="1">
                              <a:solidFill>
                                <a:srgbClr val="FF0000"/>
                              </a:solidFill>
                              <a:latin typeface="Cambria Math" panose="02040503050406030204" pitchFamily="18" charset="0"/>
                            </a:rPr>
                            <m:t>e</m:t>
                          </m:r>
                        </m:sub>
                      </m:sSub>
                      <m:r>
                        <a:rPr lang="zh-CN" altLang="en-US" i="1">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1</m:t>
                          </m:r>
                        </m:num>
                        <m:den>
                          <m:r>
                            <a:rPr lang="zh-CN" altLang="en-US" i="1">
                              <a:solidFill>
                                <a:srgbClr val="FF0000"/>
                              </a:solidFill>
                              <a:latin typeface="Cambria Math" panose="02040503050406030204" pitchFamily="18" charset="0"/>
                            </a:rPr>
                            <m:t>2</m:t>
                          </m:r>
                        </m:den>
                      </m:f>
                      <m:nary>
                        <m:naryPr>
                          <m:ctrlPr>
                            <a:rPr lang="zh-CN" altLang="en-US" i="1">
                              <a:solidFill>
                                <a:srgbClr val="FF0000"/>
                              </a:solidFill>
                              <a:latin typeface="Cambria Math" panose="02040503050406030204" pitchFamily="18" charset="0"/>
                            </a:rPr>
                          </m:ctrlPr>
                        </m:naryPr>
                        <m:sub>
                          <m:r>
                            <m:rPr>
                              <m:brk m:alnAt="23"/>
                            </m:rPr>
                            <a:rPr lang="en-US" altLang="zh-CN" i="1">
                              <a:solidFill>
                                <a:srgbClr val="FF0000"/>
                              </a:solidFill>
                              <a:latin typeface="Cambria Math" panose="02040503050406030204" pitchFamily="18" charset="0"/>
                            </a:rPr>
                            <m:t>𝐿</m:t>
                          </m:r>
                        </m:sub>
                        <m:sup/>
                        <m:e>
                          <m:r>
                            <a:rPr lang="zh-CN" altLang="en-US" i="1">
                              <a:solidFill>
                                <a:srgbClr val="FF0000"/>
                              </a:solidFill>
                              <a:latin typeface="Cambria Math" panose="02040503050406030204" pitchFamily="18" charset="0"/>
                            </a:rPr>
                            <m:t>𝜆</m:t>
                          </m:r>
                          <m:r>
                            <a:rPr lang="zh-CN" altLang="en-US" i="1">
                              <a:solidFill>
                                <a:srgbClr val="FF0000"/>
                              </a:solidFill>
                              <a:latin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𝑟</m:t>
                              </m:r>
                            </m:e>
                          </m:acc>
                          <m:r>
                            <a:rPr lang="zh-CN" altLang="en-US" i="1">
                              <a:solidFill>
                                <a:srgbClr val="FF0000"/>
                              </a:solidFill>
                              <a:latin typeface="Cambria Math" panose="02040503050406030204" pitchFamily="18" charset="0"/>
                            </a:rPr>
                            <m:t>)</m:t>
                          </m:r>
                        </m:e>
                      </m:nary>
                      <m:r>
                        <a:rPr lang="zh-CN" altLang="en-US" i="1">
                          <a:solidFill>
                            <a:srgbClr val="FF0000"/>
                          </a:solidFill>
                          <a:latin typeface="Cambria Math" panose="02040503050406030204" pitchFamily="18" charset="0"/>
                        </a:rPr>
                        <m:t>𝑈</m:t>
                      </m:r>
                      <m:r>
                        <a:rPr lang="zh-CN" altLang="en-US" i="1">
                          <a:solidFill>
                            <a:srgbClr val="FF0000"/>
                          </a:solidFill>
                          <a:latin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𝑟</m:t>
                          </m:r>
                        </m:e>
                      </m:acc>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𝑑𝑙</m:t>
                      </m:r>
                    </m:oMath>
                  </m:oMathPara>
                </a14:m>
                <a:endParaRPr lang="zh-CN" altLang="en-US" dirty="0"/>
              </a:p>
            </p:txBody>
          </p:sp>
        </mc:Choice>
        <mc:Fallback>
          <p:sp>
            <p:nvSpPr>
              <p:cNvPr id="214026" name="Object 29"/>
              <p:cNvSpPr txBox="1">
                <a:spLocks noRot="1" noChangeAspect="1" noMove="1" noResize="1" noEditPoints="1" noAdjustHandles="1" noChangeArrowheads="1" noChangeShapeType="1" noTextEdit="1"/>
              </p:cNvSpPr>
              <p:nvPr/>
            </p:nvSpPr>
            <p:spPr bwMode="auto">
              <a:xfrm>
                <a:off x="4829176" y="1671639"/>
                <a:ext cx="2562225" cy="796925"/>
              </a:xfrm>
              <a:prstGeom prst="rect">
                <a:avLst/>
              </a:prstGeom>
              <a:blipFill>
                <a:blip r:embed="rId13"/>
                <a:stretch>
                  <a:fillRect/>
                </a:stretch>
              </a:blipFill>
              <a:ln>
                <a:noFill/>
              </a:ln>
              <a:effectLst/>
            </p:spPr>
            <p:txBody>
              <a:bodyPr/>
              <a:lstStyle/>
              <a:p>
                <a:r>
                  <a:rPr lang="zh-CN" altLang="en-US">
                    <a:noFill/>
                  </a:rPr>
                  <a:t> </a:t>
                </a:r>
              </a:p>
            </p:txBody>
          </p:sp>
        </mc:Fallback>
      </mc:AlternateContent>
      <p:sp>
        <p:nvSpPr>
          <p:cNvPr id="214027" name="Text Box 30"/>
          <p:cNvSpPr txBox="1">
            <a:spLocks noChangeArrowheads="1"/>
          </p:cNvSpPr>
          <p:nvPr/>
        </p:nvSpPr>
        <p:spPr bwMode="auto">
          <a:xfrm>
            <a:off x="7299326" y="1795464"/>
            <a:ext cx="68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a:t>
            </a:r>
            <a:endParaRPr lang="zh-CN" altLang="en-US" sz="2000" baseline="-25000">
              <a:solidFill>
                <a:srgbClr val="010199"/>
              </a:solidFill>
              <a:ea typeface="隶书" panose="02010509060101010101" pitchFamily="49" charset="-122"/>
            </a:endParaRPr>
          </a:p>
        </p:txBody>
      </p:sp>
      <p:sp>
        <p:nvSpPr>
          <p:cNvPr id="214028" name="Text Box 31"/>
          <p:cNvSpPr txBox="1">
            <a:spLocks noChangeArrowheads="1"/>
          </p:cNvSpPr>
          <p:nvPr/>
        </p:nvSpPr>
        <p:spPr bwMode="auto">
          <a:xfrm>
            <a:off x="3208339" y="2581276"/>
            <a:ext cx="3265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在自身处产生的电势发散</a:t>
            </a:r>
            <a:endParaRPr lang="zh-CN" altLang="en-US" sz="2000" baseline="-25000">
              <a:solidFill>
                <a:srgbClr val="010199"/>
              </a:solidFill>
              <a:ea typeface="隶书" panose="02010509060101010101" pitchFamily="49" charset="-122"/>
            </a:endParaRPr>
          </a:p>
        </p:txBody>
      </p:sp>
      <mc:AlternateContent xmlns:mc="http://schemas.openxmlformats.org/markup-compatibility/2006">
        <mc:Choice xmlns:a14="http://schemas.microsoft.com/office/drawing/2010/main" Requires="a14">
          <p:sp>
            <p:nvSpPr>
              <p:cNvPr id="214029" name="Object 32"/>
              <p:cNvSpPr txBox="1"/>
              <p:nvPr/>
            </p:nvSpPr>
            <p:spPr bwMode="auto">
              <a:xfrm>
                <a:off x="6848475" y="2424114"/>
                <a:ext cx="2844800" cy="866775"/>
              </a:xfrm>
              <a:prstGeom prst="rect">
                <a:avLst/>
              </a:prstGeom>
              <a:solidFill>
                <a:schemeClr val="tx1"/>
              </a:solid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𝑊</m:t>
                          </m:r>
                        </m:e>
                        <m:sub>
                          <m:r>
                            <m:rPr>
                              <m:sty m:val="p"/>
                            </m:rPr>
                            <a:rPr lang="zh-CN" altLang="en-US" i="1">
                              <a:solidFill>
                                <a:srgbClr val="FF0000"/>
                              </a:solidFill>
                              <a:latin typeface="Cambria Math" panose="02040503050406030204" pitchFamily="18" charset="0"/>
                            </a:rPr>
                            <m:t>e</m:t>
                          </m:r>
                        </m:sub>
                      </m:sSub>
                      <m:r>
                        <a:rPr lang="zh-CN" altLang="en-US" i="1">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1</m:t>
                          </m:r>
                        </m:num>
                        <m:den>
                          <m:r>
                            <a:rPr lang="zh-CN" altLang="en-US" i="1">
                              <a:solidFill>
                                <a:srgbClr val="FF0000"/>
                              </a:solidFill>
                              <a:latin typeface="Cambria Math" panose="02040503050406030204" pitchFamily="18" charset="0"/>
                            </a:rPr>
                            <m:t>2</m:t>
                          </m:r>
                        </m:den>
                      </m:f>
                      <m:nary>
                        <m:naryPr>
                          <m:chr m:val="∑"/>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𝑖</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𝑁</m:t>
                          </m:r>
                        </m:sup>
                        <m:e>
                          <m:nary>
                            <m:naryPr>
                              <m:ctrlPr>
                                <a:rPr lang="zh-CN" altLang="en-US" i="1">
                                  <a:solidFill>
                                    <a:srgbClr val="FF0000"/>
                                  </a:solidFill>
                                  <a:latin typeface="Cambria Math" panose="02040503050406030204" pitchFamily="18" charset="0"/>
                                </a:rPr>
                              </m:ctrlPr>
                            </m:naryPr>
                            <m:sub>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𝐿</m:t>
                                  </m:r>
                                </m:e>
                                <m:sub>
                                  <m:r>
                                    <a:rPr lang="en-US" altLang="zh-CN" i="1">
                                      <a:solidFill>
                                        <a:srgbClr val="FF0000"/>
                                      </a:solidFill>
                                      <a:latin typeface="Cambria Math" panose="02040503050406030204" pitchFamily="18" charset="0"/>
                                    </a:rPr>
                                    <m:t>𝑖</m:t>
                                  </m:r>
                                </m:sub>
                              </m:sSub>
                            </m:sub>
                            <m:sup/>
                            <m:e>
                              <m:r>
                                <a:rPr lang="zh-CN" altLang="en-US" i="1">
                                  <a:solidFill>
                                    <a:srgbClr val="FF0000"/>
                                  </a:solidFill>
                                  <a:latin typeface="Cambria Math" panose="02040503050406030204" pitchFamily="18" charset="0"/>
                                </a:rPr>
                                <m:t>𝜆</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𝑙</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𝜆</m:t>
                              </m:r>
                              <m:r>
                                <a:rPr lang="zh-CN" altLang="en-US" i="1">
                                  <a:solidFill>
                                    <a:srgbClr val="FF0000"/>
                                  </a:solidFill>
                                  <a:latin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𝑟</m:t>
                                  </m:r>
                                </m:e>
                              </m:acc>
                              <m:r>
                                <a:rPr lang="zh-CN" altLang="en-US" i="1">
                                  <a:solidFill>
                                    <a:srgbClr val="FF0000"/>
                                  </a:solidFill>
                                  <a:latin typeface="Cambria Math" panose="02040503050406030204" pitchFamily="18" charset="0"/>
                                </a:rPr>
                                <m:t>)</m:t>
                              </m:r>
                            </m:e>
                          </m:nary>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𝑈</m:t>
                              </m:r>
                            </m:e>
                            <m:sub>
                              <m:r>
                                <a:rPr lang="zh-CN" altLang="en-US" i="1">
                                  <a:solidFill>
                                    <a:srgbClr val="FF0000"/>
                                  </a:solidFill>
                                  <a:latin typeface="Cambria Math" panose="02040503050406030204" pitchFamily="18" charset="0"/>
                                </a:rPr>
                                <m:t>𝑖</m:t>
                              </m:r>
                            </m:sub>
                          </m:sSub>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𝑙</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𝑑𝑙</m:t>
                          </m:r>
                        </m:e>
                      </m:nary>
                    </m:oMath>
                  </m:oMathPara>
                </a14:m>
                <a:endParaRPr lang="zh-CN" altLang="en-US" dirty="0"/>
              </a:p>
            </p:txBody>
          </p:sp>
        </mc:Choice>
        <mc:Fallback>
          <p:sp>
            <p:nvSpPr>
              <p:cNvPr id="214029" name="Object 32"/>
              <p:cNvSpPr txBox="1">
                <a:spLocks noRot="1" noChangeAspect="1" noMove="1" noResize="1" noEditPoints="1" noAdjustHandles="1" noChangeArrowheads="1" noChangeShapeType="1" noTextEdit="1"/>
              </p:cNvSpPr>
              <p:nvPr/>
            </p:nvSpPr>
            <p:spPr bwMode="auto">
              <a:xfrm>
                <a:off x="6848475" y="2424114"/>
                <a:ext cx="2844800" cy="866775"/>
              </a:xfrm>
              <a:prstGeom prst="rect">
                <a:avLst/>
              </a:prstGeom>
              <a:blipFill>
                <a:blip r:embed="rId14"/>
                <a:stretch>
                  <a:fillRect/>
                </a:stretch>
              </a:blipFill>
              <a:ln>
                <a:noFill/>
              </a:ln>
              <a:effectLst/>
            </p:spPr>
            <p:txBody>
              <a:bodyPr/>
              <a:lstStyle/>
              <a:p>
                <a:r>
                  <a:rPr lang="zh-CN" altLang="en-US">
                    <a:noFill/>
                  </a:rPr>
                  <a:t> </a:t>
                </a:r>
              </a:p>
            </p:txBody>
          </p:sp>
        </mc:Fallback>
      </mc:AlternateContent>
      <p:sp>
        <p:nvSpPr>
          <p:cNvPr id="214030" name="Text Box 31"/>
          <p:cNvSpPr txBox="1">
            <a:spLocks noChangeArrowheads="1"/>
          </p:cNvSpPr>
          <p:nvPr/>
        </p:nvSpPr>
        <p:spPr bwMode="auto">
          <a:xfrm>
            <a:off x="8181976" y="1830389"/>
            <a:ext cx="22066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baseline="-25000">
                <a:solidFill>
                  <a:srgbClr val="010199"/>
                </a:solidFill>
                <a:ea typeface="隶书" panose="02010509060101010101" pitchFamily="49" charset="-122"/>
              </a:rPr>
              <a:t>把分散电荷集中到一点、一线需做功无穷大。</a:t>
            </a:r>
          </a:p>
        </p:txBody>
      </p:sp>
    </p:spTree>
    <p:extLst>
      <p:ext uri="{BB962C8B-B14F-4D97-AF65-F5344CB8AC3E}">
        <p14:creationId xmlns:p14="http://schemas.microsoft.com/office/powerpoint/2010/main" val="4116631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ChangeArrowheads="1"/>
          </p:cNvSpPr>
          <p:nvPr/>
        </p:nvSpPr>
        <p:spPr bwMode="auto">
          <a:xfrm>
            <a:off x="3530601" y="188914"/>
            <a:ext cx="5783263"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dirty="0">
                <a:solidFill>
                  <a:srgbClr val="00060C"/>
                </a:solidFill>
                <a:effectLst>
                  <a:outerShdw blurRad="38100" dist="38100" dir="2700000" algn="tl">
                    <a:srgbClr val="C0C0C0"/>
                  </a:outerShdw>
                </a:effectLst>
                <a:ea typeface="隶书" panose="02010509060101010101" pitchFamily="49" charset="-122"/>
              </a:rPr>
              <a:t>电偶极子在外场中的静电能</a:t>
            </a:r>
          </a:p>
        </p:txBody>
      </p:sp>
      <p:sp>
        <p:nvSpPr>
          <p:cNvPr id="216067" name="AutoShape 4"/>
          <p:cNvSpPr>
            <a:spLocks noChangeArrowheads="1"/>
          </p:cNvSpPr>
          <p:nvPr/>
        </p:nvSpPr>
        <p:spPr bwMode="auto">
          <a:xfrm>
            <a:off x="4835525" y="4914901"/>
            <a:ext cx="1530350" cy="314325"/>
          </a:xfrm>
          <a:prstGeom prst="rightArrow">
            <a:avLst>
              <a:gd name="adj1" fmla="val 50000"/>
              <a:gd name="adj2" fmla="val 12171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graphicFrame>
        <p:nvGraphicFramePr>
          <p:cNvPr id="216068" name="Object 26"/>
          <p:cNvGraphicFramePr>
            <a:graphicFrameLocks noChangeAspect="1"/>
          </p:cNvGraphicFramePr>
          <p:nvPr/>
        </p:nvGraphicFramePr>
        <p:xfrm>
          <a:off x="3657600" y="1184276"/>
          <a:ext cx="4064000" cy="727075"/>
        </p:xfrm>
        <a:graphic>
          <a:graphicData uri="http://schemas.openxmlformats.org/presentationml/2006/ole">
            <mc:AlternateContent xmlns:mc="http://schemas.openxmlformats.org/markup-compatibility/2006">
              <mc:Choice xmlns:v="urn:schemas-microsoft-com:vml" Requires="v">
                <p:oleObj spid="_x0000_s5164" name="Equation" r:id="rId4" imgW="2197100" imgH="393700" progId="Equation.DSMT4">
                  <p:embed/>
                </p:oleObj>
              </mc:Choice>
              <mc:Fallback>
                <p:oleObj name="Equation" r:id="rId4" imgW="2197100" imgH="393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1184276"/>
                        <a:ext cx="4064000" cy="7270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6069" name="Object 10"/>
          <p:cNvGraphicFramePr>
            <a:graphicFrameLocks noChangeAspect="1"/>
          </p:cNvGraphicFramePr>
          <p:nvPr/>
        </p:nvGraphicFramePr>
        <p:xfrm>
          <a:off x="3702050" y="2035176"/>
          <a:ext cx="1644650" cy="746125"/>
        </p:xfrm>
        <a:graphic>
          <a:graphicData uri="http://schemas.openxmlformats.org/presentationml/2006/ole">
            <mc:AlternateContent xmlns:mc="http://schemas.openxmlformats.org/markup-compatibility/2006">
              <mc:Choice xmlns:v="urn:schemas-microsoft-com:vml" Requires="v">
                <p:oleObj spid="_x0000_s5165" name="Equation" r:id="rId6" imgW="888614" imgH="393529" progId="Equation.DSMT4">
                  <p:embed/>
                </p:oleObj>
              </mc:Choice>
              <mc:Fallback>
                <p:oleObj name="Equation" r:id="rId6" imgW="888614"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2050" y="2035176"/>
                        <a:ext cx="1644650" cy="7461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6070" name="Object 11"/>
          <p:cNvGraphicFramePr>
            <a:graphicFrameLocks noChangeAspect="1"/>
          </p:cNvGraphicFramePr>
          <p:nvPr/>
        </p:nvGraphicFramePr>
        <p:xfrm>
          <a:off x="3709989" y="3087689"/>
          <a:ext cx="1527175" cy="746125"/>
        </p:xfrm>
        <a:graphic>
          <a:graphicData uri="http://schemas.openxmlformats.org/presentationml/2006/ole">
            <mc:AlternateContent xmlns:mc="http://schemas.openxmlformats.org/markup-compatibility/2006">
              <mc:Choice xmlns:v="urn:schemas-microsoft-com:vml" Requires="v">
                <p:oleObj spid="_x0000_s5166" name="Equation" r:id="rId8" imgW="825500" imgH="393700" progId="Equation.DSMT4">
                  <p:embed/>
                </p:oleObj>
              </mc:Choice>
              <mc:Fallback>
                <p:oleObj name="Equation" r:id="rId8" imgW="825500" imgH="3937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9989" y="3087689"/>
                        <a:ext cx="1527175" cy="7461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2684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a:spLocks noChangeArrowheads="1"/>
          </p:cNvSpPr>
          <p:nvPr/>
        </p:nvSpPr>
        <p:spPr bwMode="auto">
          <a:xfrm>
            <a:off x="2409826" y="390525"/>
            <a:ext cx="5299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400">
                <a:solidFill>
                  <a:srgbClr val="FF3300"/>
                </a:solidFill>
                <a:ea typeface="隶书" panose="02010509060101010101" pitchFamily="49" charset="-122"/>
              </a:rPr>
              <a:t>计算</a:t>
            </a:r>
            <a:r>
              <a:rPr lang="en-US" altLang="zh-CN" sz="2400">
                <a:solidFill>
                  <a:srgbClr val="FF3300"/>
                </a:solidFill>
                <a:ea typeface="隶书" panose="02010509060101010101" pitchFamily="49" charset="-122"/>
              </a:rPr>
              <a:t>NaCl</a:t>
            </a:r>
            <a:r>
              <a:rPr lang="zh-CN" altLang="en-US" sz="2400">
                <a:solidFill>
                  <a:srgbClr val="FF3300"/>
                </a:solidFill>
                <a:ea typeface="隶书" panose="02010509060101010101" pitchFamily="49" charset="-122"/>
              </a:rPr>
              <a:t>晶体中一排离子的静电能</a:t>
            </a:r>
          </a:p>
        </p:txBody>
      </p:sp>
      <p:sp>
        <p:nvSpPr>
          <p:cNvPr id="208916" name="Text Box 20"/>
          <p:cNvSpPr txBox="1">
            <a:spLocks noChangeArrowheads="1"/>
          </p:cNvSpPr>
          <p:nvPr/>
        </p:nvSpPr>
        <p:spPr bwMode="auto">
          <a:xfrm>
            <a:off x="2643189" y="839789"/>
            <a:ext cx="486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Na</a:t>
            </a:r>
            <a:r>
              <a:rPr lang="zh-CN" altLang="en-US" sz="2000">
                <a:solidFill>
                  <a:srgbClr val="010199"/>
                </a:solidFill>
                <a:ea typeface="隶书" panose="02010509060101010101" pitchFamily="49" charset="-122"/>
              </a:rPr>
              <a:t>离子与两近邻</a:t>
            </a:r>
            <a:r>
              <a:rPr lang="en-US" altLang="zh-CN" sz="2000">
                <a:solidFill>
                  <a:srgbClr val="010199"/>
                </a:solidFill>
                <a:ea typeface="隶书" panose="02010509060101010101" pitchFamily="49" charset="-122"/>
              </a:rPr>
              <a:t>Cl</a:t>
            </a:r>
            <a:r>
              <a:rPr lang="zh-CN" altLang="en-US" sz="2000">
                <a:solidFill>
                  <a:srgbClr val="010199"/>
                </a:solidFill>
                <a:ea typeface="隶书" panose="02010509060101010101" pitchFamily="49" charset="-122"/>
              </a:rPr>
              <a:t>离子间的相互作用能：</a:t>
            </a:r>
            <a:endParaRPr lang="zh-CN" altLang="en-US" sz="2000" baseline="-25000">
              <a:solidFill>
                <a:srgbClr val="010199"/>
              </a:solidFill>
              <a:ea typeface="隶书" panose="02010509060101010101" pitchFamily="49" charset="-122"/>
            </a:endParaRPr>
          </a:p>
        </p:txBody>
      </p:sp>
      <p:graphicFrame>
        <p:nvGraphicFramePr>
          <p:cNvPr id="208919" name="Object 23"/>
          <p:cNvGraphicFramePr>
            <a:graphicFrameLocks noChangeAspect="1"/>
          </p:cNvGraphicFramePr>
          <p:nvPr/>
        </p:nvGraphicFramePr>
        <p:xfrm>
          <a:off x="7772400" y="666751"/>
          <a:ext cx="1174750" cy="842963"/>
        </p:xfrm>
        <a:graphic>
          <a:graphicData uri="http://schemas.openxmlformats.org/presentationml/2006/ole">
            <mc:AlternateContent xmlns:mc="http://schemas.openxmlformats.org/markup-compatibility/2006">
              <mc:Choice xmlns:v="urn:schemas-microsoft-com:vml" Requires="v">
                <p:oleObj spid="_x0000_s6230" name="Equation" r:id="rId4" imgW="634725" imgH="457002" progId="Equation.DSMT4">
                  <p:embed/>
                </p:oleObj>
              </mc:Choice>
              <mc:Fallback>
                <p:oleObj name="Equation" r:id="rId4" imgW="634725" imgH="45700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666751"/>
                        <a:ext cx="1174750" cy="8429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25" name="Text Box 29"/>
          <p:cNvSpPr txBox="1">
            <a:spLocks noChangeArrowheads="1"/>
          </p:cNvSpPr>
          <p:nvPr/>
        </p:nvSpPr>
        <p:spPr bwMode="auto">
          <a:xfrm>
            <a:off x="2571751" y="1608139"/>
            <a:ext cx="501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Na</a:t>
            </a:r>
            <a:r>
              <a:rPr lang="zh-CN" altLang="en-US" sz="2000">
                <a:solidFill>
                  <a:srgbClr val="010199"/>
                </a:solidFill>
                <a:ea typeface="隶书" panose="02010509060101010101" pitchFamily="49" charset="-122"/>
              </a:rPr>
              <a:t>离子与两次近邻</a:t>
            </a:r>
            <a:r>
              <a:rPr lang="en-US" altLang="zh-CN" sz="2000">
                <a:solidFill>
                  <a:srgbClr val="010199"/>
                </a:solidFill>
                <a:ea typeface="隶书" panose="02010509060101010101" pitchFamily="49" charset="-122"/>
              </a:rPr>
              <a:t>Na</a:t>
            </a:r>
            <a:r>
              <a:rPr lang="zh-CN" altLang="en-US" sz="2000">
                <a:solidFill>
                  <a:srgbClr val="010199"/>
                </a:solidFill>
                <a:ea typeface="隶书" panose="02010509060101010101" pitchFamily="49" charset="-122"/>
              </a:rPr>
              <a:t>离子间的相互作用能：</a:t>
            </a:r>
            <a:endParaRPr lang="zh-CN" altLang="en-US" sz="2000" baseline="-25000">
              <a:solidFill>
                <a:srgbClr val="010199"/>
              </a:solidFill>
              <a:ea typeface="隶书" panose="02010509060101010101" pitchFamily="49" charset="-122"/>
            </a:endParaRPr>
          </a:p>
        </p:txBody>
      </p:sp>
      <p:graphicFrame>
        <p:nvGraphicFramePr>
          <p:cNvPr id="208926" name="Object 30"/>
          <p:cNvGraphicFramePr>
            <a:graphicFrameLocks noChangeAspect="1"/>
          </p:cNvGraphicFramePr>
          <p:nvPr/>
        </p:nvGraphicFramePr>
        <p:xfrm>
          <a:off x="7885113" y="1479551"/>
          <a:ext cx="1033462" cy="842963"/>
        </p:xfrm>
        <a:graphic>
          <a:graphicData uri="http://schemas.openxmlformats.org/presentationml/2006/ole">
            <mc:AlternateContent xmlns:mc="http://schemas.openxmlformats.org/markup-compatibility/2006">
              <mc:Choice xmlns:v="urn:schemas-microsoft-com:vml" Requires="v">
                <p:oleObj spid="_x0000_s6231" name="Equation" r:id="rId6" imgW="558800" imgH="457200" progId="Equation.DSMT4">
                  <p:embed/>
                </p:oleObj>
              </mc:Choice>
              <mc:Fallback>
                <p:oleObj name="Equation" r:id="rId6" imgW="5588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85113" y="1479551"/>
                        <a:ext cx="1033462" cy="8429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27" name="Text Box 31"/>
          <p:cNvSpPr txBox="1">
            <a:spLocks noChangeArrowheads="1"/>
          </p:cNvSpPr>
          <p:nvPr/>
        </p:nvSpPr>
        <p:spPr bwMode="auto">
          <a:xfrm>
            <a:off x="2470151" y="2435226"/>
            <a:ext cx="501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Na</a:t>
            </a:r>
            <a:r>
              <a:rPr lang="zh-CN" altLang="en-US" sz="2000">
                <a:solidFill>
                  <a:srgbClr val="010199"/>
                </a:solidFill>
                <a:ea typeface="隶书" panose="02010509060101010101" pitchFamily="49" charset="-122"/>
              </a:rPr>
              <a:t>离子与两次近邻</a:t>
            </a:r>
            <a:r>
              <a:rPr lang="en-US" altLang="zh-CN" sz="2000">
                <a:solidFill>
                  <a:srgbClr val="010199"/>
                </a:solidFill>
                <a:ea typeface="隶书" panose="02010509060101010101" pitchFamily="49" charset="-122"/>
              </a:rPr>
              <a:t>Cl</a:t>
            </a:r>
            <a:r>
              <a:rPr lang="zh-CN" altLang="en-US" sz="2000">
                <a:solidFill>
                  <a:srgbClr val="010199"/>
                </a:solidFill>
                <a:ea typeface="隶书" panose="02010509060101010101" pitchFamily="49" charset="-122"/>
              </a:rPr>
              <a:t>离子间的相互作用能：</a:t>
            </a:r>
            <a:endParaRPr lang="zh-CN" altLang="en-US" sz="2000" baseline="-25000">
              <a:solidFill>
                <a:srgbClr val="010199"/>
              </a:solidFill>
              <a:ea typeface="隶书" panose="02010509060101010101" pitchFamily="49" charset="-122"/>
            </a:endParaRPr>
          </a:p>
        </p:txBody>
      </p:sp>
      <p:graphicFrame>
        <p:nvGraphicFramePr>
          <p:cNvPr id="208928" name="Object 32"/>
          <p:cNvGraphicFramePr>
            <a:graphicFrameLocks noChangeAspect="1"/>
          </p:cNvGraphicFramePr>
          <p:nvPr/>
        </p:nvGraphicFramePr>
        <p:xfrm>
          <a:off x="7691439" y="2308226"/>
          <a:ext cx="1222375" cy="842963"/>
        </p:xfrm>
        <a:graphic>
          <a:graphicData uri="http://schemas.openxmlformats.org/presentationml/2006/ole">
            <mc:AlternateContent xmlns:mc="http://schemas.openxmlformats.org/markup-compatibility/2006">
              <mc:Choice xmlns:v="urn:schemas-microsoft-com:vml" Requires="v">
                <p:oleObj spid="_x0000_s6232" name="Equation" r:id="rId8" imgW="660400" imgH="457200" progId="Equation.DSMT4">
                  <p:embed/>
                </p:oleObj>
              </mc:Choice>
              <mc:Fallback>
                <p:oleObj name="Equation" r:id="rId8" imgW="6604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91439" y="2308226"/>
                        <a:ext cx="1222375" cy="8429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29" name="Object 33"/>
          <p:cNvGraphicFramePr>
            <a:graphicFrameLocks noChangeAspect="1"/>
          </p:cNvGraphicFramePr>
          <p:nvPr/>
        </p:nvGraphicFramePr>
        <p:xfrm>
          <a:off x="6945314" y="3338513"/>
          <a:ext cx="3500437" cy="842962"/>
        </p:xfrm>
        <a:graphic>
          <a:graphicData uri="http://schemas.openxmlformats.org/presentationml/2006/ole">
            <mc:AlternateContent xmlns:mc="http://schemas.openxmlformats.org/markup-compatibility/2006">
              <mc:Choice xmlns:v="urn:schemas-microsoft-com:vml" Requires="v">
                <p:oleObj spid="_x0000_s6233" name="Equation" r:id="rId10" imgW="1892300" imgH="457200" progId="Equation.DSMT4">
                  <p:embed/>
                </p:oleObj>
              </mc:Choice>
              <mc:Fallback>
                <p:oleObj name="Equation" r:id="rId10" imgW="1892300" imgH="4572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5314" y="3338513"/>
                        <a:ext cx="3500437" cy="8429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30" name="Text Box 34"/>
          <p:cNvSpPr txBox="1">
            <a:spLocks noChangeArrowheads="1"/>
          </p:cNvSpPr>
          <p:nvPr/>
        </p:nvSpPr>
        <p:spPr bwMode="auto">
          <a:xfrm>
            <a:off x="2424114" y="3190876"/>
            <a:ext cx="501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Na</a:t>
            </a:r>
            <a:r>
              <a:rPr lang="zh-CN" altLang="en-US" sz="2000">
                <a:solidFill>
                  <a:srgbClr val="010199"/>
                </a:solidFill>
                <a:ea typeface="隶书" panose="02010509060101010101" pitchFamily="49" charset="-122"/>
              </a:rPr>
              <a:t>离子所有其他离子间的相互作用能：</a:t>
            </a:r>
            <a:endParaRPr lang="zh-CN" altLang="en-US" sz="2000" baseline="-25000">
              <a:solidFill>
                <a:srgbClr val="010199"/>
              </a:solidFill>
              <a:ea typeface="隶书" panose="02010509060101010101" pitchFamily="49" charset="-122"/>
            </a:endParaRPr>
          </a:p>
        </p:txBody>
      </p:sp>
      <p:sp>
        <p:nvSpPr>
          <p:cNvPr id="208931" name="Text Box 35"/>
          <p:cNvSpPr txBox="1">
            <a:spLocks noChangeArrowheads="1"/>
          </p:cNvSpPr>
          <p:nvPr/>
        </p:nvSpPr>
        <p:spPr bwMode="auto">
          <a:xfrm>
            <a:off x="1887539" y="4310064"/>
            <a:ext cx="501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010199"/>
                </a:solidFill>
                <a:ea typeface="隶书" panose="02010509060101010101" pitchFamily="49" charset="-122"/>
              </a:rPr>
              <a:t>Cl</a:t>
            </a:r>
            <a:r>
              <a:rPr lang="zh-CN" altLang="en-US" sz="2000">
                <a:solidFill>
                  <a:srgbClr val="010199"/>
                </a:solidFill>
                <a:ea typeface="隶书" panose="02010509060101010101" pitchFamily="49" charset="-122"/>
              </a:rPr>
              <a:t>离子所有其他离子间的相互作用能：</a:t>
            </a:r>
            <a:endParaRPr lang="zh-CN" altLang="en-US" sz="2000" baseline="-25000">
              <a:solidFill>
                <a:srgbClr val="010199"/>
              </a:solidFill>
              <a:ea typeface="隶书" panose="02010509060101010101" pitchFamily="49" charset="-122"/>
            </a:endParaRPr>
          </a:p>
        </p:txBody>
      </p:sp>
      <p:graphicFrame>
        <p:nvGraphicFramePr>
          <p:cNvPr id="208932" name="Object 36"/>
          <p:cNvGraphicFramePr>
            <a:graphicFrameLocks noChangeAspect="1"/>
          </p:cNvGraphicFramePr>
          <p:nvPr/>
        </p:nvGraphicFramePr>
        <p:xfrm>
          <a:off x="6551614" y="4194176"/>
          <a:ext cx="3500437" cy="842963"/>
        </p:xfrm>
        <a:graphic>
          <a:graphicData uri="http://schemas.openxmlformats.org/presentationml/2006/ole">
            <mc:AlternateContent xmlns:mc="http://schemas.openxmlformats.org/markup-compatibility/2006">
              <mc:Choice xmlns:v="urn:schemas-microsoft-com:vml" Requires="v">
                <p:oleObj spid="_x0000_s6234" name="Equation" r:id="rId12" imgW="1892300" imgH="457200" progId="Equation.DSMT4">
                  <p:embed/>
                </p:oleObj>
              </mc:Choice>
              <mc:Fallback>
                <p:oleObj name="Equation" r:id="rId12" imgW="1892300" imgH="4572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1614" y="4194176"/>
                        <a:ext cx="3500437" cy="8429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33" name="Text Box 37"/>
          <p:cNvSpPr txBox="1">
            <a:spLocks noChangeArrowheads="1"/>
          </p:cNvSpPr>
          <p:nvPr/>
        </p:nvSpPr>
        <p:spPr bwMode="auto">
          <a:xfrm>
            <a:off x="2903538" y="5718176"/>
            <a:ext cx="265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10199"/>
                </a:solidFill>
                <a:ea typeface="隶书" panose="02010509060101010101" pitchFamily="49" charset="-122"/>
              </a:rPr>
              <a:t>一排离子的静电能：</a:t>
            </a:r>
            <a:endParaRPr lang="zh-CN" altLang="en-US" sz="2000" baseline="-25000">
              <a:solidFill>
                <a:srgbClr val="010199"/>
              </a:solidFill>
              <a:ea typeface="隶书" panose="02010509060101010101" pitchFamily="49" charset="-122"/>
            </a:endParaRPr>
          </a:p>
        </p:txBody>
      </p:sp>
      <p:graphicFrame>
        <p:nvGraphicFramePr>
          <p:cNvPr id="208934" name="Object 38"/>
          <p:cNvGraphicFramePr>
            <a:graphicFrameLocks noChangeAspect="1"/>
          </p:cNvGraphicFramePr>
          <p:nvPr/>
        </p:nvGraphicFramePr>
        <p:xfrm>
          <a:off x="5922964" y="5172076"/>
          <a:ext cx="4440237" cy="1685925"/>
        </p:xfrm>
        <a:graphic>
          <a:graphicData uri="http://schemas.openxmlformats.org/presentationml/2006/ole">
            <mc:AlternateContent xmlns:mc="http://schemas.openxmlformats.org/markup-compatibility/2006">
              <mc:Choice xmlns:v="urn:schemas-microsoft-com:vml" Requires="v">
                <p:oleObj spid="_x0000_s6235" name="Equation" r:id="rId13" imgW="2400300" imgH="914400" progId="Equation.DSMT4">
                  <p:embed/>
                </p:oleObj>
              </mc:Choice>
              <mc:Fallback>
                <p:oleObj name="Equation" r:id="rId13" imgW="2400300" imgH="9144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22964" y="5172076"/>
                        <a:ext cx="4440237" cy="16859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924269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9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89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89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89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89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89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89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89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89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89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89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8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6" grpId="0"/>
      <p:bldP spid="208925" grpId="0"/>
      <p:bldP spid="208927" grpId="0"/>
      <p:bldP spid="208930" grpId="0"/>
      <p:bldP spid="208931" grpId="0"/>
      <p:bldP spid="2089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0162" name="Object 4"/>
          <p:cNvGraphicFramePr>
            <a:graphicFrameLocks noGrp="1" noChangeAspect="1"/>
          </p:cNvGraphicFramePr>
          <p:nvPr>
            <p:ph sz="half" idx="1"/>
          </p:nvPr>
        </p:nvGraphicFramePr>
        <p:xfrm>
          <a:off x="2224089" y="1422400"/>
          <a:ext cx="1539875" cy="1016000"/>
        </p:xfrm>
        <a:graphic>
          <a:graphicData uri="http://schemas.openxmlformats.org/presentationml/2006/ole">
            <mc:AlternateContent xmlns:mc="http://schemas.openxmlformats.org/markup-compatibility/2006">
              <mc:Choice xmlns:v="urn:schemas-microsoft-com:vml" Requires="v">
                <p:oleObj spid="_x0000_s7226" name="Equation" r:id="rId4" imgW="1231366" imgH="812447" progId="Equation.DSMT4">
                  <p:embed/>
                </p:oleObj>
              </mc:Choice>
              <mc:Fallback>
                <p:oleObj name="Equation" r:id="rId4" imgW="1231366" imgH="81244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4089" y="1422400"/>
                        <a:ext cx="1539875" cy="10160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2" name="Text Box 6"/>
          <p:cNvSpPr txBox="1">
            <a:spLocks noChangeArrowheads="1"/>
          </p:cNvSpPr>
          <p:nvPr/>
        </p:nvSpPr>
        <p:spPr bwMode="auto">
          <a:xfrm>
            <a:off x="1770063" y="1"/>
            <a:ext cx="2686050" cy="823913"/>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zh-CN" altLang="en-US" sz="4800">
                <a:solidFill>
                  <a:srgbClr val="FF3300"/>
                </a:solidFill>
                <a:effectLst>
                  <a:outerShdw blurRad="38100" dist="38100" dir="2700000" algn="tl">
                    <a:srgbClr val="C0C0C0"/>
                  </a:outerShdw>
                </a:effectLst>
                <a:ea typeface="隶书" panose="02010509060101010101" pitchFamily="49" charset="-122"/>
              </a:rPr>
              <a:t>能量密度</a:t>
            </a:r>
          </a:p>
        </p:txBody>
      </p:sp>
      <p:sp>
        <p:nvSpPr>
          <p:cNvPr id="220164" name="Line 7"/>
          <p:cNvSpPr>
            <a:spLocks noChangeShapeType="1"/>
          </p:cNvSpPr>
          <p:nvPr/>
        </p:nvSpPr>
        <p:spPr bwMode="auto">
          <a:xfrm>
            <a:off x="6256338" y="1654175"/>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20165" name="Line 8"/>
          <p:cNvSpPr>
            <a:spLocks noChangeShapeType="1"/>
          </p:cNvSpPr>
          <p:nvPr/>
        </p:nvSpPr>
        <p:spPr bwMode="auto">
          <a:xfrm>
            <a:off x="6270625" y="2540000"/>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198665" name="Text Box 9"/>
          <p:cNvSpPr txBox="1">
            <a:spLocks noChangeArrowheads="1"/>
          </p:cNvSpPr>
          <p:nvPr/>
        </p:nvSpPr>
        <p:spPr bwMode="auto">
          <a:xfrm>
            <a:off x="9347201" y="2481264"/>
            <a:ext cx="608013"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198666" name="Text Box 10"/>
          <p:cNvSpPr txBox="1">
            <a:spLocks noChangeArrowheads="1"/>
          </p:cNvSpPr>
          <p:nvPr/>
        </p:nvSpPr>
        <p:spPr bwMode="auto">
          <a:xfrm>
            <a:off x="9274176" y="1247775"/>
            <a:ext cx="709613"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198667" name="Text Box 11"/>
          <p:cNvSpPr txBox="1">
            <a:spLocks noChangeArrowheads="1"/>
          </p:cNvSpPr>
          <p:nvPr/>
        </p:nvSpPr>
        <p:spPr bwMode="auto">
          <a:xfrm>
            <a:off x="7605713" y="1944689"/>
            <a:ext cx="608012"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dq</a:t>
            </a:r>
          </a:p>
        </p:txBody>
      </p:sp>
      <p:sp>
        <p:nvSpPr>
          <p:cNvPr id="220169" name="Line 12"/>
          <p:cNvSpPr>
            <a:spLocks noChangeShapeType="1"/>
          </p:cNvSpPr>
          <p:nvPr/>
        </p:nvSpPr>
        <p:spPr bwMode="auto">
          <a:xfrm flipV="1">
            <a:off x="7546975" y="1741489"/>
            <a:ext cx="0" cy="73977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20170" name="Object 13"/>
          <p:cNvGraphicFramePr>
            <a:graphicFrameLocks noChangeAspect="1"/>
          </p:cNvGraphicFramePr>
          <p:nvPr/>
        </p:nvGraphicFramePr>
        <p:xfrm>
          <a:off x="6283325" y="2838451"/>
          <a:ext cx="2262188" cy="938213"/>
        </p:xfrm>
        <a:graphic>
          <a:graphicData uri="http://schemas.openxmlformats.org/presentationml/2006/ole">
            <mc:AlternateContent xmlns:mc="http://schemas.openxmlformats.org/markup-compatibility/2006">
              <mc:Choice xmlns:v="urn:schemas-microsoft-com:vml" Requires="v">
                <p:oleObj spid="_x0000_s7227" name="Equation" r:id="rId6" imgW="1651000" imgH="685800" progId="Equation.DSMT4">
                  <p:embed/>
                </p:oleObj>
              </mc:Choice>
              <mc:Fallback>
                <p:oleObj name="Equation" r:id="rId6" imgW="1651000" imgH="685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3325" y="2838451"/>
                        <a:ext cx="2262188" cy="9382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71" name="Object 14"/>
          <p:cNvGraphicFramePr>
            <a:graphicFrameLocks noChangeAspect="1"/>
          </p:cNvGraphicFramePr>
          <p:nvPr/>
        </p:nvGraphicFramePr>
        <p:xfrm>
          <a:off x="1925638" y="2676525"/>
          <a:ext cx="2417762" cy="539750"/>
        </p:xfrm>
        <a:graphic>
          <a:graphicData uri="http://schemas.openxmlformats.org/presentationml/2006/ole">
            <mc:AlternateContent xmlns:mc="http://schemas.openxmlformats.org/markup-compatibility/2006">
              <mc:Choice xmlns:v="urn:schemas-microsoft-com:vml" Requires="v">
                <p:oleObj spid="_x0000_s7228" name="Equation" r:id="rId8" imgW="1765300" imgH="393700" progId="Equation.DSMT4">
                  <p:embed/>
                </p:oleObj>
              </mc:Choice>
              <mc:Fallback>
                <p:oleObj name="Equation" r:id="rId8" imgW="1765300" imgH="3937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5638" y="2676525"/>
                        <a:ext cx="2417762" cy="5397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2" name="Text Box 15"/>
          <p:cNvSpPr txBox="1">
            <a:spLocks noChangeArrowheads="1"/>
          </p:cNvSpPr>
          <p:nvPr/>
        </p:nvSpPr>
        <p:spPr bwMode="auto">
          <a:xfrm>
            <a:off x="1989138" y="4368800"/>
            <a:ext cx="81137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800">
                <a:solidFill>
                  <a:srgbClr val="FF3300"/>
                </a:solidFill>
                <a:latin typeface="Times New Roman" panose="02020603050405020304" pitchFamily="18" charset="0"/>
                <a:ea typeface="隶书" panose="02010509060101010101" pitchFamily="49" charset="-122"/>
              </a:rPr>
              <a:t>例：</a:t>
            </a:r>
            <a:r>
              <a:rPr lang="en-US" altLang="zh-CN" sz="2800">
                <a:solidFill>
                  <a:srgbClr val="FF3300"/>
                </a:solidFill>
                <a:latin typeface="Times New Roman" panose="02020603050405020304" pitchFamily="18" charset="0"/>
                <a:ea typeface="隶书" panose="02010509060101010101" pitchFamily="49" charset="-122"/>
              </a:rPr>
              <a:t>70uF</a:t>
            </a:r>
            <a:r>
              <a:rPr lang="zh-CN" altLang="en-US" sz="2800">
                <a:solidFill>
                  <a:srgbClr val="FF3300"/>
                </a:solidFill>
                <a:latin typeface="Times New Roman" panose="02020603050405020304" pitchFamily="18" charset="0"/>
                <a:ea typeface="隶书" panose="02010509060101010101" pitchFamily="49" charset="-122"/>
              </a:rPr>
              <a:t>电容充电到</a:t>
            </a:r>
            <a:r>
              <a:rPr lang="en-US" altLang="zh-CN" sz="2800">
                <a:solidFill>
                  <a:srgbClr val="FF3300"/>
                </a:solidFill>
                <a:latin typeface="Times New Roman" panose="02020603050405020304" pitchFamily="18" charset="0"/>
                <a:ea typeface="隶书" panose="02010509060101010101" pitchFamily="49" charset="-122"/>
              </a:rPr>
              <a:t>5000V</a:t>
            </a:r>
            <a:r>
              <a:rPr lang="zh-CN" altLang="en-US" sz="2800">
                <a:solidFill>
                  <a:srgbClr val="FF3300"/>
                </a:solidFill>
                <a:latin typeface="Times New Roman" panose="02020603050405020304" pitchFamily="18" charset="0"/>
                <a:ea typeface="隶书" panose="02010509060101010101" pitchFamily="49" charset="-122"/>
              </a:rPr>
              <a:t>，求电容器电能，</a:t>
            </a:r>
            <a:r>
              <a:rPr lang="en-US" altLang="zh-CN" sz="2800">
                <a:solidFill>
                  <a:srgbClr val="FF3300"/>
                </a:solidFill>
                <a:latin typeface="Times New Roman" panose="02020603050405020304" pitchFamily="18" charset="0"/>
                <a:ea typeface="隶书" panose="02010509060101010101" pitchFamily="49" charset="-122"/>
              </a:rPr>
              <a:t>2ms</a:t>
            </a:r>
            <a:r>
              <a:rPr lang="zh-CN" altLang="en-US" sz="2800">
                <a:solidFill>
                  <a:srgbClr val="FF3300"/>
                </a:solidFill>
                <a:latin typeface="Times New Roman" panose="02020603050405020304" pitchFamily="18" charset="0"/>
                <a:ea typeface="隶书" panose="02010509060101010101" pitchFamily="49" charset="-122"/>
              </a:rPr>
              <a:t>内提供</a:t>
            </a:r>
            <a:r>
              <a:rPr lang="en-US" altLang="zh-CN" sz="2800">
                <a:solidFill>
                  <a:srgbClr val="FF3300"/>
                </a:solidFill>
                <a:latin typeface="Times New Roman" panose="02020603050405020304" pitchFamily="18" charset="0"/>
                <a:ea typeface="隶书" panose="02010509060101010101" pitchFamily="49" charset="-122"/>
              </a:rPr>
              <a:t>200J</a:t>
            </a:r>
            <a:r>
              <a:rPr lang="zh-CN" altLang="en-US" sz="2800">
                <a:solidFill>
                  <a:srgbClr val="FF3300"/>
                </a:solidFill>
                <a:latin typeface="Times New Roman" panose="02020603050405020304" pitchFamily="18" charset="0"/>
                <a:ea typeface="隶书" panose="02010509060101010101" pitchFamily="49" charset="-122"/>
              </a:rPr>
              <a:t>，求作用在人体上的功率。</a:t>
            </a:r>
          </a:p>
        </p:txBody>
      </p:sp>
      <p:graphicFrame>
        <p:nvGraphicFramePr>
          <p:cNvPr id="220173" name="Object 17"/>
          <p:cNvGraphicFramePr>
            <a:graphicFrameLocks noGrp="1" noChangeAspect="1"/>
          </p:cNvGraphicFramePr>
          <p:nvPr>
            <p:ph sz="half" idx="2"/>
          </p:nvPr>
        </p:nvGraphicFramePr>
        <p:xfrm>
          <a:off x="2751139" y="5549900"/>
          <a:ext cx="1501775" cy="742950"/>
        </p:xfrm>
        <a:graphic>
          <a:graphicData uri="http://schemas.openxmlformats.org/presentationml/2006/ole">
            <mc:AlternateContent xmlns:mc="http://schemas.openxmlformats.org/markup-compatibility/2006">
              <mc:Choice xmlns:v="urn:schemas-microsoft-com:vml" Requires="v">
                <p:oleObj spid="_x0000_s7229" name="Equation" r:id="rId10" imgW="1180588" imgH="583947" progId="Equation.DSMT4">
                  <p:embed/>
                </p:oleObj>
              </mc:Choice>
              <mc:Fallback>
                <p:oleObj name="Equation" r:id="rId10" imgW="1180588" imgH="58394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139" y="5549900"/>
                        <a:ext cx="1501775" cy="7429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4" name="Text Box 20"/>
          <p:cNvSpPr txBox="1">
            <a:spLocks noChangeArrowheads="1"/>
          </p:cNvSpPr>
          <p:nvPr/>
        </p:nvSpPr>
        <p:spPr bwMode="auto">
          <a:xfrm>
            <a:off x="5486401" y="638176"/>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电容器充电</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时外力做的功：</a:t>
            </a:r>
          </a:p>
        </p:txBody>
      </p:sp>
    </p:spTree>
    <p:extLst>
      <p:ext uri="{BB962C8B-B14F-4D97-AF65-F5344CB8AC3E}">
        <p14:creationId xmlns:p14="http://schemas.microsoft.com/office/powerpoint/2010/main" val="2346657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2210" name="Object 3"/>
          <p:cNvGraphicFramePr>
            <a:graphicFrameLocks noGrp="1" noChangeAspect="1"/>
          </p:cNvGraphicFramePr>
          <p:nvPr>
            <p:ph sz="half" idx="1"/>
          </p:nvPr>
        </p:nvGraphicFramePr>
        <p:xfrm>
          <a:off x="3022600" y="955676"/>
          <a:ext cx="1231900" cy="411163"/>
        </p:xfrm>
        <a:graphic>
          <a:graphicData uri="http://schemas.openxmlformats.org/presentationml/2006/ole">
            <mc:AlternateContent xmlns:mc="http://schemas.openxmlformats.org/markup-compatibility/2006">
              <mc:Choice xmlns:v="urn:schemas-microsoft-com:vml" Requires="v">
                <p:oleObj spid="_x0000_s8306" name="Equation" r:id="rId4" imgW="685800" imgH="228600" progId="Equation.DSMT4">
                  <p:embed/>
                </p:oleObj>
              </mc:Choice>
              <mc:Fallback>
                <p:oleObj name="Equation" r:id="rId4" imgW="6858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600" y="955676"/>
                        <a:ext cx="1231900" cy="4111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0" name="Object 12"/>
          <p:cNvGraphicFramePr>
            <a:graphicFrameLocks noChangeAspect="1"/>
          </p:cNvGraphicFramePr>
          <p:nvPr/>
        </p:nvGraphicFramePr>
        <p:xfrm>
          <a:off x="4337050" y="1701801"/>
          <a:ext cx="3462338" cy="627063"/>
        </p:xfrm>
        <a:graphic>
          <a:graphicData uri="http://schemas.openxmlformats.org/presentationml/2006/ole">
            <mc:AlternateContent xmlns:mc="http://schemas.openxmlformats.org/markup-compatibility/2006">
              <mc:Choice xmlns:v="urn:schemas-microsoft-com:vml" Requires="v">
                <p:oleObj spid="_x0000_s8307" name="Equation" r:id="rId6" imgW="2527300" imgH="457200" progId="Equation.DSMT4">
                  <p:embed/>
                </p:oleObj>
              </mc:Choice>
              <mc:Fallback>
                <p:oleObj name="Equation" r:id="rId6" imgW="25273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7050" y="1701801"/>
                        <a:ext cx="3462338" cy="6270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2212" name="Text Box 13"/>
          <p:cNvSpPr txBox="1">
            <a:spLocks noChangeArrowheads="1"/>
          </p:cNvSpPr>
          <p:nvPr/>
        </p:nvSpPr>
        <p:spPr bwMode="auto">
          <a:xfrm>
            <a:off x="1974851" y="231776"/>
            <a:ext cx="8113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800">
                <a:solidFill>
                  <a:srgbClr val="FF3300"/>
                </a:solidFill>
                <a:latin typeface="Times New Roman" panose="02020603050405020304" pitchFamily="18" charset="0"/>
                <a:ea typeface="隶书" panose="02010509060101010101" pitchFamily="49" charset="-122"/>
              </a:rPr>
              <a:t>例：</a:t>
            </a:r>
            <a:r>
              <a:rPr lang="en-US" altLang="zh-CN" sz="2800">
                <a:solidFill>
                  <a:srgbClr val="FF3300"/>
                </a:solidFill>
                <a:latin typeface="Times New Roman" panose="02020603050405020304" pitchFamily="18" charset="0"/>
                <a:ea typeface="隶书" panose="02010509060101010101" pitchFamily="49" charset="-122"/>
              </a:rPr>
              <a:t>Q</a:t>
            </a:r>
            <a:r>
              <a:rPr lang="zh-CN" altLang="en-US" sz="2800">
                <a:solidFill>
                  <a:srgbClr val="FF3300"/>
                </a:solidFill>
                <a:latin typeface="Times New Roman" panose="02020603050405020304" pitchFamily="18" charset="0"/>
                <a:ea typeface="隶书" panose="02010509060101010101" pitchFamily="49" charset="-122"/>
              </a:rPr>
              <a:t>均匀分布在带电球表面，求电能。</a:t>
            </a:r>
          </a:p>
        </p:txBody>
      </p:sp>
      <p:sp>
        <p:nvSpPr>
          <p:cNvPr id="222213" name="Oval 15"/>
          <p:cNvSpPr>
            <a:spLocks noChangeArrowheads="1"/>
          </p:cNvSpPr>
          <p:nvPr/>
        </p:nvSpPr>
        <p:spPr bwMode="auto">
          <a:xfrm>
            <a:off x="7910513" y="1552575"/>
            <a:ext cx="1465262" cy="142240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2214" name="Line 16"/>
          <p:cNvSpPr>
            <a:spLocks noChangeShapeType="1"/>
          </p:cNvSpPr>
          <p:nvPr/>
        </p:nvSpPr>
        <p:spPr bwMode="auto">
          <a:xfrm flipV="1">
            <a:off x="8650289" y="2032000"/>
            <a:ext cx="682625" cy="319088"/>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22215" name="Object 17"/>
          <p:cNvGraphicFramePr>
            <a:graphicFrameLocks noChangeAspect="1"/>
          </p:cNvGraphicFramePr>
          <p:nvPr/>
        </p:nvGraphicFramePr>
        <p:xfrm>
          <a:off x="4637088" y="927101"/>
          <a:ext cx="1389062" cy="582613"/>
        </p:xfrm>
        <a:graphic>
          <a:graphicData uri="http://schemas.openxmlformats.org/presentationml/2006/ole">
            <mc:AlternateContent xmlns:mc="http://schemas.openxmlformats.org/markup-compatibility/2006">
              <mc:Choice xmlns:v="urn:schemas-microsoft-com:vml" Requires="v">
                <p:oleObj spid="_x0000_s8308" name="Equation" r:id="rId8" imgW="1092200" imgH="457200" progId="Equation.DSMT4">
                  <p:embed/>
                </p:oleObj>
              </mc:Choice>
              <mc:Fallback>
                <p:oleObj name="Equation" r:id="rId8" imgW="10922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37088" y="927101"/>
                        <a:ext cx="1389062" cy="5826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6" name="Object 18"/>
          <p:cNvGraphicFramePr>
            <a:graphicFrameLocks noChangeAspect="1"/>
          </p:cNvGraphicFramePr>
          <p:nvPr/>
        </p:nvGraphicFramePr>
        <p:xfrm>
          <a:off x="2940050" y="1712913"/>
          <a:ext cx="920750" cy="550862"/>
        </p:xfrm>
        <a:graphic>
          <a:graphicData uri="http://schemas.openxmlformats.org/presentationml/2006/ole">
            <mc:AlternateContent xmlns:mc="http://schemas.openxmlformats.org/markup-compatibility/2006">
              <mc:Choice xmlns:v="urn:schemas-microsoft-com:vml" Requires="v">
                <p:oleObj spid="_x0000_s8309" name="Equation" r:id="rId10" imgW="723586" imgH="431613" progId="Equation.DSMT4">
                  <p:embed/>
                </p:oleObj>
              </mc:Choice>
              <mc:Fallback>
                <p:oleObj name="Equation" r:id="rId10" imgW="723586"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40050" y="1712913"/>
                        <a:ext cx="920750" cy="5508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7" name="Object 19"/>
          <p:cNvGraphicFramePr>
            <a:graphicFrameLocks noChangeAspect="1"/>
          </p:cNvGraphicFramePr>
          <p:nvPr/>
        </p:nvGraphicFramePr>
        <p:xfrm>
          <a:off x="2808289" y="2797176"/>
          <a:ext cx="4960937" cy="614363"/>
        </p:xfrm>
        <a:graphic>
          <a:graphicData uri="http://schemas.openxmlformats.org/presentationml/2006/ole">
            <mc:AlternateContent xmlns:mc="http://schemas.openxmlformats.org/markup-compatibility/2006">
              <mc:Choice xmlns:v="urn:schemas-microsoft-com:vml" Requires="v">
                <p:oleObj spid="_x0000_s8310" name="Equation" r:id="rId12" imgW="3898900" imgH="482600" progId="Equation.DSMT4">
                  <p:embed/>
                </p:oleObj>
              </mc:Choice>
              <mc:Fallback>
                <p:oleObj name="Equation" r:id="rId12" imgW="3898900" imgH="482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08289" y="2797176"/>
                        <a:ext cx="4960937" cy="6143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48" name="Text Box 20"/>
          <p:cNvSpPr txBox="1">
            <a:spLocks noChangeArrowheads="1"/>
          </p:cNvSpPr>
          <p:nvPr/>
        </p:nvSpPr>
        <p:spPr bwMode="auto">
          <a:xfrm>
            <a:off x="2030413" y="885825"/>
            <a:ext cx="493712" cy="457200"/>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1</a:t>
            </a:r>
            <a:r>
              <a:rPr lang="zh-CN" altLang="en-US"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a:t>
            </a:r>
          </a:p>
        </p:txBody>
      </p:sp>
      <p:sp>
        <p:nvSpPr>
          <p:cNvPr id="201749" name="Text Box 21"/>
          <p:cNvSpPr txBox="1">
            <a:spLocks noChangeArrowheads="1"/>
          </p:cNvSpPr>
          <p:nvPr/>
        </p:nvSpPr>
        <p:spPr bwMode="auto">
          <a:xfrm>
            <a:off x="1958976" y="1654175"/>
            <a:ext cx="493713" cy="457200"/>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2</a:t>
            </a:r>
            <a:r>
              <a:rPr lang="zh-CN" altLang="en-US"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a:t>
            </a:r>
          </a:p>
        </p:txBody>
      </p:sp>
      <p:sp>
        <p:nvSpPr>
          <p:cNvPr id="201750" name="Text Box 22"/>
          <p:cNvSpPr txBox="1">
            <a:spLocks noChangeArrowheads="1"/>
          </p:cNvSpPr>
          <p:nvPr/>
        </p:nvSpPr>
        <p:spPr bwMode="auto">
          <a:xfrm>
            <a:off x="1930401" y="2786063"/>
            <a:ext cx="493713" cy="457200"/>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3</a:t>
            </a:r>
            <a:r>
              <a:rPr lang="zh-CN" altLang="en-US" sz="24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a:t>
            </a:r>
          </a:p>
        </p:txBody>
      </p:sp>
      <p:sp>
        <p:nvSpPr>
          <p:cNvPr id="222221" name="Text Box 23"/>
          <p:cNvSpPr txBox="1">
            <a:spLocks noChangeArrowheads="1"/>
          </p:cNvSpPr>
          <p:nvPr/>
        </p:nvSpPr>
        <p:spPr bwMode="auto">
          <a:xfrm>
            <a:off x="1830388" y="3730626"/>
            <a:ext cx="8113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800" dirty="0">
                <a:solidFill>
                  <a:srgbClr val="FF3300"/>
                </a:solidFill>
                <a:latin typeface="Times New Roman" panose="02020603050405020304" pitchFamily="18" charset="0"/>
                <a:ea typeface="隶书" panose="02010509060101010101" pitchFamily="49" charset="-122"/>
              </a:rPr>
              <a:t>例：</a:t>
            </a:r>
            <a:r>
              <a:rPr lang="en-US" altLang="zh-CN" sz="2800" dirty="0">
                <a:solidFill>
                  <a:srgbClr val="FF3300"/>
                </a:solidFill>
                <a:latin typeface="Times New Roman" panose="02020603050405020304" pitchFamily="18" charset="0"/>
                <a:ea typeface="隶书" panose="02010509060101010101" pitchFamily="49" charset="-122"/>
              </a:rPr>
              <a:t>Q</a:t>
            </a:r>
            <a:r>
              <a:rPr lang="zh-CN" altLang="en-US" sz="2800" dirty="0">
                <a:solidFill>
                  <a:srgbClr val="FF3300"/>
                </a:solidFill>
                <a:latin typeface="Times New Roman" panose="02020603050405020304" pitchFamily="18" charset="0"/>
                <a:ea typeface="隶书" panose="02010509060101010101" pitchFamily="49" charset="-122"/>
              </a:rPr>
              <a:t>均匀分布在带电球体内，求电能。</a:t>
            </a:r>
          </a:p>
        </p:txBody>
      </p:sp>
      <p:graphicFrame>
        <p:nvGraphicFramePr>
          <p:cNvPr id="222222" name="Object 25"/>
          <p:cNvGraphicFramePr>
            <a:graphicFrameLocks noChangeAspect="1"/>
          </p:cNvGraphicFramePr>
          <p:nvPr/>
        </p:nvGraphicFramePr>
        <p:xfrm>
          <a:off x="3041651" y="4513263"/>
          <a:ext cx="1503363" cy="582612"/>
        </p:xfrm>
        <a:graphic>
          <a:graphicData uri="http://schemas.openxmlformats.org/presentationml/2006/ole">
            <mc:AlternateContent xmlns:mc="http://schemas.openxmlformats.org/markup-compatibility/2006">
              <mc:Choice xmlns:v="urn:schemas-microsoft-com:vml" Requires="v">
                <p:oleObj spid="_x0000_s8311" name="Equation" r:id="rId14" imgW="1181100" imgH="457200" progId="Equation.DSMT4">
                  <p:embed/>
                </p:oleObj>
              </mc:Choice>
              <mc:Fallback>
                <p:oleObj name="Equation" r:id="rId14" imgW="1181100" imgH="457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41651" y="4513263"/>
                        <a:ext cx="1503363" cy="58261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23" name="Object 26"/>
          <p:cNvGraphicFramePr>
            <a:graphicFrameLocks noChangeAspect="1"/>
          </p:cNvGraphicFramePr>
          <p:nvPr/>
        </p:nvGraphicFramePr>
        <p:xfrm>
          <a:off x="2860676" y="5300663"/>
          <a:ext cx="2174875" cy="627062"/>
        </p:xfrm>
        <a:graphic>
          <a:graphicData uri="http://schemas.openxmlformats.org/presentationml/2006/ole">
            <mc:AlternateContent xmlns:mc="http://schemas.openxmlformats.org/markup-compatibility/2006">
              <mc:Choice xmlns:v="urn:schemas-microsoft-com:vml" Requires="v">
                <p:oleObj spid="_x0000_s8312" name="Equation" r:id="rId16" imgW="1587500" imgH="457200" progId="Equation.DSMT4">
                  <p:embed/>
                </p:oleObj>
              </mc:Choice>
              <mc:Fallback>
                <p:oleObj name="Equation" r:id="rId16" imgW="1587500" imgH="4572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60676" y="5300663"/>
                        <a:ext cx="2174875" cy="6270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24" name="Object 27"/>
          <p:cNvGraphicFramePr>
            <a:graphicFrameLocks noChangeAspect="1"/>
          </p:cNvGraphicFramePr>
          <p:nvPr/>
        </p:nvGraphicFramePr>
        <p:xfrm>
          <a:off x="7329488" y="4446589"/>
          <a:ext cx="2101850" cy="1730375"/>
        </p:xfrm>
        <a:graphic>
          <a:graphicData uri="http://schemas.openxmlformats.org/presentationml/2006/ole">
            <mc:AlternateContent xmlns:mc="http://schemas.openxmlformats.org/markup-compatibility/2006">
              <mc:Choice xmlns:v="urn:schemas-microsoft-com:vml" Requires="v">
                <p:oleObj spid="_x0000_s8313" name="Equation" r:id="rId18" imgW="1651000" imgH="1358900" progId="Equation.DSMT4">
                  <p:embed/>
                </p:oleObj>
              </mc:Choice>
              <mc:Fallback>
                <p:oleObj name="Equation" r:id="rId18" imgW="1651000" imgH="13589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29488" y="4446589"/>
                        <a:ext cx="2101850" cy="17303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56" name="Text Box 28"/>
          <p:cNvSpPr txBox="1">
            <a:spLocks noChangeArrowheads="1"/>
          </p:cNvSpPr>
          <p:nvPr/>
        </p:nvSpPr>
        <p:spPr bwMode="auto">
          <a:xfrm>
            <a:off x="1524000" y="5911851"/>
            <a:ext cx="3932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800">
                <a:solidFill>
                  <a:srgbClr val="FF3300"/>
                </a:solidFill>
                <a:latin typeface="Times New Roman" panose="02020603050405020304" pitchFamily="18" charset="0"/>
                <a:ea typeface="隶书" panose="02010509060101010101" pitchFamily="49" charset="-122"/>
              </a:rPr>
              <a:t>为什么不能用电容法？</a:t>
            </a:r>
          </a:p>
        </p:txBody>
      </p:sp>
      <p:sp>
        <p:nvSpPr>
          <p:cNvPr id="201757" name="Text Box 29"/>
          <p:cNvSpPr txBox="1">
            <a:spLocks noChangeArrowheads="1"/>
          </p:cNvSpPr>
          <p:nvPr/>
        </p:nvSpPr>
        <p:spPr bwMode="auto">
          <a:xfrm>
            <a:off x="5283200" y="6188076"/>
            <a:ext cx="488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000">
                <a:solidFill>
                  <a:srgbClr val="000099"/>
                </a:solidFill>
                <a:latin typeface="Times New Roman" panose="02020603050405020304" pitchFamily="18" charset="0"/>
              </a:rPr>
              <a:t>不是导体，不能同无限远处构成电容器</a:t>
            </a:r>
          </a:p>
        </p:txBody>
      </p:sp>
    </p:spTree>
    <p:extLst>
      <p:ext uri="{BB962C8B-B14F-4D97-AF65-F5344CB8AC3E}">
        <p14:creationId xmlns:p14="http://schemas.microsoft.com/office/powerpoint/2010/main" val="376933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17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17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17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17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174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17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1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49" grpId="0"/>
      <p:bldP spid="201750" grpId="0"/>
      <p:bldP spid="201756" grpId="0"/>
      <p:bldP spid="2017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ChangeArrowheads="1"/>
          </p:cNvSpPr>
          <p:nvPr/>
        </p:nvSpPr>
        <p:spPr bwMode="auto">
          <a:xfrm>
            <a:off x="1865313" y="1089026"/>
            <a:ext cx="4500562"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均匀带电的橡皮气球：</a:t>
            </a:r>
          </a:p>
        </p:txBody>
      </p:sp>
      <p:sp>
        <p:nvSpPr>
          <p:cNvPr id="224259" name="AutoShape 3"/>
          <p:cNvSpPr>
            <a:spLocks noChangeArrowheads="1"/>
          </p:cNvSpPr>
          <p:nvPr/>
        </p:nvSpPr>
        <p:spPr bwMode="auto">
          <a:xfrm>
            <a:off x="6545263" y="3563939"/>
            <a:ext cx="1530350" cy="314325"/>
          </a:xfrm>
          <a:prstGeom prst="rightArrow">
            <a:avLst>
              <a:gd name="adj1" fmla="val 50000"/>
              <a:gd name="adj2" fmla="val 12171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196612" name="Rectangle 4"/>
          <p:cNvSpPr>
            <a:spLocks noChangeArrowheads="1"/>
          </p:cNvSpPr>
          <p:nvPr/>
        </p:nvSpPr>
        <p:spPr bwMode="auto">
          <a:xfrm>
            <a:off x="2000251" y="3384551"/>
            <a:ext cx="4500563"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电荷间斥力做功</a:t>
            </a:r>
          </a:p>
        </p:txBody>
      </p:sp>
      <p:sp>
        <p:nvSpPr>
          <p:cNvPr id="196613" name="Rectangle 5"/>
          <p:cNvSpPr>
            <a:spLocks noChangeArrowheads="1"/>
          </p:cNvSpPr>
          <p:nvPr/>
        </p:nvSpPr>
        <p:spPr bwMode="auto">
          <a:xfrm>
            <a:off x="3530600" y="188914"/>
            <a:ext cx="4140200"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静电场的能</a:t>
            </a:r>
          </a:p>
        </p:txBody>
      </p:sp>
      <p:sp>
        <p:nvSpPr>
          <p:cNvPr id="224262" name="AutoShape 6"/>
          <p:cNvSpPr>
            <a:spLocks noChangeArrowheads="1"/>
          </p:cNvSpPr>
          <p:nvPr/>
        </p:nvSpPr>
        <p:spPr bwMode="auto">
          <a:xfrm>
            <a:off x="5105400" y="4643439"/>
            <a:ext cx="1530350" cy="314325"/>
          </a:xfrm>
          <a:prstGeom prst="rightArrow">
            <a:avLst>
              <a:gd name="adj1" fmla="val 50000"/>
              <a:gd name="adj2" fmla="val 12171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graphicFrame>
        <p:nvGraphicFramePr>
          <p:cNvPr id="224263" name="Object 7"/>
          <p:cNvGraphicFramePr>
            <a:graphicFrameLocks noChangeAspect="1"/>
          </p:cNvGraphicFramePr>
          <p:nvPr/>
        </p:nvGraphicFramePr>
        <p:xfrm>
          <a:off x="1909764" y="4329114"/>
          <a:ext cx="2727325" cy="947737"/>
        </p:xfrm>
        <a:graphic>
          <a:graphicData uri="http://schemas.openxmlformats.org/presentationml/2006/ole">
            <mc:AlternateContent xmlns:mc="http://schemas.openxmlformats.org/markup-compatibility/2006">
              <mc:Choice xmlns:v="urn:schemas-microsoft-com:vml" Requires="v">
                <p:oleObj spid="_x0000_s9274" name="Equation" r:id="rId4" imgW="1308100" imgH="457200" progId="Equation.DSMT4">
                  <p:embed/>
                </p:oleObj>
              </mc:Choice>
              <mc:Fallback>
                <p:oleObj name="Equation" r:id="rId4" imgW="13081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9764" y="4329114"/>
                        <a:ext cx="2727325" cy="9477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4264" name="Oval 8"/>
          <p:cNvSpPr>
            <a:spLocks noChangeArrowheads="1"/>
          </p:cNvSpPr>
          <p:nvPr/>
        </p:nvSpPr>
        <p:spPr bwMode="auto">
          <a:xfrm>
            <a:off x="8256589" y="1179513"/>
            <a:ext cx="1709737" cy="1619250"/>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4265" name="Oval 9"/>
          <p:cNvSpPr>
            <a:spLocks noChangeArrowheads="1"/>
          </p:cNvSpPr>
          <p:nvPr/>
        </p:nvSpPr>
        <p:spPr bwMode="auto">
          <a:xfrm>
            <a:off x="8166101" y="1089026"/>
            <a:ext cx="1890713" cy="1844675"/>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4266" name="Line 10"/>
          <p:cNvSpPr>
            <a:spLocks noChangeShapeType="1"/>
          </p:cNvSpPr>
          <p:nvPr/>
        </p:nvSpPr>
        <p:spPr bwMode="auto">
          <a:xfrm flipV="1">
            <a:off x="9110664" y="1628776"/>
            <a:ext cx="765175" cy="404813"/>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24267" name="Line 11"/>
          <p:cNvSpPr>
            <a:spLocks noChangeShapeType="1"/>
          </p:cNvSpPr>
          <p:nvPr/>
        </p:nvSpPr>
        <p:spPr bwMode="auto">
          <a:xfrm>
            <a:off x="9110663" y="2033588"/>
            <a:ext cx="900112" cy="360362"/>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24268" name="Rectangle 12"/>
          <p:cNvSpPr>
            <a:spLocks noChangeArrowheads="1"/>
          </p:cNvSpPr>
          <p:nvPr/>
        </p:nvSpPr>
        <p:spPr bwMode="auto">
          <a:xfrm>
            <a:off x="8931275" y="1493838"/>
            <a:ext cx="5397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ClrTx/>
              <a:buSzTx/>
              <a:buFontTx/>
              <a:buNone/>
            </a:pPr>
            <a:r>
              <a:rPr lang="en-US" altLang="zh-CN" sz="1800">
                <a:solidFill>
                  <a:srgbClr val="00060C"/>
                </a:solidFill>
                <a:latin typeface="Verdana" panose="020B0604030504040204" pitchFamily="34" charset="0"/>
              </a:rPr>
              <a:t>R</a:t>
            </a:r>
          </a:p>
        </p:txBody>
      </p:sp>
      <p:sp>
        <p:nvSpPr>
          <p:cNvPr id="224269" name="Rectangle 13"/>
          <p:cNvSpPr>
            <a:spLocks noChangeArrowheads="1"/>
          </p:cNvSpPr>
          <p:nvPr/>
        </p:nvSpPr>
        <p:spPr bwMode="auto">
          <a:xfrm>
            <a:off x="9382125" y="1989138"/>
            <a:ext cx="5397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ClrTx/>
              <a:buSzTx/>
              <a:buFontTx/>
              <a:buNone/>
            </a:pPr>
            <a:r>
              <a:rPr lang="en-US" altLang="zh-CN" sz="1800">
                <a:solidFill>
                  <a:srgbClr val="00060C"/>
                </a:solidFill>
                <a:latin typeface="Verdana" panose="020B0604030504040204" pitchFamily="34" charset="0"/>
              </a:rPr>
              <a:t>R+dR</a:t>
            </a:r>
          </a:p>
        </p:txBody>
      </p:sp>
      <p:graphicFrame>
        <p:nvGraphicFramePr>
          <p:cNvPr id="224270" name="Object 14"/>
          <p:cNvGraphicFramePr>
            <a:graphicFrameLocks noChangeAspect="1"/>
          </p:cNvGraphicFramePr>
          <p:nvPr/>
        </p:nvGraphicFramePr>
        <p:xfrm>
          <a:off x="2765425" y="2079625"/>
          <a:ext cx="1879600" cy="947738"/>
        </p:xfrm>
        <a:graphic>
          <a:graphicData uri="http://schemas.openxmlformats.org/presentationml/2006/ole">
            <mc:AlternateContent xmlns:mc="http://schemas.openxmlformats.org/markup-compatibility/2006">
              <mc:Choice xmlns:v="urn:schemas-microsoft-com:vml" Requires="v">
                <p:oleObj spid="_x0000_s9275" name="Equation" r:id="rId6" imgW="901700" imgH="457200" progId="Equation.DSMT4">
                  <p:embed/>
                </p:oleObj>
              </mc:Choice>
              <mc:Fallback>
                <p:oleObj name="Equation" r:id="rId6" imgW="9017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5425" y="2079625"/>
                        <a:ext cx="1879600" cy="9477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71" name="Object 15"/>
          <p:cNvGraphicFramePr>
            <a:graphicFrameLocks noChangeAspect="1"/>
          </p:cNvGraphicFramePr>
          <p:nvPr/>
        </p:nvGraphicFramePr>
        <p:xfrm>
          <a:off x="6850064" y="4329114"/>
          <a:ext cx="2568575" cy="947737"/>
        </p:xfrm>
        <a:graphic>
          <a:graphicData uri="http://schemas.openxmlformats.org/presentationml/2006/ole">
            <mc:AlternateContent xmlns:mc="http://schemas.openxmlformats.org/markup-compatibility/2006">
              <mc:Choice xmlns:v="urn:schemas-microsoft-com:vml" Requires="v">
                <p:oleObj spid="_x0000_s9276" name="Equation" r:id="rId8" imgW="1231900" imgH="457200" progId="Equation.DSMT4">
                  <p:embed/>
                </p:oleObj>
              </mc:Choice>
              <mc:Fallback>
                <p:oleObj name="Equation" r:id="rId8" imgW="12319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0064" y="4329114"/>
                        <a:ext cx="2568575" cy="9477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6624" name="Rectangle 16"/>
          <p:cNvSpPr>
            <a:spLocks noChangeArrowheads="1"/>
          </p:cNvSpPr>
          <p:nvPr/>
        </p:nvSpPr>
        <p:spPr bwMode="auto">
          <a:xfrm>
            <a:off x="8166101" y="3429000"/>
            <a:ext cx="2314575" cy="541338"/>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能量减少</a:t>
            </a:r>
          </a:p>
        </p:txBody>
      </p:sp>
      <p:sp>
        <p:nvSpPr>
          <p:cNvPr id="196625" name="Rectangle 17"/>
          <p:cNvSpPr>
            <a:spLocks noChangeArrowheads="1"/>
          </p:cNvSpPr>
          <p:nvPr/>
        </p:nvSpPr>
        <p:spPr bwMode="auto">
          <a:xfrm>
            <a:off x="9471025" y="4329113"/>
            <a:ext cx="971550" cy="855662"/>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储存能量</a:t>
            </a:r>
          </a:p>
        </p:txBody>
      </p:sp>
      <p:graphicFrame>
        <p:nvGraphicFramePr>
          <p:cNvPr id="224274" name="Object 18"/>
          <p:cNvGraphicFramePr>
            <a:graphicFrameLocks noChangeAspect="1"/>
          </p:cNvGraphicFramePr>
          <p:nvPr/>
        </p:nvGraphicFramePr>
        <p:xfrm>
          <a:off x="1981201" y="5589588"/>
          <a:ext cx="7599363" cy="1052512"/>
        </p:xfrm>
        <a:graphic>
          <a:graphicData uri="http://schemas.openxmlformats.org/presentationml/2006/ole">
            <mc:AlternateContent xmlns:mc="http://schemas.openxmlformats.org/markup-compatibility/2006">
              <mc:Choice xmlns:v="urn:schemas-microsoft-com:vml" Requires="v">
                <p:oleObj spid="_x0000_s9277" name="Equation" r:id="rId10" imgW="3644900" imgH="508000" progId="Equation.DSMT4">
                  <p:embed/>
                </p:oleObj>
              </mc:Choice>
              <mc:Fallback>
                <p:oleObj name="Equation" r:id="rId10" imgW="3644900" imgH="5080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1201" y="5589588"/>
                        <a:ext cx="7599363" cy="10525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57415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ChangeArrowheads="1"/>
          </p:cNvSpPr>
          <p:nvPr/>
        </p:nvSpPr>
        <p:spPr bwMode="auto">
          <a:xfrm>
            <a:off x="2187575" y="2052639"/>
            <a:ext cx="3373438"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dirty="0">
                <a:solidFill>
                  <a:srgbClr val="00060C"/>
                </a:solidFill>
                <a:effectLst>
                  <a:outerShdw blurRad="38100" dist="38100" dir="2700000" algn="tl">
                    <a:srgbClr val="C0C0C0"/>
                  </a:outerShdw>
                </a:effectLst>
                <a:ea typeface="隶书" panose="02010509060101010101" pitchFamily="49" charset="-122"/>
              </a:rPr>
              <a:t>电场能量密度：</a:t>
            </a:r>
          </a:p>
        </p:txBody>
      </p:sp>
      <p:sp>
        <p:nvSpPr>
          <p:cNvPr id="197635" name="Rectangle 3"/>
          <p:cNvSpPr>
            <a:spLocks noChangeArrowheads="1"/>
          </p:cNvSpPr>
          <p:nvPr/>
        </p:nvSpPr>
        <p:spPr bwMode="auto">
          <a:xfrm>
            <a:off x="3530600" y="188914"/>
            <a:ext cx="4140200"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静电场的能</a:t>
            </a:r>
          </a:p>
        </p:txBody>
      </p:sp>
      <p:sp>
        <p:nvSpPr>
          <p:cNvPr id="226308" name="AutoShape 4"/>
          <p:cNvSpPr>
            <a:spLocks noChangeArrowheads="1"/>
          </p:cNvSpPr>
          <p:nvPr/>
        </p:nvSpPr>
        <p:spPr bwMode="auto">
          <a:xfrm>
            <a:off x="4835525" y="4914901"/>
            <a:ext cx="1530350" cy="314325"/>
          </a:xfrm>
          <a:prstGeom prst="rightArrow">
            <a:avLst>
              <a:gd name="adj1" fmla="val 50000"/>
              <a:gd name="adj2" fmla="val 12171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197637" name="Rectangle 5"/>
          <p:cNvSpPr>
            <a:spLocks noChangeArrowheads="1"/>
          </p:cNvSpPr>
          <p:nvPr/>
        </p:nvSpPr>
        <p:spPr bwMode="auto">
          <a:xfrm>
            <a:off x="2160588" y="4391026"/>
            <a:ext cx="2520950" cy="855663"/>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dirty="0">
                <a:solidFill>
                  <a:srgbClr val="00060C"/>
                </a:solidFill>
                <a:effectLst>
                  <a:outerShdw blurRad="38100" dist="38100" dir="2700000" algn="tl">
                    <a:srgbClr val="C0C0C0"/>
                  </a:outerShdw>
                </a:effectLst>
                <a:ea typeface="隶书" panose="02010509060101010101" pitchFamily="49" charset="-122"/>
              </a:rPr>
              <a:t>带电体系的电场总能量：</a:t>
            </a:r>
          </a:p>
        </p:txBody>
      </p:sp>
      <p:graphicFrame>
        <p:nvGraphicFramePr>
          <p:cNvPr id="226310" name="Object 6"/>
          <p:cNvGraphicFramePr>
            <a:graphicFrameLocks noChangeAspect="1"/>
          </p:cNvGraphicFramePr>
          <p:nvPr/>
        </p:nvGraphicFramePr>
        <p:xfrm>
          <a:off x="2089150" y="950913"/>
          <a:ext cx="2330450" cy="868362"/>
        </p:xfrm>
        <a:graphic>
          <a:graphicData uri="http://schemas.openxmlformats.org/presentationml/2006/ole">
            <mc:AlternateContent xmlns:mc="http://schemas.openxmlformats.org/markup-compatibility/2006">
              <mc:Choice xmlns:v="urn:schemas-microsoft-com:vml" Requires="v">
                <p:oleObj spid="_x0000_s10340" name="Equation" r:id="rId4" imgW="1117600" imgH="419100" progId="Equation.DSMT4">
                  <p:embed/>
                </p:oleObj>
              </mc:Choice>
              <mc:Fallback>
                <p:oleObj name="Equation" r:id="rId4" imgW="11176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9150" y="950913"/>
                        <a:ext cx="2330450" cy="8683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11" name="Object 7"/>
          <p:cNvGraphicFramePr>
            <a:graphicFrameLocks noChangeAspect="1"/>
          </p:cNvGraphicFramePr>
          <p:nvPr/>
        </p:nvGraphicFramePr>
        <p:xfrm>
          <a:off x="2406651" y="3086101"/>
          <a:ext cx="2568575" cy="868363"/>
        </p:xfrm>
        <a:graphic>
          <a:graphicData uri="http://schemas.openxmlformats.org/presentationml/2006/ole">
            <mc:AlternateContent xmlns:mc="http://schemas.openxmlformats.org/markup-compatibility/2006">
              <mc:Choice xmlns:v="urn:schemas-microsoft-com:vml" Requires="v">
                <p:oleObj spid="_x0000_s10341" name="Equation" r:id="rId6" imgW="1231366" imgH="418918" progId="Equation.DSMT4">
                  <p:embed/>
                </p:oleObj>
              </mc:Choice>
              <mc:Fallback>
                <p:oleObj name="Equation" r:id="rId6" imgW="1231366" imgH="418918"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6651" y="3086101"/>
                        <a:ext cx="2568575" cy="868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12" name="Object 8"/>
          <p:cNvGraphicFramePr>
            <a:graphicFrameLocks noChangeAspect="1"/>
          </p:cNvGraphicFramePr>
          <p:nvPr/>
        </p:nvGraphicFramePr>
        <p:xfrm>
          <a:off x="1716088" y="5622925"/>
          <a:ext cx="3257550" cy="947738"/>
        </p:xfrm>
        <a:graphic>
          <a:graphicData uri="http://schemas.openxmlformats.org/presentationml/2006/ole">
            <mc:AlternateContent xmlns:mc="http://schemas.openxmlformats.org/markup-compatibility/2006">
              <mc:Choice xmlns:v="urn:schemas-microsoft-com:vml" Requires="v">
                <p:oleObj spid="_x0000_s10342" name="Equation" r:id="rId8" imgW="1562100" imgH="457200" progId="Equation.DSMT4">
                  <p:embed/>
                </p:oleObj>
              </mc:Choice>
              <mc:Fallback>
                <p:oleObj name="Equation" r:id="rId8" imgW="15621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6088" y="5622925"/>
                        <a:ext cx="3257550" cy="9477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313" name="矩形 8"/>
          <p:cNvSpPr>
            <a:spLocks noChangeArrowheads="1"/>
          </p:cNvSpPr>
          <p:nvPr/>
        </p:nvSpPr>
        <p:spPr bwMode="auto">
          <a:xfrm>
            <a:off x="7286625" y="1630363"/>
            <a:ext cx="2363788" cy="258762"/>
          </a:xfrm>
          <a:prstGeom prst="rect">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6314" name="矩形 9"/>
          <p:cNvSpPr>
            <a:spLocks noChangeArrowheads="1"/>
          </p:cNvSpPr>
          <p:nvPr/>
        </p:nvSpPr>
        <p:spPr bwMode="auto">
          <a:xfrm>
            <a:off x="7354889" y="2941638"/>
            <a:ext cx="2363787" cy="258762"/>
          </a:xfrm>
          <a:prstGeom prst="rect">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6315" name="矩形 10"/>
          <p:cNvSpPr>
            <a:spLocks noChangeArrowheads="1"/>
          </p:cNvSpPr>
          <p:nvPr/>
        </p:nvSpPr>
        <p:spPr bwMode="auto">
          <a:xfrm>
            <a:off x="7269164" y="949326"/>
            <a:ext cx="2363787" cy="258763"/>
          </a:xfrm>
          <a:prstGeom prst="rect">
            <a:avLst/>
          </a:prstGeom>
          <a:noFill/>
          <a:ln w="9525" algn="ctr">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6316" name="TextBox 11"/>
          <p:cNvSpPr txBox="1">
            <a:spLocks noChangeArrowheads="1"/>
          </p:cNvSpPr>
          <p:nvPr/>
        </p:nvSpPr>
        <p:spPr bwMode="auto">
          <a:xfrm>
            <a:off x="8605838" y="3225801"/>
            <a:ext cx="544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en-US" altLang="zh-CN"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S</a:t>
            </a:r>
            <a:endPar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226317" name="TextBox 12"/>
          <p:cNvSpPr txBox="1">
            <a:spLocks noChangeArrowheads="1"/>
          </p:cNvSpPr>
          <p:nvPr/>
        </p:nvSpPr>
        <p:spPr bwMode="auto">
          <a:xfrm>
            <a:off x="7251700" y="1509713"/>
            <a:ext cx="2476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a:t>
            </a:r>
          </a:p>
        </p:txBody>
      </p:sp>
      <p:sp>
        <p:nvSpPr>
          <p:cNvPr id="226318" name="TextBox 13"/>
          <p:cNvSpPr txBox="1">
            <a:spLocks noChangeArrowheads="1"/>
          </p:cNvSpPr>
          <p:nvPr/>
        </p:nvSpPr>
        <p:spPr bwMode="auto">
          <a:xfrm>
            <a:off x="7364413" y="2828926"/>
            <a:ext cx="233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a:t>
            </a:r>
          </a:p>
        </p:txBody>
      </p:sp>
      <p:sp>
        <p:nvSpPr>
          <p:cNvPr id="226319" name="TextBox 14"/>
          <p:cNvSpPr txBox="1">
            <a:spLocks noChangeArrowheads="1"/>
          </p:cNvSpPr>
          <p:nvPr/>
        </p:nvSpPr>
        <p:spPr bwMode="auto">
          <a:xfrm>
            <a:off x="9745664" y="1562101"/>
            <a:ext cx="80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Q</a:t>
            </a:r>
            <a:endPar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226320" name="TextBox 15"/>
          <p:cNvSpPr txBox="1">
            <a:spLocks noChangeArrowheads="1"/>
          </p:cNvSpPr>
          <p:nvPr/>
        </p:nvSpPr>
        <p:spPr bwMode="auto">
          <a:xfrm>
            <a:off x="9736138" y="2863851"/>
            <a:ext cx="811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Q</a:t>
            </a:r>
            <a:endPar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endParaRPr>
          </a:p>
        </p:txBody>
      </p:sp>
      <p:cxnSp>
        <p:nvCxnSpPr>
          <p:cNvPr id="226321" name="直接箭头连接符 19"/>
          <p:cNvCxnSpPr>
            <a:cxnSpLocks noChangeShapeType="1"/>
          </p:cNvCxnSpPr>
          <p:nvPr/>
        </p:nvCxnSpPr>
        <p:spPr bwMode="auto">
          <a:xfrm>
            <a:off x="7502525" y="1889126"/>
            <a:ext cx="0" cy="1044575"/>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2" name="直接箭头连接符 20"/>
          <p:cNvCxnSpPr>
            <a:cxnSpLocks noChangeShapeType="1"/>
          </p:cNvCxnSpPr>
          <p:nvPr/>
        </p:nvCxnSpPr>
        <p:spPr bwMode="auto">
          <a:xfrm>
            <a:off x="7821613" y="1906589"/>
            <a:ext cx="0" cy="1042987"/>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3" name="直接箭头连接符 21"/>
          <p:cNvCxnSpPr>
            <a:cxnSpLocks noChangeShapeType="1"/>
          </p:cNvCxnSpPr>
          <p:nvPr/>
        </p:nvCxnSpPr>
        <p:spPr bwMode="auto">
          <a:xfrm>
            <a:off x="8115300" y="1914526"/>
            <a:ext cx="0" cy="1044575"/>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4" name="直接箭头连接符 22"/>
          <p:cNvCxnSpPr>
            <a:cxnSpLocks noChangeShapeType="1"/>
          </p:cNvCxnSpPr>
          <p:nvPr/>
        </p:nvCxnSpPr>
        <p:spPr bwMode="auto">
          <a:xfrm>
            <a:off x="8434388" y="1931989"/>
            <a:ext cx="0" cy="1044575"/>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5" name="直接箭头连接符 23"/>
          <p:cNvCxnSpPr>
            <a:cxnSpLocks noChangeShapeType="1"/>
          </p:cNvCxnSpPr>
          <p:nvPr/>
        </p:nvCxnSpPr>
        <p:spPr bwMode="auto">
          <a:xfrm>
            <a:off x="8709025" y="1931989"/>
            <a:ext cx="0" cy="1044575"/>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6" name="直接箭头连接符 24"/>
          <p:cNvCxnSpPr>
            <a:cxnSpLocks noChangeShapeType="1"/>
          </p:cNvCxnSpPr>
          <p:nvPr/>
        </p:nvCxnSpPr>
        <p:spPr bwMode="auto">
          <a:xfrm>
            <a:off x="9029700" y="1949451"/>
            <a:ext cx="0" cy="1044575"/>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226327" name="直接箭头连接符 25"/>
          <p:cNvCxnSpPr>
            <a:cxnSpLocks noChangeShapeType="1"/>
          </p:cNvCxnSpPr>
          <p:nvPr/>
        </p:nvCxnSpPr>
        <p:spPr bwMode="auto">
          <a:xfrm>
            <a:off x="9339263" y="1941514"/>
            <a:ext cx="0" cy="1042987"/>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26328" name="TextBox 26"/>
          <p:cNvSpPr txBox="1">
            <a:spLocks noChangeArrowheads="1"/>
          </p:cNvSpPr>
          <p:nvPr/>
        </p:nvSpPr>
        <p:spPr bwMode="auto">
          <a:xfrm>
            <a:off x="8131176" y="2208213"/>
            <a:ext cx="474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en-US" altLang="zh-CN"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en-US" sz="2400">
              <a:solidFill>
                <a:srgbClr val="FF3300"/>
              </a:solidFill>
              <a:latin typeface="Times New Roman" panose="02020603050405020304" pitchFamily="18" charset="0"/>
              <a:ea typeface="隶书" panose="02010509060101010101" pitchFamily="49" charset="-122"/>
              <a:cs typeface="Times New Roman" panose="02020603050405020304" pitchFamily="18" charset="0"/>
            </a:endParaRPr>
          </a:p>
        </p:txBody>
      </p:sp>
      <p:cxnSp>
        <p:nvCxnSpPr>
          <p:cNvPr id="226329" name="直接箭头连接符 27"/>
          <p:cNvCxnSpPr>
            <a:cxnSpLocks noChangeShapeType="1"/>
          </p:cNvCxnSpPr>
          <p:nvPr/>
        </p:nvCxnSpPr>
        <p:spPr bwMode="auto">
          <a:xfrm flipV="1">
            <a:off x="7872413" y="1198563"/>
            <a:ext cx="0" cy="457200"/>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26330" name="TextBox 32"/>
          <p:cNvSpPr txBox="1">
            <a:spLocks noChangeArrowheads="1"/>
          </p:cNvSpPr>
          <p:nvPr/>
        </p:nvSpPr>
        <p:spPr bwMode="auto">
          <a:xfrm>
            <a:off x="7985126" y="1190626"/>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en-US" altLang="zh-CN" sz="2400" i="1">
                <a:solidFill>
                  <a:srgbClr val="FF3300"/>
                </a:solidFill>
                <a:latin typeface="Times New Roman" panose="02020603050405020304" pitchFamily="18" charset="0"/>
                <a:ea typeface="隶书" panose="02010509060101010101" pitchFamily="49" charset="-122"/>
                <a:cs typeface="Times New Roman" panose="02020603050405020304" pitchFamily="18" charset="0"/>
              </a:rPr>
              <a:t>l</a:t>
            </a:r>
            <a:endParaRPr lang="zh-CN" altLang="en-US" sz="2400" i="1">
              <a:solidFill>
                <a:srgbClr val="FF3300"/>
              </a:solidFill>
              <a:latin typeface="Times New Roman" panose="02020603050405020304" pitchFamily="18" charset="0"/>
              <a:ea typeface="隶书" panose="02010509060101010101" pitchFamily="49" charset="-122"/>
              <a:cs typeface="Times New Roman" panose="02020603050405020304" pitchFamily="18" charset="0"/>
            </a:endParaRPr>
          </a:p>
        </p:txBody>
      </p:sp>
      <p:graphicFrame>
        <p:nvGraphicFramePr>
          <p:cNvPr id="226331" name="Object 5"/>
          <p:cNvGraphicFramePr>
            <a:graphicFrameLocks noChangeAspect="1"/>
          </p:cNvGraphicFramePr>
          <p:nvPr/>
        </p:nvGraphicFramePr>
        <p:xfrm>
          <a:off x="7813676" y="3767139"/>
          <a:ext cx="1349375" cy="420687"/>
        </p:xfrm>
        <a:graphic>
          <a:graphicData uri="http://schemas.openxmlformats.org/presentationml/2006/ole">
            <mc:AlternateContent xmlns:mc="http://schemas.openxmlformats.org/markup-compatibility/2006">
              <mc:Choice xmlns:v="urn:schemas-microsoft-com:vml" Requires="v">
                <p:oleObj spid="_x0000_s10343" name="Equation" r:id="rId10" imgW="647419" imgH="203112" progId="Equation.DSMT4">
                  <p:embed/>
                </p:oleObj>
              </mc:Choice>
              <mc:Fallback>
                <p:oleObj name="Equation" r:id="rId10" imgW="647419" imgH="20311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13676" y="3767139"/>
                        <a:ext cx="1349375" cy="4206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32" name="Object 6"/>
          <p:cNvGraphicFramePr>
            <a:graphicFrameLocks noChangeAspect="1"/>
          </p:cNvGraphicFramePr>
          <p:nvPr/>
        </p:nvGraphicFramePr>
        <p:xfrm>
          <a:off x="7891463" y="4327525"/>
          <a:ext cx="1244600" cy="368300"/>
        </p:xfrm>
        <a:graphic>
          <a:graphicData uri="http://schemas.openxmlformats.org/presentationml/2006/ole">
            <mc:AlternateContent xmlns:mc="http://schemas.openxmlformats.org/markup-compatibility/2006">
              <mc:Choice xmlns:v="urn:schemas-microsoft-com:vml" Requires="v">
                <p:oleObj spid="_x0000_s10344" name="Equation" r:id="rId12" imgW="596641" imgH="177723" progId="Equation.DSMT4">
                  <p:embed/>
                </p:oleObj>
              </mc:Choice>
              <mc:Fallback>
                <p:oleObj name="Equation" r:id="rId12" imgW="596641" imgH="17772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91463" y="4327525"/>
                        <a:ext cx="1244600" cy="3683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33" name="Object 7"/>
          <p:cNvGraphicFramePr>
            <a:graphicFrameLocks noChangeAspect="1"/>
          </p:cNvGraphicFramePr>
          <p:nvPr/>
        </p:nvGraphicFramePr>
        <p:xfrm>
          <a:off x="7659688" y="5018089"/>
          <a:ext cx="2120900" cy="420687"/>
        </p:xfrm>
        <a:graphic>
          <a:graphicData uri="http://schemas.openxmlformats.org/presentationml/2006/ole">
            <mc:AlternateContent xmlns:mc="http://schemas.openxmlformats.org/markup-compatibility/2006">
              <mc:Choice xmlns:v="urn:schemas-microsoft-com:vml" Requires="v">
                <p:oleObj spid="_x0000_s10345" name="Equation" r:id="rId14" imgW="723586" imgH="203112" progId="Equation.DSMT4">
                  <p:embed/>
                </p:oleObj>
              </mc:Choice>
              <mc:Fallback>
                <p:oleObj name="Equation" r:id="rId14" imgW="723586" imgH="203112"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59688" y="5018089"/>
                        <a:ext cx="2120900" cy="4206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34" name="Object 8"/>
          <p:cNvGraphicFramePr>
            <a:graphicFrameLocks noChangeAspect="1"/>
          </p:cNvGraphicFramePr>
          <p:nvPr/>
        </p:nvGraphicFramePr>
        <p:xfrm>
          <a:off x="7529513" y="5708650"/>
          <a:ext cx="2381250" cy="420688"/>
        </p:xfrm>
        <a:graphic>
          <a:graphicData uri="http://schemas.openxmlformats.org/presentationml/2006/ole">
            <mc:AlternateContent xmlns:mc="http://schemas.openxmlformats.org/markup-compatibility/2006">
              <mc:Choice xmlns:v="urn:schemas-microsoft-com:vml" Requires="v">
                <p:oleObj spid="_x0000_s10346" name="Equation" r:id="rId16" imgW="812447" imgH="203112" progId="Equation.DSMT4">
                  <p:embed/>
                </p:oleObj>
              </mc:Choice>
              <mc:Fallback>
                <p:oleObj name="Equation" r:id="rId16" imgW="812447" imgH="203112"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29513" y="5708650"/>
                        <a:ext cx="2381250" cy="420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6465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15"/>
          <p:cNvSpPr>
            <a:spLocks noChangeArrowheads="1"/>
          </p:cNvSpPr>
          <p:nvPr/>
        </p:nvSpPr>
        <p:spPr bwMode="auto">
          <a:xfrm>
            <a:off x="6299201" y="958850"/>
            <a:ext cx="2887663" cy="812800"/>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09923" name="Text Box 3"/>
          <p:cNvSpPr txBox="1">
            <a:spLocks noChangeArrowheads="1"/>
          </p:cNvSpPr>
          <p:nvPr/>
        </p:nvSpPr>
        <p:spPr bwMode="auto">
          <a:xfrm>
            <a:off x="1524000" y="246063"/>
            <a:ext cx="3543300" cy="641350"/>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zh-CN" altLang="en-US" sz="3600">
                <a:solidFill>
                  <a:srgbClr val="FF3300"/>
                </a:solidFill>
                <a:effectLst>
                  <a:outerShdw blurRad="38100" dist="38100" dir="2700000" algn="tl">
                    <a:srgbClr val="C0C0C0"/>
                  </a:outerShdw>
                </a:effectLst>
                <a:ea typeface="隶书" panose="02010509060101010101" pitchFamily="49" charset="-122"/>
              </a:rPr>
              <a:t>介质中的电场能</a:t>
            </a:r>
          </a:p>
        </p:txBody>
      </p:sp>
      <p:sp>
        <p:nvSpPr>
          <p:cNvPr id="228356" name="Line 4"/>
          <p:cNvSpPr>
            <a:spLocks noChangeShapeType="1"/>
          </p:cNvSpPr>
          <p:nvPr/>
        </p:nvSpPr>
        <p:spPr bwMode="auto">
          <a:xfrm>
            <a:off x="6284913" y="912813"/>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28357" name="Line 5"/>
          <p:cNvSpPr>
            <a:spLocks noChangeShapeType="1"/>
          </p:cNvSpPr>
          <p:nvPr/>
        </p:nvSpPr>
        <p:spPr bwMode="auto">
          <a:xfrm>
            <a:off x="6299200" y="1798638"/>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09926" name="Text Box 6"/>
          <p:cNvSpPr txBox="1">
            <a:spLocks noChangeArrowheads="1"/>
          </p:cNvSpPr>
          <p:nvPr/>
        </p:nvSpPr>
        <p:spPr bwMode="auto">
          <a:xfrm>
            <a:off x="9375776" y="1739900"/>
            <a:ext cx="608013"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09927" name="Text Box 7"/>
          <p:cNvSpPr txBox="1">
            <a:spLocks noChangeArrowheads="1"/>
          </p:cNvSpPr>
          <p:nvPr/>
        </p:nvSpPr>
        <p:spPr bwMode="auto">
          <a:xfrm>
            <a:off x="9302751" y="506414"/>
            <a:ext cx="709613"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09928" name="Text Box 8"/>
          <p:cNvSpPr txBox="1">
            <a:spLocks noChangeArrowheads="1"/>
          </p:cNvSpPr>
          <p:nvPr/>
        </p:nvSpPr>
        <p:spPr bwMode="auto">
          <a:xfrm>
            <a:off x="7634288" y="1203325"/>
            <a:ext cx="608012"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dq</a:t>
            </a:r>
          </a:p>
        </p:txBody>
      </p:sp>
      <p:sp>
        <p:nvSpPr>
          <p:cNvPr id="228361" name="Line 9"/>
          <p:cNvSpPr>
            <a:spLocks noChangeShapeType="1"/>
          </p:cNvSpPr>
          <p:nvPr/>
        </p:nvSpPr>
        <p:spPr bwMode="auto">
          <a:xfrm flipV="1">
            <a:off x="7575550" y="1000126"/>
            <a:ext cx="0" cy="73977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28362" name="Object 10"/>
          <p:cNvGraphicFramePr>
            <a:graphicFrameLocks noChangeAspect="1"/>
          </p:cNvGraphicFramePr>
          <p:nvPr/>
        </p:nvGraphicFramePr>
        <p:xfrm>
          <a:off x="4313239" y="2508250"/>
          <a:ext cx="5741987" cy="895350"/>
        </p:xfrm>
        <a:graphic>
          <a:graphicData uri="http://schemas.openxmlformats.org/presentationml/2006/ole">
            <mc:AlternateContent xmlns:mc="http://schemas.openxmlformats.org/markup-compatibility/2006">
              <mc:Choice xmlns:v="urn:schemas-microsoft-com:vml" Requires="v">
                <p:oleObj spid="_x0000_s11350" name="Equation" r:id="rId4" imgW="2933700" imgH="457200" progId="Equation.DSMT4">
                  <p:embed/>
                </p:oleObj>
              </mc:Choice>
              <mc:Fallback>
                <p:oleObj name="Equation" r:id="rId4" imgW="29337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3239" y="2508250"/>
                        <a:ext cx="5741987" cy="8953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63" name="Text Box 14"/>
          <p:cNvSpPr txBox="1">
            <a:spLocks noChangeArrowheads="1"/>
          </p:cNvSpPr>
          <p:nvPr/>
        </p:nvSpPr>
        <p:spPr bwMode="auto">
          <a:xfrm>
            <a:off x="5762626" y="260351"/>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电容器充电</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时外力做的功：</a:t>
            </a:r>
          </a:p>
        </p:txBody>
      </p:sp>
      <p:graphicFrame>
        <p:nvGraphicFramePr>
          <p:cNvPr id="228364" name="Object 21"/>
          <p:cNvGraphicFramePr>
            <a:graphicFrameLocks noChangeAspect="1"/>
          </p:cNvGraphicFramePr>
          <p:nvPr/>
        </p:nvGraphicFramePr>
        <p:xfrm>
          <a:off x="2481264" y="1498601"/>
          <a:ext cx="2759075" cy="447675"/>
        </p:xfrm>
        <a:graphic>
          <a:graphicData uri="http://schemas.openxmlformats.org/presentationml/2006/ole">
            <mc:AlternateContent xmlns:mc="http://schemas.openxmlformats.org/markup-compatibility/2006">
              <mc:Choice xmlns:v="urn:schemas-microsoft-com:vml" Requires="v">
                <p:oleObj spid="_x0000_s11351" name="Equation" r:id="rId6" imgW="1409700" imgH="228600" progId="Equation.DSMT4">
                  <p:embed/>
                </p:oleObj>
              </mc:Choice>
              <mc:Fallback>
                <p:oleObj name="Equation" r:id="rId6" imgW="14097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1264" y="1498601"/>
                        <a:ext cx="2759075" cy="4476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65" name="Text Box 22"/>
          <p:cNvSpPr txBox="1">
            <a:spLocks noChangeArrowheads="1"/>
          </p:cNvSpPr>
          <p:nvPr/>
        </p:nvSpPr>
        <p:spPr bwMode="auto">
          <a:xfrm>
            <a:off x="1800225" y="1131889"/>
            <a:ext cx="1479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000">
                <a:solidFill>
                  <a:srgbClr val="FF3300"/>
                </a:solidFill>
              </a:rPr>
              <a:t>总电荷密度</a:t>
            </a:r>
          </a:p>
        </p:txBody>
      </p:sp>
      <p:sp>
        <p:nvSpPr>
          <p:cNvPr id="228366" name="Text Box 23"/>
          <p:cNvSpPr txBox="1">
            <a:spLocks noChangeArrowheads="1"/>
          </p:cNvSpPr>
          <p:nvPr/>
        </p:nvSpPr>
        <p:spPr bwMode="auto">
          <a:xfrm>
            <a:off x="2860676" y="1944689"/>
            <a:ext cx="1782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000">
                <a:solidFill>
                  <a:srgbClr val="FF3300"/>
                </a:solidFill>
              </a:rPr>
              <a:t>自由电荷密度</a:t>
            </a:r>
          </a:p>
        </p:txBody>
      </p:sp>
      <p:sp>
        <p:nvSpPr>
          <p:cNvPr id="228367" name="Text Box 24"/>
          <p:cNvSpPr txBox="1">
            <a:spLocks noChangeArrowheads="1"/>
          </p:cNvSpPr>
          <p:nvPr/>
        </p:nvSpPr>
        <p:spPr bwMode="auto">
          <a:xfrm>
            <a:off x="4152901" y="1060451"/>
            <a:ext cx="1782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000">
                <a:solidFill>
                  <a:srgbClr val="FF3300"/>
                </a:solidFill>
              </a:rPr>
              <a:t>极化电荷密度</a:t>
            </a:r>
          </a:p>
        </p:txBody>
      </p:sp>
      <p:sp>
        <p:nvSpPr>
          <p:cNvPr id="228368" name="Text Box 25"/>
          <p:cNvSpPr txBox="1">
            <a:spLocks noChangeArrowheads="1"/>
          </p:cNvSpPr>
          <p:nvPr/>
        </p:nvSpPr>
        <p:spPr bwMode="auto">
          <a:xfrm>
            <a:off x="1712913" y="2349501"/>
            <a:ext cx="17827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000">
                <a:solidFill>
                  <a:srgbClr val="000099"/>
                </a:solidFill>
              </a:rPr>
              <a:t>宏观静电能</a:t>
            </a:r>
          </a:p>
        </p:txBody>
      </p:sp>
      <p:sp>
        <p:nvSpPr>
          <p:cNvPr id="228369" name="Text Box 26"/>
          <p:cNvSpPr txBox="1">
            <a:spLocks noChangeArrowheads="1"/>
          </p:cNvSpPr>
          <p:nvPr/>
        </p:nvSpPr>
        <p:spPr bwMode="auto">
          <a:xfrm>
            <a:off x="1711325" y="2741614"/>
            <a:ext cx="2292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FF3300"/>
                </a:solidFill>
              </a:rPr>
              <a:t>建立宏观电荷分布过程中系统所储存的静电能</a:t>
            </a:r>
          </a:p>
        </p:txBody>
      </p:sp>
      <p:graphicFrame>
        <p:nvGraphicFramePr>
          <p:cNvPr id="228370" name="Object 27"/>
          <p:cNvGraphicFramePr>
            <a:graphicFrameLocks noChangeAspect="1"/>
          </p:cNvGraphicFramePr>
          <p:nvPr/>
        </p:nvGraphicFramePr>
        <p:xfrm>
          <a:off x="3652838" y="3530601"/>
          <a:ext cx="995362" cy="447675"/>
        </p:xfrm>
        <a:graphic>
          <a:graphicData uri="http://schemas.openxmlformats.org/presentationml/2006/ole">
            <mc:AlternateContent xmlns:mc="http://schemas.openxmlformats.org/markup-compatibility/2006">
              <mc:Choice xmlns:v="urn:schemas-microsoft-com:vml" Requires="v">
                <p:oleObj spid="_x0000_s11352" name="Equation" r:id="rId8" imgW="508000" imgH="228600" progId="Equation.DSMT4">
                  <p:embed/>
                </p:oleObj>
              </mc:Choice>
              <mc:Fallback>
                <p:oleObj name="Equation" r:id="rId8" imgW="5080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2838" y="3530601"/>
                        <a:ext cx="995362" cy="4476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71" name="Text Box 28"/>
          <p:cNvSpPr txBox="1">
            <a:spLocks noChangeArrowheads="1"/>
          </p:cNvSpPr>
          <p:nvPr/>
        </p:nvSpPr>
        <p:spPr bwMode="auto">
          <a:xfrm>
            <a:off x="2408238" y="3554413"/>
            <a:ext cx="12176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系统的能量</a:t>
            </a:r>
          </a:p>
        </p:txBody>
      </p:sp>
      <p:sp>
        <p:nvSpPr>
          <p:cNvPr id="228372" name="Text Box 29"/>
          <p:cNvSpPr txBox="1">
            <a:spLocks noChangeArrowheads="1"/>
          </p:cNvSpPr>
          <p:nvPr/>
        </p:nvSpPr>
        <p:spPr bwMode="auto">
          <a:xfrm>
            <a:off x="4714875" y="3568700"/>
            <a:ext cx="46434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建立该指定状态过程中外界对系统所做的功</a:t>
            </a:r>
          </a:p>
        </p:txBody>
      </p:sp>
      <p:graphicFrame>
        <p:nvGraphicFramePr>
          <p:cNvPr id="228373" name="Object 30"/>
          <p:cNvGraphicFramePr>
            <a:graphicFrameLocks noChangeAspect="1"/>
          </p:cNvGraphicFramePr>
          <p:nvPr/>
        </p:nvGraphicFramePr>
        <p:xfrm>
          <a:off x="2241551" y="4168776"/>
          <a:ext cx="1293813" cy="447675"/>
        </p:xfrm>
        <a:graphic>
          <a:graphicData uri="http://schemas.openxmlformats.org/presentationml/2006/ole">
            <mc:AlternateContent xmlns:mc="http://schemas.openxmlformats.org/markup-compatibility/2006">
              <mc:Choice xmlns:v="urn:schemas-microsoft-com:vml" Requires="v">
                <p:oleObj spid="_x0000_s11353" name="Equation" r:id="rId10" imgW="660400" imgH="228600" progId="Equation.DSMT4">
                  <p:embed/>
                </p:oleObj>
              </mc:Choice>
              <mc:Fallback>
                <p:oleObj name="Equation" r:id="rId10" imgW="66040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1551" y="4168776"/>
                        <a:ext cx="1293813" cy="4476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74" name="Text Box 31"/>
          <p:cNvSpPr txBox="1">
            <a:spLocks noChangeArrowheads="1"/>
          </p:cNvSpPr>
          <p:nvPr/>
        </p:nvSpPr>
        <p:spPr bwMode="auto">
          <a:xfrm>
            <a:off x="3557588" y="4005264"/>
            <a:ext cx="6761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2000">
                <a:solidFill>
                  <a:srgbClr val="FF3300"/>
                </a:solidFill>
              </a:rPr>
              <a:t>NO:</a:t>
            </a:r>
            <a:r>
              <a:rPr lang="zh-CN" altLang="en-US" sz="2000">
                <a:solidFill>
                  <a:srgbClr val="FF3300"/>
                </a:solidFill>
              </a:rPr>
              <a:t>介质中建立电场时，克服宏观电荷之间的静电力做功</a:t>
            </a:r>
            <a:r>
              <a:rPr lang="en-US" altLang="zh-CN" sz="2000">
                <a:solidFill>
                  <a:srgbClr val="FF3300"/>
                </a:solidFill>
              </a:rPr>
              <a:t>(</a:t>
            </a:r>
            <a:r>
              <a:rPr lang="zh-CN" altLang="en-US" sz="2000">
                <a:solidFill>
                  <a:srgbClr val="FF3300"/>
                </a:solidFill>
              </a:rPr>
              <a:t>宏观静电能</a:t>
            </a:r>
            <a:r>
              <a:rPr lang="en-US" altLang="zh-CN" sz="2000">
                <a:solidFill>
                  <a:srgbClr val="FF3300"/>
                </a:solidFill>
              </a:rPr>
              <a:t>)</a:t>
            </a:r>
            <a:r>
              <a:rPr lang="zh-CN" altLang="en-US" sz="2000">
                <a:solidFill>
                  <a:srgbClr val="FF3300"/>
                </a:solidFill>
              </a:rPr>
              <a:t>，及因极化所做功</a:t>
            </a:r>
            <a:r>
              <a:rPr lang="en-US" altLang="zh-CN" sz="2000">
                <a:solidFill>
                  <a:srgbClr val="FF3300"/>
                </a:solidFill>
              </a:rPr>
              <a:t>(</a:t>
            </a:r>
            <a:r>
              <a:rPr lang="zh-CN" altLang="en-US" sz="2000">
                <a:solidFill>
                  <a:srgbClr val="FF3300"/>
                </a:solidFill>
              </a:rPr>
              <a:t>极化功</a:t>
            </a:r>
            <a:r>
              <a:rPr lang="en-US" altLang="zh-CN" sz="2000">
                <a:solidFill>
                  <a:srgbClr val="FF3300"/>
                </a:solidFill>
              </a:rPr>
              <a:t>)</a:t>
            </a:r>
            <a:r>
              <a:rPr lang="zh-CN" altLang="en-US" sz="2000">
                <a:solidFill>
                  <a:srgbClr val="FF3300"/>
                </a:solidFill>
              </a:rPr>
              <a:t>。</a:t>
            </a:r>
          </a:p>
        </p:txBody>
      </p:sp>
      <p:graphicFrame>
        <p:nvGraphicFramePr>
          <p:cNvPr id="228375" name="Object 32"/>
          <p:cNvGraphicFramePr>
            <a:graphicFrameLocks noChangeAspect="1"/>
          </p:cNvGraphicFramePr>
          <p:nvPr/>
        </p:nvGraphicFramePr>
        <p:xfrm>
          <a:off x="3738563" y="4910139"/>
          <a:ext cx="1319212" cy="473075"/>
        </p:xfrm>
        <a:graphic>
          <a:graphicData uri="http://schemas.openxmlformats.org/presentationml/2006/ole">
            <mc:AlternateContent xmlns:mc="http://schemas.openxmlformats.org/markup-compatibility/2006">
              <mc:Choice xmlns:v="urn:schemas-microsoft-com:vml" Requires="v">
                <p:oleObj spid="_x0000_s11354" name="Equation" r:id="rId12" imgW="672808" imgH="241195" progId="Equation.DSMT4">
                  <p:embed/>
                </p:oleObj>
              </mc:Choice>
              <mc:Fallback>
                <p:oleObj name="Equation" r:id="rId12" imgW="672808" imgH="241195"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38563" y="4910139"/>
                        <a:ext cx="1319212" cy="4730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76" name="Text Box 33"/>
          <p:cNvSpPr txBox="1">
            <a:spLocks noChangeArrowheads="1"/>
          </p:cNvSpPr>
          <p:nvPr/>
        </p:nvSpPr>
        <p:spPr bwMode="auto">
          <a:xfrm>
            <a:off x="1971676" y="4903788"/>
            <a:ext cx="156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线性无损介质</a:t>
            </a:r>
          </a:p>
        </p:txBody>
      </p:sp>
      <p:graphicFrame>
        <p:nvGraphicFramePr>
          <p:cNvPr id="228377" name="Object 34"/>
          <p:cNvGraphicFramePr>
            <a:graphicFrameLocks noChangeAspect="1"/>
          </p:cNvGraphicFramePr>
          <p:nvPr/>
        </p:nvGraphicFramePr>
        <p:xfrm>
          <a:off x="3730625" y="5535614"/>
          <a:ext cx="1716088" cy="473075"/>
        </p:xfrm>
        <a:graphic>
          <a:graphicData uri="http://schemas.openxmlformats.org/presentationml/2006/ole">
            <mc:AlternateContent xmlns:mc="http://schemas.openxmlformats.org/markup-compatibility/2006">
              <mc:Choice xmlns:v="urn:schemas-microsoft-com:vml" Requires="v">
                <p:oleObj spid="_x0000_s11355" name="Equation" r:id="rId14" imgW="876300" imgH="241300" progId="Equation.DSMT4">
                  <p:embed/>
                </p:oleObj>
              </mc:Choice>
              <mc:Fallback>
                <p:oleObj name="Equation" r:id="rId14" imgW="876300" imgH="2413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30625" y="5535614"/>
                        <a:ext cx="1716088" cy="4730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98836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ChangeArrowheads="1"/>
          </p:cNvSpPr>
          <p:nvPr/>
        </p:nvSpPr>
        <p:spPr bwMode="auto">
          <a:xfrm>
            <a:off x="6299201" y="958850"/>
            <a:ext cx="2887663" cy="812800"/>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graphicFrame>
        <p:nvGraphicFramePr>
          <p:cNvPr id="230403" name="Object 3"/>
          <p:cNvGraphicFramePr>
            <a:graphicFrameLocks noGrp="1" noChangeAspect="1"/>
          </p:cNvGraphicFramePr>
          <p:nvPr>
            <p:ph sz="quarter" idx="1"/>
          </p:nvPr>
        </p:nvGraphicFramePr>
        <p:xfrm>
          <a:off x="1976438" y="1708150"/>
          <a:ext cx="2343150" cy="679450"/>
        </p:xfrm>
        <a:graphic>
          <a:graphicData uri="http://schemas.openxmlformats.org/presentationml/2006/ole">
            <mc:AlternateContent xmlns:mc="http://schemas.openxmlformats.org/markup-compatibility/2006">
              <mc:Choice xmlns:v="urn:schemas-microsoft-com:vml" Requires="v">
                <p:oleObj spid="_x0000_s12388" name="Equation" r:id="rId4" imgW="1358310" imgH="393529" progId="Equation.DSMT4">
                  <p:embed/>
                </p:oleObj>
              </mc:Choice>
              <mc:Fallback>
                <p:oleObj name="Equation" r:id="rId4" imgW="1358310"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6438" y="1708150"/>
                        <a:ext cx="2343150" cy="6794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0404" name="Object 17"/>
          <p:cNvGraphicFramePr>
            <a:graphicFrameLocks noGrp="1" noChangeAspect="1"/>
          </p:cNvGraphicFramePr>
          <p:nvPr>
            <p:ph sz="quarter" idx="2"/>
          </p:nvPr>
        </p:nvGraphicFramePr>
        <p:xfrm>
          <a:off x="1974850" y="3303588"/>
          <a:ext cx="2338388" cy="690562"/>
        </p:xfrm>
        <a:graphic>
          <a:graphicData uri="http://schemas.openxmlformats.org/presentationml/2006/ole">
            <mc:AlternateContent xmlns:mc="http://schemas.openxmlformats.org/markup-compatibility/2006">
              <mc:Choice xmlns:v="urn:schemas-microsoft-com:vml" Requires="v">
                <p:oleObj spid="_x0000_s12389" name="Equation" r:id="rId6" imgW="1549400" imgH="457200" progId="Equation.DSMT4">
                  <p:embed/>
                </p:oleObj>
              </mc:Choice>
              <mc:Fallback>
                <p:oleObj name="Equation" r:id="rId6" imgW="15494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4850" y="3303588"/>
                        <a:ext cx="2338388" cy="6905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0405" name="Object 20"/>
          <p:cNvGraphicFramePr>
            <a:graphicFrameLocks noGrp="1" noChangeAspect="1"/>
          </p:cNvGraphicFramePr>
          <p:nvPr>
            <p:ph sz="quarter" idx="3"/>
          </p:nvPr>
        </p:nvGraphicFramePr>
        <p:xfrm>
          <a:off x="1933576" y="3952875"/>
          <a:ext cx="1712913" cy="471488"/>
        </p:xfrm>
        <a:graphic>
          <a:graphicData uri="http://schemas.openxmlformats.org/presentationml/2006/ole">
            <mc:AlternateContent xmlns:mc="http://schemas.openxmlformats.org/markup-compatibility/2006">
              <mc:Choice xmlns:v="urn:schemas-microsoft-com:vml" Requires="v">
                <p:oleObj spid="_x0000_s12390" name="Equation" r:id="rId8" imgW="876300" imgH="241300" progId="Equation.DSMT4">
                  <p:embed/>
                </p:oleObj>
              </mc:Choice>
              <mc:Fallback>
                <p:oleObj name="Equation" r:id="rId8" imgW="876300" imgH="2413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33576" y="3952875"/>
                        <a:ext cx="1712913" cy="47148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20" name="Text Box 4"/>
          <p:cNvSpPr txBox="1">
            <a:spLocks noChangeArrowheads="1"/>
          </p:cNvSpPr>
          <p:nvPr/>
        </p:nvSpPr>
        <p:spPr bwMode="auto">
          <a:xfrm>
            <a:off x="1770064" y="0"/>
            <a:ext cx="3819525"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zh-CN" altLang="en-US" sz="3200">
                <a:solidFill>
                  <a:srgbClr val="FF3300"/>
                </a:solidFill>
                <a:effectLst>
                  <a:outerShdw blurRad="38100" dist="38100" dir="2700000" algn="tl">
                    <a:srgbClr val="C0C0C0"/>
                  </a:outerShdw>
                </a:effectLst>
                <a:ea typeface="隶书" panose="02010509060101010101" pitchFamily="49" charset="-122"/>
              </a:rPr>
              <a:t>介质中的电场能</a:t>
            </a:r>
          </a:p>
        </p:txBody>
      </p:sp>
      <p:sp>
        <p:nvSpPr>
          <p:cNvPr id="230407" name="Line 5"/>
          <p:cNvSpPr>
            <a:spLocks noChangeShapeType="1"/>
          </p:cNvSpPr>
          <p:nvPr/>
        </p:nvSpPr>
        <p:spPr bwMode="auto">
          <a:xfrm>
            <a:off x="6284913" y="912813"/>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0408" name="Line 6"/>
          <p:cNvSpPr>
            <a:spLocks noChangeShapeType="1"/>
          </p:cNvSpPr>
          <p:nvPr/>
        </p:nvSpPr>
        <p:spPr bwMode="auto">
          <a:xfrm>
            <a:off x="6299200" y="1798638"/>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90823" name="Text Box 7"/>
          <p:cNvSpPr txBox="1">
            <a:spLocks noChangeArrowheads="1"/>
          </p:cNvSpPr>
          <p:nvPr/>
        </p:nvSpPr>
        <p:spPr bwMode="auto">
          <a:xfrm>
            <a:off x="9375776" y="1739900"/>
            <a:ext cx="608013"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90824" name="Text Box 8"/>
          <p:cNvSpPr txBox="1">
            <a:spLocks noChangeArrowheads="1"/>
          </p:cNvSpPr>
          <p:nvPr/>
        </p:nvSpPr>
        <p:spPr bwMode="auto">
          <a:xfrm>
            <a:off x="9302751" y="506414"/>
            <a:ext cx="709613"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90825" name="Text Box 9"/>
          <p:cNvSpPr txBox="1">
            <a:spLocks noChangeArrowheads="1"/>
          </p:cNvSpPr>
          <p:nvPr/>
        </p:nvSpPr>
        <p:spPr bwMode="auto">
          <a:xfrm>
            <a:off x="7634288" y="1203325"/>
            <a:ext cx="608012"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dq</a:t>
            </a:r>
          </a:p>
        </p:txBody>
      </p:sp>
      <p:sp>
        <p:nvSpPr>
          <p:cNvPr id="230412" name="Line 10"/>
          <p:cNvSpPr>
            <a:spLocks noChangeShapeType="1"/>
          </p:cNvSpPr>
          <p:nvPr/>
        </p:nvSpPr>
        <p:spPr bwMode="auto">
          <a:xfrm flipV="1">
            <a:off x="7575550" y="1000126"/>
            <a:ext cx="0" cy="73977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30413" name="Object 11"/>
          <p:cNvGraphicFramePr>
            <a:graphicFrameLocks noChangeAspect="1"/>
          </p:cNvGraphicFramePr>
          <p:nvPr/>
        </p:nvGraphicFramePr>
        <p:xfrm>
          <a:off x="1933575" y="812801"/>
          <a:ext cx="3505200" cy="771525"/>
        </p:xfrm>
        <a:graphic>
          <a:graphicData uri="http://schemas.openxmlformats.org/presentationml/2006/ole">
            <mc:AlternateContent xmlns:mc="http://schemas.openxmlformats.org/markup-compatibility/2006">
              <mc:Choice xmlns:v="urn:schemas-microsoft-com:vml" Requires="v">
                <p:oleObj spid="_x0000_s12391" name="Equation" r:id="rId10" imgW="1790700" imgH="393700" progId="Equation.DSMT4">
                  <p:embed/>
                </p:oleObj>
              </mc:Choice>
              <mc:Fallback>
                <p:oleObj name="Equation" r:id="rId10" imgW="1790700" imgH="393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3575" y="812801"/>
                        <a:ext cx="3505200" cy="7715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14" name="Text Box 12"/>
          <p:cNvSpPr txBox="1">
            <a:spLocks noChangeArrowheads="1"/>
          </p:cNvSpPr>
          <p:nvPr/>
        </p:nvSpPr>
        <p:spPr bwMode="auto">
          <a:xfrm>
            <a:off x="5762626" y="260351"/>
            <a:ext cx="394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电容器充电</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时外力做的功：</a:t>
            </a:r>
          </a:p>
        </p:txBody>
      </p:sp>
      <p:graphicFrame>
        <p:nvGraphicFramePr>
          <p:cNvPr id="230415" name="Object 13"/>
          <p:cNvGraphicFramePr>
            <a:graphicFrameLocks noChangeAspect="1"/>
          </p:cNvGraphicFramePr>
          <p:nvPr/>
        </p:nvGraphicFramePr>
        <p:xfrm>
          <a:off x="5138739" y="1984375"/>
          <a:ext cx="3629025" cy="852488"/>
        </p:xfrm>
        <a:graphic>
          <a:graphicData uri="http://schemas.openxmlformats.org/presentationml/2006/ole">
            <mc:AlternateContent xmlns:mc="http://schemas.openxmlformats.org/markup-compatibility/2006">
              <mc:Choice xmlns:v="urn:schemas-microsoft-com:vml" Requires="v">
                <p:oleObj spid="_x0000_s12392" name="Equation" r:id="rId12" imgW="1675673" imgH="393529" progId="Equation.DSMT4">
                  <p:embed/>
                </p:oleObj>
              </mc:Choice>
              <mc:Fallback>
                <p:oleObj name="Equation" r:id="rId12" imgW="1675673" imgH="393529"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38739" y="1984375"/>
                        <a:ext cx="3629025" cy="85248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16" name="Text Box 14"/>
          <p:cNvSpPr txBox="1">
            <a:spLocks noChangeArrowheads="1"/>
          </p:cNvSpPr>
          <p:nvPr/>
        </p:nvSpPr>
        <p:spPr bwMode="auto">
          <a:xfrm>
            <a:off x="6532563" y="3190876"/>
            <a:ext cx="39481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介质极化后分子中的电子云发生变形，电子动能、静电能增加。</a:t>
            </a:r>
          </a:p>
        </p:txBody>
      </p:sp>
      <p:sp>
        <p:nvSpPr>
          <p:cNvPr id="230417" name="Line 15"/>
          <p:cNvSpPr>
            <a:spLocks noChangeShapeType="1"/>
          </p:cNvSpPr>
          <p:nvPr/>
        </p:nvSpPr>
        <p:spPr bwMode="auto">
          <a:xfrm flipV="1">
            <a:off x="7823200" y="2568576"/>
            <a:ext cx="0" cy="652463"/>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0418" name="Text Box 16"/>
          <p:cNvSpPr txBox="1">
            <a:spLocks noChangeArrowheads="1"/>
          </p:cNvSpPr>
          <p:nvPr/>
        </p:nvSpPr>
        <p:spPr bwMode="auto">
          <a:xfrm>
            <a:off x="1901825" y="2959100"/>
            <a:ext cx="4076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线性无损介质：介电常量与外加电场无关</a:t>
            </a:r>
          </a:p>
        </p:txBody>
      </p:sp>
      <p:graphicFrame>
        <p:nvGraphicFramePr>
          <p:cNvPr id="230419" name="Object 23"/>
          <p:cNvGraphicFramePr>
            <a:graphicFrameLocks noGrp="1" noChangeAspect="1"/>
          </p:cNvGraphicFramePr>
          <p:nvPr>
            <p:ph sz="quarter" idx="4"/>
          </p:nvPr>
        </p:nvGraphicFramePr>
        <p:xfrm>
          <a:off x="1841501" y="4338639"/>
          <a:ext cx="3389313" cy="682625"/>
        </p:xfrm>
        <a:graphic>
          <a:graphicData uri="http://schemas.openxmlformats.org/presentationml/2006/ole">
            <mc:AlternateContent xmlns:mc="http://schemas.openxmlformats.org/markup-compatibility/2006">
              <mc:Choice xmlns:v="urn:schemas-microsoft-com:vml" Requires="v">
                <p:oleObj spid="_x0000_s12393" name="Equation" r:id="rId14" imgW="2209800" imgH="444500" progId="Equation.DSMT4">
                  <p:embed/>
                </p:oleObj>
              </mc:Choice>
              <mc:Fallback>
                <p:oleObj name="Equation" r:id="rId14" imgW="2209800" imgH="4445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41501" y="4338639"/>
                        <a:ext cx="3389313" cy="6826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20" name="Text Box 26"/>
          <p:cNvSpPr txBox="1">
            <a:spLocks noChangeArrowheads="1"/>
          </p:cNvSpPr>
          <p:nvPr/>
        </p:nvSpPr>
        <p:spPr bwMode="auto">
          <a:xfrm>
            <a:off x="6154738" y="4294189"/>
            <a:ext cx="40767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外界移动自由电荷过程中克服静电力做功，转为系统的静电能；其中一部分转化为宏观静电能，另一部分通过电场对极化电荷做功，转化为介质的极化能。负号表示系统对极化电荷做功，而不是外力外界克服静电力做功。</a:t>
            </a:r>
          </a:p>
        </p:txBody>
      </p:sp>
      <p:sp>
        <p:nvSpPr>
          <p:cNvPr id="230421" name="Text Box 27"/>
          <p:cNvSpPr txBox="1">
            <a:spLocks noChangeArrowheads="1"/>
          </p:cNvSpPr>
          <p:nvPr/>
        </p:nvSpPr>
        <p:spPr bwMode="auto">
          <a:xfrm>
            <a:off x="2119314" y="5905501"/>
            <a:ext cx="332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静电能只与自由电荷有关。</a:t>
            </a:r>
          </a:p>
        </p:txBody>
      </p:sp>
      <p:sp>
        <p:nvSpPr>
          <p:cNvPr id="290844" name="Text Box 28"/>
          <p:cNvSpPr txBox="1">
            <a:spLocks noChangeArrowheads="1"/>
          </p:cNvSpPr>
          <p:nvPr/>
        </p:nvSpPr>
        <p:spPr bwMode="auto">
          <a:xfrm>
            <a:off x="6503989" y="5949951"/>
            <a:ext cx="3005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极化能与自由电荷无关。</a:t>
            </a:r>
          </a:p>
        </p:txBody>
      </p:sp>
      <p:sp>
        <p:nvSpPr>
          <p:cNvPr id="290845" name="Text Box 29"/>
          <p:cNvSpPr txBox="1">
            <a:spLocks noChangeArrowheads="1"/>
          </p:cNvSpPr>
          <p:nvPr/>
        </p:nvSpPr>
        <p:spPr bwMode="auto">
          <a:xfrm>
            <a:off x="5167314" y="5762626"/>
            <a:ext cx="6238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4800">
                <a:solidFill>
                  <a:srgbClr val="000000"/>
                </a:solidFill>
                <a:ea typeface="隶书" panose="02010509060101010101" pitchFamily="49" charset="-122"/>
              </a:rPr>
              <a:t>X</a:t>
            </a:r>
          </a:p>
        </p:txBody>
      </p:sp>
      <p:sp>
        <p:nvSpPr>
          <p:cNvPr id="290846" name="Text Box 30"/>
          <p:cNvSpPr txBox="1">
            <a:spLocks noChangeArrowheads="1"/>
          </p:cNvSpPr>
          <p:nvPr/>
        </p:nvSpPr>
        <p:spPr bwMode="auto">
          <a:xfrm>
            <a:off x="9274175" y="5748338"/>
            <a:ext cx="62388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4800">
                <a:solidFill>
                  <a:srgbClr val="000000"/>
                </a:solidFill>
                <a:ea typeface="隶书" panose="02010509060101010101" pitchFamily="49" charset="-122"/>
              </a:rPr>
              <a:t>X</a:t>
            </a:r>
          </a:p>
        </p:txBody>
      </p:sp>
      <p:graphicFrame>
        <p:nvGraphicFramePr>
          <p:cNvPr id="230425" name="Object 25"/>
          <p:cNvGraphicFramePr>
            <a:graphicFrameLocks noChangeAspect="1"/>
          </p:cNvGraphicFramePr>
          <p:nvPr/>
        </p:nvGraphicFramePr>
        <p:xfrm>
          <a:off x="1833563" y="4960939"/>
          <a:ext cx="2108200" cy="847725"/>
        </p:xfrm>
        <a:graphic>
          <a:graphicData uri="http://schemas.openxmlformats.org/presentationml/2006/ole">
            <mc:AlternateContent xmlns:mc="http://schemas.openxmlformats.org/markup-compatibility/2006">
              <mc:Choice xmlns:v="urn:schemas-microsoft-com:vml" Requires="v">
                <p:oleObj spid="_x0000_s12394" name="Equation" r:id="rId16" imgW="1104900" imgH="444500" progId="Equation.DSMT4">
                  <p:embed/>
                </p:oleObj>
              </mc:Choice>
              <mc:Fallback>
                <p:oleObj name="Equation" r:id="rId16" imgW="1104900" imgH="4445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33563" y="4960939"/>
                        <a:ext cx="2108200" cy="8477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61370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08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0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44" grpId="0"/>
      <p:bldP spid="290845" grpId="0"/>
      <p:bldP spid="2908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ChangeArrowheads="1"/>
          </p:cNvSpPr>
          <p:nvPr/>
        </p:nvSpPr>
        <p:spPr bwMode="auto">
          <a:xfrm>
            <a:off x="6653213" y="452438"/>
            <a:ext cx="2887662" cy="812800"/>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90820" name="Text Box 4"/>
          <p:cNvSpPr txBox="1">
            <a:spLocks noChangeArrowheads="1"/>
          </p:cNvSpPr>
          <p:nvPr/>
        </p:nvSpPr>
        <p:spPr bwMode="auto">
          <a:xfrm>
            <a:off x="1778001" y="103189"/>
            <a:ext cx="5586413" cy="58578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zh-CN" altLang="en-US" sz="3200" dirty="0">
                <a:solidFill>
                  <a:srgbClr val="002060"/>
                </a:solidFill>
                <a:effectLst>
                  <a:outerShdw blurRad="38100" dist="38100" dir="2700000" algn="tl">
                    <a:srgbClr val="C0C0C0"/>
                  </a:outerShdw>
                </a:effectLst>
                <a:ea typeface="隶书" panose="02010509060101010101" pitchFamily="49" charset="-122"/>
              </a:rPr>
              <a:t>非线性介质及电滞损耗</a:t>
            </a:r>
          </a:p>
        </p:txBody>
      </p:sp>
      <p:sp>
        <p:nvSpPr>
          <p:cNvPr id="232452" name="Line 5"/>
          <p:cNvSpPr>
            <a:spLocks noChangeShapeType="1"/>
          </p:cNvSpPr>
          <p:nvPr/>
        </p:nvSpPr>
        <p:spPr bwMode="auto">
          <a:xfrm>
            <a:off x="6638925" y="406400"/>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453" name="Line 6"/>
          <p:cNvSpPr>
            <a:spLocks noChangeShapeType="1"/>
          </p:cNvSpPr>
          <p:nvPr/>
        </p:nvSpPr>
        <p:spPr bwMode="auto">
          <a:xfrm>
            <a:off x="6653213" y="1292225"/>
            <a:ext cx="29019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90823" name="Text Box 7"/>
          <p:cNvSpPr txBox="1">
            <a:spLocks noChangeArrowheads="1"/>
          </p:cNvSpPr>
          <p:nvPr/>
        </p:nvSpPr>
        <p:spPr bwMode="auto">
          <a:xfrm>
            <a:off x="9729788" y="1233489"/>
            <a:ext cx="608012"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90824" name="Text Box 8"/>
          <p:cNvSpPr txBox="1">
            <a:spLocks noChangeArrowheads="1"/>
          </p:cNvSpPr>
          <p:nvPr/>
        </p:nvSpPr>
        <p:spPr bwMode="auto">
          <a:xfrm>
            <a:off x="9656763" y="0"/>
            <a:ext cx="709612" cy="579438"/>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+q</a:t>
            </a:r>
          </a:p>
        </p:txBody>
      </p:sp>
      <p:sp>
        <p:nvSpPr>
          <p:cNvPr id="290825" name="Text Box 9"/>
          <p:cNvSpPr txBox="1">
            <a:spLocks noChangeArrowheads="1"/>
          </p:cNvSpPr>
          <p:nvPr/>
        </p:nvSpPr>
        <p:spPr bwMode="auto">
          <a:xfrm>
            <a:off x="7988301" y="696914"/>
            <a:ext cx="608013" cy="57943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en-US" altLang="zh-CN" sz="3200">
                <a:solidFill>
                  <a:srgbClr val="FF3300"/>
                </a:solidFill>
                <a:effectLst>
                  <a:outerShdw blurRad="38100" dist="38100" dir="2700000" algn="tl">
                    <a:srgbClr val="C0C0C0"/>
                  </a:outerShdw>
                </a:effectLst>
                <a:latin typeface="Times New Roman" pitchFamily="18" charset="0"/>
                <a:ea typeface="隶书" panose="02010509060101010101" pitchFamily="49" charset="-122"/>
              </a:rPr>
              <a:t>dq</a:t>
            </a:r>
          </a:p>
        </p:txBody>
      </p:sp>
      <p:sp>
        <p:nvSpPr>
          <p:cNvPr id="232457" name="Line 10"/>
          <p:cNvSpPr>
            <a:spLocks noChangeShapeType="1"/>
          </p:cNvSpPr>
          <p:nvPr/>
        </p:nvSpPr>
        <p:spPr bwMode="auto">
          <a:xfrm flipV="1">
            <a:off x="7929563" y="493714"/>
            <a:ext cx="0" cy="73977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32458" name="Object 13"/>
          <p:cNvGraphicFramePr>
            <a:graphicFrameLocks noChangeAspect="1"/>
          </p:cNvGraphicFramePr>
          <p:nvPr/>
        </p:nvGraphicFramePr>
        <p:xfrm>
          <a:off x="2082801" y="809625"/>
          <a:ext cx="1374775" cy="439738"/>
        </p:xfrm>
        <a:graphic>
          <a:graphicData uri="http://schemas.openxmlformats.org/presentationml/2006/ole">
            <mc:AlternateContent xmlns:mc="http://schemas.openxmlformats.org/markup-compatibility/2006">
              <mc:Choice xmlns:v="urn:schemas-microsoft-com:vml" Requires="v">
                <p:oleObj spid="_x0000_s13496" name="Equation" r:id="rId4" imgW="634725" imgH="203112" progId="Equation.DSMT4">
                  <p:embed/>
                </p:oleObj>
              </mc:Choice>
              <mc:Fallback>
                <p:oleObj name="Equation" r:id="rId4" imgW="634725" imgH="20311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801" y="809625"/>
                        <a:ext cx="1374775" cy="4397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9" name="Text Box 26"/>
          <p:cNvSpPr txBox="1">
            <a:spLocks noChangeArrowheads="1"/>
          </p:cNvSpPr>
          <p:nvPr/>
        </p:nvSpPr>
        <p:spPr bwMode="auto">
          <a:xfrm>
            <a:off x="6396038" y="2525713"/>
            <a:ext cx="40767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外界移动自由电荷过程中克服静电力做功，转为系统的静电能；其中一部分转化为宏观静电能，另一部分通过电场对极化电荷做功，转化为介质的极化能。</a:t>
            </a:r>
          </a:p>
        </p:txBody>
      </p:sp>
      <p:sp>
        <p:nvSpPr>
          <p:cNvPr id="232460" name="Text Box 27"/>
          <p:cNvSpPr txBox="1">
            <a:spLocks noChangeArrowheads="1"/>
          </p:cNvSpPr>
          <p:nvPr/>
        </p:nvSpPr>
        <p:spPr bwMode="auto">
          <a:xfrm>
            <a:off x="1920876" y="3352801"/>
            <a:ext cx="1604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极化规律：</a:t>
            </a:r>
          </a:p>
        </p:txBody>
      </p:sp>
      <p:graphicFrame>
        <p:nvGraphicFramePr>
          <p:cNvPr id="232461" name="Object 8"/>
          <p:cNvGraphicFramePr>
            <a:graphicFrameLocks noChangeAspect="1"/>
          </p:cNvGraphicFramePr>
          <p:nvPr/>
        </p:nvGraphicFramePr>
        <p:xfrm>
          <a:off x="2165350" y="1268414"/>
          <a:ext cx="935038" cy="384175"/>
        </p:xfrm>
        <a:graphic>
          <a:graphicData uri="http://schemas.openxmlformats.org/presentationml/2006/ole">
            <mc:AlternateContent xmlns:mc="http://schemas.openxmlformats.org/markup-compatibility/2006">
              <mc:Choice xmlns:v="urn:schemas-microsoft-com:vml" Requires="v">
                <p:oleObj spid="_x0000_s13497" name="Equation" r:id="rId6" imgW="431425" imgH="177646" progId="Equation.DSMT4">
                  <p:embed/>
                </p:oleObj>
              </mc:Choice>
              <mc:Fallback>
                <p:oleObj name="Equation" r:id="rId6" imgW="431425" imgH="17764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65350" y="1268414"/>
                        <a:ext cx="935038" cy="3841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2" name="Object 9"/>
          <p:cNvGraphicFramePr>
            <a:graphicFrameLocks noChangeAspect="1"/>
          </p:cNvGraphicFramePr>
          <p:nvPr/>
        </p:nvGraphicFramePr>
        <p:xfrm>
          <a:off x="3179764" y="1179513"/>
          <a:ext cx="2117725" cy="493712"/>
        </p:xfrm>
        <a:graphic>
          <a:graphicData uri="http://schemas.openxmlformats.org/presentationml/2006/ole">
            <mc:AlternateContent xmlns:mc="http://schemas.openxmlformats.org/markup-compatibility/2006">
              <mc:Choice xmlns:v="urn:schemas-microsoft-com:vml" Requires="v">
                <p:oleObj spid="_x0000_s13498" name="Equation" r:id="rId8" imgW="977900" imgH="228600" progId="Equation.DSMT4">
                  <p:embed/>
                </p:oleObj>
              </mc:Choice>
              <mc:Fallback>
                <p:oleObj name="Equation" r:id="rId8" imgW="9779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9764" y="1179513"/>
                        <a:ext cx="2117725" cy="49371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63" name="Text Box 26"/>
          <p:cNvSpPr txBox="1">
            <a:spLocks noChangeArrowheads="1"/>
          </p:cNvSpPr>
          <p:nvPr/>
        </p:nvSpPr>
        <p:spPr bwMode="auto">
          <a:xfrm>
            <a:off x="1858964" y="1636714"/>
            <a:ext cx="431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400">
                <a:solidFill>
                  <a:srgbClr val="000000"/>
                </a:solidFill>
              </a:rPr>
              <a:t>对于非线性介质，与</a:t>
            </a:r>
            <a:r>
              <a:rPr lang="en-US" altLang="zh-CN" sz="1400">
                <a:solidFill>
                  <a:srgbClr val="000000"/>
                </a:solidFill>
              </a:rPr>
              <a:t>E</a:t>
            </a:r>
            <a:r>
              <a:rPr lang="zh-CN" altLang="en-US" sz="1400">
                <a:solidFill>
                  <a:srgbClr val="000000"/>
                </a:solidFill>
              </a:rPr>
              <a:t>不同，</a:t>
            </a:r>
            <a:r>
              <a:rPr lang="en-US" altLang="zh-CN" sz="1400">
                <a:solidFill>
                  <a:srgbClr val="000000"/>
                </a:solidFill>
              </a:rPr>
              <a:t>D</a:t>
            </a:r>
            <a:r>
              <a:rPr lang="zh-CN" altLang="en-US" sz="1400">
                <a:solidFill>
                  <a:srgbClr val="000000"/>
                </a:solidFill>
              </a:rPr>
              <a:t>可以不与极板垂直。</a:t>
            </a:r>
          </a:p>
        </p:txBody>
      </p:sp>
      <p:graphicFrame>
        <p:nvGraphicFramePr>
          <p:cNvPr id="232464" name="Object 10"/>
          <p:cNvGraphicFramePr>
            <a:graphicFrameLocks noChangeAspect="1"/>
          </p:cNvGraphicFramePr>
          <p:nvPr/>
        </p:nvGraphicFramePr>
        <p:xfrm>
          <a:off x="1992314" y="1954213"/>
          <a:ext cx="4103687" cy="501650"/>
        </p:xfrm>
        <a:graphic>
          <a:graphicData uri="http://schemas.openxmlformats.org/presentationml/2006/ole">
            <mc:AlternateContent xmlns:mc="http://schemas.openxmlformats.org/markup-compatibility/2006">
              <mc:Choice xmlns:v="urn:schemas-microsoft-com:vml" Requires="v">
                <p:oleObj spid="_x0000_s13499" name="Equation" r:id="rId10" imgW="2082800" imgH="254000" progId="Equation.DSMT4">
                  <p:embed/>
                </p:oleObj>
              </mc:Choice>
              <mc:Fallback>
                <p:oleObj name="Equation" r:id="rId10" imgW="2082800" imgH="2540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2314" y="1954213"/>
                        <a:ext cx="4103687" cy="5016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5" name="Object 6"/>
          <p:cNvGraphicFramePr>
            <a:graphicFrameLocks noChangeAspect="1"/>
          </p:cNvGraphicFramePr>
          <p:nvPr/>
        </p:nvGraphicFramePr>
        <p:xfrm>
          <a:off x="3509964" y="2508250"/>
          <a:ext cx="2478087" cy="427038"/>
        </p:xfrm>
        <a:graphic>
          <a:graphicData uri="http://schemas.openxmlformats.org/presentationml/2006/ole">
            <mc:AlternateContent xmlns:mc="http://schemas.openxmlformats.org/markup-compatibility/2006">
              <mc:Choice xmlns:v="urn:schemas-microsoft-com:vml" Requires="v">
                <p:oleObj spid="_x0000_s13500" name="Equation" r:id="rId12" imgW="1256755" imgH="215806" progId="Equation.DSMT4">
                  <p:embed/>
                </p:oleObj>
              </mc:Choice>
              <mc:Fallback>
                <p:oleObj name="Equation" r:id="rId12" imgW="1256755" imgH="21580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9964" y="2508250"/>
                        <a:ext cx="2478087" cy="4270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66" name="Text Box 26"/>
          <p:cNvSpPr txBox="1">
            <a:spLocks noChangeArrowheads="1"/>
          </p:cNvSpPr>
          <p:nvPr/>
        </p:nvSpPr>
        <p:spPr bwMode="auto">
          <a:xfrm>
            <a:off x="3652839" y="860426"/>
            <a:ext cx="1476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400">
                <a:solidFill>
                  <a:srgbClr val="000000"/>
                </a:solidFill>
              </a:rPr>
              <a:t>电源做的元功</a:t>
            </a:r>
          </a:p>
        </p:txBody>
      </p:sp>
      <p:sp>
        <p:nvSpPr>
          <p:cNvPr id="232467" name="Text Box 26"/>
          <p:cNvSpPr txBox="1">
            <a:spLocks noChangeArrowheads="1"/>
          </p:cNvSpPr>
          <p:nvPr/>
        </p:nvSpPr>
        <p:spPr bwMode="auto">
          <a:xfrm>
            <a:off x="1987551" y="2490789"/>
            <a:ext cx="14779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400">
                <a:solidFill>
                  <a:srgbClr val="000000"/>
                </a:solidFill>
              </a:rPr>
              <a:t>单位体积介质，电源做的元功</a:t>
            </a:r>
          </a:p>
        </p:txBody>
      </p:sp>
      <p:graphicFrame>
        <p:nvGraphicFramePr>
          <p:cNvPr id="232468" name="Object 12"/>
          <p:cNvGraphicFramePr>
            <a:graphicFrameLocks noChangeAspect="1"/>
          </p:cNvGraphicFramePr>
          <p:nvPr/>
        </p:nvGraphicFramePr>
        <p:xfrm>
          <a:off x="3697288" y="2986088"/>
          <a:ext cx="1225550" cy="398462"/>
        </p:xfrm>
        <a:graphic>
          <a:graphicData uri="http://schemas.openxmlformats.org/presentationml/2006/ole">
            <mc:AlternateContent xmlns:mc="http://schemas.openxmlformats.org/markup-compatibility/2006">
              <mc:Choice xmlns:v="urn:schemas-microsoft-com:vml" Requires="v">
                <p:oleObj spid="_x0000_s13501" name="Equation" r:id="rId14" imgW="787058" imgH="253890" progId="Equation.DSMT4">
                  <p:embed/>
                </p:oleObj>
              </mc:Choice>
              <mc:Fallback>
                <p:oleObj name="Equation" r:id="rId14" imgW="787058" imgH="25389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97288" y="2986088"/>
                        <a:ext cx="1225550" cy="3984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9" name="Object 8"/>
          <p:cNvGraphicFramePr>
            <a:graphicFrameLocks noChangeAspect="1"/>
          </p:cNvGraphicFramePr>
          <p:nvPr/>
        </p:nvGraphicFramePr>
        <p:xfrm>
          <a:off x="6457950" y="2117726"/>
          <a:ext cx="3778250" cy="441325"/>
        </p:xfrm>
        <a:graphic>
          <a:graphicData uri="http://schemas.openxmlformats.org/presentationml/2006/ole">
            <mc:AlternateContent xmlns:mc="http://schemas.openxmlformats.org/markup-compatibility/2006">
              <mc:Choice xmlns:v="urn:schemas-microsoft-com:vml" Requires="v">
                <p:oleObj spid="_x0000_s13502" name="Equation" r:id="rId16" imgW="2222500" imgH="393700" progId="Equation.DSMT4">
                  <p:embed/>
                </p:oleObj>
              </mc:Choice>
              <mc:Fallback>
                <p:oleObj name="Equation" r:id="rId16" imgW="2222500" imgH="3937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57950" y="2117726"/>
                        <a:ext cx="3778250" cy="44132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0" name="Object 14"/>
          <p:cNvGraphicFramePr>
            <a:graphicFrameLocks noChangeAspect="1"/>
          </p:cNvGraphicFramePr>
          <p:nvPr/>
        </p:nvGraphicFramePr>
        <p:xfrm>
          <a:off x="3217863" y="3538539"/>
          <a:ext cx="2292350" cy="693737"/>
        </p:xfrm>
        <a:graphic>
          <a:graphicData uri="http://schemas.openxmlformats.org/presentationml/2006/ole">
            <mc:AlternateContent xmlns:mc="http://schemas.openxmlformats.org/markup-compatibility/2006">
              <mc:Choice xmlns:v="urn:schemas-microsoft-com:vml" Requires="v">
                <p:oleObj spid="_x0000_s13503" name="Equation" r:id="rId18" imgW="1473200" imgH="444500" progId="Equation.DSMT4">
                  <p:embed/>
                </p:oleObj>
              </mc:Choice>
              <mc:Fallback>
                <p:oleObj name="Equation" r:id="rId18" imgW="1473200" imgH="4445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17863" y="3538539"/>
                        <a:ext cx="2292350" cy="6937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1" name="Object 10"/>
          <p:cNvGraphicFramePr>
            <a:graphicFrameLocks noChangeAspect="1"/>
          </p:cNvGraphicFramePr>
          <p:nvPr/>
        </p:nvGraphicFramePr>
        <p:xfrm>
          <a:off x="3349625" y="4275139"/>
          <a:ext cx="1441450" cy="376237"/>
        </p:xfrm>
        <a:graphic>
          <a:graphicData uri="http://schemas.openxmlformats.org/presentationml/2006/ole">
            <mc:AlternateContent xmlns:mc="http://schemas.openxmlformats.org/markup-compatibility/2006">
              <mc:Choice xmlns:v="urn:schemas-microsoft-com:vml" Requires="v">
                <p:oleObj spid="_x0000_s13504" name="Equation" r:id="rId20" imgW="927100" imgH="241300" progId="Equation.DSMT4">
                  <p:embed/>
                </p:oleObj>
              </mc:Choice>
              <mc:Fallback>
                <p:oleObj name="Equation" r:id="rId20" imgW="927100" imgH="2413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349625" y="4275139"/>
                        <a:ext cx="1441450" cy="3762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72" name="Text Box 27"/>
          <p:cNvSpPr txBox="1">
            <a:spLocks noChangeArrowheads="1"/>
          </p:cNvSpPr>
          <p:nvPr/>
        </p:nvSpPr>
        <p:spPr bwMode="auto">
          <a:xfrm>
            <a:off x="1654175" y="4257675"/>
            <a:ext cx="182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FF3300"/>
                </a:solidFill>
                <a:ea typeface="隶书" panose="02010509060101010101" pitchFamily="49" charset="-122"/>
              </a:rPr>
              <a:t>各向同性介质</a:t>
            </a:r>
          </a:p>
        </p:txBody>
      </p:sp>
      <p:graphicFrame>
        <p:nvGraphicFramePr>
          <p:cNvPr id="232473" name="Object 16"/>
          <p:cNvGraphicFramePr>
            <a:graphicFrameLocks noChangeAspect="1"/>
          </p:cNvGraphicFramePr>
          <p:nvPr/>
        </p:nvGraphicFramePr>
        <p:xfrm>
          <a:off x="6019801" y="3659188"/>
          <a:ext cx="4518025" cy="500062"/>
        </p:xfrm>
        <a:graphic>
          <a:graphicData uri="http://schemas.openxmlformats.org/presentationml/2006/ole">
            <mc:AlternateContent xmlns:mc="http://schemas.openxmlformats.org/markup-compatibility/2006">
              <mc:Choice xmlns:v="urn:schemas-microsoft-com:vml" Requires="v">
                <p:oleObj spid="_x0000_s13505" name="Equation" r:id="rId22" imgW="2654300" imgH="444500" progId="Equation.DSMT4">
                  <p:embed/>
                </p:oleObj>
              </mc:Choice>
              <mc:Fallback>
                <p:oleObj name="Equation" r:id="rId22" imgW="2654300" imgH="444500"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19801" y="3659188"/>
                        <a:ext cx="4518025" cy="5000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4" name="Object 17"/>
          <p:cNvGraphicFramePr>
            <a:graphicFrameLocks noChangeAspect="1"/>
          </p:cNvGraphicFramePr>
          <p:nvPr/>
        </p:nvGraphicFramePr>
        <p:xfrm>
          <a:off x="6053138" y="4170363"/>
          <a:ext cx="3263900" cy="271462"/>
        </p:xfrm>
        <a:graphic>
          <a:graphicData uri="http://schemas.openxmlformats.org/presentationml/2006/ole">
            <mc:AlternateContent xmlns:mc="http://schemas.openxmlformats.org/markup-compatibility/2006">
              <mc:Choice xmlns:v="urn:schemas-microsoft-com:vml" Requires="v">
                <p:oleObj spid="_x0000_s13506" name="Equation" r:id="rId24" imgW="1917700" imgH="241300" progId="Equation.DSMT4">
                  <p:embed/>
                </p:oleObj>
              </mc:Choice>
              <mc:Fallback>
                <p:oleObj name="Equation" r:id="rId24" imgW="1917700" imgH="241300"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053138" y="4170363"/>
                        <a:ext cx="3263900" cy="27146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5" name="Object 18"/>
          <p:cNvGraphicFramePr>
            <a:graphicFrameLocks noChangeAspect="1"/>
          </p:cNvGraphicFramePr>
          <p:nvPr/>
        </p:nvGraphicFramePr>
        <p:xfrm>
          <a:off x="6173788" y="4419601"/>
          <a:ext cx="1816100" cy="442913"/>
        </p:xfrm>
        <a:graphic>
          <a:graphicData uri="http://schemas.openxmlformats.org/presentationml/2006/ole">
            <mc:AlternateContent xmlns:mc="http://schemas.openxmlformats.org/markup-compatibility/2006">
              <mc:Choice xmlns:v="urn:schemas-microsoft-com:vml" Requires="v">
                <p:oleObj spid="_x0000_s13507" name="Equation" r:id="rId26" imgW="1066337" imgH="393529" progId="Equation.DSMT4">
                  <p:embed/>
                </p:oleObj>
              </mc:Choice>
              <mc:Fallback>
                <p:oleObj name="Equation" r:id="rId26" imgW="1066337" imgH="393529"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173788" y="4419601"/>
                        <a:ext cx="1816100" cy="4429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76" name="Text Box 26"/>
          <p:cNvSpPr txBox="1">
            <a:spLocks noChangeArrowheads="1"/>
          </p:cNvSpPr>
          <p:nvPr/>
        </p:nvSpPr>
        <p:spPr bwMode="auto">
          <a:xfrm>
            <a:off x="6069014" y="4837114"/>
            <a:ext cx="33051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极化功全部转化为介质的极化能。</a:t>
            </a:r>
          </a:p>
        </p:txBody>
      </p:sp>
      <p:grpSp>
        <p:nvGrpSpPr>
          <p:cNvPr id="232477" name="Group 14"/>
          <p:cNvGrpSpPr>
            <a:grpSpLocks/>
          </p:cNvGrpSpPr>
          <p:nvPr/>
        </p:nvGrpSpPr>
        <p:grpSpPr bwMode="auto">
          <a:xfrm>
            <a:off x="2066925" y="4606926"/>
            <a:ext cx="2084388" cy="1338263"/>
            <a:chOff x="3630" y="1481"/>
            <a:chExt cx="1929" cy="1719"/>
          </a:xfrm>
        </p:grpSpPr>
        <p:grpSp>
          <p:nvGrpSpPr>
            <p:cNvPr id="232486" name="Group 15"/>
            <p:cNvGrpSpPr>
              <a:grpSpLocks/>
            </p:cNvGrpSpPr>
            <p:nvPr/>
          </p:nvGrpSpPr>
          <p:grpSpPr bwMode="auto">
            <a:xfrm>
              <a:off x="3630" y="1582"/>
              <a:ext cx="1865" cy="1618"/>
              <a:chOff x="3630" y="1582"/>
              <a:chExt cx="1865" cy="1618"/>
            </a:xfrm>
          </p:grpSpPr>
          <p:grpSp>
            <p:nvGrpSpPr>
              <p:cNvPr id="232493" name="Group 16"/>
              <p:cNvGrpSpPr>
                <a:grpSpLocks/>
              </p:cNvGrpSpPr>
              <p:nvPr/>
            </p:nvGrpSpPr>
            <p:grpSpPr bwMode="auto">
              <a:xfrm>
                <a:off x="3630" y="1582"/>
                <a:ext cx="1865" cy="1618"/>
                <a:chOff x="3639" y="1582"/>
                <a:chExt cx="1865" cy="1618"/>
              </a:xfrm>
            </p:grpSpPr>
            <p:grpSp>
              <p:nvGrpSpPr>
                <p:cNvPr id="232499" name="Group 17"/>
                <p:cNvGrpSpPr>
                  <a:grpSpLocks/>
                </p:cNvGrpSpPr>
                <p:nvPr/>
              </p:nvGrpSpPr>
              <p:grpSpPr bwMode="auto">
                <a:xfrm>
                  <a:off x="3639" y="1582"/>
                  <a:ext cx="1865" cy="1618"/>
                  <a:chOff x="3639" y="1582"/>
                  <a:chExt cx="1865" cy="1618"/>
                </a:xfrm>
              </p:grpSpPr>
              <p:sp>
                <p:nvSpPr>
                  <p:cNvPr id="232503" name="Line 18"/>
                  <p:cNvSpPr>
                    <a:spLocks noChangeShapeType="1"/>
                  </p:cNvSpPr>
                  <p:nvPr/>
                </p:nvSpPr>
                <p:spPr bwMode="auto">
                  <a:xfrm>
                    <a:off x="3639" y="2505"/>
                    <a:ext cx="186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504" name="Line 19"/>
                  <p:cNvSpPr>
                    <a:spLocks noChangeShapeType="1"/>
                  </p:cNvSpPr>
                  <p:nvPr/>
                </p:nvSpPr>
                <p:spPr bwMode="auto">
                  <a:xfrm flipV="1">
                    <a:off x="4489" y="1582"/>
                    <a:ext cx="0" cy="16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pSp>
            <p:sp>
              <p:nvSpPr>
                <p:cNvPr id="232500" name="Freeform 20"/>
                <p:cNvSpPr>
                  <a:spLocks/>
                </p:cNvSpPr>
                <p:nvPr/>
              </p:nvSpPr>
              <p:spPr bwMode="auto">
                <a:xfrm>
                  <a:off x="4480" y="1920"/>
                  <a:ext cx="430" cy="576"/>
                </a:xfrm>
                <a:custGeom>
                  <a:avLst/>
                  <a:gdLst>
                    <a:gd name="T0" fmla="*/ 0 w 430"/>
                    <a:gd name="T1" fmla="*/ 576 h 576"/>
                    <a:gd name="T2" fmla="*/ 46 w 430"/>
                    <a:gd name="T3" fmla="*/ 421 h 576"/>
                    <a:gd name="T4" fmla="*/ 128 w 430"/>
                    <a:gd name="T5" fmla="*/ 274 h 576"/>
                    <a:gd name="T6" fmla="*/ 283 w 430"/>
                    <a:gd name="T7" fmla="*/ 73 h 576"/>
                    <a:gd name="T8" fmla="*/ 430 w 430"/>
                    <a:gd name="T9" fmla="*/ 0 h 576"/>
                    <a:gd name="T10" fmla="*/ 0 60000 65536"/>
                    <a:gd name="T11" fmla="*/ 0 60000 65536"/>
                    <a:gd name="T12" fmla="*/ 0 60000 65536"/>
                    <a:gd name="T13" fmla="*/ 0 60000 65536"/>
                    <a:gd name="T14" fmla="*/ 0 60000 65536"/>
                    <a:gd name="T15" fmla="*/ 0 w 430"/>
                    <a:gd name="T16" fmla="*/ 0 h 576"/>
                    <a:gd name="T17" fmla="*/ 430 w 430"/>
                    <a:gd name="T18" fmla="*/ 576 h 576"/>
                  </a:gdLst>
                  <a:ahLst/>
                  <a:cxnLst>
                    <a:cxn ang="T10">
                      <a:pos x="T0" y="T1"/>
                    </a:cxn>
                    <a:cxn ang="T11">
                      <a:pos x="T2" y="T3"/>
                    </a:cxn>
                    <a:cxn ang="T12">
                      <a:pos x="T4" y="T5"/>
                    </a:cxn>
                    <a:cxn ang="T13">
                      <a:pos x="T6" y="T7"/>
                    </a:cxn>
                    <a:cxn ang="T14">
                      <a:pos x="T8" y="T9"/>
                    </a:cxn>
                  </a:cxnLst>
                  <a:rect l="T15" t="T16" r="T17" b="T18"/>
                  <a:pathLst>
                    <a:path w="430" h="576">
                      <a:moveTo>
                        <a:pt x="0" y="576"/>
                      </a:moveTo>
                      <a:cubicBezTo>
                        <a:pt x="12" y="523"/>
                        <a:pt x="25" y="471"/>
                        <a:pt x="46" y="421"/>
                      </a:cubicBezTo>
                      <a:cubicBezTo>
                        <a:pt x="67" y="371"/>
                        <a:pt x="89" y="332"/>
                        <a:pt x="128" y="274"/>
                      </a:cubicBezTo>
                      <a:cubicBezTo>
                        <a:pt x="167" y="216"/>
                        <a:pt x="233" y="119"/>
                        <a:pt x="283" y="73"/>
                      </a:cubicBezTo>
                      <a:cubicBezTo>
                        <a:pt x="333" y="27"/>
                        <a:pt x="381" y="13"/>
                        <a:pt x="430" y="0"/>
                      </a:cubicBezTo>
                    </a:path>
                  </a:pathLst>
                </a:custGeom>
                <a:noFill/>
                <a:ln w="952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501" name="Freeform 21"/>
                <p:cNvSpPr>
                  <a:spLocks/>
                </p:cNvSpPr>
                <p:nvPr/>
              </p:nvSpPr>
              <p:spPr bwMode="auto">
                <a:xfrm>
                  <a:off x="3941" y="1920"/>
                  <a:ext cx="960" cy="1051"/>
                </a:xfrm>
                <a:custGeom>
                  <a:avLst/>
                  <a:gdLst>
                    <a:gd name="T0" fmla="*/ 960 w 960"/>
                    <a:gd name="T1" fmla="*/ 0 h 1051"/>
                    <a:gd name="T2" fmla="*/ 731 w 960"/>
                    <a:gd name="T3" fmla="*/ 18 h 1051"/>
                    <a:gd name="T4" fmla="*/ 612 w 960"/>
                    <a:gd name="T5" fmla="*/ 110 h 1051"/>
                    <a:gd name="T6" fmla="*/ 548 w 960"/>
                    <a:gd name="T7" fmla="*/ 174 h 1051"/>
                    <a:gd name="T8" fmla="*/ 411 w 960"/>
                    <a:gd name="T9" fmla="*/ 338 h 1051"/>
                    <a:gd name="T10" fmla="*/ 329 w 960"/>
                    <a:gd name="T11" fmla="*/ 530 h 1051"/>
                    <a:gd name="T12" fmla="*/ 329 w 960"/>
                    <a:gd name="T13" fmla="*/ 741 h 1051"/>
                    <a:gd name="T14" fmla="*/ 219 w 960"/>
                    <a:gd name="T15" fmla="*/ 942 h 1051"/>
                    <a:gd name="T16" fmla="*/ 82 w 960"/>
                    <a:gd name="T17" fmla="*/ 1024 h 1051"/>
                    <a:gd name="T18" fmla="*/ 0 w 960"/>
                    <a:gd name="T19" fmla="*/ 1051 h 10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0"/>
                    <a:gd name="T31" fmla="*/ 0 h 1051"/>
                    <a:gd name="T32" fmla="*/ 960 w 960"/>
                    <a:gd name="T33" fmla="*/ 1051 h 10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0" h="1051">
                      <a:moveTo>
                        <a:pt x="960" y="0"/>
                      </a:moveTo>
                      <a:cubicBezTo>
                        <a:pt x="874" y="0"/>
                        <a:pt x="789" y="0"/>
                        <a:pt x="731" y="18"/>
                      </a:cubicBezTo>
                      <a:cubicBezTo>
                        <a:pt x="673" y="36"/>
                        <a:pt x="643" y="84"/>
                        <a:pt x="612" y="110"/>
                      </a:cubicBezTo>
                      <a:cubicBezTo>
                        <a:pt x="581" y="136"/>
                        <a:pt x="582" y="136"/>
                        <a:pt x="548" y="174"/>
                      </a:cubicBezTo>
                      <a:cubicBezTo>
                        <a:pt x="514" y="212"/>
                        <a:pt x="447" y="279"/>
                        <a:pt x="411" y="338"/>
                      </a:cubicBezTo>
                      <a:cubicBezTo>
                        <a:pt x="375" y="397"/>
                        <a:pt x="343" y="463"/>
                        <a:pt x="329" y="530"/>
                      </a:cubicBezTo>
                      <a:cubicBezTo>
                        <a:pt x="315" y="597"/>
                        <a:pt x="347" y="672"/>
                        <a:pt x="329" y="741"/>
                      </a:cubicBezTo>
                      <a:cubicBezTo>
                        <a:pt x="311" y="810"/>
                        <a:pt x="260" y="895"/>
                        <a:pt x="219" y="942"/>
                      </a:cubicBezTo>
                      <a:cubicBezTo>
                        <a:pt x="178" y="989"/>
                        <a:pt x="118" y="1006"/>
                        <a:pt x="82" y="1024"/>
                      </a:cubicBezTo>
                      <a:cubicBezTo>
                        <a:pt x="46" y="1042"/>
                        <a:pt x="23" y="1046"/>
                        <a:pt x="0" y="1051"/>
                      </a:cubicBezTo>
                    </a:path>
                  </a:pathLst>
                </a:custGeom>
                <a:noFill/>
                <a:ln w="952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502" name="Freeform 22"/>
                <p:cNvSpPr>
                  <a:spLocks/>
                </p:cNvSpPr>
                <p:nvPr/>
              </p:nvSpPr>
              <p:spPr bwMode="auto">
                <a:xfrm>
                  <a:off x="3931" y="1920"/>
                  <a:ext cx="933" cy="1051"/>
                </a:xfrm>
                <a:custGeom>
                  <a:avLst/>
                  <a:gdLst>
                    <a:gd name="T0" fmla="*/ 0 w 933"/>
                    <a:gd name="T1" fmla="*/ 1051 h 1051"/>
                    <a:gd name="T2" fmla="*/ 357 w 933"/>
                    <a:gd name="T3" fmla="*/ 1006 h 1051"/>
                    <a:gd name="T4" fmla="*/ 494 w 933"/>
                    <a:gd name="T5" fmla="*/ 887 h 1051"/>
                    <a:gd name="T6" fmla="*/ 613 w 933"/>
                    <a:gd name="T7" fmla="*/ 713 h 1051"/>
                    <a:gd name="T8" fmla="*/ 741 w 933"/>
                    <a:gd name="T9" fmla="*/ 384 h 1051"/>
                    <a:gd name="T10" fmla="*/ 787 w 933"/>
                    <a:gd name="T11" fmla="*/ 192 h 1051"/>
                    <a:gd name="T12" fmla="*/ 814 w 933"/>
                    <a:gd name="T13" fmla="*/ 119 h 1051"/>
                    <a:gd name="T14" fmla="*/ 933 w 933"/>
                    <a:gd name="T15" fmla="*/ 0 h 1051"/>
                    <a:gd name="T16" fmla="*/ 0 60000 65536"/>
                    <a:gd name="T17" fmla="*/ 0 60000 65536"/>
                    <a:gd name="T18" fmla="*/ 0 60000 65536"/>
                    <a:gd name="T19" fmla="*/ 0 60000 65536"/>
                    <a:gd name="T20" fmla="*/ 0 60000 65536"/>
                    <a:gd name="T21" fmla="*/ 0 60000 65536"/>
                    <a:gd name="T22" fmla="*/ 0 60000 65536"/>
                    <a:gd name="T23" fmla="*/ 0 60000 65536"/>
                    <a:gd name="T24" fmla="*/ 0 w 933"/>
                    <a:gd name="T25" fmla="*/ 0 h 1051"/>
                    <a:gd name="T26" fmla="*/ 933 w 933"/>
                    <a:gd name="T27" fmla="*/ 1051 h 10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3" h="1051">
                      <a:moveTo>
                        <a:pt x="0" y="1051"/>
                      </a:moveTo>
                      <a:cubicBezTo>
                        <a:pt x="137" y="1042"/>
                        <a:pt x="275" y="1033"/>
                        <a:pt x="357" y="1006"/>
                      </a:cubicBezTo>
                      <a:cubicBezTo>
                        <a:pt x="439" y="979"/>
                        <a:pt x="451" y="936"/>
                        <a:pt x="494" y="887"/>
                      </a:cubicBezTo>
                      <a:cubicBezTo>
                        <a:pt x="537" y="838"/>
                        <a:pt x="572" y="797"/>
                        <a:pt x="613" y="713"/>
                      </a:cubicBezTo>
                      <a:cubicBezTo>
                        <a:pt x="654" y="629"/>
                        <a:pt x="712" y="471"/>
                        <a:pt x="741" y="384"/>
                      </a:cubicBezTo>
                      <a:cubicBezTo>
                        <a:pt x="770" y="297"/>
                        <a:pt x="775" y="236"/>
                        <a:pt x="787" y="192"/>
                      </a:cubicBezTo>
                      <a:cubicBezTo>
                        <a:pt x="799" y="148"/>
                        <a:pt x="790" y="151"/>
                        <a:pt x="814" y="119"/>
                      </a:cubicBezTo>
                      <a:cubicBezTo>
                        <a:pt x="838" y="87"/>
                        <a:pt x="885" y="43"/>
                        <a:pt x="933" y="0"/>
                      </a:cubicBezTo>
                    </a:path>
                  </a:pathLst>
                </a:custGeom>
                <a:noFill/>
                <a:ln w="952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pSp>
          <p:sp>
            <p:nvSpPr>
              <p:cNvPr id="232494" name="Line 23"/>
              <p:cNvSpPr>
                <a:spLocks noChangeShapeType="1"/>
              </p:cNvSpPr>
              <p:nvPr/>
            </p:nvSpPr>
            <p:spPr bwMode="auto">
              <a:xfrm flipV="1">
                <a:off x="4507" y="2203"/>
                <a:ext cx="74" cy="182"/>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495" name="Line 24"/>
              <p:cNvSpPr>
                <a:spLocks noChangeShapeType="1"/>
              </p:cNvSpPr>
              <p:nvPr/>
            </p:nvSpPr>
            <p:spPr bwMode="auto">
              <a:xfrm flipH="1">
                <a:off x="4480" y="1929"/>
                <a:ext cx="192" cy="146"/>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496" name="Line 25"/>
              <p:cNvSpPr>
                <a:spLocks noChangeShapeType="1"/>
              </p:cNvSpPr>
              <p:nvPr/>
            </p:nvSpPr>
            <p:spPr bwMode="auto">
              <a:xfrm flipH="1">
                <a:off x="4151" y="2697"/>
                <a:ext cx="91" cy="16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497" name="Line 26"/>
              <p:cNvSpPr>
                <a:spLocks noChangeShapeType="1"/>
              </p:cNvSpPr>
              <p:nvPr/>
            </p:nvSpPr>
            <p:spPr bwMode="auto">
              <a:xfrm flipV="1">
                <a:off x="4352" y="2679"/>
                <a:ext cx="165" cy="192"/>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2498" name="Line 27"/>
              <p:cNvSpPr>
                <a:spLocks noChangeShapeType="1"/>
              </p:cNvSpPr>
              <p:nvPr/>
            </p:nvSpPr>
            <p:spPr bwMode="auto">
              <a:xfrm flipV="1">
                <a:off x="4617" y="2267"/>
                <a:ext cx="55" cy="174"/>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pSp>
        <p:sp>
          <p:nvSpPr>
            <p:cNvPr id="48" name="Text Box 28"/>
            <p:cNvSpPr txBox="1">
              <a:spLocks noChangeArrowheads="1"/>
            </p:cNvSpPr>
            <p:nvPr/>
          </p:nvSpPr>
          <p:spPr bwMode="auto">
            <a:xfrm>
              <a:off x="4279" y="2423"/>
              <a:ext cx="256"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i="1">
                  <a:solidFill>
                    <a:srgbClr val="010199"/>
                  </a:solidFill>
                  <a:effectLst>
                    <a:outerShdw blurRad="38100" dist="38100" dir="2700000" algn="tl">
                      <a:srgbClr val="C0C0C0"/>
                    </a:outerShdw>
                  </a:effectLst>
                  <a:latin typeface="Times New Roman" panose="02020603050405020304" pitchFamily="18" charset="0"/>
                </a:rPr>
                <a:t>O</a:t>
              </a:r>
            </a:p>
          </p:txBody>
        </p:sp>
        <p:sp>
          <p:nvSpPr>
            <p:cNvPr id="49" name="Text Box 29"/>
            <p:cNvSpPr txBox="1">
              <a:spLocks noChangeArrowheads="1"/>
            </p:cNvSpPr>
            <p:nvPr/>
          </p:nvSpPr>
          <p:spPr bwMode="auto">
            <a:xfrm>
              <a:off x="5303" y="2486"/>
              <a:ext cx="256"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b="1" i="1">
                  <a:solidFill>
                    <a:srgbClr val="010199"/>
                  </a:solidFill>
                  <a:effectLst>
                    <a:outerShdw blurRad="38100" dist="38100" dir="2700000" algn="tl">
                      <a:srgbClr val="C0C0C0"/>
                    </a:outerShdw>
                  </a:effectLst>
                  <a:latin typeface="Times New Roman" panose="02020603050405020304" pitchFamily="18" charset="0"/>
                </a:rPr>
                <a:t>E</a:t>
              </a:r>
            </a:p>
          </p:txBody>
        </p:sp>
        <p:sp>
          <p:nvSpPr>
            <p:cNvPr id="50" name="Text Box 30"/>
            <p:cNvSpPr txBox="1">
              <a:spLocks noChangeArrowheads="1"/>
            </p:cNvSpPr>
            <p:nvPr/>
          </p:nvSpPr>
          <p:spPr bwMode="auto">
            <a:xfrm>
              <a:off x="4517" y="1481"/>
              <a:ext cx="256"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b="1" i="1">
                  <a:solidFill>
                    <a:srgbClr val="010199"/>
                  </a:solidFill>
                  <a:effectLst>
                    <a:outerShdw blurRad="38100" dist="38100" dir="2700000" algn="tl">
                      <a:srgbClr val="C0C0C0"/>
                    </a:outerShdw>
                  </a:effectLst>
                  <a:latin typeface="Times New Roman" panose="02020603050405020304" pitchFamily="18" charset="0"/>
                </a:rPr>
                <a:t>P</a:t>
              </a:r>
            </a:p>
          </p:txBody>
        </p:sp>
        <p:sp>
          <p:nvSpPr>
            <p:cNvPr id="51" name="Text Box 31"/>
            <p:cNvSpPr txBox="1">
              <a:spLocks noChangeArrowheads="1"/>
            </p:cNvSpPr>
            <p:nvPr/>
          </p:nvSpPr>
          <p:spPr bwMode="auto">
            <a:xfrm>
              <a:off x="4873" y="1864"/>
              <a:ext cx="256"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i="1">
                  <a:solidFill>
                    <a:srgbClr val="010199"/>
                  </a:solidFill>
                  <a:effectLst>
                    <a:outerShdw blurRad="38100" dist="38100" dir="2700000" algn="tl">
                      <a:srgbClr val="C0C0C0"/>
                    </a:outerShdw>
                  </a:effectLst>
                  <a:latin typeface="Times New Roman" panose="02020603050405020304" pitchFamily="18" charset="0"/>
                </a:rPr>
                <a:t>A</a:t>
              </a:r>
            </a:p>
          </p:txBody>
        </p:sp>
        <p:sp>
          <p:nvSpPr>
            <p:cNvPr id="52" name="Text Box 32"/>
            <p:cNvSpPr txBox="1">
              <a:spLocks noChangeArrowheads="1"/>
            </p:cNvSpPr>
            <p:nvPr/>
          </p:nvSpPr>
          <p:spPr bwMode="auto">
            <a:xfrm>
              <a:off x="4251" y="1974"/>
              <a:ext cx="257"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i="1">
                  <a:solidFill>
                    <a:srgbClr val="010199"/>
                  </a:solidFill>
                  <a:effectLst>
                    <a:outerShdw blurRad="38100" dist="38100" dir="2700000" algn="tl">
                      <a:srgbClr val="C0C0C0"/>
                    </a:outerShdw>
                  </a:effectLst>
                  <a:latin typeface="Times New Roman" panose="02020603050405020304" pitchFamily="18" charset="0"/>
                </a:rPr>
                <a:t>B</a:t>
              </a:r>
            </a:p>
          </p:txBody>
        </p:sp>
        <p:sp>
          <p:nvSpPr>
            <p:cNvPr id="53" name="Text Box 33"/>
            <p:cNvSpPr txBox="1">
              <a:spLocks noChangeArrowheads="1"/>
            </p:cNvSpPr>
            <p:nvPr/>
          </p:nvSpPr>
          <p:spPr bwMode="auto">
            <a:xfrm>
              <a:off x="4024" y="2458"/>
              <a:ext cx="256" cy="514"/>
            </a:xfrm>
            <a:prstGeom prst="rect">
              <a:avLst/>
            </a:prstGeom>
            <a:noFill/>
            <a:ln w="9525">
              <a:noFill/>
              <a:miter lim="800000"/>
              <a:headEnd/>
              <a:tailEnd/>
            </a:ln>
            <a:effectLst/>
          </p:spPr>
          <p:txBody>
            <a:bodyPr>
              <a:spAutoFit/>
            </a:bodyPr>
            <a:lstStyle>
              <a:lvl1pPr eaLnBrk="0" hangingPunct="0">
                <a:defRPr sz="4800">
                  <a:solidFill>
                    <a:srgbClr val="FF3300"/>
                  </a:solidFill>
                  <a:latin typeface="Tahoma" panose="020B0604030504040204" pitchFamily="34" charset="0"/>
                  <a:ea typeface="隶书" panose="02010509060101010101" pitchFamily="49" charset="-122"/>
                </a:defRPr>
              </a:lvl1pPr>
              <a:lvl2pPr marL="742950" indent="-285750" eaLnBrk="0" hangingPunct="0">
                <a:defRPr sz="4800">
                  <a:solidFill>
                    <a:srgbClr val="FF3300"/>
                  </a:solidFill>
                  <a:latin typeface="Tahoma" panose="020B0604030504040204" pitchFamily="34" charset="0"/>
                  <a:ea typeface="隶书" panose="02010509060101010101" pitchFamily="49" charset="-122"/>
                </a:defRPr>
              </a:lvl2pPr>
              <a:lvl3pPr marL="1143000" indent="-228600" eaLnBrk="0" hangingPunct="0">
                <a:defRPr sz="4800">
                  <a:solidFill>
                    <a:srgbClr val="FF3300"/>
                  </a:solidFill>
                  <a:latin typeface="Tahoma" panose="020B0604030504040204" pitchFamily="34" charset="0"/>
                  <a:ea typeface="隶书" panose="02010509060101010101" pitchFamily="49" charset="-122"/>
                </a:defRPr>
              </a:lvl3pPr>
              <a:lvl4pPr marL="1600200" indent="-228600" eaLnBrk="0" hangingPunct="0">
                <a:defRPr sz="4800">
                  <a:solidFill>
                    <a:srgbClr val="FF3300"/>
                  </a:solidFill>
                  <a:latin typeface="Tahoma" panose="020B0604030504040204" pitchFamily="34" charset="0"/>
                  <a:ea typeface="隶书" panose="02010509060101010101" pitchFamily="49" charset="-122"/>
                </a:defRPr>
              </a:lvl4pPr>
              <a:lvl5pPr marL="2057400" indent="-228600" eaLnBrk="0" hangingPunct="0">
                <a:defRPr sz="4800">
                  <a:solidFill>
                    <a:srgbClr val="FF3300"/>
                  </a:solidFill>
                  <a:latin typeface="Tahoma" panose="020B060403050404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120000"/>
                <a:buChar char="•"/>
                <a:defRPr sz="4800">
                  <a:solidFill>
                    <a:srgbClr val="FF3300"/>
                  </a:solidFill>
                  <a:latin typeface="Tahoma" panose="020B0604030504040204" pitchFamily="34" charset="0"/>
                  <a:ea typeface="隶书" panose="02010509060101010101" pitchFamily="49" charset="-122"/>
                </a:defRPr>
              </a:lvl9pPr>
            </a:lstStyle>
            <a:p>
              <a:pPr eaLnBrk="1" fontAlgn="base" hangingPunct="1">
                <a:spcBef>
                  <a:spcPct val="50000"/>
                </a:spcBef>
                <a:spcAft>
                  <a:spcPct val="0"/>
                </a:spcAft>
                <a:defRPr/>
              </a:pPr>
              <a:r>
                <a:rPr lang="en-US" altLang="zh-CN" sz="2000" i="1">
                  <a:solidFill>
                    <a:srgbClr val="010199"/>
                  </a:solidFill>
                  <a:effectLst>
                    <a:outerShdw blurRad="38100" dist="38100" dir="2700000" algn="tl">
                      <a:srgbClr val="C0C0C0"/>
                    </a:outerShdw>
                  </a:effectLst>
                  <a:latin typeface="Times New Roman" panose="02020603050405020304" pitchFamily="18" charset="0"/>
                </a:rPr>
                <a:t>C</a:t>
              </a:r>
            </a:p>
          </p:txBody>
        </p:sp>
      </p:grpSp>
      <p:cxnSp>
        <p:nvCxnSpPr>
          <p:cNvPr id="232478" name="直接连接符 69"/>
          <p:cNvCxnSpPr>
            <a:cxnSpLocks noChangeShapeType="1"/>
          </p:cNvCxnSpPr>
          <p:nvPr/>
        </p:nvCxnSpPr>
        <p:spPr bwMode="auto">
          <a:xfrm flipH="1">
            <a:off x="3413126" y="4948238"/>
            <a:ext cx="3175" cy="469900"/>
          </a:xfrm>
          <a:prstGeom prst="line">
            <a:avLst/>
          </a:prstGeom>
          <a:noFill/>
          <a:ln w="9525" algn="ctr">
            <a:solidFill>
              <a:srgbClr val="0070C0"/>
            </a:solidFill>
            <a:prstDash val="dash"/>
            <a:round/>
            <a:headEnd/>
            <a:tailEnd/>
          </a:ln>
          <a:extLst>
            <a:ext uri="{909E8E84-426E-40DD-AFC4-6F175D3DCCD1}">
              <a14:hiddenFill xmlns:a14="http://schemas.microsoft.com/office/drawing/2010/main">
                <a:noFill/>
              </a14:hiddenFill>
            </a:ext>
          </a:extLst>
        </p:spPr>
      </p:cxnSp>
      <p:cxnSp>
        <p:nvCxnSpPr>
          <p:cNvPr id="232479" name="直接连接符 70"/>
          <p:cNvCxnSpPr>
            <a:cxnSpLocks noChangeShapeType="1"/>
          </p:cNvCxnSpPr>
          <p:nvPr/>
        </p:nvCxnSpPr>
        <p:spPr bwMode="auto">
          <a:xfrm>
            <a:off x="2403475" y="5418138"/>
            <a:ext cx="0" cy="361950"/>
          </a:xfrm>
          <a:prstGeom prst="line">
            <a:avLst/>
          </a:prstGeom>
          <a:noFill/>
          <a:ln w="9525" algn="ctr">
            <a:solidFill>
              <a:srgbClr val="0070C0"/>
            </a:solidFill>
            <a:prstDash val="dash"/>
            <a:round/>
            <a:headEnd/>
            <a:tailEnd/>
          </a:ln>
          <a:extLst>
            <a:ext uri="{909E8E84-426E-40DD-AFC4-6F175D3DCCD1}">
              <a14:hiddenFill xmlns:a14="http://schemas.microsoft.com/office/drawing/2010/main">
                <a:noFill/>
              </a14:hiddenFill>
            </a:ext>
          </a:extLst>
        </p:spPr>
      </p:cxnSp>
      <p:sp>
        <p:nvSpPr>
          <p:cNvPr id="232480" name="TextBox 73"/>
          <p:cNvSpPr txBox="1">
            <a:spLocks noChangeArrowheads="1"/>
          </p:cNvSpPr>
          <p:nvPr/>
        </p:nvSpPr>
        <p:spPr bwMode="auto">
          <a:xfrm>
            <a:off x="3240088" y="5426075"/>
            <a:ext cx="423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en-US" altLang="zh-CN" sz="1600">
                <a:solidFill>
                  <a:srgbClr val="FF3300"/>
                </a:solidFill>
                <a:ea typeface="隶书" panose="02010509060101010101" pitchFamily="49" charset="-122"/>
              </a:rPr>
              <a:t>E</a:t>
            </a:r>
            <a:r>
              <a:rPr lang="en-US" altLang="zh-CN" sz="1600" baseline="-25000">
                <a:solidFill>
                  <a:srgbClr val="FF3300"/>
                </a:solidFill>
                <a:ea typeface="隶书" panose="02010509060101010101" pitchFamily="49" charset="-122"/>
              </a:rPr>
              <a:t>0</a:t>
            </a:r>
            <a:endParaRPr lang="zh-CN" altLang="en-US" sz="1600" baseline="-25000">
              <a:solidFill>
                <a:srgbClr val="FF3300"/>
              </a:solidFill>
              <a:ea typeface="隶书" panose="02010509060101010101" pitchFamily="49" charset="-122"/>
            </a:endParaRPr>
          </a:p>
        </p:txBody>
      </p:sp>
      <p:sp>
        <p:nvSpPr>
          <p:cNvPr id="232481" name="TextBox 74"/>
          <p:cNvSpPr txBox="1">
            <a:spLocks noChangeArrowheads="1"/>
          </p:cNvSpPr>
          <p:nvPr/>
        </p:nvSpPr>
        <p:spPr bwMode="auto">
          <a:xfrm>
            <a:off x="2041526" y="5072064"/>
            <a:ext cx="6635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buFontTx/>
              <a:buNone/>
            </a:pPr>
            <a:r>
              <a:rPr lang="zh-CN" altLang="en-US" sz="1600">
                <a:solidFill>
                  <a:srgbClr val="FF3300"/>
                </a:solidFill>
                <a:ea typeface="隶书" panose="02010509060101010101" pitchFamily="49" charset="-122"/>
              </a:rPr>
              <a:t>－</a:t>
            </a:r>
            <a:r>
              <a:rPr lang="en-US" altLang="zh-CN" sz="1600">
                <a:solidFill>
                  <a:srgbClr val="FF3300"/>
                </a:solidFill>
                <a:ea typeface="隶书" panose="02010509060101010101" pitchFamily="49" charset="-122"/>
              </a:rPr>
              <a:t>E</a:t>
            </a:r>
            <a:r>
              <a:rPr lang="en-US" altLang="zh-CN" sz="1600" baseline="-25000">
                <a:solidFill>
                  <a:srgbClr val="FF3300"/>
                </a:solidFill>
                <a:ea typeface="隶书" panose="02010509060101010101" pitchFamily="49" charset="-122"/>
              </a:rPr>
              <a:t>0</a:t>
            </a:r>
            <a:endParaRPr lang="zh-CN" altLang="en-US" sz="1600" baseline="-25000">
              <a:solidFill>
                <a:srgbClr val="FF3300"/>
              </a:solidFill>
              <a:ea typeface="隶书" panose="02010509060101010101" pitchFamily="49" charset="-122"/>
            </a:endParaRPr>
          </a:p>
        </p:txBody>
      </p:sp>
      <p:sp>
        <p:nvSpPr>
          <p:cNvPr id="232482" name="Text Box 26"/>
          <p:cNvSpPr txBox="1">
            <a:spLocks noChangeArrowheads="1"/>
          </p:cNvSpPr>
          <p:nvPr/>
        </p:nvSpPr>
        <p:spPr bwMode="auto">
          <a:xfrm>
            <a:off x="4411663" y="5484814"/>
            <a:ext cx="33067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电源对单位体积铁电体所做的元功：</a:t>
            </a:r>
          </a:p>
        </p:txBody>
      </p:sp>
      <p:graphicFrame>
        <p:nvGraphicFramePr>
          <p:cNvPr id="232483" name="Object 14"/>
          <p:cNvGraphicFramePr>
            <a:graphicFrameLocks noChangeAspect="1"/>
          </p:cNvGraphicFramePr>
          <p:nvPr/>
        </p:nvGraphicFramePr>
        <p:xfrm>
          <a:off x="4581526" y="5899150"/>
          <a:ext cx="2028825" cy="312738"/>
        </p:xfrm>
        <a:graphic>
          <a:graphicData uri="http://schemas.openxmlformats.org/presentationml/2006/ole">
            <mc:AlternateContent xmlns:mc="http://schemas.openxmlformats.org/markup-compatibility/2006">
              <mc:Choice xmlns:v="urn:schemas-microsoft-com:vml" Requires="v">
                <p:oleObj spid="_x0000_s13508" name="Equation" r:id="rId28" imgW="1193800" imgH="279400" progId="Equation.DSMT4">
                  <p:embed/>
                </p:oleObj>
              </mc:Choice>
              <mc:Fallback>
                <p:oleObj name="Equation" r:id="rId28" imgW="1193800" imgH="279400"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581526" y="5899150"/>
                        <a:ext cx="2028825" cy="3127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84" name="Text Box 26"/>
          <p:cNvSpPr txBox="1">
            <a:spLocks noChangeArrowheads="1"/>
          </p:cNvSpPr>
          <p:nvPr/>
        </p:nvSpPr>
        <p:spPr bwMode="auto">
          <a:xfrm>
            <a:off x="6810376" y="5829301"/>
            <a:ext cx="19605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1600">
                <a:solidFill>
                  <a:srgbClr val="000000"/>
                </a:solidFill>
              </a:rPr>
              <a:t>电滞回线所围面积</a:t>
            </a:r>
          </a:p>
        </p:txBody>
      </p:sp>
      <p:sp>
        <p:nvSpPr>
          <p:cNvPr id="79" name="Text Box 26"/>
          <p:cNvSpPr txBox="1">
            <a:spLocks noChangeArrowheads="1"/>
          </p:cNvSpPr>
          <p:nvPr/>
        </p:nvSpPr>
        <p:spPr bwMode="auto">
          <a:xfrm>
            <a:off x="4360863" y="6165850"/>
            <a:ext cx="5262562" cy="585788"/>
          </a:xfrm>
          <a:prstGeom prst="rect">
            <a:avLst/>
          </a:prstGeom>
          <a:noFill/>
          <a:ln w="9525">
            <a:noFill/>
            <a:miter lim="800000"/>
            <a:headEnd/>
            <a:tailEnd/>
          </a:ln>
        </p:spPr>
        <p:txBody>
          <a:bodyPr>
            <a:spAutoFit/>
          </a:bodyPr>
          <a:lstStyle/>
          <a:p>
            <a:pPr fontAlgn="base">
              <a:spcBef>
                <a:spcPct val="50000"/>
              </a:spcBef>
              <a:spcAft>
                <a:spcPct val="0"/>
              </a:spcAft>
              <a:defRPr/>
            </a:pPr>
            <a:r>
              <a:rPr lang="zh-CN" altLang="en-US" sz="1600" dirty="0">
                <a:solidFill>
                  <a:srgbClr val="000099">
                    <a:lumMod val="60000"/>
                    <a:lumOff val="40000"/>
                  </a:srgbClr>
                </a:solidFill>
              </a:rPr>
              <a:t>此功没有改变电场、极化状态，转化为热。这种因电滞现象而消耗的能量称为电滞损耗</a:t>
            </a:r>
          </a:p>
        </p:txBody>
      </p:sp>
    </p:spTree>
    <p:extLst>
      <p:ext uri="{BB962C8B-B14F-4D97-AF65-F5344CB8AC3E}">
        <p14:creationId xmlns:p14="http://schemas.microsoft.com/office/powerpoint/2010/main" val="3429458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ChangeArrowheads="1"/>
          </p:cNvSpPr>
          <p:nvPr/>
        </p:nvSpPr>
        <p:spPr bwMode="auto">
          <a:xfrm>
            <a:off x="2178051" y="2100263"/>
            <a:ext cx="4500563" cy="590550"/>
          </a:xfrm>
          <a:prstGeom prst="rect">
            <a:avLst/>
          </a:prstGeom>
          <a:noFill/>
          <a:ln w="9525">
            <a:noFill/>
            <a:miter lim="800000"/>
            <a:headEnd/>
            <a:tailEnd/>
          </a:ln>
          <a:effectLst/>
        </p:spPr>
        <p:txBody>
          <a:bodyPr anchor="ctr" anchorCtr="1"/>
          <a:lstStyle/>
          <a:p>
            <a:pPr fontAlgn="base">
              <a:spcBef>
                <a:spcPct val="0"/>
              </a:spcBef>
              <a:spcAft>
                <a:spcPct val="0"/>
              </a:spcAft>
              <a:defRPr/>
            </a:pPr>
            <a:r>
              <a:rPr lang="en-US" altLang="zh-CN" sz="2800">
                <a:solidFill>
                  <a:srgbClr val="00060C"/>
                </a:solidFill>
                <a:effectLst>
                  <a:outerShdw blurRad="38100" dist="38100" dir="2700000" algn="tl">
                    <a:srgbClr val="C0C0C0"/>
                  </a:outerShdw>
                </a:effectLst>
                <a:ea typeface="隶书" panose="02010509060101010101" pitchFamily="49" charset="-122"/>
              </a:rPr>
              <a:t>C</a:t>
            </a:r>
            <a:r>
              <a:rPr lang="zh-CN" altLang="en-US" sz="2800">
                <a:solidFill>
                  <a:srgbClr val="00060C"/>
                </a:solidFill>
                <a:effectLst>
                  <a:outerShdw blurRad="38100" dist="38100" dir="2700000" algn="tl">
                    <a:srgbClr val="C0C0C0"/>
                  </a:outerShdw>
                </a:effectLst>
                <a:ea typeface="隶书" panose="02010509060101010101" pitchFamily="49" charset="-122"/>
              </a:rPr>
              <a:t>＝</a:t>
            </a:r>
            <a:r>
              <a:rPr lang="en-US" altLang="zh-CN" sz="2800">
                <a:solidFill>
                  <a:srgbClr val="00060C"/>
                </a:solidFill>
                <a:effectLst>
                  <a:outerShdw blurRad="38100" dist="38100" dir="2700000" algn="tl">
                    <a:srgbClr val="C0C0C0"/>
                  </a:outerShdw>
                </a:effectLst>
                <a:ea typeface="隶书" panose="02010509060101010101" pitchFamily="49" charset="-122"/>
              </a:rPr>
              <a:t>C1</a:t>
            </a:r>
            <a:r>
              <a:rPr lang="zh-CN" altLang="en-US" sz="2800">
                <a:solidFill>
                  <a:srgbClr val="00060C"/>
                </a:solidFill>
                <a:effectLst>
                  <a:outerShdw blurRad="38100" dist="38100" dir="2700000" algn="tl">
                    <a:srgbClr val="C0C0C0"/>
                  </a:outerShdw>
                </a:effectLst>
                <a:ea typeface="隶书" panose="02010509060101010101" pitchFamily="49" charset="-122"/>
              </a:rPr>
              <a:t>＋</a:t>
            </a:r>
            <a:r>
              <a:rPr lang="en-US" altLang="zh-CN" sz="2800">
                <a:solidFill>
                  <a:srgbClr val="00060C"/>
                </a:solidFill>
                <a:effectLst>
                  <a:outerShdw blurRad="38100" dist="38100" dir="2700000" algn="tl">
                    <a:srgbClr val="C0C0C0"/>
                  </a:outerShdw>
                </a:effectLst>
                <a:ea typeface="隶书" panose="02010509060101010101" pitchFamily="49" charset="-122"/>
              </a:rPr>
              <a:t>C2</a:t>
            </a:r>
          </a:p>
        </p:txBody>
      </p:sp>
      <p:sp>
        <p:nvSpPr>
          <p:cNvPr id="221187" name="Rectangle 3"/>
          <p:cNvSpPr>
            <a:spLocks noChangeArrowheads="1"/>
          </p:cNvSpPr>
          <p:nvPr/>
        </p:nvSpPr>
        <p:spPr bwMode="auto">
          <a:xfrm>
            <a:off x="1758951" y="188914"/>
            <a:ext cx="5635625"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球形电容器</a:t>
            </a:r>
            <a:r>
              <a:rPr lang="en-US" altLang="zh-CN" sz="2800">
                <a:solidFill>
                  <a:srgbClr val="00060C"/>
                </a:solidFill>
                <a:effectLst>
                  <a:outerShdw blurRad="38100" dist="38100" dir="2700000" algn="tl">
                    <a:srgbClr val="C0C0C0"/>
                  </a:outerShdw>
                </a:effectLst>
                <a:ea typeface="隶书" panose="02010509060101010101" pitchFamily="49" charset="-122"/>
              </a:rPr>
              <a:t>:</a:t>
            </a:r>
            <a:r>
              <a:rPr lang="zh-CN" altLang="en-US" sz="2800">
                <a:solidFill>
                  <a:srgbClr val="00060C"/>
                </a:solidFill>
                <a:effectLst>
                  <a:outerShdw blurRad="38100" dist="38100" dir="2700000" algn="tl">
                    <a:srgbClr val="C0C0C0"/>
                  </a:outerShdw>
                </a:effectLst>
                <a:ea typeface="隶书" panose="02010509060101010101" pitchFamily="49" charset="-122"/>
              </a:rPr>
              <a:t>电容，电荷分布</a:t>
            </a:r>
          </a:p>
        </p:txBody>
      </p:sp>
      <p:sp>
        <p:nvSpPr>
          <p:cNvPr id="234500" name="AutoShape 4"/>
          <p:cNvSpPr>
            <a:spLocks noChangeArrowheads="1"/>
          </p:cNvSpPr>
          <p:nvPr/>
        </p:nvSpPr>
        <p:spPr bwMode="auto">
          <a:xfrm>
            <a:off x="4835525" y="4914901"/>
            <a:ext cx="1530350" cy="314325"/>
          </a:xfrm>
          <a:prstGeom prst="rightArrow">
            <a:avLst>
              <a:gd name="adj1" fmla="val 50000"/>
              <a:gd name="adj2" fmla="val 12171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graphicFrame>
        <p:nvGraphicFramePr>
          <p:cNvPr id="221190" name="Object 6"/>
          <p:cNvGraphicFramePr>
            <a:graphicFrameLocks noChangeAspect="1"/>
          </p:cNvGraphicFramePr>
          <p:nvPr/>
        </p:nvGraphicFramePr>
        <p:xfrm>
          <a:off x="2197101" y="1177926"/>
          <a:ext cx="2276475" cy="893763"/>
        </p:xfrm>
        <a:graphic>
          <a:graphicData uri="http://schemas.openxmlformats.org/presentationml/2006/ole">
            <mc:AlternateContent xmlns:mc="http://schemas.openxmlformats.org/markup-compatibility/2006">
              <mc:Choice xmlns:v="urn:schemas-microsoft-com:vml" Requires="v">
                <p:oleObj spid="_x0000_s14618" name="Equation" r:id="rId4" imgW="1091726" imgH="431613" progId="Equation.DSMT4">
                  <p:embed/>
                </p:oleObj>
              </mc:Choice>
              <mc:Fallback>
                <p:oleObj name="Equation" r:id="rId4" imgW="1091726"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7101" y="1177926"/>
                        <a:ext cx="2276475" cy="893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1" name="Object 7"/>
          <p:cNvGraphicFramePr>
            <a:graphicFrameLocks noChangeAspect="1"/>
          </p:cNvGraphicFramePr>
          <p:nvPr/>
        </p:nvGraphicFramePr>
        <p:xfrm>
          <a:off x="2390776" y="2847976"/>
          <a:ext cx="1641475" cy="422275"/>
        </p:xfrm>
        <a:graphic>
          <a:graphicData uri="http://schemas.openxmlformats.org/presentationml/2006/ole">
            <mc:AlternateContent xmlns:mc="http://schemas.openxmlformats.org/markup-compatibility/2006">
              <mc:Choice xmlns:v="urn:schemas-microsoft-com:vml" Requires="v">
                <p:oleObj spid="_x0000_s14619" name="Equation" r:id="rId6" imgW="787058" imgH="203112" progId="Equation.DSMT4">
                  <p:embed/>
                </p:oleObj>
              </mc:Choice>
              <mc:Fallback>
                <p:oleObj name="Equation" r:id="rId6" imgW="787058"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0776" y="2847976"/>
                        <a:ext cx="1641475" cy="4222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3" name="Object 9"/>
          <p:cNvGraphicFramePr>
            <a:graphicFrameLocks noChangeAspect="1"/>
          </p:cNvGraphicFramePr>
          <p:nvPr/>
        </p:nvGraphicFramePr>
        <p:xfrm>
          <a:off x="4371975" y="1149351"/>
          <a:ext cx="2541588" cy="893763"/>
        </p:xfrm>
        <a:graphic>
          <a:graphicData uri="http://schemas.openxmlformats.org/presentationml/2006/ole">
            <mc:AlternateContent xmlns:mc="http://schemas.openxmlformats.org/markup-compatibility/2006">
              <mc:Choice xmlns:v="urn:schemas-microsoft-com:vml" Requires="v">
                <p:oleObj spid="_x0000_s14620" name="Equation" r:id="rId8" imgW="1218671" imgH="431613" progId="Equation.DSMT4">
                  <p:embed/>
                </p:oleObj>
              </mc:Choice>
              <mc:Fallback>
                <p:oleObj name="Equation" r:id="rId8" imgW="1218671" imgH="43161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1975" y="1149351"/>
                        <a:ext cx="2541588" cy="893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04" name="AutoShape 10"/>
          <p:cNvSpPr>
            <a:spLocks noChangeArrowheads="1"/>
          </p:cNvSpPr>
          <p:nvPr/>
        </p:nvSpPr>
        <p:spPr bwMode="auto">
          <a:xfrm>
            <a:off x="7605713" y="711200"/>
            <a:ext cx="1625600" cy="15827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4505" name="AutoShape 11"/>
          <p:cNvSpPr>
            <a:spLocks noChangeArrowheads="1"/>
          </p:cNvSpPr>
          <p:nvPr/>
        </p:nvSpPr>
        <p:spPr bwMode="auto">
          <a:xfrm rot="10800000">
            <a:off x="7607300" y="723900"/>
            <a:ext cx="1625600" cy="15827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solidFill>
            <a:srgbClr val="FF3300"/>
          </a:solidFill>
          <a:ln w="9525" algn="ctr">
            <a:solidFill>
              <a:schemeClr val="bg1"/>
            </a:solidFill>
            <a:miter lim="800000"/>
            <a:headEnd/>
            <a:tailEnd/>
          </a:ln>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4506" name="Line 12"/>
          <p:cNvSpPr>
            <a:spLocks noChangeShapeType="1"/>
          </p:cNvSpPr>
          <p:nvPr/>
        </p:nvSpPr>
        <p:spPr bwMode="auto">
          <a:xfrm flipH="1" flipV="1">
            <a:off x="8243888" y="736601"/>
            <a:ext cx="203200" cy="75882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4507" name="Line 13"/>
          <p:cNvSpPr>
            <a:spLocks noChangeShapeType="1"/>
          </p:cNvSpPr>
          <p:nvPr/>
        </p:nvSpPr>
        <p:spPr bwMode="auto">
          <a:xfrm flipV="1">
            <a:off x="8447088" y="1233488"/>
            <a:ext cx="247650" cy="24765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21198" name="Object 14"/>
          <p:cNvGraphicFramePr>
            <a:graphicFrameLocks noChangeAspect="1"/>
          </p:cNvGraphicFramePr>
          <p:nvPr/>
        </p:nvGraphicFramePr>
        <p:xfrm>
          <a:off x="2359026" y="3411538"/>
          <a:ext cx="3071813" cy="950912"/>
        </p:xfrm>
        <a:graphic>
          <a:graphicData uri="http://schemas.openxmlformats.org/presentationml/2006/ole">
            <mc:AlternateContent xmlns:mc="http://schemas.openxmlformats.org/markup-compatibility/2006">
              <mc:Choice xmlns:v="urn:schemas-microsoft-com:vml" Requires="v">
                <p:oleObj spid="_x0000_s14621" name="Equation" r:id="rId10" imgW="1473200" imgH="457200" progId="Equation.DSMT4">
                  <p:embed/>
                </p:oleObj>
              </mc:Choice>
              <mc:Fallback>
                <p:oleObj name="Equation" r:id="rId10" imgW="1473200" imgH="4572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9026" y="3411538"/>
                        <a:ext cx="3071813" cy="9509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9" name="Object 15"/>
          <p:cNvGraphicFramePr>
            <a:graphicFrameLocks noChangeAspect="1"/>
          </p:cNvGraphicFramePr>
          <p:nvPr/>
        </p:nvGraphicFramePr>
        <p:xfrm>
          <a:off x="5897564" y="2878138"/>
          <a:ext cx="2117725" cy="501650"/>
        </p:xfrm>
        <a:graphic>
          <a:graphicData uri="http://schemas.openxmlformats.org/presentationml/2006/ole">
            <mc:AlternateContent xmlns:mc="http://schemas.openxmlformats.org/markup-compatibility/2006">
              <mc:Choice xmlns:v="urn:schemas-microsoft-com:vml" Requires="v">
                <p:oleObj spid="_x0000_s14622" name="Equation" r:id="rId12" imgW="1016000" imgH="241300" progId="Equation.DSMT4">
                  <p:embed/>
                </p:oleObj>
              </mc:Choice>
              <mc:Fallback>
                <p:oleObj name="Equation" r:id="rId12" imgW="1016000" imgH="2413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7564" y="2878138"/>
                        <a:ext cx="2117725"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0" name="Object 16"/>
          <p:cNvGraphicFramePr>
            <a:graphicFrameLocks noChangeAspect="1"/>
          </p:cNvGraphicFramePr>
          <p:nvPr/>
        </p:nvGraphicFramePr>
        <p:xfrm>
          <a:off x="7850188" y="1685925"/>
          <a:ext cx="793750" cy="476250"/>
        </p:xfrm>
        <a:graphic>
          <a:graphicData uri="http://schemas.openxmlformats.org/presentationml/2006/ole">
            <mc:AlternateContent xmlns:mc="http://schemas.openxmlformats.org/markup-compatibility/2006">
              <mc:Choice xmlns:v="urn:schemas-microsoft-com:vml" Requires="v">
                <p:oleObj spid="_x0000_s14623" name="Equation" r:id="rId14" imgW="381000" imgH="228600" progId="Equation.DSMT4">
                  <p:embed/>
                </p:oleObj>
              </mc:Choice>
              <mc:Fallback>
                <p:oleObj name="Equation" r:id="rId14" imgW="381000" imgH="2286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50188" y="1685925"/>
                        <a:ext cx="793750"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1" name="Object 17"/>
          <p:cNvGraphicFramePr>
            <a:graphicFrameLocks noChangeAspect="1"/>
          </p:cNvGraphicFramePr>
          <p:nvPr/>
        </p:nvGraphicFramePr>
        <p:xfrm>
          <a:off x="8185150" y="858838"/>
          <a:ext cx="820738" cy="476250"/>
        </p:xfrm>
        <a:graphic>
          <a:graphicData uri="http://schemas.openxmlformats.org/presentationml/2006/ole">
            <mc:AlternateContent xmlns:mc="http://schemas.openxmlformats.org/markup-compatibility/2006">
              <mc:Choice xmlns:v="urn:schemas-microsoft-com:vml" Requires="v">
                <p:oleObj spid="_x0000_s14624" name="Equation" r:id="rId16" imgW="393529" imgH="228501" progId="Equation.DSMT4">
                  <p:embed/>
                </p:oleObj>
              </mc:Choice>
              <mc:Fallback>
                <p:oleObj name="Equation" r:id="rId16" imgW="393529" imgH="22850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85150" y="858838"/>
                        <a:ext cx="820738"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2" name="Object 18"/>
          <p:cNvGraphicFramePr>
            <a:graphicFrameLocks noChangeAspect="1"/>
          </p:cNvGraphicFramePr>
          <p:nvPr/>
        </p:nvGraphicFramePr>
        <p:xfrm>
          <a:off x="7462839" y="669925"/>
          <a:ext cx="847725" cy="476250"/>
        </p:xfrm>
        <a:graphic>
          <a:graphicData uri="http://schemas.openxmlformats.org/presentationml/2006/ole">
            <mc:AlternateContent xmlns:mc="http://schemas.openxmlformats.org/markup-compatibility/2006">
              <mc:Choice xmlns:v="urn:schemas-microsoft-com:vml" Requires="v">
                <p:oleObj spid="_x0000_s14625" name="Equation" r:id="rId18" imgW="406224" imgH="228501" progId="Equation.DSMT4">
                  <p:embed/>
                </p:oleObj>
              </mc:Choice>
              <mc:Fallback>
                <p:oleObj name="Equation" r:id="rId18" imgW="406224" imgH="22850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62839" y="669925"/>
                        <a:ext cx="847725"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3" name="Object 19"/>
          <p:cNvGraphicFramePr>
            <a:graphicFrameLocks noChangeAspect="1"/>
          </p:cNvGraphicFramePr>
          <p:nvPr/>
        </p:nvGraphicFramePr>
        <p:xfrm>
          <a:off x="8504239" y="1554163"/>
          <a:ext cx="820737" cy="476250"/>
        </p:xfrm>
        <a:graphic>
          <a:graphicData uri="http://schemas.openxmlformats.org/presentationml/2006/ole">
            <mc:AlternateContent xmlns:mc="http://schemas.openxmlformats.org/markup-compatibility/2006">
              <mc:Choice xmlns:v="urn:schemas-microsoft-com:vml" Requires="v">
                <p:oleObj spid="_x0000_s14626" name="Equation" r:id="rId20" imgW="393529" imgH="228501" progId="Equation.DSMT4">
                  <p:embed/>
                </p:oleObj>
              </mc:Choice>
              <mc:Fallback>
                <p:oleObj name="Equation" r:id="rId20" imgW="393529" imgH="228501"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504239" y="1554163"/>
                        <a:ext cx="820737"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4" name="Object 20"/>
          <p:cNvGraphicFramePr>
            <a:graphicFrameLocks noChangeAspect="1"/>
          </p:cNvGraphicFramePr>
          <p:nvPr/>
        </p:nvGraphicFramePr>
        <p:xfrm>
          <a:off x="8215313" y="1830388"/>
          <a:ext cx="927100" cy="476250"/>
        </p:xfrm>
        <a:graphic>
          <a:graphicData uri="http://schemas.openxmlformats.org/presentationml/2006/ole">
            <mc:AlternateContent xmlns:mc="http://schemas.openxmlformats.org/markup-compatibility/2006">
              <mc:Choice xmlns:v="urn:schemas-microsoft-com:vml" Requires="v">
                <p:oleObj spid="_x0000_s14627" name="Equation" r:id="rId22" imgW="444307" imgH="228501" progId="Equation.DSMT4">
                  <p:embed/>
                </p:oleObj>
              </mc:Choice>
              <mc:Fallback>
                <p:oleObj name="Equation" r:id="rId22" imgW="444307" imgH="228501"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215313" y="1830388"/>
                        <a:ext cx="927100"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15" name="Object 21"/>
          <p:cNvGraphicFramePr>
            <a:graphicFrameLocks noChangeAspect="1"/>
          </p:cNvGraphicFramePr>
          <p:nvPr/>
        </p:nvGraphicFramePr>
        <p:xfrm>
          <a:off x="7404101" y="1425575"/>
          <a:ext cx="900113" cy="476250"/>
        </p:xfrm>
        <a:graphic>
          <a:graphicData uri="http://schemas.openxmlformats.org/presentationml/2006/ole">
            <mc:AlternateContent xmlns:mc="http://schemas.openxmlformats.org/markup-compatibility/2006">
              <mc:Choice xmlns:v="urn:schemas-microsoft-com:vml" Requires="v">
                <p:oleObj spid="_x0000_s14628" name="Equation" r:id="rId24" imgW="431613" imgH="228501" progId="Equation.DSMT4">
                  <p:embed/>
                </p:oleObj>
              </mc:Choice>
              <mc:Fallback>
                <p:oleObj name="Equation" r:id="rId24" imgW="431613" imgH="228501"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404101" y="1425575"/>
                        <a:ext cx="900113"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06" name="Object 22"/>
          <p:cNvGraphicFramePr>
            <a:graphicFrameLocks noChangeAspect="1"/>
          </p:cNvGraphicFramePr>
          <p:nvPr/>
        </p:nvGraphicFramePr>
        <p:xfrm>
          <a:off x="5821363" y="3500438"/>
          <a:ext cx="2355850" cy="501650"/>
        </p:xfrm>
        <a:graphic>
          <a:graphicData uri="http://schemas.openxmlformats.org/presentationml/2006/ole">
            <mc:AlternateContent xmlns:mc="http://schemas.openxmlformats.org/markup-compatibility/2006">
              <mc:Choice xmlns:v="urn:schemas-microsoft-com:vml" Requires="v">
                <p:oleObj spid="_x0000_s14629" name="Equation" r:id="rId26" imgW="1129810" imgH="241195" progId="Equation.DSMT4">
                  <p:embed/>
                </p:oleObj>
              </mc:Choice>
              <mc:Fallback>
                <p:oleObj name="Equation" r:id="rId26" imgW="1129810" imgH="241195"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21363" y="3500438"/>
                        <a:ext cx="235585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07" name="Object 23"/>
          <p:cNvGraphicFramePr>
            <a:graphicFrameLocks noChangeAspect="1"/>
          </p:cNvGraphicFramePr>
          <p:nvPr/>
        </p:nvGraphicFramePr>
        <p:xfrm>
          <a:off x="5510213" y="4124325"/>
          <a:ext cx="2222500" cy="501650"/>
        </p:xfrm>
        <a:graphic>
          <a:graphicData uri="http://schemas.openxmlformats.org/presentationml/2006/ole">
            <mc:AlternateContent xmlns:mc="http://schemas.openxmlformats.org/markup-compatibility/2006">
              <mc:Choice xmlns:v="urn:schemas-microsoft-com:vml" Requires="v">
                <p:oleObj spid="_x0000_s14630" name="Equation" r:id="rId28" imgW="1066800" imgH="241300" progId="Equation.DSMT4">
                  <p:embed/>
                </p:oleObj>
              </mc:Choice>
              <mc:Fallback>
                <p:oleObj name="Equation" r:id="rId28" imgW="1066800" imgH="241300"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510213" y="4124325"/>
                        <a:ext cx="222250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08" name="Object 24"/>
          <p:cNvGraphicFramePr>
            <a:graphicFrameLocks noChangeAspect="1"/>
          </p:cNvGraphicFramePr>
          <p:nvPr/>
        </p:nvGraphicFramePr>
        <p:xfrm>
          <a:off x="7731126" y="4094163"/>
          <a:ext cx="2830513" cy="501650"/>
        </p:xfrm>
        <a:graphic>
          <a:graphicData uri="http://schemas.openxmlformats.org/presentationml/2006/ole">
            <mc:AlternateContent xmlns:mc="http://schemas.openxmlformats.org/markup-compatibility/2006">
              <mc:Choice xmlns:v="urn:schemas-microsoft-com:vml" Requires="v">
                <p:oleObj spid="_x0000_s14631" name="Equation" r:id="rId30" imgW="1358310" imgH="241195" progId="Equation.DSMT4">
                  <p:embed/>
                </p:oleObj>
              </mc:Choice>
              <mc:Fallback>
                <p:oleObj name="Equation" r:id="rId30" imgW="1358310" imgH="241195"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731126" y="4094163"/>
                        <a:ext cx="2830513"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09" name="Object 25"/>
          <p:cNvGraphicFramePr>
            <a:graphicFrameLocks noChangeAspect="1"/>
          </p:cNvGraphicFramePr>
          <p:nvPr/>
        </p:nvGraphicFramePr>
        <p:xfrm>
          <a:off x="1846263" y="4665663"/>
          <a:ext cx="2355850" cy="501650"/>
        </p:xfrm>
        <a:graphic>
          <a:graphicData uri="http://schemas.openxmlformats.org/presentationml/2006/ole">
            <mc:AlternateContent xmlns:mc="http://schemas.openxmlformats.org/markup-compatibility/2006">
              <mc:Choice xmlns:v="urn:schemas-microsoft-com:vml" Requires="v">
                <p:oleObj spid="_x0000_s14632" name="Equation" r:id="rId32" imgW="1129810" imgH="241195" progId="Equation.DSMT4">
                  <p:embed/>
                </p:oleObj>
              </mc:Choice>
              <mc:Fallback>
                <p:oleObj name="Equation" r:id="rId32" imgW="1129810" imgH="241195"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846263" y="4665663"/>
                        <a:ext cx="235585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10" name="Object 26"/>
          <p:cNvGraphicFramePr>
            <a:graphicFrameLocks noChangeAspect="1"/>
          </p:cNvGraphicFramePr>
          <p:nvPr/>
        </p:nvGraphicFramePr>
        <p:xfrm>
          <a:off x="1847850" y="5218113"/>
          <a:ext cx="3308350" cy="501650"/>
        </p:xfrm>
        <a:graphic>
          <a:graphicData uri="http://schemas.openxmlformats.org/presentationml/2006/ole">
            <mc:AlternateContent xmlns:mc="http://schemas.openxmlformats.org/markup-compatibility/2006">
              <mc:Choice xmlns:v="urn:schemas-microsoft-com:vml" Requires="v">
                <p:oleObj spid="_x0000_s14633" name="Equation" r:id="rId34" imgW="1587500" imgH="241300" progId="Equation.DSMT4">
                  <p:embed/>
                </p:oleObj>
              </mc:Choice>
              <mc:Fallback>
                <p:oleObj name="Equation" r:id="rId34" imgW="1587500" imgH="241300"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847850" y="5218113"/>
                        <a:ext cx="330835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12" name="Object 28"/>
          <p:cNvGraphicFramePr>
            <a:graphicFrameLocks noChangeAspect="1"/>
          </p:cNvGraphicFramePr>
          <p:nvPr/>
        </p:nvGraphicFramePr>
        <p:xfrm>
          <a:off x="6037263" y="4762500"/>
          <a:ext cx="2620962" cy="501650"/>
        </p:xfrm>
        <a:graphic>
          <a:graphicData uri="http://schemas.openxmlformats.org/presentationml/2006/ole">
            <mc:AlternateContent xmlns:mc="http://schemas.openxmlformats.org/markup-compatibility/2006">
              <mc:Choice xmlns:v="urn:schemas-microsoft-com:vml" Requires="v">
                <p:oleObj spid="_x0000_s14634" name="Equation" r:id="rId36" imgW="1257300" imgH="241300" progId="Equation.DSMT4">
                  <p:embed/>
                </p:oleObj>
              </mc:Choice>
              <mc:Fallback>
                <p:oleObj name="Equation" r:id="rId36" imgW="1257300" imgH="241300" progId="Equation.DSMT4">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037263" y="4762500"/>
                        <a:ext cx="2620962"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13" name="Object 29"/>
          <p:cNvGraphicFramePr>
            <a:graphicFrameLocks noChangeAspect="1"/>
          </p:cNvGraphicFramePr>
          <p:nvPr/>
        </p:nvGraphicFramePr>
        <p:xfrm>
          <a:off x="5905501" y="5391150"/>
          <a:ext cx="3203575" cy="501650"/>
        </p:xfrm>
        <a:graphic>
          <a:graphicData uri="http://schemas.openxmlformats.org/presentationml/2006/ole">
            <mc:AlternateContent xmlns:mc="http://schemas.openxmlformats.org/markup-compatibility/2006">
              <mc:Choice xmlns:v="urn:schemas-microsoft-com:vml" Requires="v">
                <p:oleObj spid="_x0000_s14635" name="Equation" r:id="rId38" imgW="1536700" imgH="241300" progId="Equation.DSMT4">
                  <p:embed/>
                </p:oleObj>
              </mc:Choice>
              <mc:Fallback>
                <p:oleObj name="Equation" r:id="rId38" imgW="1536700" imgH="241300" progId="Equation.DSMT4">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905501" y="5391150"/>
                        <a:ext cx="3203575"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14" name="Object 30"/>
          <p:cNvGraphicFramePr>
            <a:graphicFrameLocks noChangeAspect="1"/>
          </p:cNvGraphicFramePr>
          <p:nvPr/>
        </p:nvGraphicFramePr>
        <p:xfrm>
          <a:off x="2162176" y="6127750"/>
          <a:ext cx="2303463" cy="476250"/>
        </p:xfrm>
        <a:graphic>
          <a:graphicData uri="http://schemas.openxmlformats.org/presentationml/2006/ole">
            <mc:AlternateContent xmlns:mc="http://schemas.openxmlformats.org/markup-compatibility/2006">
              <mc:Choice xmlns:v="urn:schemas-microsoft-com:vml" Requires="v">
                <p:oleObj spid="_x0000_s14636" name="Equation" r:id="rId40" imgW="1104900" imgH="228600" progId="Equation.DSMT4">
                  <p:embed/>
                </p:oleObj>
              </mc:Choice>
              <mc:Fallback>
                <p:oleObj name="Equation" r:id="rId40" imgW="1104900" imgH="228600" progId="Equation.DSMT4">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162176" y="6127750"/>
                        <a:ext cx="2303463"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215" name="Object 31"/>
          <p:cNvGraphicFramePr>
            <a:graphicFrameLocks noChangeAspect="1"/>
          </p:cNvGraphicFramePr>
          <p:nvPr/>
        </p:nvGraphicFramePr>
        <p:xfrm>
          <a:off x="6067425" y="6156325"/>
          <a:ext cx="2357438" cy="476250"/>
        </p:xfrm>
        <a:graphic>
          <a:graphicData uri="http://schemas.openxmlformats.org/presentationml/2006/ole">
            <mc:AlternateContent xmlns:mc="http://schemas.openxmlformats.org/markup-compatibility/2006">
              <mc:Choice xmlns:v="urn:schemas-microsoft-com:vml" Requires="v">
                <p:oleObj spid="_x0000_s14637" name="Equation" r:id="rId42" imgW="1130300" imgH="228600" progId="Equation.DSMT4">
                  <p:embed/>
                </p:oleObj>
              </mc:Choice>
              <mc:Fallback>
                <p:oleObj name="Equation" r:id="rId42" imgW="1130300" imgH="228600" progId="Equation.DSMT4">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6067425" y="6156325"/>
                        <a:ext cx="2357438"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0101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11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119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118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2119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211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120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11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12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120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2120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12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12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12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12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1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ChangeArrowheads="1"/>
          </p:cNvSpPr>
          <p:nvPr/>
        </p:nvSpPr>
        <p:spPr bwMode="auto">
          <a:xfrm>
            <a:off x="1901826" y="1533525"/>
            <a:ext cx="2917825" cy="387350"/>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FF3300"/>
                </a:solidFill>
                <a:effectLst>
                  <a:outerShdw blurRad="38100" dist="38100" dir="2700000" algn="tl">
                    <a:srgbClr val="C0C0C0"/>
                  </a:outerShdw>
                </a:effectLst>
                <a:ea typeface="隶书" panose="02010509060101010101" pitchFamily="49" charset="-122"/>
              </a:rPr>
              <a:t>先串联再并联？</a:t>
            </a:r>
          </a:p>
        </p:txBody>
      </p:sp>
      <p:sp>
        <p:nvSpPr>
          <p:cNvPr id="222211" name="Rectangle 3"/>
          <p:cNvSpPr>
            <a:spLocks noChangeArrowheads="1"/>
          </p:cNvSpPr>
          <p:nvPr/>
        </p:nvSpPr>
        <p:spPr bwMode="auto">
          <a:xfrm>
            <a:off x="1701800" y="1"/>
            <a:ext cx="4140200" cy="720725"/>
          </a:xfrm>
          <a:prstGeom prst="rect">
            <a:avLst/>
          </a:prstGeom>
          <a:noFill/>
          <a:ln w="9525">
            <a:noFill/>
            <a:miter lim="800000"/>
            <a:headEnd/>
            <a:tailEnd/>
          </a:ln>
          <a:effectLst/>
        </p:spPr>
        <p:txBody>
          <a:bodyPr anchor="ctr" anchorCtr="1"/>
          <a:lstStyle/>
          <a:p>
            <a:pPr fontAlgn="base">
              <a:spcBef>
                <a:spcPct val="0"/>
              </a:spcBef>
              <a:spcAft>
                <a:spcPct val="0"/>
              </a:spcAft>
              <a:defRPr/>
            </a:pPr>
            <a:r>
              <a:rPr lang="zh-CN" altLang="en-US" sz="2800">
                <a:solidFill>
                  <a:srgbClr val="00060C"/>
                </a:solidFill>
                <a:effectLst>
                  <a:outerShdw blurRad="38100" dist="38100" dir="2700000" algn="tl">
                    <a:srgbClr val="C0C0C0"/>
                  </a:outerShdw>
                </a:effectLst>
                <a:ea typeface="隶书" panose="02010509060101010101" pitchFamily="49" charset="-122"/>
              </a:rPr>
              <a:t>球形电容器</a:t>
            </a:r>
          </a:p>
        </p:txBody>
      </p:sp>
      <p:graphicFrame>
        <p:nvGraphicFramePr>
          <p:cNvPr id="236548" name="Object 5"/>
          <p:cNvGraphicFramePr>
            <a:graphicFrameLocks noChangeAspect="1"/>
          </p:cNvGraphicFramePr>
          <p:nvPr/>
        </p:nvGraphicFramePr>
        <p:xfrm>
          <a:off x="1774826" y="698501"/>
          <a:ext cx="2276475" cy="893763"/>
        </p:xfrm>
        <a:graphic>
          <a:graphicData uri="http://schemas.openxmlformats.org/presentationml/2006/ole">
            <mc:AlternateContent xmlns:mc="http://schemas.openxmlformats.org/markup-compatibility/2006">
              <mc:Choice xmlns:v="urn:schemas-microsoft-com:vml" Requires="v">
                <p:oleObj spid="_x0000_s15488" name="Equation" r:id="rId4" imgW="1091726" imgH="431613" progId="Equation.DSMT4">
                  <p:embed/>
                </p:oleObj>
              </mc:Choice>
              <mc:Fallback>
                <p:oleObj name="Equation" r:id="rId4" imgW="1091726"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6" y="698501"/>
                        <a:ext cx="2276475" cy="893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49" name="Object 6"/>
          <p:cNvGraphicFramePr>
            <a:graphicFrameLocks noChangeAspect="1"/>
          </p:cNvGraphicFramePr>
          <p:nvPr/>
        </p:nvGraphicFramePr>
        <p:xfrm>
          <a:off x="1752601" y="2035176"/>
          <a:ext cx="1641475" cy="422275"/>
        </p:xfrm>
        <a:graphic>
          <a:graphicData uri="http://schemas.openxmlformats.org/presentationml/2006/ole">
            <mc:AlternateContent xmlns:mc="http://schemas.openxmlformats.org/markup-compatibility/2006">
              <mc:Choice xmlns:v="urn:schemas-microsoft-com:vml" Requires="v">
                <p:oleObj spid="_x0000_s15489" name="Equation" r:id="rId6" imgW="787058" imgH="203112" progId="Equation.DSMT4">
                  <p:embed/>
                </p:oleObj>
              </mc:Choice>
              <mc:Fallback>
                <p:oleObj name="Equation" r:id="rId6" imgW="787058"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1" y="2035176"/>
                        <a:ext cx="1641475" cy="4222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50" name="AutoShape 8"/>
          <p:cNvSpPr>
            <a:spLocks noChangeArrowheads="1"/>
          </p:cNvSpPr>
          <p:nvPr/>
        </p:nvSpPr>
        <p:spPr bwMode="auto">
          <a:xfrm>
            <a:off x="7605713" y="711200"/>
            <a:ext cx="1625600" cy="15827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6551" name="AutoShape 9"/>
          <p:cNvSpPr>
            <a:spLocks noChangeArrowheads="1"/>
          </p:cNvSpPr>
          <p:nvPr/>
        </p:nvSpPr>
        <p:spPr bwMode="auto">
          <a:xfrm rot="10800000">
            <a:off x="7607300" y="723900"/>
            <a:ext cx="1625600" cy="15827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6552" name="Line 10"/>
          <p:cNvSpPr>
            <a:spLocks noChangeShapeType="1"/>
          </p:cNvSpPr>
          <p:nvPr/>
        </p:nvSpPr>
        <p:spPr bwMode="auto">
          <a:xfrm flipH="1" flipV="1">
            <a:off x="8243888" y="736601"/>
            <a:ext cx="203200" cy="75882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6553" name="Line 11"/>
          <p:cNvSpPr>
            <a:spLocks noChangeShapeType="1"/>
          </p:cNvSpPr>
          <p:nvPr/>
        </p:nvSpPr>
        <p:spPr bwMode="auto">
          <a:xfrm flipV="1">
            <a:off x="8447088" y="1233488"/>
            <a:ext cx="247650" cy="24765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36554" name="Object 12"/>
          <p:cNvGraphicFramePr>
            <a:graphicFrameLocks noChangeAspect="1"/>
          </p:cNvGraphicFramePr>
          <p:nvPr/>
        </p:nvGraphicFramePr>
        <p:xfrm>
          <a:off x="1720851" y="2598738"/>
          <a:ext cx="3071813" cy="950912"/>
        </p:xfrm>
        <a:graphic>
          <a:graphicData uri="http://schemas.openxmlformats.org/presentationml/2006/ole">
            <mc:AlternateContent xmlns:mc="http://schemas.openxmlformats.org/markup-compatibility/2006">
              <mc:Choice xmlns:v="urn:schemas-microsoft-com:vml" Requires="v">
                <p:oleObj spid="_x0000_s15490" name="Equation" r:id="rId8" imgW="1473200" imgH="457200" progId="Equation.DSMT4">
                  <p:embed/>
                </p:oleObj>
              </mc:Choice>
              <mc:Fallback>
                <p:oleObj name="Equation" r:id="rId8" imgW="1473200" imgH="457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0851" y="2598738"/>
                        <a:ext cx="3071813" cy="9509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5" name="Object 13"/>
          <p:cNvGraphicFramePr>
            <a:graphicFrameLocks noChangeAspect="1"/>
          </p:cNvGraphicFramePr>
          <p:nvPr/>
        </p:nvGraphicFramePr>
        <p:xfrm>
          <a:off x="5259389" y="2065338"/>
          <a:ext cx="2117725" cy="501650"/>
        </p:xfrm>
        <a:graphic>
          <a:graphicData uri="http://schemas.openxmlformats.org/presentationml/2006/ole">
            <mc:AlternateContent xmlns:mc="http://schemas.openxmlformats.org/markup-compatibility/2006">
              <mc:Choice xmlns:v="urn:schemas-microsoft-com:vml" Requires="v">
                <p:oleObj spid="_x0000_s15491" name="Equation" r:id="rId10" imgW="1016000" imgH="241300" progId="Equation.DSMT4">
                  <p:embed/>
                </p:oleObj>
              </mc:Choice>
              <mc:Fallback>
                <p:oleObj name="Equation" r:id="rId10" imgW="1016000" imgH="2413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9389" y="2065338"/>
                        <a:ext cx="2117725"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6" name="Object 15"/>
          <p:cNvGraphicFramePr>
            <a:graphicFrameLocks noChangeAspect="1"/>
          </p:cNvGraphicFramePr>
          <p:nvPr/>
        </p:nvGraphicFramePr>
        <p:xfrm>
          <a:off x="8185150" y="858838"/>
          <a:ext cx="820738" cy="476250"/>
        </p:xfrm>
        <a:graphic>
          <a:graphicData uri="http://schemas.openxmlformats.org/presentationml/2006/ole">
            <mc:AlternateContent xmlns:mc="http://schemas.openxmlformats.org/markup-compatibility/2006">
              <mc:Choice xmlns:v="urn:schemas-microsoft-com:vml" Requires="v">
                <p:oleObj spid="_x0000_s15492" name="Equation" r:id="rId12" imgW="393529" imgH="228501" progId="Equation.DSMT4">
                  <p:embed/>
                </p:oleObj>
              </mc:Choice>
              <mc:Fallback>
                <p:oleObj name="Equation" r:id="rId12" imgW="393529" imgH="22850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85150" y="858838"/>
                        <a:ext cx="820738"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7" name="Object 16"/>
          <p:cNvGraphicFramePr>
            <a:graphicFrameLocks noChangeAspect="1"/>
          </p:cNvGraphicFramePr>
          <p:nvPr/>
        </p:nvGraphicFramePr>
        <p:xfrm>
          <a:off x="7462839" y="669925"/>
          <a:ext cx="847725" cy="476250"/>
        </p:xfrm>
        <a:graphic>
          <a:graphicData uri="http://schemas.openxmlformats.org/presentationml/2006/ole">
            <mc:AlternateContent xmlns:mc="http://schemas.openxmlformats.org/markup-compatibility/2006">
              <mc:Choice xmlns:v="urn:schemas-microsoft-com:vml" Requires="v">
                <p:oleObj spid="_x0000_s15493" name="Equation" r:id="rId14" imgW="406224" imgH="228501" progId="Equation.DSMT4">
                  <p:embed/>
                </p:oleObj>
              </mc:Choice>
              <mc:Fallback>
                <p:oleObj name="Equation" r:id="rId14" imgW="406224" imgH="22850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62839" y="669925"/>
                        <a:ext cx="847725"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8" name="Object 20"/>
          <p:cNvGraphicFramePr>
            <a:graphicFrameLocks noChangeAspect="1"/>
          </p:cNvGraphicFramePr>
          <p:nvPr/>
        </p:nvGraphicFramePr>
        <p:xfrm>
          <a:off x="5183188" y="2687638"/>
          <a:ext cx="2355850" cy="501650"/>
        </p:xfrm>
        <a:graphic>
          <a:graphicData uri="http://schemas.openxmlformats.org/presentationml/2006/ole">
            <mc:AlternateContent xmlns:mc="http://schemas.openxmlformats.org/markup-compatibility/2006">
              <mc:Choice xmlns:v="urn:schemas-microsoft-com:vml" Requires="v">
                <p:oleObj spid="_x0000_s15494" name="Equation" r:id="rId16" imgW="1129810" imgH="241195" progId="Equation.DSMT4">
                  <p:embed/>
                </p:oleObj>
              </mc:Choice>
              <mc:Fallback>
                <p:oleObj name="Equation" r:id="rId16" imgW="1129810" imgH="241195"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83188" y="2687638"/>
                        <a:ext cx="235585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9" name="Object 21"/>
          <p:cNvGraphicFramePr>
            <a:graphicFrameLocks noChangeAspect="1"/>
          </p:cNvGraphicFramePr>
          <p:nvPr/>
        </p:nvGraphicFramePr>
        <p:xfrm>
          <a:off x="4872038" y="3311525"/>
          <a:ext cx="2222500" cy="501650"/>
        </p:xfrm>
        <a:graphic>
          <a:graphicData uri="http://schemas.openxmlformats.org/presentationml/2006/ole">
            <mc:AlternateContent xmlns:mc="http://schemas.openxmlformats.org/markup-compatibility/2006">
              <mc:Choice xmlns:v="urn:schemas-microsoft-com:vml" Requires="v">
                <p:oleObj spid="_x0000_s15495" name="Equation" r:id="rId18" imgW="1066800" imgH="241300" progId="Equation.DSMT4">
                  <p:embed/>
                </p:oleObj>
              </mc:Choice>
              <mc:Fallback>
                <p:oleObj name="Equation" r:id="rId18" imgW="1066800" imgH="2413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72038" y="3311525"/>
                        <a:ext cx="222250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60" name="AutoShape 30"/>
          <p:cNvSpPr>
            <a:spLocks noChangeArrowheads="1"/>
          </p:cNvSpPr>
          <p:nvPr/>
        </p:nvSpPr>
        <p:spPr bwMode="auto">
          <a:xfrm rot="10800000">
            <a:off x="7607300" y="722313"/>
            <a:ext cx="1625600" cy="156845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372 w 21600"/>
              <a:gd name="T13" fmla="*/ 0 h 21600"/>
              <a:gd name="T14" fmla="*/ 21228 w 21600"/>
              <a:gd name="T15" fmla="*/ 12909 h 21600"/>
            </a:gdLst>
            <a:ahLst/>
            <a:cxnLst>
              <a:cxn ang="T8">
                <a:pos x="T0" y="T1"/>
              </a:cxn>
              <a:cxn ang="T9">
                <a:pos x="T2" y="T3"/>
              </a:cxn>
              <a:cxn ang="T10">
                <a:pos x="T4" y="T5"/>
              </a:cxn>
              <a:cxn ang="T11">
                <a:pos x="T6" y="T7"/>
              </a:cxn>
            </a:cxnLst>
            <a:rect l="T12" t="T13" r="T14" b="T15"/>
            <a:pathLst>
              <a:path w="21600" h="21600">
                <a:moveTo>
                  <a:pt x="2700" y="10603"/>
                </a:moveTo>
                <a:cubicBezTo>
                  <a:pt x="2807" y="6206"/>
                  <a:pt x="6402" y="2697"/>
                  <a:pt x="10800" y="2698"/>
                </a:cubicBezTo>
                <a:cubicBezTo>
                  <a:pt x="15197" y="2698"/>
                  <a:pt x="18792" y="6206"/>
                  <a:pt x="18899" y="10603"/>
                </a:cubicBezTo>
                <a:lnTo>
                  <a:pt x="21596" y="10537"/>
                </a:lnTo>
                <a:cubicBezTo>
                  <a:pt x="21454" y="4676"/>
                  <a:pt x="16662" y="-1"/>
                  <a:pt x="10799" y="0"/>
                </a:cubicBezTo>
                <a:cubicBezTo>
                  <a:pt x="4937" y="0"/>
                  <a:pt x="145" y="4676"/>
                  <a:pt x="3" y="10537"/>
                </a:cubicBezTo>
                <a:lnTo>
                  <a:pt x="2700" y="10603"/>
                </a:lnTo>
                <a:close/>
              </a:path>
            </a:pathLst>
          </a:custGeom>
          <a:solidFill>
            <a:schemeClr val="accent1"/>
          </a:solidFill>
          <a:ln w="9525" algn="ctr">
            <a:solidFill>
              <a:schemeClr val="bg1"/>
            </a:solidFill>
            <a:miter lim="800000"/>
            <a:headEnd/>
            <a:tailEnd/>
          </a:ln>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36561" name="AutoShape 32"/>
          <p:cNvSpPr>
            <a:spLocks noChangeArrowheads="1"/>
          </p:cNvSpPr>
          <p:nvPr/>
        </p:nvSpPr>
        <p:spPr bwMode="auto">
          <a:xfrm rot="10800000">
            <a:off x="6519864" y="3365501"/>
            <a:ext cx="2960687" cy="246062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450 w 21600"/>
              <a:gd name="T13" fmla="*/ 0 h 21600"/>
              <a:gd name="T14" fmla="*/ 21150 w 21600"/>
              <a:gd name="T15" fmla="*/ 12102 h 21600"/>
            </a:gdLst>
            <a:ahLst/>
            <a:cxnLst>
              <a:cxn ang="T8">
                <a:pos x="T0" y="T1"/>
              </a:cxn>
              <a:cxn ang="T9">
                <a:pos x="T2" y="T3"/>
              </a:cxn>
              <a:cxn ang="T10">
                <a:pos x="T4" y="T5"/>
              </a:cxn>
              <a:cxn ang="T11">
                <a:pos x="T6" y="T7"/>
              </a:cxn>
            </a:cxnLst>
            <a:rect l="T12" t="T13" r="T14" b="T15"/>
            <a:pathLst>
              <a:path w="21600" h="21600">
                <a:moveTo>
                  <a:pt x="6242" y="10799"/>
                </a:moveTo>
                <a:cubicBezTo>
                  <a:pt x="6242" y="8282"/>
                  <a:pt x="8283" y="6241"/>
                  <a:pt x="10800" y="6242"/>
                </a:cubicBezTo>
                <a:cubicBezTo>
                  <a:pt x="13316" y="6242"/>
                  <a:pt x="15357" y="8282"/>
                  <a:pt x="15357" y="10799"/>
                </a:cubicBezTo>
                <a:lnTo>
                  <a:pt x="21599" y="10797"/>
                </a:lnTo>
                <a:cubicBezTo>
                  <a:pt x="21598" y="4833"/>
                  <a:pt x="16763" y="-1"/>
                  <a:pt x="10799" y="0"/>
                </a:cubicBezTo>
                <a:cubicBezTo>
                  <a:pt x="4836" y="0"/>
                  <a:pt x="1" y="4833"/>
                  <a:pt x="0" y="10797"/>
                </a:cubicBezTo>
                <a:lnTo>
                  <a:pt x="6242" y="10799"/>
                </a:lnTo>
                <a:close/>
              </a:path>
            </a:pathLst>
          </a:cu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graphicFrame>
        <p:nvGraphicFramePr>
          <p:cNvPr id="236562" name="Object 35"/>
          <p:cNvGraphicFramePr>
            <a:graphicFrameLocks noChangeAspect="1"/>
          </p:cNvGraphicFramePr>
          <p:nvPr/>
        </p:nvGraphicFramePr>
        <p:xfrm>
          <a:off x="7645400" y="5081588"/>
          <a:ext cx="768350" cy="476250"/>
        </p:xfrm>
        <a:graphic>
          <a:graphicData uri="http://schemas.openxmlformats.org/presentationml/2006/ole">
            <mc:AlternateContent xmlns:mc="http://schemas.openxmlformats.org/markup-compatibility/2006">
              <mc:Choice xmlns:v="urn:schemas-microsoft-com:vml" Requires="v">
                <p:oleObj spid="_x0000_s15496" name="Equation" r:id="rId20" imgW="368300" imgH="228600" progId="Equation.DSMT4">
                  <p:embed/>
                </p:oleObj>
              </mc:Choice>
              <mc:Fallback>
                <p:oleObj name="Equation" r:id="rId20" imgW="368300" imgH="2286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45400" y="5081588"/>
                        <a:ext cx="768350" cy="476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63" name="AutoShape 37"/>
          <p:cNvSpPr>
            <a:spLocks noChangeArrowheads="1"/>
          </p:cNvSpPr>
          <p:nvPr/>
        </p:nvSpPr>
        <p:spPr bwMode="auto">
          <a:xfrm rot="10800000">
            <a:off x="6518275" y="3378200"/>
            <a:ext cx="2960688" cy="24384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372 w 21600"/>
              <a:gd name="T13" fmla="*/ 0 h 21600"/>
              <a:gd name="T14" fmla="*/ 21228 w 21600"/>
              <a:gd name="T15" fmla="*/ 12909 h 21600"/>
            </a:gdLst>
            <a:ahLst/>
            <a:cxnLst>
              <a:cxn ang="T8">
                <a:pos x="T0" y="T1"/>
              </a:cxn>
              <a:cxn ang="T9">
                <a:pos x="T2" y="T3"/>
              </a:cxn>
              <a:cxn ang="T10">
                <a:pos x="T4" y="T5"/>
              </a:cxn>
              <a:cxn ang="T11">
                <a:pos x="T6" y="T7"/>
              </a:cxn>
            </a:cxnLst>
            <a:rect l="T12" t="T13" r="T14" b="T15"/>
            <a:pathLst>
              <a:path w="21600" h="21600">
                <a:moveTo>
                  <a:pt x="2700" y="10603"/>
                </a:moveTo>
                <a:cubicBezTo>
                  <a:pt x="2807" y="6206"/>
                  <a:pt x="6402" y="2697"/>
                  <a:pt x="10800" y="2698"/>
                </a:cubicBezTo>
                <a:cubicBezTo>
                  <a:pt x="15197" y="2698"/>
                  <a:pt x="18792" y="6206"/>
                  <a:pt x="18899" y="10603"/>
                </a:cubicBezTo>
                <a:lnTo>
                  <a:pt x="21596" y="10537"/>
                </a:lnTo>
                <a:cubicBezTo>
                  <a:pt x="21454" y="4676"/>
                  <a:pt x="16662" y="-1"/>
                  <a:pt x="10799" y="0"/>
                </a:cubicBezTo>
                <a:cubicBezTo>
                  <a:pt x="4937" y="0"/>
                  <a:pt x="145" y="4676"/>
                  <a:pt x="3" y="10537"/>
                </a:cubicBezTo>
                <a:lnTo>
                  <a:pt x="2700" y="10603"/>
                </a:lnTo>
                <a:close/>
              </a:path>
            </a:pathLst>
          </a:custGeom>
          <a:solidFill>
            <a:schemeClr val="accent1"/>
          </a:solidFill>
          <a:ln w="9525" algn="ctr">
            <a:solidFill>
              <a:schemeClr val="bg1"/>
            </a:solidFill>
            <a:miter lim="800000"/>
            <a:headEnd/>
            <a:tailEnd/>
          </a:ln>
        </p:spPr>
        <p:txBody>
          <a:bodyPr wrap="none" anchor="ct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Tree>
    <p:extLst>
      <p:ext uri="{BB962C8B-B14F-4D97-AF65-F5344CB8AC3E}">
        <p14:creationId xmlns:p14="http://schemas.microsoft.com/office/powerpoint/2010/main" val="2038821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8" name="Text Box 4"/>
          <p:cNvSpPr txBox="1">
            <a:spLocks noChangeArrowheads="1"/>
          </p:cNvSpPr>
          <p:nvPr/>
        </p:nvSpPr>
        <p:spPr bwMode="auto">
          <a:xfrm>
            <a:off x="2062163" y="334964"/>
            <a:ext cx="3338512" cy="830997"/>
          </a:xfrm>
          <a:prstGeom prst="rect">
            <a:avLst/>
          </a:prstGeom>
          <a:noFill/>
          <a:ln w="9525" algn="ctr">
            <a:noFill/>
            <a:miter lim="800000"/>
            <a:headEnd/>
            <a:tailEnd/>
          </a:ln>
          <a:effectLst/>
        </p:spPr>
        <p:txBody>
          <a:bodyPr>
            <a:spAutoFit/>
          </a:bodyPr>
          <a:lstStyle/>
          <a:p>
            <a:pPr marL="342900" indent="-342900" fontAlgn="base">
              <a:spcBef>
                <a:spcPct val="50000"/>
              </a:spcBef>
              <a:spcAft>
                <a:spcPct val="0"/>
              </a:spcAft>
              <a:buClr>
                <a:srgbClr val="FFCC00"/>
              </a:buClr>
              <a:buSzPct val="120000"/>
              <a:defRPr/>
            </a:pPr>
            <a:r>
              <a:rPr lang="zh-CN" altLang="en-US" sz="2400">
                <a:solidFill>
                  <a:srgbClr val="FF3300"/>
                </a:solidFill>
                <a:effectLst>
                  <a:outerShdw blurRad="38100" dist="38100" dir="2700000" algn="tl">
                    <a:srgbClr val="C0C0C0"/>
                  </a:outerShdw>
                </a:effectLst>
                <a:ea typeface="隶书" panose="02010509060101010101" pitchFamily="49" charset="-122"/>
              </a:rPr>
              <a:t>利用功能原理计算电荷体系所受的力</a:t>
            </a:r>
          </a:p>
        </p:txBody>
      </p:sp>
      <p:graphicFrame>
        <p:nvGraphicFramePr>
          <p:cNvPr id="238595" name="Object 11"/>
          <p:cNvGraphicFramePr>
            <a:graphicFrameLocks noChangeAspect="1"/>
          </p:cNvGraphicFramePr>
          <p:nvPr/>
        </p:nvGraphicFramePr>
        <p:xfrm>
          <a:off x="3219451" y="1365251"/>
          <a:ext cx="2335213" cy="423863"/>
        </p:xfrm>
        <a:graphic>
          <a:graphicData uri="http://schemas.openxmlformats.org/presentationml/2006/ole">
            <mc:AlternateContent xmlns:mc="http://schemas.openxmlformats.org/markup-compatibility/2006">
              <mc:Choice xmlns:v="urn:schemas-microsoft-com:vml" Requires="v">
                <p:oleObj spid="_x0000_s16456" name="Equation" r:id="rId4" imgW="1193800" imgH="215900" progId="Equation.DSMT4">
                  <p:embed/>
                </p:oleObj>
              </mc:Choice>
              <mc:Fallback>
                <p:oleObj name="Equation" r:id="rId4" imgW="1193800" imgH="215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9451" y="1365251"/>
                        <a:ext cx="2335213" cy="4238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8596" name="Text Box 12"/>
          <p:cNvSpPr txBox="1">
            <a:spLocks noChangeArrowheads="1"/>
          </p:cNvSpPr>
          <p:nvPr/>
        </p:nvSpPr>
        <p:spPr bwMode="auto">
          <a:xfrm>
            <a:off x="5645151" y="1260476"/>
            <a:ext cx="39481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00099"/>
                </a:solidFill>
                <a:ea typeface="隶书" panose="02010509060101010101" pitchFamily="49" charset="-122"/>
              </a:rPr>
              <a:t>移动过程中电力所做功等于电场能量的减少。</a:t>
            </a:r>
          </a:p>
        </p:txBody>
      </p:sp>
      <p:sp>
        <p:nvSpPr>
          <p:cNvPr id="238597" name="Text Box 14"/>
          <p:cNvSpPr txBox="1">
            <a:spLocks noChangeArrowheads="1"/>
          </p:cNvSpPr>
          <p:nvPr/>
        </p:nvSpPr>
        <p:spPr bwMode="auto">
          <a:xfrm>
            <a:off x="6065839" y="2609851"/>
            <a:ext cx="432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en-US" altLang="zh-CN" sz="2000">
                <a:solidFill>
                  <a:srgbClr val="FF3300"/>
                </a:solidFill>
                <a:ea typeface="隶书" panose="02010509060101010101" pitchFamily="49" charset="-122"/>
              </a:rPr>
              <a:t>dq</a:t>
            </a:r>
            <a:r>
              <a:rPr lang="en-US" altLang="zh-CN" sz="2000" baseline="-25000">
                <a:solidFill>
                  <a:srgbClr val="FF3300"/>
                </a:solidFill>
                <a:ea typeface="隶书" panose="02010509060101010101" pitchFamily="49" charset="-122"/>
              </a:rPr>
              <a:t>i</a:t>
            </a:r>
            <a:r>
              <a:rPr lang="zh-CN" altLang="en-US" sz="2000">
                <a:solidFill>
                  <a:srgbClr val="FF3300"/>
                </a:solidFill>
                <a:ea typeface="隶书" panose="02010509060101010101" pitchFamily="49" charset="-122"/>
              </a:rPr>
              <a:t>电源供给电势为</a:t>
            </a:r>
            <a:r>
              <a:rPr lang="en-US" altLang="zh-CN" sz="2000">
                <a:solidFill>
                  <a:srgbClr val="FF3300"/>
                </a:solidFill>
                <a:ea typeface="隶书" panose="02010509060101010101" pitchFamily="49" charset="-122"/>
              </a:rPr>
              <a:t>U</a:t>
            </a:r>
            <a:r>
              <a:rPr lang="en-US" altLang="zh-CN" sz="2000" baseline="-25000">
                <a:solidFill>
                  <a:srgbClr val="FF3300"/>
                </a:solidFill>
                <a:ea typeface="隶书" panose="02010509060101010101" pitchFamily="49" charset="-122"/>
              </a:rPr>
              <a:t>i</a:t>
            </a:r>
            <a:r>
              <a:rPr lang="zh-CN" altLang="en-US" sz="2000">
                <a:solidFill>
                  <a:srgbClr val="FF3300"/>
                </a:solidFill>
                <a:ea typeface="隶书" panose="02010509060101010101" pitchFamily="49" charset="-122"/>
              </a:rPr>
              <a:t>的物体的电荷</a:t>
            </a:r>
          </a:p>
        </p:txBody>
      </p:sp>
      <p:sp>
        <p:nvSpPr>
          <p:cNvPr id="238598" name="Text Box 17"/>
          <p:cNvSpPr txBox="1">
            <a:spLocks noChangeArrowheads="1"/>
          </p:cNvSpPr>
          <p:nvPr/>
        </p:nvSpPr>
        <p:spPr bwMode="auto">
          <a:xfrm>
            <a:off x="1828800" y="1955801"/>
            <a:ext cx="48196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00099"/>
                </a:solidFill>
                <a:ea typeface="隶书" panose="02010509060101010101" pitchFamily="49" charset="-122"/>
              </a:rPr>
              <a:t>若：位移过程中各导体的电势不变，电源供给或取走电荷，电源做功：</a:t>
            </a:r>
          </a:p>
        </p:txBody>
      </p:sp>
      <p:graphicFrame>
        <p:nvGraphicFramePr>
          <p:cNvPr id="238599" name="Object 18"/>
          <p:cNvGraphicFramePr>
            <a:graphicFrameLocks noChangeAspect="1"/>
          </p:cNvGraphicFramePr>
          <p:nvPr/>
        </p:nvGraphicFramePr>
        <p:xfrm>
          <a:off x="7327900" y="1924050"/>
          <a:ext cx="1168400" cy="673100"/>
        </p:xfrm>
        <a:graphic>
          <a:graphicData uri="http://schemas.openxmlformats.org/presentationml/2006/ole">
            <mc:AlternateContent xmlns:mc="http://schemas.openxmlformats.org/markup-compatibility/2006">
              <mc:Choice xmlns:v="urn:schemas-microsoft-com:vml" Requires="v">
                <p:oleObj spid="_x0000_s16457" name="Equation" r:id="rId6" imgW="596900" imgH="342900" progId="Equation.DSMT4">
                  <p:embed/>
                </p:oleObj>
              </mc:Choice>
              <mc:Fallback>
                <p:oleObj name="Equation" r:id="rId6" imgW="596900" imgH="3429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27900" y="1924050"/>
                        <a:ext cx="1168400" cy="6731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0" name="Object 19"/>
          <p:cNvGraphicFramePr>
            <a:graphicFrameLocks noChangeAspect="1"/>
          </p:cNvGraphicFramePr>
          <p:nvPr/>
        </p:nvGraphicFramePr>
        <p:xfrm>
          <a:off x="2127251" y="2733675"/>
          <a:ext cx="2486025" cy="673100"/>
        </p:xfrm>
        <a:graphic>
          <a:graphicData uri="http://schemas.openxmlformats.org/presentationml/2006/ole">
            <mc:AlternateContent xmlns:mc="http://schemas.openxmlformats.org/markup-compatibility/2006">
              <mc:Choice xmlns:v="urn:schemas-microsoft-com:vml" Requires="v">
                <p:oleObj spid="_x0000_s16458" name="Equation" r:id="rId8" imgW="1269449" imgH="342751" progId="Equation.DSMT4">
                  <p:embed/>
                </p:oleObj>
              </mc:Choice>
              <mc:Fallback>
                <p:oleObj name="Equation" r:id="rId8" imgW="1269449" imgH="34275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7251" y="2733675"/>
                        <a:ext cx="2486025" cy="67310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8601" name="Text Box 20"/>
          <p:cNvSpPr txBox="1">
            <a:spLocks noChangeArrowheads="1"/>
          </p:cNvSpPr>
          <p:nvPr/>
        </p:nvSpPr>
        <p:spPr bwMode="auto">
          <a:xfrm>
            <a:off x="2090738" y="3335339"/>
            <a:ext cx="6532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Tx/>
              <a:buSzTx/>
              <a:buFontTx/>
              <a:buNone/>
            </a:pPr>
            <a:r>
              <a:rPr lang="zh-CN" altLang="en-US" sz="2000">
                <a:solidFill>
                  <a:srgbClr val="000099"/>
                </a:solidFill>
                <a:ea typeface="隶书" panose="02010509060101010101" pitchFamily="49" charset="-122"/>
              </a:rPr>
              <a:t>电源供给的能量用来做机械功并使电场能量增加</a:t>
            </a:r>
          </a:p>
        </p:txBody>
      </p:sp>
      <p:graphicFrame>
        <p:nvGraphicFramePr>
          <p:cNvPr id="238602" name="Object 21"/>
          <p:cNvGraphicFramePr>
            <a:graphicFrameLocks noChangeAspect="1"/>
          </p:cNvGraphicFramePr>
          <p:nvPr/>
        </p:nvGraphicFramePr>
        <p:xfrm>
          <a:off x="2344739" y="3957639"/>
          <a:ext cx="1614487" cy="871537"/>
        </p:xfrm>
        <a:graphic>
          <a:graphicData uri="http://schemas.openxmlformats.org/presentationml/2006/ole">
            <mc:AlternateContent xmlns:mc="http://schemas.openxmlformats.org/markup-compatibility/2006">
              <mc:Choice xmlns:v="urn:schemas-microsoft-com:vml" Requires="v">
                <p:oleObj spid="_x0000_s16459" name="Equation" r:id="rId10" imgW="825142" imgH="444307" progId="Equation.DSMT4">
                  <p:embed/>
                </p:oleObj>
              </mc:Choice>
              <mc:Fallback>
                <p:oleObj name="Equation" r:id="rId10" imgW="825142" imgH="44430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44739" y="3957639"/>
                        <a:ext cx="1614487" cy="8715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03" name="Object 22"/>
          <p:cNvGraphicFramePr>
            <a:graphicFrameLocks noChangeAspect="1"/>
          </p:cNvGraphicFramePr>
          <p:nvPr/>
        </p:nvGraphicFramePr>
        <p:xfrm>
          <a:off x="4743451" y="4176714"/>
          <a:ext cx="1490663" cy="522287"/>
        </p:xfrm>
        <a:graphic>
          <a:graphicData uri="http://schemas.openxmlformats.org/presentationml/2006/ole">
            <mc:AlternateContent xmlns:mc="http://schemas.openxmlformats.org/markup-compatibility/2006">
              <mc:Choice xmlns:v="urn:schemas-microsoft-com:vml" Requires="v">
                <p:oleObj spid="_x0000_s16460" name="Equation" r:id="rId12" imgW="761669" imgH="266584" progId="Equation.DSMT4">
                  <p:embed/>
                </p:oleObj>
              </mc:Choice>
              <mc:Fallback>
                <p:oleObj name="Equation" r:id="rId12" imgW="761669" imgH="26658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3451" y="4176714"/>
                        <a:ext cx="1490663" cy="52228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09692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15" descr="浅色横线"/>
          <p:cNvSpPr>
            <a:spLocks noChangeArrowheads="1"/>
          </p:cNvSpPr>
          <p:nvPr/>
        </p:nvSpPr>
        <p:spPr bwMode="auto">
          <a:xfrm>
            <a:off x="7953376" y="2322514"/>
            <a:ext cx="1554163" cy="928687"/>
          </a:xfrm>
          <a:prstGeom prst="rect">
            <a:avLst/>
          </a:prstGeom>
          <a:pattFill prst="ltHorz">
            <a:fgClr>
              <a:schemeClr val="accent1"/>
            </a:fgClr>
            <a:bgClr>
              <a:schemeClr val="bg1"/>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0643" name="Text Box 2"/>
          <p:cNvSpPr txBox="1">
            <a:spLocks noChangeArrowheads="1"/>
          </p:cNvSpPr>
          <p:nvPr/>
        </p:nvSpPr>
        <p:spPr bwMode="auto">
          <a:xfrm>
            <a:off x="2062163" y="334964"/>
            <a:ext cx="80121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FF3300"/>
                </a:solidFill>
                <a:latin typeface="宋体" panose="02010600030101010101" pitchFamily="2" charset="-122"/>
              </a:rPr>
              <a:t>将一平行板电容器的两板竖直地插在液态电介质中，板间维持电势差</a:t>
            </a:r>
            <a:r>
              <a:rPr lang="en-US" altLang="zh-CN" sz="2400">
                <a:solidFill>
                  <a:srgbClr val="FF3300"/>
                </a:solidFill>
                <a:latin typeface="宋体" panose="02010600030101010101" pitchFamily="2" charset="-122"/>
              </a:rPr>
              <a:t>U</a:t>
            </a:r>
            <a:r>
              <a:rPr lang="zh-CN" altLang="en-US" sz="2400">
                <a:solidFill>
                  <a:srgbClr val="FF3300"/>
                </a:solidFill>
                <a:latin typeface="宋体" panose="02010600030101010101" pitchFamily="2" charset="-122"/>
              </a:rPr>
              <a:t>，液面上升高度。</a:t>
            </a:r>
          </a:p>
        </p:txBody>
      </p:sp>
      <p:sp>
        <p:nvSpPr>
          <p:cNvPr id="240644" name="Line 10"/>
          <p:cNvSpPr>
            <a:spLocks noChangeShapeType="1"/>
          </p:cNvSpPr>
          <p:nvPr/>
        </p:nvSpPr>
        <p:spPr bwMode="auto">
          <a:xfrm>
            <a:off x="7967663" y="2105025"/>
            <a:ext cx="0" cy="1131888"/>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45" name="Line 11"/>
          <p:cNvSpPr>
            <a:spLocks noChangeShapeType="1"/>
          </p:cNvSpPr>
          <p:nvPr/>
        </p:nvSpPr>
        <p:spPr bwMode="auto">
          <a:xfrm>
            <a:off x="9520238" y="2147889"/>
            <a:ext cx="0" cy="1131887"/>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46" name="Line 12"/>
          <p:cNvSpPr>
            <a:spLocks noChangeShapeType="1"/>
          </p:cNvSpPr>
          <p:nvPr/>
        </p:nvSpPr>
        <p:spPr bwMode="auto">
          <a:xfrm>
            <a:off x="7953375" y="3265488"/>
            <a:ext cx="156845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47" name="Rectangle 13"/>
          <p:cNvSpPr>
            <a:spLocks noChangeArrowheads="1"/>
          </p:cNvSpPr>
          <p:nvPr/>
        </p:nvSpPr>
        <p:spPr bwMode="auto">
          <a:xfrm>
            <a:off x="8258175" y="1363664"/>
            <a:ext cx="88900" cy="1393825"/>
          </a:xfrm>
          <a:prstGeom prst="rect">
            <a:avLst/>
          </a:prstGeom>
          <a:solidFill>
            <a:schemeClr val="accent1"/>
          </a:solidFill>
          <a:ln w="9525" algn="ctr">
            <a:solidFill>
              <a:schemeClr val="hlink"/>
            </a:solidFill>
            <a:miter lim="800000"/>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0648" name="Rectangle 14"/>
          <p:cNvSpPr>
            <a:spLocks noChangeArrowheads="1"/>
          </p:cNvSpPr>
          <p:nvPr/>
        </p:nvSpPr>
        <p:spPr bwMode="auto">
          <a:xfrm>
            <a:off x="9115425" y="1363664"/>
            <a:ext cx="88900" cy="1393825"/>
          </a:xfrm>
          <a:prstGeom prst="rect">
            <a:avLst/>
          </a:prstGeom>
          <a:solidFill>
            <a:schemeClr val="accent1"/>
          </a:solidFill>
          <a:ln w="9525" algn="ctr">
            <a:solidFill>
              <a:schemeClr val="hlink"/>
            </a:solidFill>
            <a:miter lim="800000"/>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0649" name="Line 16"/>
          <p:cNvSpPr>
            <a:spLocks noChangeShapeType="1"/>
          </p:cNvSpPr>
          <p:nvPr/>
        </p:nvSpPr>
        <p:spPr bwMode="auto">
          <a:xfrm>
            <a:off x="8650288" y="857250"/>
            <a:ext cx="0" cy="6096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0" name="Line 17"/>
          <p:cNvSpPr>
            <a:spLocks noChangeShapeType="1"/>
          </p:cNvSpPr>
          <p:nvPr/>
        </p:nvSpPr>
        <p:spPr bwMode="auto">
          <a:xfrm>
            <a:off x="8810625" y="1030289"/>
            <a:ext cx="14288" cy="27463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1" name="Line 18"/>
          <p:cNvSpPr>
            <a:spLocks noChangeShapeType="1"/>
          </p:cNvSpPr>
          <p:nvPr/>
        </p:nvSpPr>
        <p:spPr bwMode="auto">
          <a:xfrm flipH="1">
            <a:off x="7693025" y="1074738"/>
            <a:ext cx="914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2" name="Line 19"/>
          <p:cNvSpPr>
            <a:spLocks noChangeShapeType="1"/>
          </p:cNvSpPr>
          <p:nvPr/>
        </p:nvSpPr>
        <p:spPr bwMode="auto">
          <a:xfrm>
            <a:off x="7678738" y="1089025"/>
            <a:ext cx="0" cy="6810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3" name="Line 20"/>
          <p:cNvSpPr>
            <a:spLocks noChangeShapeType="1"/>
          </p:cNvSpPr>
          <p:nvPr/>
        </p:nvSpPr>
        <p:spPr bwMode="auto">
          <a:xfrm>
            <a:off x="7693025" y="1770063"/>
            <a:ext cx="5794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4" name="Line 21"/>
          <p:cNvSpPr>
            <a:spLocks noChangeShapeType="1"/>
          </p:cNvSpPr>
          <p:nvPr/>
        </p:nvSpPr>
        <p:spPr bwMode="auto">
          <a:xfrm flipH="1">
            <a:off x="8869363" y="1117600"/>
            <a:ext cx="914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5" name="Line 22"/>
          <p:cNvSpPr>
            <a:spLocks noChangeShapeType="1"/>
          </p:cNvSpPr>
          <p:nvPr/>
        </p:nvSpPr>
        <p:spPr bwMode="auto">
          <a:xfrm>
            <a:off x="9782175" y="1119189"/>
            <a:ext cx="0" cy="6810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6" name="Line 23"/>
          <p:cNvSpPr>
            <a:spLocks noChangeShapeType="1"/>
          </p:cNvSpPr>
          <p:nvPr/>
        </p:nvSpPr>
        <p:spPr bwMode="auto">
          <a:xfrm>
            <a:off x="9186863" y="1800225"/>
            <a:ext cx="5953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0657" name="Rectangle 25" descr="浅色横线"/>
          <p:cNvSpPr>
            <a:spLocks noChangeArrowheads="1"/>
          </p:cNvSpPr>
          <p:nvPr/>
        </p:nvSpPr>
        <p:spPr bwMode="auto">
          <a:xfrm>
            <a:off x="8359775" y="1828800"/>
            <a:ext cx="757238" cy="914400"/>
          </a:xfrm>
          <a:prstGeom prst="rect">
            <a:avLst/>
          </a:prstGeom>
          <a:pattFill prst="ltHorz">
            <a:fgClr>
              <a:schemeClr val="accent1"/>
            </a:fgClr>
            <a:bgClr>
              <a:schemeClr val="bg1"/>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graphicFrame>
        <p:nvGraphicFramePr>
          <p:cNvPr id="211994" name="Object 26"/>
          <p:cNvGraphicFramePr>
            <a:graphicFrameLocks noGrp="1" noChangeAspect="1"/>
          </p:cNvGraphicFramePr>
          <p:nvPr>
            <p:ph sz="half" idx="1"/>
          </p:nvPr>
        </p:nvGraphicFramePr>
        <p:xfrm>
          <a:off x="2716214" y="1484314"/>
          <a:ext cx="1628775" cy="579437"/>
        </p:xfrm>
        <a:graphic>
          <a:graphicData uri="http://schemas.openxmlformats.org/presentationml/2006/ole">
            <mc:AlternateContent xmlns:mc="http://schemas.openxmlformats.org/markup-compatibility/2006">
              <mc:Choice xmlns:v="urn:schemas-microsoft-com:vml" Requires="v">
                <p:oleObj spid="_x0000_s17522" name="Equation" r:id="rId4" imgW="571252" imgH="203112" progId="Equation.DSMT4">
                  <p:embed/>
                </p:oleObj>
              </mc:Choice>
              <mc:Fallback>
                <p:oleObj name="Equation" r:id="rId4" imgW="571252" imgH="20311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6214" y="1484314"/>
                        <a:ext cx="1628775" cy="5794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5" name="Object 27"/>
          <p:cNvGraphicFramePr>
            <a:graphicFrameLocks noChangeAspect="1"/>
          </p:cNvGraphicFramePr>
          <p:nvPr/>
        </p:nvGraphicFramePr>
        <p:xfrm>
          <a:off x="2108200" y="2357439"/>
          <a:ext cx="5602288" cy="409575"/>
        </p:xfrm>
        <a:graphic>
          <a:graphicData uri="http://schemas.openxmlformats.org/presentationml/2006/ole">
            <mc:AlternateContent xmlns:mc="http://schemas.openxmlformats.org/markup-compatibility/2006">
              <mc:Choice xmlns:v="urn:schemas-microsoft-com:vml" Requires="v">
                <p:oleObj spid="_x0000_s17523" name="Equation" r:id="rId6" imgW="3136900" imgH="228600" progId="Equation.DSMT4">
                  <p:embed/>
                </p:oleObj>
              </mc:Choice>
              <mc:Fallback>
                <p:oleObj name="Equation" r:id="rId6" imgW="31369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8200" y="2357439"/>
                        <a:ext cx="5602288" cy="409575"/>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6" name="Object 28"/>
          <p:cNvGraphicFramePr>
            <a:graphicFrameLocks noChangeAspect="1"/>
          </p:cNvGraphicFramePr>
          <p:nvPr/>
        </p:nvGraphicFramePr>
        <p:xfrm>
          <a:off x="3208339" y="3067050"/>
          <a:ext cx="3311525" cy="704850"/>
        </p:xfrm>
        <a:graphic>
          <a:graphicData uri="http://schemas.openxmlformats.org/presentationml/2006/ole">
            <mc:AlternateContent xmlns:mc="http://schemas.openxmlformats.org/markup-compatibility/2006">
              <mc:Choice xmlns:v="urn:schemas-microsoft-com:vml" Requires="v">
                <p:oleObj spid="_x0000_s17524" name="Equation" r:id="rId8" imgW="1854200" imgH="393700" progId="Equation.DSMT4">
                  <p:embed/>
                </p:oleObj>
              </mc:Choice>
              <mc:Fallback>
                <p:oleObj name="Equation" r:id="rId8" imgW="1854200" imgH="3937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8339" y="3067050"/>
                        <a:ext cx="3311525" cy="7048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7" name="Object 29"/>
          <p:cNvGraphicFramePr>
            <a:graphicFrameLocks noChangeAspect="1"/>
          </p:cNvGraphicFramePr>
          <p:nvPr/>
        </p:nvGraphicFramePr>
        <p:xfrm>
          <a:off x="3225800" y="3933825"/>
          <a:ext cx="1157288" cy="363538"/>
        </p:xfrm>
        <a:graphic>
          <a:graphicData uri="http://schemas.openxmlformats.org/presentationml/2006/ole">
            <mc:AlternateContent xmlns:mc="http://schemas.openxmlformats.org/markup-compatibility/2006">
              <mc:Choice xmlns:v="urn:schemas-microsoft-com:vml" Requires="v">
                <p:oleObj spid="_x0000_s17525" name="Equation" r:id="rId10" imgW="647419" imgH="203112" progId="Equation.DSMT4">
                  <p:embed/>
                </p:oleObj>
              </mc:Choice>
              <mc:Fallback>
                <p:oleObj name="Equation" r:id="rId10" imgW="647419" imgH="20311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25800" y="3933825"/>
                        <a:ext cx="1157288" cy="3635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8" name="Object 30"/>
          <p:cNvGraphicFramePr>
            <a:graphicFrameLocks noChangeAspect="1"/>
          </p:cNvGraphicFramePr>
          <p:nvPr/>
        </p:nvGraphicFramePr>
        <p:xfrm>
          <a:off x="2868613" y="4529139"/>
          <a:ext cx="1816100" cy="363537"/>
        </p:xfrm>
        <a:graphic>
          <a:graphicData uri="http://schemas.openxmlformats.org/presentationml/2006/ole">
            <mc:AlternateContent xmlns:mc="http://schemas.openxmlformats.org/markup-compatibility/2006">
              <mc:Choice xmlns:v="urn:schemas-microsoft-com:vml" Requires="v">
                <p:oleObj spid="_x0000_s17526" name="Equation" r:id="rId12" imgW="1016000" imgH="203200" progId="Equation.DSMT4">
                  <p:embed/>
                </p:oleObj>
              </mc:Choice>
              <mc:Fallback>
                <p:oleObj name="Equation" r:id="rId12" imgW="1016000" imgH="2032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8613" y="4529139"/>
                        <a:ext cx="1816100" cy="3635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9" name="Object 31"/>
          <p:cNvGraphicFramePr>
            <a:graphicFrameLocks noChangeAspect="1"/>
          </p:cNvGraphicFramePr>
          <p:nvPr/>
        </p:nvGraphicFramePr>
        <p:xfrm>
          <a:off x="5611813" y="4068763"/>
          <a:ext cx="1090612" cy="704850"/>
        </p:xfrm>
        <a:graphic>
          <a:graphicData uri="http://schemas.openxmlformats.org/presentationml/2006/ole">
            <mc:AlternateContent xmlns:mc="http://schemas.openxmlformats.org/markup-compatibility/2006">
              <mc:Choice xmlns:v="urn:schemas-microsoft-com:vml" Requires="v">
                <p:oleObj spid="_x0000_s17527" name="Equation" r:id="rId14" imgW="609336" imgH="393529" progId="Equation.DSMT4">
                  <p:embed/>
                </p:oleObj>
              </mc:Choice>
              <mc:Fallback>
                <p:oleObj name="Equation" r:id="rId14" imgW="609336" imgH="39352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11813" y="4068763"/>
                        <a:ext cx="1090612" cy="7048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2000" name="Object 32"/>
          <p:cNvGraphicFramePr>
            <a:graphicFrameLocks noChangeAspect="1"/>
          </p:cNvGraphicFramePr>
          <p:nvPr/>
        </p:nvGraphicFramePr>
        <p:xfrm>
          <a:off x="2765426" y="4984750"/>
          <a:ext cx="2017713" cy="704850"/>
        </p:xfrm>
        <a:graphic>
          <a:graphicData uri="http://schemas.openxmlformats.org/presentationml/2006/ole">
            <mc:AlternateContent xmlns:mc="http://schemas.openxmlformats.org/markup-compatibility/2006">
              <mc:Choice xmlns:v="urn:schemas-microsoft-com:vml" Requires="v">
                <p:oleObj spid="_x0000_s17528" name="Equation" r:id="rId16" imgW="1129810" imgH="393529" progId="Equation.DSMT4">
                  <p:embed/>
                </p:oleObj>
              </mc:Choice>
              <mc:Fallback>
                <p:oleObj name="Equation" r:id="rId16" imgW="1129810" imgH="393529"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65426" y="4984750"/>
                        <a:ext cx="2017713" cy="704850"/>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2001" name="Object 33"/>
          <p:cNvGraphicFramePr>
            <a:graphicFrameLocks noChangeAspect="1"/>
          </p:cNvGraphicFramePr>
          <p:nvPr/>
        </p:nvGraphicFramePr>
        <p:xfrm>
          <a:off x="5305426" y="4852989"/>
          <a:ext cx="3559175" cy="795337"/>
        </p:xfrm>
        <a:graphic>
          <a:graphicData uri="http://schemas.openxmlformats.org/presentationml/2006/ole">
            <mc:AlternateContent xmlns:mc="http://schemas.openxmlformats.org/markup-compatibility/2006">
              <mc:Choice xmlns:v="urn:schemas-microsoft-com:vml" Requires="v">
                <p:oleObj spid="_x0000_s17529" name="Equation" r:id="rId18" imgW="1993900" imgH="444500" progId="Equation.DSMT4">
                  <p:embed/>
                </p:oleObj>
              </mc:Choice>
              <mc:Fallback>
                <p:oleObj name="Equation" r:id="rId18" imgW="1993900" imgH="4445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05426" y="4852989"/>
                        <a:ext cx="3559175" cy="795337"/>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TextBox 25"/>
          <p:cNvSpPr txBox="1"/>
          <p:nvPr/>
        </p:nvSpPr>
        <p:spPr>
          <a:xfrm>
            <a:off x="2628900" y="5676900"/>
            <a:ext cx="6650038" cy="954088"/>
          </a:xfrm>
          <a:prstGeom prst="rect">
            <a:avLst/>
          </a:prstGeom>
          <a:noFill/>
        </p:spPr>
        <p:txBody>
          <a:bodyPr>
            <a:spAutoFit/>
          </a:bodyPr>
          <a:lstStyle/>
          <a:p>
            <a:pPr fontAlgn="base">
              <a:spcBef>
                <a:spcPct val="20000"/>
              </a:spcBef>
              <a:spcAft>
                <a:spcPct val="0"/>
              </a:spcAft>
              <a:buClr>
                <a:srgbClr val="FFCC00"/>
              </a:buClr>
              <a:buSzPct val="120000"/>
              <a:defRPr/>
            </a:pPr>
            <a:r>
              <a:rPr lang="zh-CN" altLang="en-US" sz="2800" dirty="0">
                <a:solidFill>
                  <a:srgbClr val="000000"/>
                </a:solidFill>
                <a:latin typeface="宋体"/>
              </a:rPr>
              <a:t>电偶极子在不均匀电场中受力指向电场绝对值较大的方向。</a:t>
            </a:r>
          </a:p>
        </p:txBody>
      </p:sp>
    </p:spTree>
    <p:extLst>
      <p:ext uri="{BB962C8B-B14F-4D97-AF65-F5344CB8AC3E}">
        <p14:creationId xmlns:p14="http://schemas.microsoft.com/office/powerpoint/2010/main" val="25217073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19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19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19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19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199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199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200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2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3"/>
          <p:cNvSpPr txBox="1">
            <a:spLocks noChangeArrowheads="1"/>
          </p:cNvSpPr>
          <p:nvPr/>
        </p:nvSpPr>
        <p:spPr bwMode="auto">
          <a:xfrm>
            <a:off x="2062164" y="334964"/>
            <a:ext cx="7229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FF3300"/>
                </a:solidFill>
                <a:latin typeface="宋体" panose="02010600030101010101" pitchFamily="2" charset="-122"/>
              </a:rPr>
              <a:t>把点电荷球从无穷远处移到导体球壳中心需做的功</a:t>
            </a:r>
          </a:p>
          <a:p>
            <a:pPr fontAlgn="base">
              <a:spcBef>
                <a:spcPct val="50000"/>
              </a:spcBef>
              <a:spcAft>
                <a:spcPct val="0"/>
              </a:spcAft>
              <a:buClr>
                <a:srgbClr val="FFCC00"/>
              </a:buClr>
              <a:buFontTx/>
              <a:buNone/>
            </a:pPr>
            <a:r>
              <a:rPr lang="zh-CN" altLang="en-US" sz="2400">
                <a:solidFill>
                  <a:srgbClr val="FF3300"/>
                </a:solidFill>
                <a:latin typeface="宋体" panose="02010600030101010101" pitchFamily="2" charset="-122"/>
              </a:rPr>
              <a:t>半径为</a:t>
            </a:r>
            <a:r>
              <a:rPr lang="en-US" altLang="zh-CN" sz="2400">
                <a:solidFill>
                  <a:srgbClr val="FF3300"/>
                </a:solidFill>
                <a:latin typeface="宋体" panose="02010600030101010101" pitchFamily="2" charset="-122"/>
              </a:rPr>
              <a:t>R</a:t>
            </a:r>
            <a:r>
              <a:rPr lang="zh-CN" altLang="en-US" sz="2400">
                <a:solidFill>
                  <a:srgbClr val="FF3300"/>
                </a:solidFill>
                <a:latin typeface="宋体" panose="02010600030101010101" pitchFamily="2" charset="-122"/>
              </a:rPr>
              <a:t>，厚度为</a:t>
            </a:r>
            <a:r>
              <a:rPr lang="en-US" altLang="zh-CN" sz="2400">
                <a:solidFill>
                  <a:srgbClr val="FF3300"/>
                </a:solidFill>
                <a:latin typeface="宋体" panose="02010600030101010101" pitchFamily="2" charset="-122"/>
              </a:rPr>
              <a:t>t</a:t>
            </a:r>
          </a:p>
        </p:txBody>
      </p:sp>
      <p:graphicFrame>
        <p:nvGraphicFramePr>
          <p:cNvPr id="223251" name="Object 19"/>
          <p:cNvGraphicFramePr>
            <a:graphicFrameLocks noChangeAspect="1"/>
          </p:cNvGraphicFramePr>
          <p:nvPr/>
        </p:nvGraphicFramePr>
        <p:xfrm>
          <a:off x="2428876" y="2058988"/>
          <a:ext cx="1679575" cy="773112"/>
        </p:xfrm>
        <a:graphic>
          <a:graphicData uri="http://schemas.openxmlformats.org/presentationml/2006/ole">
            <mc:AlternateContent xmlns:mc="http://schemas.openxmlformats.org/markup-compatibility/2006">
              <mc:Choice xmlns:v="urn:schemas-microsoft-com:vml" Requires="v">
                <p:oleObj spid="_x0000_s18476" name="Equation" r:id="rId4" imgW="939392" imgH="431613" progId="Equation.DSMT4">
                  <p:embed/>
                </p:oleObj>
              </mc:Choice>
              <mc:Fallback>
                <p:oleObj name="Equation" r:id="rId4" imgW="939392"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76" y="2058988"/>
                        <a:ext cx="1679575" cy="773112"/>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2" name="Oval 26"/>
          <p:cNvSpPr>
            <a:spLocks noChangeArrowheads="1"/>
          </p:cNvSpPr>
          <p:nvPr/>
        </p:nvSpPr>
        <p:spPr bwMode="auto">
          <a:xfrm>
            <a:off x="8345488" y="1146176"/>
            <a:ext cx="1682750" cy="1597025"/>
          </a:xfrm>
          <a:prstGeom prst="ellipse">
            <a:avLst/>
          </a:prstGeom>
          <a:noFill/>
          <a:ln w="762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2693" name="Line 27"/>
          <p:cNvSpPr>
            <a:spLocks noChangeShapeType="1"/>
          </p:cNvSpPr>
          <p:nvPr/>
        </p:nvSpPr>
        <p:spPr bwMode="auto">
          <a:xfrm>
            <a:off x="9202739" y="1958975"/>
            <a:ext cx="782637"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2694" name="Oval 28"/>
          <p:cNvSpPr>
            <a:spLocks noChangeArrowheads="1"/>
          </p:cNvSpPr>
          <p:nvPr/>
        </p:nvSpPr>
        <p:spPr bwMode="auto">
          <a:xfrm>
            <a:off x="9201150" y="1885950"/>
            <a:ext cx="88900" cy="146050"/>
          </a:xfrm>
          <a:prstGeom prst="ellipse">
            <a:avLst/>
          </a:prstGeom>
          <a:solidFill>
            <a:srgbClr val="00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3262" name="Text Box 30"/>
          <p:cNvSpPr txBox="1">
            <a:spLocks noChangeArrowheads="1"/>
          </p:cNvSpPr>
          <p:nvPr/>
        </p:nvSpPr>
        <p:spPr bwMode="auto">
          <a:xfrm>
            <a:off x="2019300" y="1350963"/>
            <a:ext cx="4573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000099"/>
                </a:solidFill>
                <a:latin typeface="宋体" panose="02010600030101010101" pitchFamily="2" charset="-122"/>
              </a:rPr>
              <a:t>外力做功等于体系能量的增量。</a:t>
            </a:r>
          </a:p>
        </p:txBody>
      </p:sp>
      <p:sp>
        <p:nvSpPr>
          <p:cNvPr id="223263" name="Text Box 31"/>
          <p:cNvSpPr txBox="1">
            <a:spLocks noChangeArrowheads="1"/>
          </p:cNvSpPr>
          <p:nvPr/>
        </p:nvSpPr>
        <p:spPr bwMode="auto">
          <a:xfrm>
            <a:off x="4414838" y="2206625"/>
            <a:ext cx="2919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000099"/>
                </a:solidFill>
                <a:latin typeface="宋体" panose="02010600030101010101" pitchFamily="2" charset="-122"/>
              </a:rPr>
              <a:t>导体球处能量趋于</a:t>
            </a:r>
            <a:r>
              <a:rPr lang="en-US" altLang="zh-CN" sz="2400">
                <a:solidFill>
                  <a:srgbClr val="000099"/>
                </a:solidFill>
                <a:latin typeface="宋体" panose="02010600030101010101" pitchFamily="2" charset="-122"/>
              </a:rPr>
              <a:t>0</a:t>
            </a:r>
          </a:p>
        </p:txBody>
      </p:sp>
      <p:sp>
        <p:nvSpPr>
          <p:cNvPr id="223264" name="Text Box 32"/>
          <p:cNvSpPr txBox="1">
            <a:spLocks noChangeArrowheads="1"/>
          </p:cNvSpPr>
          <p:nvPr/>
        </p:nvSpPr>
        <p:spPr bwMode="auto">
          <a:xfrm>
            <a:off x="2062164" y="2974975"/>
            <a:ext cx="3354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000099"/>
                </a:solidFill>
                <a:latin typeface="宋体" panose="02010600030101010101" pitchFamily="2" charset="-122"/>
              </a:rPr>
              <a:t>电荷在导体球中心处</a:t>
            </a:r>
            <a:endParaRPr lang="en-US" altLang="zh-CN" sz="2400">
              <a:solidFill>
                <a:srgbClr val="000099"/>
              </a:solidFill>
              <a:latin typeface="宋体" panose="02010600030101010101" pitchFamily="2" charset="-122"/>
            </a:endParaRPr>
          </a:p>
        </p:txBody>
      </p:sp>
      <p:graphicFrame>
        <p:nvGraphicFramePr>
          <p:cNvPr id="223265" name="Object 33"/>
          <p:cNvGraphicFramePr>
            <a:graphicFrameLocks noChangeAspect="1"/>
          </p:cNvGraphicFramePr>
          <p:nvPr/>
        </p:nvGraphicFramePr>
        <p:xfrm>
          <a:off x="2162175" y="3527425"/>
          <a:ext cx="5492750" cy="795338"/>
        </p:xfrm>
        <a:graphic>
          <a:graphicData uri="http://schemas.openxmlformats.org/presentationml/2006/ole">
            <mc:AlternateContent xmlns:mc="http://schemas.openxmlformats.org/markup-compatibility/2006">
              <mc:Choice xmlns:v="urn:schemas-microsoft-com:vml" Requires="v">
                <p:oleObj spid="_x0000_s18477" name="Equation" r:id="rId6" imgW="3073400" imgH="444500" progId="Equation.DSMT4">
                  <p:embed/>
                </p:oleObj>
              </mc:Choice>
              <mc:Fallback>
                <p:oleObj name="Equation" r:id="rId6" imgW="3073400" imgH="4445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62175" y="3527425"/>
                        <a:ext cx="5492750" cy="795338"/>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9" name="AutoShape 34"/>
          <p:cNvSpPr>
            <a:spLocks noChangeArrowheads="1"/>
          </p:cNvSpPr>
          <p:nvPr/>
        </p:nvSpPr>
        <p:spPr bwMode="auto">
          <a:xfrm>
            <a:off x="9174164" y="1074739"/>
            <a:ext cx="115887" cy="130175"/>
          </a:xfrm>
          <a:prstGeom prst="can">
            <a:avLst>
              <a:gd name="adj" fmla="val 2808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23267" name="Text Box 35"/>
          <p:cNvSpPr txBox="1">
            <a:spLocks noChangeArrowheads="1"/>
          </p:cNvSpPr>
          <p:nvPr/>
        </p:nvSpPr>
        <p:spPr bwMode="auto">
          <a:xfrm>
            <a:off x="1962150" y="4310063"/>
            <a:ext cx="3354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000099"/>
                </a:solidFill>
                <a:latin typeface="宋体" panose="02010600030101010101" pitchFamily="2" charset="-122"/>
              </a:rPr>
              <a:t>能量变化</a:t>
            </a:r>
            <a:endParaRPr lang="en-US" altLang="zh-CN" sz="2400">
              <a:solidFill>
                <a:srgbClr val="000099"/>
              </a:solidFill>
              <a:latin typeface="宋体" panose="02010600030101010101" pitchFamily="2" charset="-122"/>
            </a:endParaRPr>
          </a:p>
        </p:txBody>
      </p:sp>
      <p:graphicFrame>
        <p:nvGraphicFramePr>
          <p:cNvPr id="223268" name="Object 36"/>
          <p:cNvGraphicFramePr>
            <a:graphicFrameLocks noChangeAspect="1"/>
          </p:cNvGraphicFramePr>
          <p:nvPr/>
        </p:nvGraphicFramePr>
        <p:xfrm>
          <a:off x="3021013" y="4724401"/>
          <a:ext cx="3744912" cy="1681163"/>
        </p:xfrm>
        <a:graphic>
          <a:graphicData uri="http://schemas.openxmlformats.org/presentationml/2006/ole">
            <mc:AlternateContent xmlns:mc="http://schemas.openxmlformats.org/markup-compatibility/2006">
              <mc:Choice xmlns:v="urn:schemas-microsoft-com:vml" Requires="v">
                <p:oleObj spid="_x0000_s18478" name="Equation" r:id="rId8" imgW="2095500" imgH="939800" progId="Equation.DSMT4">
                  <p:embed/>
                </p:oleObj>
              </mc:Choice>
              <mc:Fallback>
                <p:oleObj name="Equation" r:id="rId8" imgW="2095500" imgH="939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1013" y="4724401"/>
                        <a:ext cx="3744912" cy="168116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69" name="Text Box 37"/>
          <p:cNvSpPr txBox="1">
            <a:spLocks noChangeArrowheads="1"/>
          </p:cNvSpPr>
          <p:nvPr/>
        </p:nvSpPr>
        <p:spPr bwMode="auto">
          <a:xfrm>
            <a:off x="7008814" y="4987925"/>
            <a:ext cx="3354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zh-CN" altLang="en-US" sz="2400">
                <a:solidFill>
                  <a:srgbClr val="000099"/>
                </a:solidFill>
                <a:latin typeface="宋体" panose="02010600030101010101" pitchFamily="2" charset="-122"/>
              </a:rPr>
              <a:t>能量减小，外力做负功</a:t>
            </a:r>
            <a:endParaRPr lang="en-US" altLang="zh-CN" sz="2400">
              <a:solidFill>
                <a:srgbClr val="000099"/>
              </a:solidFill>
              <a:latin typeface="宋体" panose="02010600030101010101" pitchFamily="2" charset="-122"/>
            </a:endParaRPr>
          </a:p>
        </p:txBody>
      </p:sp>
      <p:sp>
        <p:nvSpPr>
          <p:cNvPr id="242703" name="Text Box 38"/>
          <p:cNvSpPr txBox="1">
            <a:spLocks noChangeArrowheads="1"/>
          </p:cNvSpPr>
          <p:nvPr/>
        </p:nvSpPr>
        <p:spPr bwMode="auto">
          <a:xfrm>
            <a:off x="9364663" y="1654175"/>
            <a:ext cx="39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buFontTx/>
              <a:buNone/>
            </a:pPr>
            <a:r>
              <a:rPr lang="en-US" altLang="zh-CN" sz="2400">
                <a:solidFill>
                  <a:srgbClr val="000099"/>
                </a:solidFill>
                <a:latin typeface="宋体" panose="02010600030101010101" pitchFamily="2" charset="-122"/>
              </a:rPr>
              <a:t>R</a:t>
            </a:r>
          </a:p>
        </p:txBody>
      </p:sp>
    </p:spTree>
    <p:extLst>
      <p:ext uri="{BB962C8B-B14F-4D97-AF65-F5344CB8AC3E}">
        <p14:creationId xmlns:p14="http://schemas.microsoft.com/office/powerpoint/2010/main" val="38565149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2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32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32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32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326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326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326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3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62" grpId="0"/>
      <p:bldP spid="223263" grpId="0"/>
      <p:bldP spid="223264" grpId="0"/>
      <p:bldP spid="223267" grpId="0"/>
      <p:bldP spid="22326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2063750" y="333375"/>
            <a:ext cx="76342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800">
                <a:solidFill>
                  <a:srgbClr val="FF3300"/>
                </a:solidFill>
                <a:ea typeface="隶书" panose="02010509060101010101" pitchFamily="49" charset="-122"/>
              </a:rPr>
              <a:t>1</a:t>
            </a:r>
            <a:r>
              <a:rPr lang="zh-CN" altLang="en-US" sz="2800">
                <a:solidFill>
                  <a:srgbClr val="FF3300"/>
                </a:solidFill>
                <a:ea typeface="隶书" panose="02010509060101010101" pitchFamily="49" charset="-122"/>
              </a:rPr>
              <a:t>、利用汤姆逊定理：静电平衡时，电场能量最小。证明导体球壳，电荷只能分布在外表面，电场能量最小。</a:t>
            </a:r>
          </a:p>
        </p:txBody>
      </p:sp>
      <p:sp>
        <p:nvSpPr>
          <p:cNvPr id="244739" name="Text Box 3"/>
          <p:cNvSpPr txBox="1">
            <a:spLocks noChangeArrowheads="1"/>
          </p:cNvSpPr>
          <p:nvPr/>
        </p:nvSpPr>
        <p:spPr bwMode="auto">
          <a:xfrm>
            <a:off x="1919289" y="1916113"/>
            <a:ext cx="7634287"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800">
                <a:solidFill>
                  <a:srgbClr val="FF3300"/>
                </a:solidFill>
                <a:ea typeface="隶书" panose="02010509060101010101" pitchFamily="49" charset="-122"/>
              </a:rPr>
              <a:t>2</a:t>
            </a:r>
            <a:r>
              <a:rPr lang="zh-CN" altLang="en-US" sz="2800">
                <a:solidFill>
                  <a:srgbClr val="FF3300"/>
                </a:solidFill>
                <a:ea typeface="隶书" panose="02010509060101010101" pitchFamily="49" charset="-122"/>
              </a:rPr>
              <a:t>、一球形电容器由金属和外面有厚度的同心金属球壳构成，充电后，两极分别带上等量异号电荷。设电荷都是球对称分布的，试证明：只有电荷分布在相向的两个表面上，电场能量最小。</a:t>
            </a:r>
          </a:p>
        </p:txBody>
      </p:sp>
      <p:sp>
        <p:nvSpPr>
          <p:cNvPr id="244740" name="Text Box 4"/>
          <p:cNvSpPr txBox="1">
            <a:spLocks noChangeArrowheads="1"/>
          </p:cNvSpPr>
          <p:nvPr/>
        </p:nvSpPr>
        <p:spPr bwMode="auto">
          <a:xfrm>
            <a:off x="1919289" y="4630739"/>
            <a:ext cx="76342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800">
                <a:solidFill>
                  <a:srgbClr val="FF3300"/>
                </a:solidFill>
                <a:ea typeface="隶书" panose="02010509060101010101" pitchFamily="49" charset="-122"/>
              </a:rPr>
              <a:t>3</a:t>
            </a:r>
            <a:r>
              <a:rPr lang="zh-CN" altLang="en-US" sz="2800">
                <a:solidFill>
                  <a:srgbClr val="FF3300"/>
                </a:solidFill>
                <a:ea typeface="隶书" panose="02010509060101010101" pitchFamily="49" charset="-122"/>
              </a:rPr>
              <a:t>、一金属球外有一同心、有厚度的金属球壳，两者不带电。今将相同电荷</a:t>
            </a:r>
            <a:r>
              <a:rPr lang="en-US" altLang="zh-CN" sz="2800">
                <a:solidFill>
                  <a:srgbClr val="FF3300"/>
                </a:solidFill>
                <a:ea typeface="隶书" panose="02010509060101010101" pitchFamily="49" charset="-122"/>
              </a:rPr>
              <a:t>Q</a:t>
            </a:r>
            <a:r>
              <a:rPr lang="zh-CN" altLang="en-US" sz="2800">
                <a:solidFill>
                  <a:srgbClr val="FF3300"/>
                </a:solidFill>
                <a:ea typeface="隶书" panose="02010509060101010101" pitchFamily="49" charset="-122"/>
              </a:rPr>
              <a:t>分别放在球和球壳上。设电荷都是球对称分布的，球上、壳上电荷如何分布，电场能量最小。</a:t>
            </a:r>
          </a:p>
        </p:txBody>
      </p:sp>
    </p:spTree>
    <p:extLst>
      <p:ext uri="{BB962C8B-B14F-4D97-AF65-F5344CB8AC3E}">
        <p14:creationId xmlns:p14="http://schemas.microsoft.com/office/powerpoint/2010/main" val="134947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62" name="Object 2"/>
          <p:cNvGraphicFramePr>
            <a:graphicFrameLocks noGrp="1" noChangeAspect="1"/>
          </p:cNvGraphicFramePr>
          <p:nvPr>
            <p:ph sz="half" idx="1"/>
          </p:nvPr>
        </p:nvGraphicFramePr>
        <p:xfrm>
          <a:off x="5375276" y="836613"/>
          <a:ext cx="1585913" cy="893762"/>
        </p:xfrm>
        <a:graphic>
          <a:graphicData uri="http://schemas.openxmlformats.org/presentationml/2006/ole">
            <mc:AlternateContent xmlns:mc="http://schemas.openxmlformats.org/markup-compatibility/2006">
              <mc:Choice xmlns:v="urn:schemas-microsoft-com:vml" Requires="v">
                <p:oleObj spid="_x0000_s19542" name="Equation" r:id="rId3" imgW="698197" imgH="393529" progId="Equation.DSMT4">
                  <p:embed/>
                </p:oleObj>
              </mc:Choice>
              <mc:Fallback>
                <p:oleObj name="Equation" r:id="rId3" imgW="698197"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276" y="836613"/>
                        <a:ext cx="1585913" cy="8937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3" name="Object 3"/>
          <p:cNvGraphicFramePr>
            <a:graphicFrameLocks noChangeAspect="1"/>
          </p:cNvGraphicFramePr>
          <p:nvPr/>
        </p:nvGraphicFramePr>
        <p:xfrm>
          <a:off x="3000376" y="765175"/>
          <a:ext cx="1641475" cy="846138"/>
        </p:xfrm>
        <a:graphic>
          <a:graphicData uri="http://schemas.openxmlformats.org/presentationml/2006/ole">
            <mc:AlternateContent xmlns:mc="http://schemas.openxmlformats.org/markup-compatibility/2006">
              <mc:Choice xmlns:v="urn:schemas-microsoft-com:vml" Requires="v">
                <p:oleObj spid="_x0000_s19543" name="Equation" r:id="rId5" imgW="837836" imgH="431613" progId="Equation.DSMT4">
                  <p:embed/>
                </p:oleObj>
              </mc:Choice>
              <mc:Fallback>
                <p:oleObj name="Equation" r:id="rId5" imgW="837836" imgH="43161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0376" y="765175"/>
                        <a:ext cx="1641475" cy="846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64" name="Text Box 4"/>
          <p:cNvSpPr txBox="1">
            <a:spLocks noChangeArrowheads="1"/>
          </p:cNvSpPr>
          <p:nvPr/>
        </p:nvSpPr>
        <p:spPr bwMode="auto">
          <a:xfrm>
            <a:off x="1847851" y="476251"/>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000">
                <a:solidFill>
                  <a:srgbClr val="FF3300"/>
                </a:solidFill>
                <a:ea typeface="隶书" panose="02010509060101010101" pitchFamily="49" charset="-122"/>
              </a:rPr>
              <a:t>1</a:t>
            </a:r>
            <a:r>
              <a:rPr lang="zh-CN" altLang="en-US" sz="2000">
                <a:solidFill>
                  <a:srgbClr val="FF3300"/>
                </a:solidFill>
                <a:ea typeface="隶书" panose="02010509060101010101" pitchFamily="49" charset="-122"/>
              </a:rPr>
              <a:t>：</a:t>
            </a:r>
          </a:p>
        </p:txBody>
      </p:sp>
      <p:graphicFrame>
        <p:nvGraphicFramePr>
          <p:cNvPr id="245765" name="Object 5"/>
          <p:cNvGraphicFramePr>
            <a:graphicFrameLocks noChangeAspect="1"/>
          </p:cNvGraphicFramePr>
          <p:nvPr/>
        </p:nvGraphicFramePr>
        <p:xfrm>
          <a:off x="2900364" y="1844675"/>
          <a:ext cx="5138737" cy="1016000"/>
        </p:xfrm>
        <a:graphic>
          <a:graphicData uri="http://schemas.openxmlformats.org/presentationml/2006/ole">
            <mc:AlternateContent xmlns:mc="http://schemas.openxmlformats.org/markup-compatibility/2006">
              <mc:Choice xmlns:v="urn:schemas-microsoft-com:vml" Requires="v">
                <p:oleObj spid="_x0000_s19544" name="Equation" r:id="rId7" imgW="2374900" imgH="469900" progId="Equation.DSMT4">
                  <p:embed/>
                </p:oleObj>
              </mc:Choice>
              <mc:Fallback>
                <p:oleObj name="Equation" r:id="rId7" imgW="2374900" imgH="4699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0364" y="1844675"/>
                        <a:ext cx="5138737" cy="1016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66" name="Text Box 6"/>
          <p:cNvSpPr txBox="1">
            <a:spLocks noChangeArrowheads="1"/>
          </p:cNvSpPr>
          <p:nvPr/>
        </p:nvSpPr>
        <p:spPr bwMode="auto">
          <a:xfrm>
            <a:off x="2424113" y="3213101"/>
            <a:ext cx="6119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若外表面以内有电荷分布：则内部电场不为零。</a:t>
            </a:r>
          </a:p>
        </p:txBody>
      </p:sp>
      <p:graphicFrame>
        <p:nvGraphicFramePr>
          <p:cNvPr id="245767" name="Object 7"/>
          <p:cNvGraphicFramePr>
            <a:graphicFrameLocks noChangeAspect="1"/>
          </p:cNvGraphicFramePr>
          <p:nvPr/>
        </p:nvGraphicFramePr>
        <p:xfrm>
          <a:off x="1992313" y="3789363"/>
          <a:ext cx="7639050" cy="1016000"/>
        </p:xfrm>
        <a:graphic>
          <a:graphicData uri="http://schemas.openxmlformats.org/presentationml/2006/ole">
            <mc:AlternateContent xmlns:mc="http://schemas.openxmlformats.org/markup-compatibility/2006">
              <mc:Choice xmlns:v="urn:schemas-microsoft-com:vml" Requires="v">
                <p:oleObj spid="_x0000_s19545" name="Equation" r:id="rId9" imgW="3530600" imgH="469900" progId="Equation.DSMT4">
                  <p:embed/>
                </p:oleObj>
              </mc:Choice>
              <mc:Fallback>
                <p:oleObj name="Equation" r:id="rId9" imgW="3530600" imgH="4699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92313" y="3789363"/>
                        <a:ext cx="7639050" cy="1016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8" name="Object 8"/>
          <p:cNvGraphicFramePr>
            <a:graphicFrameLocks noChangeAspect="1"/>
          </p:cNvGraphicFramePr>
          <p:nvPr/>
        </p:nvGraphicFramePr>
        <p:xfrm>
          <a:off x="2135188" y="4868863"/>
          <a:ext cx="1676400" cy="493712"/>
        </p:xfrm>
        <a:graphic>
          <a:graphicData uri="http://schemas.openxmlformats.org/presentationml/2006/ole">
            <mc:AlternateContent xmlns:mc="http://schemas.openxmlformats.org/markup-compatibility/2006">
              <mc:Choice xmlns:v="urn:schemas-microsoft-com:vml" Requires="v">
                <p:oleObj spid="_x0000_s19546" name="Equation" r:id="rId11" imgW="774364" imgH="228501" progId="Equation.DSMT4">
                  <p:embed/>
                </p:oleObj>
              </mc:Choice>
              <mc:Fallback>
                <p:oleObj name="Equation" r:id="rId11" imgW="774364" imgH="228501"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5188" y="4868863"/>
                        <a:ext cx="1676400" cy="493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9" name="Object 9"/>
          <p:cNvGraphicFramePr>
            <a:graphicFrameLocks noChangeAspect="1"/>
          </p:cNvGraphicFramePr>
          <p:nvPr/>
        </p:nvGraphicFramePr>
        <p:xfrm>
          <a:off x="4251326" y="5589588"/>
          <a:ext cx="1044575" cy="493712"/>
        </p:xfrm>
        <a:graphic>
          <a:graphicData uri="http://schemas.openxmlformats.org/presentationml/2006/ole">
            <mc:AlternateContent xmlns:mc="http://schemas.openxmlformats.org/markup-compatibility/2006">
              <mc:Choice xmlns:v="urn:schemas-microsoft-com:vml" Requires="v">
                <p:oleObj spid="_x0000_s19547" name="Equation" r:id="rId13" imgW="482391" imgH="228501" progId="Equation.DSMT4">
                  <p:embed/>
                </p:oleObj>
              </mc:Choice>
              <mc:Fallback>
                <p:oleObj name="Equation" r:id="rId13" imgW="482391" imgH="228501"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51326" y="5589588"/>
                        <a:ext cx="1044575" cy="493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7064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786" name="Object 2"/>
          <p:cNvGraphicFramePr>
            <a:graphicFrameLocks noChangeAspect="1"/>
          </p:cNvGraphicFramePr>
          <p:nvPr/>
        </p:nvGraphicFramePr>
        <p:xfrm>
          <a:off x="3143251" y="1341439"/>
          <a:ext cx="3184525" cy="846137"/>
        </p:xfrm>
        <a:graphic>
          <a:graphicData uri="http://schemas.openxmlformats.org/presentationml/2006/ole">
            <mc:AlternateContent xmlns:mc="http://schemas.openxmlformats.org/markup-compatibility/2006">
              <mc:Choice xmlns:v="urn:schemas-microsoft-com:vml" Requires="v">
                <p:oleObj spid="_x0000_s20566" name="Equation" r:id="rId3" imgW="1625600" imgH="431800" progId="Equation.DSMT4">
                  <p:embed/>
                </p:oleObj>
              </mc:Choice>
              <mc:Fallback>
                <p:oleObj name="Equation" r:id="rId3" imgW="16256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1" y="1341439"/>
                        <a:ext cx="3184525" cy="8461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87" name="Text Box 3"/>
          <p:cNvSpPr txBox="1">
            <a:spLocks noChangeArrowheads="1"/>
          </p:cNvSpPr>
          <p:nvPr/>
        </p:nvSpPr>
        <p:spPr bwMode="auto">
          <a:xfrm>
            <a:off x="1847851" y="476251"/>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000">
                <a:solidFill>
                  <a:srgbClr val="FF3300"/>
                </a:solidFill>
                <a:ea typeface="隶书" panose="02010509060101010101" pitchFamily="49" charset="-122"/>
              </a:rPr>
              <a:t>2</a:t>
            </a:r>
            <a:r>
              <a:rPr lang="zh-CN" altLang="en-US" sz="2000">
                <a:solidFill>
                  <a:srgbClr val="FF3300"/>
                </a:solidFill>
                <a:ea typeface="隶书" panose="02010509060101010101" pitchFamily="49" charset="-122"/>
              </a:rPr>
              <a:t>：</a:t>
            </a:r>
          </a:p>
        </p:txBody>
      </p:sp>
      <p:sp>
        <p:nvSpPr>
          <p:cNvPr id="246788" name="Text Box 4"/>
          <p:cNvSpPr txBox="1">
            <a:spLocks noChangeArrowheads="1"/>
          </p:cNvSpPr>
          <p:nvPr/>
        </p:nvSpPr>
        <p:spPr bwMode="auto">
          <a:xfrm>
            <a:off x="2424114" y="3500439"/>
            <a:ext cx="7559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若静电平衡时，</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有部分在导体内，</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有部分在壳体内，还有部分在壳外表面，则球与壳间的电场不变，壳外电场为</a:t>
            </a:r>
            <a:r>
              <a:rPr lang="en-US" altLang="zh-CN" sz="2000">
                <a:solidFill>
                  <a:srgbClr val="FF3300"/>
                </a:solidFill>
                <a:ea typeface="隶书" panose="02010509060101010101" pitchFamily="49" charset="-122"/>
              </a:rPr>
              <a:t>0</a:t>
            </a:r>
            <a:r>
              <a:rPr lang="zh-CN" altLang="en-US" sz="2000">
                <a:solidFill>
                  <a:srgbClr val="FF3300"/>
                </a:solidFill>
                <a:ea typeface="隶书" panose="02010509060101010101" pitchFamily="49" charset="-122"/>
              </a:rPr>
              <a:t>，球体内及壳体内电场不为零：</a:t>
            </a:r>
          </a:p>
        </p:txBody>
      </p:sp>
      <p:graphicFrame>
        <p:nvGraphicFramePr>
          <p:cNvPr id="246789" name="Object 5"/>
          <p:cNvGraphicFramePr>
            <a:graphicFrameLocks noChangeAspect="1"/>
          </p:cNvGraphicFramePr>
          <p:nvPr/>
        </p:nvGraphicFramePr>
        <p:xfrm>
          <a:off x="2927351" y="2205039"/>
          <a:ext cx="6348413" cy="1125537"/>
        </p:xfrm>
        <a:graphic>
          <a:graphicData uri="http://schemas.openxmlformats.org/presentationml/2006/ole">
            <mc:AlternateContent xmlns:mc="http://schemas.openxmlformats.org/markup-compatibility/2006">
              <mc:Choice xmlns:v="urn:schemas-microsoft-com:vml" Requires="v">
                <p:oleObj spid="_x0000_s20567" name="Equation" r:id="rId5" imgW="2933700" imgH="520700" progId="Equation.DSMT4">
                  <p:embed/>
                </p:oleObj>
              </mc:Choice>
              <mc:Fallback>
                <p:oleObj name="Equation" r:id="rId5" imgW="2933700" imgH="520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1" y="2205039"/>
                        <a:ext cx="6348413" cy="11255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0" name="Object 6"/>
          <p:cNvGraphicFramePr>
            <a:graphicFrameLocks noChangeAspect="1"/>
          </p:cNvGraphicFramePr>
          <p:nvPr/>
        </p:nvGraphicFramePr>
        <p:xfrm>
          <a:off x="2424113" y="5445125"/>
          <a:ext cx="3078162" cy="960438"/>
        </p:xfrm>
        <a:graphic>
          <a:graphicData uri="http://schemas.openxmlformats.org/presentationml/2006/ole">
            <mc:AlternateContent xmlns:mc="http://schemas.openxmlformats.org/markup-compatibility/2006">
              <mc:Choice xmlns:v="urn:schemas-microsoft-com:vml" Requires="v">
                <p:oleObj spid="_x0000_s20568" name="Equation" r:id="rId7" imgW="1422400" imgH="444500" progId="Equation.DSMT4">
                  <p:embed/>
                </p:oleObj>
              </mc:Choice>
              <mc:Fallback>
                <p:oleObj name="Equation" r:id="rId7" imgW="1422400" imgH="4445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4113" y="5445125"/>
                        <a:ext cx="3078162" cy="960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1" name="Text Box 7"/>
          <p:cNvSpPr txBox="1">
            <a:spLocks noChangeArrowheads="1"/>
          </p:cNvSpPr>
          <p:nvPr/>
        </p:nvSpPr>
        <p:spPr bwMode="auto">
          <a:xfrm>
            <a:off x="2711451" y="404814"/>
            <a:ext cx="6119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若</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a:t>
            </a:r>
            <a:r>
              <a:rPr lang="en-US" altLang="zh-CN" sz="2000">
                <a:solidFill>
                  <a:srgbClr val="FF3300"/>
                </a:solidFill>
                <a:ea typeface="隶书" panose="02010509060101010101" pitchFamily="49" charset="-122"/>
              </a:rPr>
              <a:t>-Q</a:t>
            </a:r>
            <a:r>
              <a:rPr lang="zh-CN" altLang="en-US" sz="2000">
                <a:solidFill>
                  <a:srgbClr val="FF3300"/>
                </a:solidFill>
                <a:ea typeface="隶书" panose="02010509060101010101" pitchFamily="49" charset="-122"/>
              </a:rPr>
              <a:t>对称分布在相向的两个球表面：</a:t>
            </a:r>
          </a:p>
        </p:txBody>
      </p:sp>
      <p:graphicFrame>
        <p:nvGraphicFramePr>
          <p:cNvPr id="246792" name="Object 8"/>
          <p:cNvGraphicFramePr>
            <a:graphicFrameLocks noChangeAspect="1"/>
          </p:cNvGraphicFramePr>
          <p:nvPr/>
        </p:nvGraphicFramePr>
        <p:xfrm>
          <a:off x="3071814" y="908051"/>
          <a:ext cx="2511425" cy="447675"/>
        </p:xfrm>
        <a:graphic>
          <a:graphicData uri="http://schemas.openxmlformats.org/presentationml/2006/ole">
            <mc:AlternateContent xmlns:mc="http://schemas.openxmlformats.org/markup-compatibility/2006">
              <mc:Choice xmlns:v="urn:schemas-microsoft-com:vml" Requires="v">
                <p:oleObj spid="_x0000_s20569" name="Equation" r:id="rId9" imgW="1282700" imgH="228600" progId="Equation.DSMT4">
                  <p:embed/>
                </p:oleObj>
              </mc:Choice>
              <mc:Fallback>
                <p:oleObj name="Equation" r:id="rId9" imgW="12827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1814" y="908051"/>
                        <a:ext cx="2511425" cy="447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3" name="Object 9"/>
          <p:cNvGraphicFramePr>
            <a:graphicFrameLocks noChangeAspect="1"/>
          </p:cNvGraphicFramePr>
          <p:nvPr/>
        </p:nvGraphicFramePr>
        <p:xfrm>
          <a:off x="4511676" y="4437064"/>
          <a:ext cx="3490913" cy="852487"/>
        </p:xfrm>
        <a:graphic>
          <a:graphicData uri="http://schemas.openxmlformats.org/presentationml/2006/ole">
            <mc:AlternateContent xmlns:mc="http://schemas.openxmlformats.org/markup-compatibility/2006">
              <mc:Choice xmlns:v="urn:schemas-microsoft-com:vml" Requires="v">
                <p:oleObj spid="_x0000_s20570" name="Equation" r:id="rId11" imgW="1612900" imgH="393700" progId="Equation.DSMT4">
                  <p:embed/>
                </p:oleObj>
              </mc:Choice>
              <mc:Fallback>
                <p:oleObj name="Equation" r:id="rId11" imgW="1612900" imgH="3937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1676" y="4437064"/>
                        <a:ext cx="3490913" cy="8524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4" name="Object 10"/>
          <p:cNvGraphicFramePr>
            <a:graphicFrameLocks noChangeAspect="1"/>
          </p:cNvGraphicFramePr>
          <p:nvPr/>
        </p:nvGraphicFramePr>
        <p:xfrm>
          <a:off x="7032625" y="5589588"/>
          <a:ext cx="2362200" cy="493712"/>
        </p:xfrm>
        <a:graphic>
          <a:graphicData uri="http://schemas.openxmlformats.org/presentationml/2006/ole">
            <mc:AlternateContent xmlns:mc="http://schemas.openxmlformats.org/markup-compatibility/2006">
              <mc:Choice xmlns:v="urn:schemas-microsoft-com:vml" Requires="v">
                <p:oleObj spid="_x0000_s20571" name="Equation" r:id="rId13" imgW="1091726" imgH="228501" progId="Equation.DSMT4">
                  <p:embed/>
                </p:oleObj>
              </mc:Choice>
              <mc:Fallback>
                <p:oleObj name="Equation" r:id="rId13" imgW="1091726" imgH="228501"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32625" y="5589588"/>
                        <a:ext cx="2362200" cy="493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48442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Oval 2"/>
          <p:cNvSpPr>
            <a:spLocks noChangeArrowheads="1"/>
          </p:cNvSpPr>
          <p:nvPr/>
        </p:nvSpPr>
        <p:spPr bwMode="auto">
          <a:xfrm>
            <a:off x="6240463" y="1412875"/>
            <a:ext cx="3384550" cy="3024188"/>
          </a:xfrm>
          <a:prstGeom prst="ellipse">
            <a:avLst/>
          </a:prstGeom>
          <a:solidFill>
            <a:srgbClr val="FF3300"/>
          </a:solidFill>
          <a:ln w="203200">
            <a:solidFill>
              <a:schemeClr val="tx1"/>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7811" name="Text Box 3"/>
          <p:cNvSpPr txBox="1">
            <a:spLocks noChangeArrowheads="1"/>
          </p:cNvSpPr>
          <p:nvPr/>
        </p:nvSpPr>
        <p:spPr bwMode="auto">
          <a:xfrm>
            <a:off x="1847851" y="476251"/>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en-US" altLang="zh-CN" sz="2000">
                <a:solidFill>
                  <a:srgbClr val="FF3300"/>
                </a:solidFill>
                <a:ea typeface="隶书" panose="02010509060101010101" pitchFamily="49" charset="-122"/>
              </a:rPr>
              <a:t>3</a:t>
            </a:r>
          </a:p>
        </p:txBody>
      </p:sp>
      <p:sp>
        <p:nvSpPr>
          <p:cNvPr id="247812" name="Text Box 4"/>
          <p:cNvSpPr txBox="1">
            <a:spLocks noChangeArrowheads="1"/>
          </p:cNvSpPr>
          <p:nvPr/>
        </p:nvSpPr>
        <p:spPr bwMode="auto">
          <a:xfrm>
            <a:off x="2351089" y="1268414"/>
            <a:ext cx="2376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壳内表面：</a:t>
            </a:r>
            <a:r>
              <a:rPr lang="en-US" altLang="zh-CN" sz="2000">
                <a:solidFill>
                  <a:srgbClr val="FF3300"/>
                </a:solidFill>
                <a:ea typeface="隶书" panose="02010509060101010101" pitchFamily="49" charset="-122"/>
              </a:rPr>
              <a:t>-Q</a:t>
            </a:r>
          </a:p>
        </p:txBody>
      </p:sp>
      <p:sp>
        <p:nvSpPr>
          <p:cNvPr id="247813" name="Text Box 5"/>
          <p:cNvSpPr txBox="1">
            <a:spLocks noChangeArrowheads="1"/>
          </p:cNvSpPr>
          <p:nvPr/>
        </p:nvSpPr>
        <p:spPr bwMode="auto">
          <a:xfrm>
            <a:off x="2711450" y="404814"/>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球表面：</a:t>
            </a:r>
            <a:r>
              <a:rPr lang="en-US" altLang="zh-CN" sz="2000">
                <a:solidFill>
                  <a:srgbClr val="FF3300"/>
                </a:solidFill>
                <a:ea typeface="隶书" panose="02010509060101010101" pitchFamily="49" charset="-122"/>
              </a:rPr>
              <a:t>Q</a:t>
            </a:r>
          </a:p>
        </p:txBody>
      </p:sp>
      <p:sp>
        <p:nvSpPr>
          <p:cNvPr id="247814" name="Text Box 6"/>
          <p:cNvSpPr txBox="1">
            <a:spLocks noChangeArrowheads="1"/>
          </p:cNvSpPr>
          <p:nvPr/>
        </p:nvSpPr>
        <p:spPr bwMode="auto">
          <a:xfrm>
            <a:off x="2279650" y="2420939"/>
            <a:ext cx="2376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壳外表面：</a:t>
            </a:r>
            <a:r>
              <a:rPr lang="en-US" altLang="zh-CN" sz="2000">
                <a:solidFill>
                  <a:srgbClr val="FF3300"/>
                </a:solidFill>
                <a:ea typeface="隶书" panose="02010509060101010101" pitchFamily="49" charset="-122"/>
              </a:rPr>
              <a:t>2Q</a:t>
            </a:r>
          </a:p>
        </p:txBody>
      </p:sp>
      <p:sp>
        <p:nvSpPr>
          <p:cNvPr id="247815" name="Oval 7"/>
          <p:cNvSpPr>
            <a:spLocks noChangeArrowheads="1"/>
          </p:cNvSpPr>
          <p:nvPr/>
        </p:nvSpPr>
        <p:spPr bwMode="auto">
          <a:xfrm>
            <a:off x="6816726" y="1844675"/>
            <a:ext cx="2303463" cy="2160588"/>
          </a:xfrm>
          <a:prstGeom prst="ellipse">
            <a:avLst/>
          </a:prstGeom>
          <a:solidFill>
            <a:schemeClr val="folHlink"/>
          </a:solidFill>
          <a:ln w="9525">
            <a:solidFill>
              <a:schemeClr val="accent2"/>
            </a:solidFill>
            <a:round/>
            <a:headEnd/>
            <a:tailEnd/>
          </a:ln>
        </p:spPr>
        <p:txBody>
          <a:bodyPr wrap="none" anchor="ct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Aft>
                <a:spcPct val="0"/>
              </a:spcAft>
              <a:buClr>
                <a:srgbClr val="FFCC00"/>
              </a:buClr>
            </a:pPr>
            <a:endParaRPr lang="zh-CN" altLang="en-US" sz="4800">
              <a:solidFill>
                <a:srgbClr val="FF3300"/>
              </a:solidFill>
              <a:ea typeface="隶书" panose="02010509060101010101" pitchFamily="49" charset="-122"/>
            </a:endParaRPr>
          </a:p>
        </p:txBody>
      </p:sp>
      <p:sp>
        <p:nvSpPr>
          <p:cNvPr id="247816" name="Line 8"/>
          <p:cNvSpPr>
            <a:spLocks noChangeShapeType="1"/>
          </p:cNvSpPr>
          <p:nvPr/>
        </p:nvSpPr>
        <p:spPr bwMode="auto">
          <a:xfrm>
            <a:off x="7896226" y="2924175"/>
            <a:ext cx="12239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7817" name="Line 9"/>
          <p:cNvSpPr>
            <a:spLocks noChangeShapeType="1"/>
          </p:cNvSpPr>
          <p:nvPr/>
        </p:nvSpPr>
        <p:spPr bwMode="auto">
          <a:xfrm>
            <a:off x="7896225" y="2924175"/>
            <a:ext cx="863600" cy="12255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4800">
              <a:solidFill>
                <a:srgbClr val="FF3300"/>
              </a:solidFill>
              <a:ea typeface="隶书" panose="02010509060101010101" pitchFamily="49" charset="-122"/>
            </a:endParaRPr>
          </a:p>
        </p:txBody>
      </p:sp>
      <p:sp>
        <p:nvSpPr>
          <p:cNvPr id="247818" name="Text Box 10"/>
          <p:cNvSpPr txBox="1">
            <a:spLocks noChangeArrowheads="1"/>
          </p:cNvSpPr>
          <p:nvPr/>
        </p:nvSpPr>
        <p:spPr bwMode="auto">
          <a:xfrm>
            <a:off x="4583114" y="260351"/>
            <a:ext cx="6084887"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球上均匀分布电荷对球外电场没有影响</a:t>
            </a:r>
          </a:p>
          <a:p>
            <a:pPr fontAlgn="base">
              <a:spcBef>
                <a:spcPct val="50000"/>
              </a:spcBef>
              <a:spcAft>
                <a:spcPct val="0"/>
              </a:spcAft>
              <a:buClr>
                <a:srgbClr val="FFCC00"/>
              </a:buClr>
            </a:pPr>
            <a:r>
              <a:rPr lang="zh-CN" altLang="en-US" sz="2000">
                <a:solidFill>
                  <a:srgbClr val="FF3300"/>
                </a:solidFill>
                <a:ea typeface="隶书" panose="02010509060101010101" pitchFamily="49" charset="-122"/>
              </a:rPr>
              <a:t>电荷在球表面分布时，球内电场为</a:t>
            </a:r>
            <a:r>
              <a:rPr lang="en-US" altLang="zh-CN" sz="2000">
                <a:solidFill>
                  <a:srgbClr val="FF3300"/>
                </a:solidFill>
                <a:ea typeface="隶书" panose="02010509060101010101" pitchFamily="49" charset="-122"/>
              </a:rPr>
              <a:t>0</a:t>
            </a:r>
            <a:r>
              <a:rPr lang="zh-CN" altLang="en-US" sz="2000">
                <a:solidFill>
                  <a:srgbClr val="FF3300"/>
                </a:solidFill>
                <a:ea typeface="隶书" panose="02010509060101010101" pitchFamily="49" charset="-122"/>
              </a:rPr>
              <a:t>，能量最低</a:t>
            </a:r>
          </a:p>
        </p:txBody>
      </p:sp>
      <p:sp>
        <p:nvSpPr>
          <p:cNvPr id="247819" name="Text Box 11"/>
          <p:cNvSpPr txBox="1">
            <a:spLocks noChangeArrowheads="1"/>
          </p:cNvSpPr>
          <p:nvPr/>
        </p:nvSpPr>
        <p:spPr bwMode="auto">
          <a:xfrm>
            <a:off x="2495550" y="4797426"/>
            <a:ext cx="60848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Font typeface="Tahoma" panose="020B0604030504040204" pitchFamily="34" charset="0"/>
              <a:buChar char="–"/>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20000"/>
              <a:buChar char="•"/>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Font typeface="Tahoma" panose="020B0604030504040204" pitchFamily="34" charset="0"/>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Tahoma" panose="020B0604030504040204" pitchFamily="34" charset="0"/>
                <a:ea typeface="宋体" panose="02010600030101010101" pitchFamily="2" charset="-122"/>
              </a:defRPr>
            </a:lvl9pPr>
          </a:lstStyle>
          <a:p>
            <a:pPr fontAlgn="base">
              <a:spcBef>
                <a:spcPct val="50000"/>
              </a:spcBef>
              <a:spcAft>
                <a:spcPct val="0"/>
              </a:spcAft>
              <a:buClr>
                <a:srgbClr val="FFCC00"/>
              </a:buClr>
            </a:pPr>
            <a:r>
              <a:rPr lang="zh-CN" altLang="en-US" sz="2000">
                <a:solidFill>
                  <a:srgbClr val="FF3300"/>
                </a:solidFill>
                <a:ea typeface="隶书" panose="02010509060101010101" pitchFamily="49" charset="-122"/>
              </a:rPr>
              <a:t>壳上均匀分布电荷对壳外电场没有影响</a:t>
            </a:r>
          </a:p>
          <a:p>
            <a:pPr fontAlgn="base">
              <a:spcBef>
                <a:spcPct val="50000"/>
              </a:spcBef>
              <a:spcAft>
                <a:spcPct val="0"/>
              </a:spcAft>
              <a:buClr>
                <a:srgbClr val="FFCC00"/>
              </a:buClr>
            </a:pPr>
            <a:r>
              <a:rPr lang="zh-CN" altLang="en-US" sz="2000">
                <a:solidFill>
                  <a:srgbClr val="FF3300"/>
                </a:solidFill>
                <a:ea typeface="隶书" panose="02010509060101010101" pitchFamily="49" charset="-122"/>
              </a:rPr>
              <a:t>在壳内表面以内产生电场为</a:t>
            </a:r>
            <a:r>
              <a:rPr lang="en-US" altLang="zh-CN" sz="2000">
                <a:solidFill>
                  <a:srgbClr val="FF3300"/>
                </a:solidFill>
                <a:ea typeface="隶书" panose="02010509060101010101" pitchFamily="49" charset="-122"/>
              </a:rPr>
              <a:t>0</a:t>
            </a:r>
          </a:p>
          <a:p>
            <a:pPr fontAlgn="base">
              <a:spcBef>
                <a:spcPct val="50000"/>
              </a:spcBef>
              <a:spcAft>
                <a:spcPct val="0"/>
              </a:spcAft>
              <a:buClr>
                <a:srgbClr val="FFCC00"/>
              </a:buClr>
            </a:pPr>
            <a:r>
              <a:rPr lang="zh-CN" altLang="en-US" sz="2000">
                <a:solidFill>
                  <a:srgbClr val="FF3300"/>
                </a:solidFill>
                <a:ea typeface="隶书" panose="02010509060101010101" pitchFamily="49" charset="-122"/>
              </a:rPr>
              <a:t>壳体电场为</a:t>
            </a:r>
            <a:r>
              <a:rPr lang="en-US" altLang="zh-CN" sz="2000">
                <a:solidFill>
                  <a:srgbClr val="FF3300"/>
                </a:solidFill>
                <a:ea typeface="隶书" panose="02010509060101010101" pitchFamily="49" charset="-122"/>
              </a:rPr>
              <a:t>0</a:t>
            </a:r>
            <a:r>
              <a:rPr lang="zh-CN" altLang="en-US" sz="2000">
                <a:solidFill>
                  <a:srgbClr val="FF3300"/>
                </a:solidFill>
                <a:ea typeface="隶书" panose="02010509060101010101" pitchFamily="49" charset="-122"/>
              </a:rPr>
              <a:t>时，能量最低</a:t>
            </a:r>
          </a:p>
        </p:txBody>
      </p:sp>
    </p:spTree>
    <p:extLst>
      <p:ext uri="{BB962C8B-B14F-4D97-AF65-F5344CB8AC3E}">
        <p14:creationId xmlns:p14="http://schemas.microsoft.com/office/powerpoint/2010/main" val="135348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2800" dirty="0">
                <a:solidFill>
                  <a:srgbClr val="000000"/>
                </a:solidFill>
              </a:rPr>
              <a:t>设一真空平行板电容器，极板面积为</a:t>
            </a:r>
            <a:r>
              <a:rPr lang="en-US" altLang="zh-CN" sz="2800" dirty="0">
                <a:solidFill>
                  <a:srgbClr val="000000"/>
                </a:solidFill>
              </a:rPr>
              <a:t>S</a:t>
            </a:r>
            <a:r>
              <a:rPr lang="zh-CN" altLang="en-US" sz="2800" dirty="0">
                <a:solidFill>
                  <a:srgbClr val="000000"/>
                </a:solidFill>
              </a:rPr>
              <a:t>，两板间距为</a:t>
            </a:r>
            <a:r>
              <a:rPr lang="en-US" altLang="zh-CN" sz="2800" dirty="0">
                <a:solidFill>
                  <a:srgbClr val="000000"/>
                </a:solidFill>
              </a:rPr>
              <a:t>X</a:t>
            </a:r>
            <a:r>
              <a:rPr lang="zh-CN" altLang="en-US" sz="2800" dirty="0">
                <a:solidFill>
                  <a:srgbClr val="000000"/>
                </a:solidFill>
              </a:rPr>
              <a:t>，电压为</a:t>
            </a:r>
            <a:r>
              <a:rPr lang="en-US" altLang="zh-CN" sz="2800" dirty="0">
                <a:solidFill>
                  <a:srgbClr val="000000"/>
                </a:solidFill>
              </a:rPr>
              <a:t>U</a:t>
            </a:r>
            <a:r>
              <a:rPr lang="zh-CN" altLang="en-US" sz="2800" dirty="0">
                <a:solidFill>
                  <a:srgbClr val="000000"/>
                </a:solidFill>
              </a:rPr>
              <a:t>，求带正电极板所受的静电力。（学号以</a:t>
            </a:r>
            <a:r>
              <a:rPr lang="en-US" altLang="zh-CN" sz="2800" dirty="0">
                <a:solidFill>
                  <a:srgbClr val="000000"/>
                </a:solidFill>
              </a:rPr>
              <a:t>1</a:t>
            </a:r>
            <a:r>
              <a:rPr lang="zh-CN" altLang="en-US" sz="2800" dirty="0">
                <a:solidFill>
                  <a:srgbClr val="000000"/>
                </a:solidFill>
              </a:rPr>
              <a:t>，</a:t>
            </a:r>
            <a:r>
              <a:rPr lang="en-US" altLang="zh-CN" sz="2800" dirty="0">
                <a:solidFill>
                  <a:srgbClr val="000000"/>
                </a:solidFill>
              </a:rPr>
              <a:t>2</a:t>
            </a:r>
            <a:r>
              <a:rPr lang="zh-CN" altLang="en-US" sz="2800" dirty="0">
                <a:solidFill>
                  <a:srgbClr val="000000"/>
                </a:solidFill>
              </a:rPr>
              <a:t>，</a:t>
            </a:r>
            <a:r>
              <a:rPr lang="en-US" altLang="zh-CN" sz="2800" dirty="0">
                <a:solidFill>
                  <a:srgbClr val="000000"/>
                </a:solidFill>
              </a:rPr>
              <a:t>3</a:t>
            </a:r>
            <a:r>
              <a:rPr lang="zh-CN" altLang="en-US" sz="2800" dirty="0">
                <a:solidFill>
                  <a:srgbClr val="000000"/>
                </a:solidFill>
              </a:rPr>
              <a:t>，</a:t>
            </a:r>
            <a:r>
              <a:rPr lang="en-US" altLang="zh-CN" sz="2800" dirty="0">
                <a:solidFill>
                  <a:srgbClr val="000000"/>
                </a:solidFill>
              </a:rPr>
              <a:t>4</a:t>
            </a:r>
            <a:r>
              <a:rPr lang="zh-CN" altLang="en-US" sz="2800" dirty="0">
                <a:solidFill>
                  <a:srgbClr val="000000"/>
                </a:solidFill>
              </a:rPr>
              <a:t>结尾）</a:t>
            </a:r>
          </a:p>
        </p:txBody>
      </p:sp>
      <p:sp>
        <p:nvSpPr>
          <p:cNvPr id="3" name="内容占位符 2"/>
          <p:cNvSpPr>
            <a:spLocks noGrp="1"/>
          </p:cNvSpPr>
          <p:nvPr>
            <p:ph sz="half" idx="1"/>
          </p:nvPr>
        </p:nvSpPr>
        <p:spPr/>
        <p:txBody>
          <a:bodyPr/>
          <a:lstStyle/>
          <a:p>
            <a:pPr>
              <a:buFontTx/>
              <a:buNone/>
              <a:defRPr/>
            </a:pPr>
            <a:r>
              <a:rPr lang="zh-CN" altLang="en-US" sz="2400" dirty="0">
                <a:solidFill>
                  <a:srgbClr val="000000"/>
                </a:solidFill>
              </a:rPr>
              <a:t>一水平放置的平行板电容器充电后将电池拆去，用手将一个电介质插入该电容器的一端，然后放手，若无磨擦力，试述发生的情况。（学号以</a:t>
            </a:r>
            <a:r>
              <a:rPr lang="en-US" altLang="zh-CN" sz="2400" dirty="0">
                <a:solidFill>
                  <a:srgbClr val="000000"/>
                </a:solidFill>
              </a:rPr>
              <a:t>5</a:t>
            </a:r>
            <a:r>
              <a:rPr lang="zh-CN" altLang="en-US" sz="2400" dirty="0">
                <a:solidFill>
                  <a:srgbClr val="000000"/>
                </a:solidFill>
              </a:rPr>
              <a:t>、</a:t>
            </a:r>
            <a:r>
              <a:rPr lang="en-US" altLang="zh-CN" sz="2400" dirty="0">
                <a:solidFill>
                  <a:srgbClr val="000000"/>
                </a:solidFill>
              </a:rPr>
              <a:t>6</a:t>
            </a:r>
            <a:r>
              <a:rPr lang="zh-CN" altLang="en-US" sz="2400" dirty="0">
                <a:solidFill>
                  <a:srgbClr val="000000"/>
                </a:solidFill>
              </a:rPr>
              <a:t>、</a:t>
            </a:r>
            <a:r>
              <a:rPr lang="en-US" altLang="zh-CN" sz="2400" dirty="0">
                <a:solidFill>
                  <a:srgbClr val="000000"/>
                </a:solidFill>
              </a:rPr>
              <a:t>7</a:t>
            </a:r>
            <a:r>
              <a:rPr lang="zh-CN" altLang="en-US" sz="2400" dirty="0">
                <a:solidFill>
                  <a:srgbClr val="000000"/>
                </a:solidFill>
              </a:rPr>
              <a:t>结尾）</a:t>
            </a:r>
          </a:p>
        </p:txBody>
      </p:sp>
      <p:sp>
        <p:nvSpPr>
          <p:cNvPr id="4" name="内容占位符 3"/>
          <p:cNvSpPr>
            <a:spLocks noGrp="1"/>
          </p:cNvSpPr>
          <p:nvPr>
            <p:ph sz="half" idx="2"/>
          </p:nvPr>
        </p:nvSpPr>
        <p:spPr/>
        <p:txBody>
          <a:bodyPr/>
          <a:lstStyle/>
          <a:p>
            <a:pPr>
              <a:buFontTx/>
              <a:buNone/>
              <a:defRPr/>
            </a:pPr>
            <a:r>
              <a:rPr lang="zh-CN" altLang="en-US" sz="2400" dirty="0">
                <a:solidFill>
                  <a:srgbClr val="000000"/>
                </a:solidFill>
              </a:rPr>
              <a:t>一电容器充电后将电池拆去，然后将一个电介质放到两板间，试定性描述电荷、电容、电势差、电场强度与储能所发生的变化。（学号以</a:t>
            </a:r>
            <a:r>
              <a:rPr lang="en-US" altLang="zh-CN" sz="2400" dirty="0">
                <a:solidFill>
                  <a:srgbClr val="000000"/>
                </a:solidFill>
              </a:rPr>
              <a:t>8</a:t>
            </a:r>
            <a:r>
              <a:rPr lang="zh-CN" altLang="en-US" sz="2400" dirty="0">
                <a:solidFill>
                  <a:srgbClr val="000000"/>
                </a:solidFill>
              </a:rPr>
              <a:t>、</a:t>
            </a:r>
            <a:r>
              <a:rPr lang="en-US" altLang="zh-CN" sz="2400" dirty="0">
                <a:solidFill>
                  <a:srgbClr val="000000"/>
                </a:solidFill>
              </a:rPr>
              <a:t>9</a:t>
            </a:r>
            <a:r>
              <a:rPr lang="zh-CN" altLang="en-US" sz="2400" dirty="0">
                <a:solidFill>
                  <a:srgbClr val="000000"/>
                </a:solidFill>
              </a:rPr>
              <a:t>、</a:t>
            </a:r>
            <a:r>
              <a:rPr lang="en-US" altLang="zh-CN" sz="2400" dirty="0">
                <a:solidFill>
                  <a:srgbClr val="000000"/>
                </a:solidFill>
              </a:rPr>
              <a:t>0</a:t>
            </a:r>
            <a:r>
              <a:rPr lang="zh-CN" altLang="en-US" sz="2400" dirty="0">
                <a:solidFill>
                  <a:srgbClr val="000000"/>
                </a:solidFill>
              </a:rPr>
              <a:t>结尾）</a:t>
            </a:r>
          </a:p>
          <a:p>
            <a:pPr>
              <a:buFontTx/>
              <a:buNone/>
              <a:defRPr/>
            </a:pPr>
            <a:endParaRPr lang="zh-CN" altLang="en-US" sz="2400" dirty="0"/>
          </a:p>
        </p:txBody>
      </p:sp>
    </p:spTree>
    <p:extLst>
      <p:ext uri="{BB962C8B-B14F-4D97-AF65-F5344CB8AC3E}">
        <p14:creationId xmlns:p14="http://schemas.microsoft.com/office/powerpoint/2010/main" val="1964217064"/>
      </p:ext>
    </p:extLst>
  </p:cSld>
  <p:clrMapOvr>
    <a:masterClrMapping/>
  </p:clrMapOvr>
</p:sld>
</file>

<file path=ppt/theme/theme1.xml><?xml version="1.0" encoding="utf-8"?>
<a:theme xmlns:a="http://schemas.openxmlformats.org/drawingml/2006/main" name="Ocean">
  <a:themeElements>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cean">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hlink"/>
          </a:buClr>
          <a:buSzPct val="120000"/>
          <a:buFontTx/>
          <a:buChar char="•"/>
          <a:tabLst/>
          <a:defRPr kumimoji="0" lang="en-US" sz="4800" b="0" i="0" u="none" strike="noStrike" cap="none" normalizeH="0" baseline="0" smtClean="0">
            <a:ln>
              <a:noFill/>
            </a:ln>
            <a:solidFill>
              <a:srgbClr val="FF3300"/>
            </a:solidFill>
            <a:effectLst/>
            <a:latin typeface="Tahoma" pitchFamily="34" charset="0"/>
            <a:ea typeface="隶书" pitchFamily="49" charset="-122"/>
          </a:defRPr>
        </a:defPPr>
      </a:lstStyle>
    </a:spDef>
    <a:lnDef>
      <a:spPr bwMode="auto">
        <a:noFill/>
        <a:ln w="9525" cap="flat" cmpd="sng" algn="ctr">
          <a:solidFill>
            <a:schemeClr val="bg1">
              <a:lumMod val="60000"/>
              <a:lumOff val="40000"/>
            </a:schemeClr>
          </a:solidFill>
          <a:prstDash val="solid"/>
          <a:round/>
          <a:headEnd type="none" w="med" len="med"/>
          <a:tailEnd type="arrow"/>
        </a:ln>
        <a:effectLst/>
      </a:spPr>
      <a:bodyPr/>
      <a:lstStyle/>
    </a:lnDef>
  </a:objectDefaults>
  <a:extraClrSchemeLst>
    <a:extraClrScheme>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Ocean 2">
        <a:dk1>
          <a:srgbClr val="000066"/>
        </a:dk1>
        <a:lt1>
          <a:srgbClr val="FFFFFF"/>
        </a:lt1>
        <a:dk2>
          <a:srgbClr val="5D93FF"/>
        </a:dk2>
        <a:lt2>
          <a:srgbClr val="FFFFFF"/>
        </a:lt2>
        <a:accent1>
          <a:srgbClr val="6666FF"/>
        </a:accent1>
        <a:accent2>
          <a:srgbClr val="9999FF"/>
        </a:accent2>
        <a:accent3>
          <a:srgbClr val="B6C8FF"/>
        </a:accent3>
        <a:accent4>
          <a:srgbClr val="DADADA"/>
        </a:accent4>
        <a:accent5>
          <a:srgbClr val="B8B8FF"/>
        </a:accent5>
        <a:accent6>
          <a:srgbClr val="8A8AE7"/>
        </a:accent6>
        <a:hlink>
          <a:srgbClr val="FF3300"/>
        </a:hlink>
        <a:folHlink>
          <a:srgbClr val="FF9900"/>
        </a:folHlink>
      </a:clrScheme>
      <a:clrMap bg1="dk2" tx1="lt1" bg2="dk1" tx2="lt2" accent1="accent1" accent2="accent2" accent3="accent3" accent4="accent4" accent5="accent5" accent6="accent6" hlink="hlink" folHlink="folHlink"/>
    </a:extraClrScheme>
    <a:extraClrScheme>
      <a:clrScheme name="Ocean 3">
        <a:dk1>
          <a:srgbClr val="000000"/>
        </a:dk1>
        <a:lt1>
          <a:srgbClr val="FFFFFF"/>
        </a:lt1>
        <a:dk2>
          <a:srgbClr val="572E88"/>
        </a:dk2>
        <a:lt2>
          <a:srgbClr val="FFFFFF"/>
        </a:lt2>
        <a:accent1>
          <a:srgbClr val="FF6600"/>
        </a:accent1>
        <a:accent2>
          <a:srgbClr val="FFCC00"/>
        </a:accent2>
        <a:accent3>
          <a:srgbClr val="B4ADC3"/>
        </a:accent3>
        <a:accent4>
          <a:srgbClr val="DADADA"/>
        </a:accent4>
        <a:accent5>
          <a:srgbClr val="FFB8AA"/>
        </a:accent5>
        <a:accent6>
          <a:srgbClr val="E7B900"/>
        </a:accent6>
        <a:hlink>
          <a:srgbClr val="33CCCC"/>
        </a:hlink>
        <a:folHlink>
          <a:srgbClr val="36CC64"/>
        </a:folHlink>
      </a:clrScheme>
      <a:clrMap bg1="dk2" tx1="lt1" bg2="dk1" tx2="lt2" accent1="accent1" accent2="accent2" accent3="accent3" accent4="accent4" accent5="accent5" accent6="accent6" hlink="hlink" folHlink="folHlink"/>
    </a:extraClrScheme>
    <a:extraClrScheme>
      <a:clrScheme name="Ocean 4">
        <a:dk1>
          <a:srgbClr val="003366"/>
        </a:dk1>
        <a:lt1>
          <a:srgbClr val="FFFFFF"/>
        </a:lt1>
        <a:dk2>
          <a:srgbClr val="666699"/>
        </a:dk2>
        <a:lt2>
          <a:srgbClr val="FFFFFF"/>
        </a:lt2>
        <a:accent1>
          <a:srgbClr val="9966FF"/>
        </a:accent1>
        <a:accent2>
          <a:srgbClr val="00CC66"/>
        </a:accent2>
        <a:accent3>
          <a:srgbClr val="B8B8CA"/>
        </a:accent3>
        <a:accent4>
          <a:srgbClr val="DADADA"/>
        </a:accent4>
        <a:accent5>
          <a:srgbClr val="CAB8FF"/>
        </a:accent5>
        <a:accent6>
          <a:srgbClr val="00B95C"/>
        </a:accent6>
        <a:hlink>
          <a:srgbClr val="65C8FF"/>
        </a:hlink>
        <a:folHlink>
          <a:srgbClr val="FFCC99"/>
        </a:folHlink>
      </a:clrScheme>
      <a:clrMap bg1="dk2" tx1="lt1" bg2="dk1" tx2="lt2" accent1="accent1" accent2="accent2" accent3="accent3" accent4="accent4" accent5="accent5" accent6="accent6" hlink="hlink" folHlink="folHlink"/>
    </a:extraClrScheme>
    <a:extraClrScheme>
      <a:clrScheme name="Ocean 5">
        <a:dk1>
          <a:srgbClr val="000000"/>
        </a:dk1>
        <a:lt1>
          <a:srgbClr val="FFFFFF"/>
        </a:lt1>
        <a:dk2>
          <a:srgbClr val="336600"/>
        </a:dk2>
        <a:lt2>
          <a:srgbClr val="FFFFFF"/>
        </a:lt2>
        <a:accent1>
          <a:srgbClr val="B7C533"/>
        </a:accent1>
        <a:accent2>
          <a:srgbClr val="CCCCFF"/>
        </a:accent2>
        <a:accent3>
          <a:srgbClr val="ADB8AA"/>
        </a:accent3>
        <a:accent4>
          <a:srgbClr val="DADADA"/>
        </a:accent4>
        <a:accent5>
          <a:srgbClr val="D8DFAD"/>
        </a:accent5>
        <a:accent6>
          <a:srgbClr val="B9B9E7"/>
        </a:accent6>
        <a:hlink>
          <a:srgbClr val="FFFFCC"/>
        </a:hlink>
        <a:folHlink>
          <a:srgbClr val="FF9900"/>
        </a:folHlink>
      </a:clrScheme>
      <a:clrMap bg1="dk2" tx1="lt1" bg2="dk1" tx2="lt2" accent1="accent1" accent2="accent2" accent3="accent3" accent4="accent4" accent5="accent5" accent6="accent6" hlink="hlink" folHlink="folHlink"/>
    </a:extraClrScheme>
    <a:extraClrScheme>
      <a:clrScheme name="Ocean 6">
        <a:dk1>
          <a:srgbClr val="000000"/>
        </a:dk1>
        <a:lt1>
          <a:srgbClr val="FFFFFF"/>
        </a:lt1>
        <a:dk2>
          <a:srgbClr val="006B80"/>
        </a:dk2>
        <a:lt2>
          <a:srgbClr val="C1CB75"/>
        </a:lt2>
        <a:accent1>
          <a:srgbClr val="6F8406"/>
        </a:accent1>
        <a:accent2>
          <a:srgbClr val="D9E288"/>
        </a:accent2>
        <a:accent3>
          <a:srgbClr val="AABAC0"/>
        </a:accent3>
        <a:accent4>
          <a:srgbClr val="DADADA"/>
        </a:accent4>
        <a:accent5>
          <a:srgbClr val="BBC2AA"/>
        </a:accent5>
        <a:accent6>
          <a:srgbClr val="C4CD7B"/>
        </a:accent6>
        <a:hlink>
          <a:srgbClr val="00CC00"/>
        </a:hlink>
        <a:folHlink>
          <a:srgbClr val="C0FF73"/>
        </a:folHlink>
      </a:clrScheme>
      <a:clrMap bg1="dk2" tx1="lt1" bg2="dk1" tx2="lt2" accent1="accent1" accent2="accent2" accent3="accent3" accent4="accent4" accent5="accent5" accent6="accent6" hlink="hlink" folHlink="folHlink"/>
    </a:extraClrScheme>
    <a:extraClrScheme>
      <a:clrScheme name="Ocean 7">
        <a:dk1>
          <a:srgbClr val="5F5F5F"/>
        </a:dk1>
        <a:lt1>
          <a:srgbClr val="FFFFFF"/>
        </a:lt1>
        <a:dk2>
          <a:srgbClr val="FF6600"/>
        </a:dk2>
        <a:lt2>
          <a:srgbClr val="FFFFFF"/>
        </a:lt2>
        <a:accent1>
          <a:srgbClr val="CC6600"/>
        </a:accent1>
        <a:accent2>
          <a:srgbClr val="FF6600"/>
        </a:accent2>
        <a:accent3>
          <a:srgbClr val="FFB8AA"/>
        </a:accent3>
        <a:accent4>
          <a:srgbClr val="DADADA"/>
        </a:accent4>
        <a:accent5>
          <a:srgbClr val="E2B8AA"/>
        </a:accent5>
        <a:accent6>
          <a:srgbClr val="E75C00"/>
        </a:accent6>
        <a:hlink>
          <a:srgbClr val="FFFF99"/>
        </a:hlink>
        <a:folHlink>
          <a:srgbClr val="FFCC99"/>
        </a:folHlink>
      </a:clrScheme>
      <a:clrMap bg1="dk2" tx1="lt1" bg2="dk1" tx2="lt2" accent1="accent1" accent2="accent2" accent3="accent3" accent4="accent4" accent5="accent5" accent6="accent6" hlink="hlink" folHlink="folHlink"/>
    </a:extraClrScheme>
    <a:extraClrScheme>
      <a:clrScheme name="Ocean 8">
        <a:dk1>
          <a:srgbClr val="000000"/>
        </a:dk1>
        <a:lt1>
          <a:srgbClr val="FFFFFF"/>
        </a:lt1>
        <a:dk2>
          <a:srgbClr val="FFBA2F"/>
        </a:dk2>
        <a:lt2>
          <a:srgbClr val="A50021"/>
        </a:lt2>
        <a:accent1>
          <a:srgbClr val="FF6600"/>
        </a:accent1>
        <a:accent2>
          <a:srgbClr val="CC6600"/>
        </a:accent2>
        <a:accent3>
          <a:srgbClr val="FFD9AD"/>
        </a:accent3>
        <a:accent4>
          <a:srgbClr val="DADADA"/>
        </a:accent4>
        <a:accent5>
          <a:srgbClr val="FFB8AA"/>
        </a:accent5>
        <a:accent6>
          <a:srgbClr val="B95C00"/>
        </a:accent6>
        <a:hlink>
          <a:srgbClr val="6633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TotalTime>
  <Words>1491</Words>
  <Application>Microsoft Office PowerPoint</Application>
  <PresentationFormat>宽屏</PresentationFormat>
  <Paragraphs>211</Paragraphs>
  <Slides>24</Slides>
  <Notes>18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5" baseType="lpstr">
      <vt:lpstr>隶书</vt:lpstr>
      <vt:lpstr>宋体</vt:lpstr>
      <vt:lpstr>Arial</vt:lpstr>
      <vt:lpstr>Calibri</vt:lpstr>
      <vt:lpstr>Cambria Math</vt:lpstr>
      <vt:lpstr>Tahoma</vt:lpstr>
      <vt:lpstr>Times New Roman</vt:lpstr>
      <vt:lpstr>Verdana</vt:lpstr>
      <vt:lpstr>Wingdings</vt:lpstr>
      <vt:lpstr>Ocean</vt:lpstr>
      <vt:lpstr>Equation</vt:lpstr>
      <vt:lpstr>静电能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设一真空平行板电容器，极板面积为S，两板间距为X，电压为U，求带正电极板所受的静电力。（学号以1，2，3，4结尾）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静电能</dc:title>
  <dc:creator>ZM Zhang</dc:creator>
  <cp:lastModifiedBy>Zengming Zhang</cp:lastModifiedBy>
  <cp:revision>9</cp:revision>
  <dcterms:created xsi:type="dcterms:W3CDTF">2020-03-04T12:57:26Z</dcterms:created>
  <dcterms:modified xsi:type="dcterms:W3CDTF">2026-04-02T00:33:52Z</dcterms:modified>
</cp:coreProperties>
</file>