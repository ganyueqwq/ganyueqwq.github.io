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  <p:sldMasterId id="2147483924" r:id="rId2"/>
    <p:sldMasterId id="2147483936" r:id="rId3"/>
  </p:sldMasterIdLst>
  <p:notesMasterIdLst>
    <p:notesMasterId r:id="rId57"/>
  </p:notesMasterIdLst>
  <p:sldIdLst>
    <p:sldId id="271" r:id="rId4"/>
    <p:sldId id="272" r:id="rId5"/>
    <p:sldId id="360" r:id="rId6"/>
    <p:sldId id="289" r:id="rId7"/>
    <p:sldId id="290" r:id="rId8"/>
    <p:sldId id="279" r:id="rId9"/>
    <p:sldId id="273" r:id="rId10"/>
    <p:sldId id="280" r:id="rId11"/>
    <p:sldId id="281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300" r:id="rId21"/>
    <p:sldId id="299" r:id="rId22"/>
    <p:sldId id="301" r:id="rId23"/>
    <p:sldId id="302" r:id="rId24"/>
    <p:sldId id="303" r:id="rId25"/>
    <p:sldId id="268" r:id="rId26"/>
    <p:sldId id="308" r:id="rId27"/>
    <p:sldId id="269" r:id="rId28"/>
    <p:sldId id="266" r:id="rId29"/>
    <p:sldId id="270" r:id="rId30"/>
    <p:sldId id="304" r:id="rId31"/>
    <p:sldId id="305" r:id="rId32"/>
    <p:sldId id="306" r:id="rId33"/>
    <p:sldId id="327" r:id="rId34"/>
    <p:sldId id="323" r:id="rId35"/>
    <p:sldId id="361" r:id="rId36"/>
    <p:sldId id="328" r:id="rId37"/>
    <p:sldId id="329" r:id="rId38"/>
    <p:sldId id="330" r:id="rId39"/>
    <p:sldId id="331" r:id="rId40"/>
    <p:sldId id="355" r:id="rId41"/>
    <p:sldId id="356" r:id="rId42"/>
    <p:sldId id="357" r:id="rId43"/>
    <p:sldId id="358" r:id="rId44"/>
    <p:sldId id="332" r:id="rId45"/>
    <p:sldId id="333" r:id="rId46"/>
    <p:sldId id="334" r:id="rId47"/>
    <p:sldId id="335" r:id="rId48"/>
    <p:sldId id="336" r:id="rId49"/>
    <p:sldId id="342" r:id="rId50"/>
    <p:sldId id="343" r:id="rId51"/>
    <p:sldId id="344" r:id="rId52"/>
    <p:sldId id="345" r:id="rId53"/>
    <p:sldId id="346" r:id="rId54"/>
    <p:sldId id="347" r:id="rId55"/>
    <p:sldId id="348" r:id="rId56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CC"/>
    <a:srgbClr val="00FF00"/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4687" autoAdjust="0"/>
  </p:normalViewPr>
  <p:slideViewPr>
    <p:cSldViewPr snapToGrid="0">
      <p:cViewPr varScale="1">
        <p:scale>
          <a:sx n="68" d="100"/>
          <a:sy n="68" d="100"/>
        </p:scale>
        <p:origin x="66" y="323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presProps" Target="presProps.xml"/><Relationship Id="rId5" Type="http://schemas.openxmlformats.org/officeDocument/2006/relationships/slide" Target="slides/slide2.xml"/><Relationship Id="rId61" Type="http://schemas.openxmlformats.org/officeDocument/2006/relationships/tableStyles" Target="tableStyle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13" Type="http://schemas.openxmlformats.org/officeDocument/2006/relationships/image" Target="../media/image28.emf"/><Relationship Id="rId3" Type="http://schemas.openxmlformats.org/officeDocument/2006/relationships/image" Target="../media/image18.emf"/><Relationship Id="rId7" Type="http://schemas.openxmlformats.org/officeDocument/2006/relationships/image" Target="../media/image22.emf"/><Relationship Id="rId12" Type="http://schemas.openxmlformats.org/officeDocument/2006/relationships/image" Target="../media/image27.emf"/><Relationship Id="rId2" Type="http://schemas.openxmlformats.org/officeDocument/2006/relationships/image" Target="../media/image17.emf"/><Relationship Id="rId1" Type="http://schemas.openxmlformats.org/officeDocument/2006/relationships/image" Target="../media/image16.emf"/><Relationship Id="rId6" Type="http://schemas.openxmlformats.org/officeDocument/2006/relationships/image" Target="../media/image21.emf"/><Relationship Id="rId11" Type="http://schemas.openxmlformats.org/officeDocument/2006/relationships/image" Target="../media/image26.emf"/><Relationship Id="rId5" Type="http://schemas.openxmlformats.org/officeDocument/2006/relationships/image" Target="../media/image20.emf"/><Relationship Id="rId10" Type="http://schemas.openxmlformats.org/officeDocument/2006/relationships/image" Target="../media/image25.emf"/><Relationship Id="rId4" Type="http://schemas.openxmlformats.org/officeDocument/2006/relationships/image" Target="../media/image19.emf"/><Relationship Id="rId9" Type="http://schemas.openxmlformats.org/officeDocument/2006/relationships/image" Target="../media/image24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image" Target="../media/image29.emf"/><Relationship Id="rId6" Type="http://schemas.openxmlformats.org/officeDocument/2006/relationships/image" Target="../media/image34.emf"/><Relationship Id="rId5" Type="http://schemas.openxmlformats.org/officeDocument/2006/relationships/image" Target="../media/image33.emf"/><Relationship Id="rId4" Type="http://schemas.openxmlformats.org/officeDocument/2006/relationships/image" Target="../media/image32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image" Target="../media/image35.emf"/><Relationship Id="rId6" Type="http://schemas.openxmlformats.org/officeDocument/2006/relationships/image" Target="../media/image40.emf"/><Relationship Id="rId5" Type="http://schemas.openxmlformats.org/officeDocument/2006/relationships/image" Target="../media/image39.emf"/><Relationship Id="rId4" Type="http://schemas.openxmlformats.org/officeDocument/2006/relationships/image" Target="../media/image38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emf"/><Relationship Id="rId1" Type="http://schemas.openxmlformats.org/officeDocument/2006/relationships/image" Target="../media/image44.emf"/><Relationship Id="rId6" Type="http://schemas.openxmlformats.org/officeDocument/2006/relationships/image" Target="../media/image49.emf"/><Relationship Id="rId5" Type="http://schemas.openxmlformats.org/officeDocument/2006/relationships/image" Target="../media/image48.emf"/><Relationship Id="rId4" Type="http://schemas.openxmlformats.org/officeDocument/2006/relationships/image" Target="../media/image47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13" Type="http://schemas.openxmlformats.org/officeDocument/2006/relationships/image" Target="../media/image62.emf"/><Relationship Id="rId3" Type="http://schemas.openxmlformats.org/officeDocument/2006/relationships/image" Target="../media/image52.emf"/><Relationship Id="rId7" Type="http://schemas.openxmlformats.org/officeDocument/2006/relationships/image" Target="../media/image56.emf"/><Relationship Id="rId12" Type="http://schemas.openxmlformats.org/officeDocument/2006/relationships/image" Target="../media/image61.emf"/><Relationship Id="rId2" Type="http://schemas.openxmlformats.org/officeDocument/2006/relationships/image" Target="../media/image51.emf"/><Relationship Id="rId1" Type="http://schemas.openxmlformats.org/officeDocument/2006/relationships/image" Target="../media/image50.emf"/><Relationship Id="rId6" Type="http://schemas.openxmlformats.org/officeDocument/2006/relationships/image" Target="../media/image55.emf"/><Relationship Id="rId11" Type="http://schemas.openxmlformats.org/officeDocument/2006/relationships/image" Target="../media/image60.emf"/><Relationship Id="rId5" Type="http://schemas.openxmlformats.org/officeDocument/2006/relationships/image" Target="../media/image54.emf"/><Relationship Id="rId15" Type="http://schemas.openxmlformats.org/officeDocument/2006/relationships/image" Target="../media/image64.emf"/><Relationship Id="rId10" Type="http://schemas.openxmlformats.org/officeDocument/2006/relationships/image" Target="../media/image59.emf"/><Relationship Id="rId4" Type="http://schemas.openxmlformats.org/officeDocument/2006/relationships/image" Target="../media/image53.emf"/><Relationship Id="rId9" Type="http://schemas.openxmlformats.org/officeDocument/2006/relationships/image" Target="../media/image58.emf"/><Relationship Id="rId14" Type="http://schemas.openxmlformats.org/officeDocument/2006/relationships/image" Target="../media/image63.e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2.emf"/><Relationship Id="rId3" Type="http://schemas.openxmlformats.org/officeDocument/2006/relationships/image" Target="../media/image67.emf"/><Relationship Id="rId7" Type="http://schemas.openxmlformats.org/officeDocument/2006/relationships/image" Target="../media/image71.emf"/><Relationship Id="rId2" Type="http://schemas.openxmlformats.org/officeDocument/2006/relationships/image" Target="../media/image66.emf"/><Relationship Id="rId1" Type="http://schemas.openxmlformats.org/officeDocument/2006/relationships/image" Target="../media/image65.emf"/><Relationship Id="rId6" Type="http://schemas.openxmlformats.org/officeDocument/2006/relationships/image" Target="../media/image70.emf"/><Relationship Id="rId5" Type="http://schemas.openxmlformats.org/officeDocument/2006/relationships/image" Target="../media/image69.emf"/><Relationship Id="rId4" Type="http://schemas.openxmlformats.org/officeDocument/2006/relationships/image" Target="../media/image68.emf"/><Relationship Id="rId9" Type="http://schemas.openxmlformats.org/officeDocument/2006/relationships/image" Target="../media/image73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1.emf"/><Relationship Id="rId3" Type="http://schemas.openxmlformats.org/officeDocument/2006/relationships/image" Target="../media/image76.emf"/><Relationship Id="rId7" Type="http://schemas.openxmlformats.org/officeDocument/2006/relationships/image" Target="../media/image80.emf"/><Relationship Id="rId2" Type="http://schemas.openxmlformats.org/officeDocument/2006/relationships/image" Target="../media/image75.emf"/><Relationship Id="rId1" Type="http://schemas.openxmlformats.org/officeDocument/2006/relationships/image" Target="../media/image74.emf"/><Relationship Id="rId6" Type="http://schemas.openxmlformats.org/officeDocument/2006/relationships/image" Target="../media/image79.emf"/><Relationship Id="rId5" Type="http://schemas.openxmlformats.org/officeDocument/2006/relationships/image" Target="../media/image78.emf"/><Relationship Id="rId10" Type="http://schemas.openxmlformats.org/officeDocument/2006/relationships/image" Target="../media/image83.emf"/><Relationship Id="rId4" Type="http://schemas.openxmlformats.org/officeDocument/2006/relationships/image" Target="../media/image77.emf"/><Relationship Id="rId9" Type="http://schemas.openxmlformats.org/officeDocument/2006/relationships/image" Target="../media/image82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1.emf"/><Relationship Id="rId3" Type="http://schemas.openxmlformats.org/officeDocument/2006/relationships/image" Target="../media/image86.emf"/><Relationship Id="rId7" Type="http://schemas.openxmlformats.org/officeDocument/2006/relationships/image" Target="../media/image90.emf"/><Relationship Id="rId2" Type="http://schemas.openxmlformats.org/officeDocument/2006/relationships/image" Target="../media/image85.emf"/><Relationship Id="rId1" Type="http://schemas.openxmlformats.org/officeDocument/2006/relationships/image" Target="../media/image84.emf"/><Relationship Id="rId6" Type="http://schemas.openxmlformats.org/officeDocument/2006/relationships/image" Target="../media/image89.emf"/><Relationship Id="rId5" Type="http://schemas.openxmlformats.org/officeDocument/2006/relationships/image" Target="../media/image88.emf"/><Relationship Id="rId10" Type="http://schemas.openxmlformats.org/officeDocument/2006/relationships/image" Target="../media/image93.emf"/><Relationship Id="rId4" Type="http://schemas.openxmlformats.org/officeDocument/2006/relationships/image" Target="../media/image87.emf"/><Relationship Id="rId9" Type="http://schemas.openxmlformats.org/officeDocument/2006/relationships/image" Target="../media/image92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emf"/><Relationship Id="rId13" Type="http://schemas.openxmlformats.org/officeDocument/2006/relationships/image" Target="../media/image106.emf"/><Relationship Id="rId18" Type="http://schemas.openxmlformats.org/officeDocument/2006/relationships/image" Target="../media/image111.emf"/><Relationship Id="rId3" Type="http://schemas.openxmlformats.org/officeDocument/2006/relationships/image" Target="../media/image96.emf"/><Relationship Id="rId7" Type="http://schemas.openxmlformats.org/officeDocument/2006/relationships/image" Target="../media/image100.emf"/><Relationship Id="rId12" Type="http://schemas.openxmlformats.org/officeDocument/2006/relationships/image" Target="../media/image105.emf"/><Relationship Id="rId17" Type="http://schemas.openxmlformats.org/officeDocument/2006/relationships/image" Target="../media/image110.emf"/><Relationship Id="rId2" Type="http://schemas.openxmlformats.org/officeDocument/2006/relationships/image" Target="../media/image95.emf"/><Relationship Id="rId16" Type="http://schemas.openxmlformats.org/officeDocument/2006/relationships/image" Target="../media/image109.emf"/><Relationship Id="rId1" Type="http://schemas.openxmlformats.org/officeDocument/2006/relationships/image" Target="../media/image94.emf"/><Relationship Id="rId6" Type="http://schemas.openxmlformats.org/officeDocument/2006/relationships/image" Target="../media/image99.emf"/><Relationship Id="rId11" Type="http://schemas.openxmlformats.org/officeDocument/2006/relationships/image" Target="../media/image104.emf"/><Relationship Id="rId5" Type="http://schemas.openxmlformats.org/officeDocument/2006/relationships/image" Target="../media/image98.emf"/><Relationship Id="rId15" Type="http://schemas.openxmlformats.org/officeDocument/2006/relationships/image" Target="../media/image108.emf"/><Relationship Id="rId10" Type="http://schemas.openxmlformats.org/officeDocument/2006/relationships/image" Target="../media/image103.emf"/><Relationship Id="rId4" Type="http://schemas.openxmlformats.org/officeDocument/2006/relationships/image" Target="../media/image97.emf"/><Relationship Id="rId9" Type="http://schemas.openxmlformats.org/officeDocument/2006/relationships/image" Target="../media/image102.emf"/><Relationship Id="rId14" Type="http://schemas.openxmlformats.org/officeDocument/2006/relationships/image" Target="../media/image107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emf"/><Relationship Id="rId13" Type="http://schemas.openxmlformats.org/officeDocument/2006/relationships/image" Target="../media/image124.emf"/><Relationship Id="rId3" Type="http://schemas.openxmlformats.org/officeDocument/2006/relationships/image" Target="../media/image114.emf"/><Relationship Id="rId7" Type="http://schemas.openxmlformats.org/officeDocument/2006/relationships/image" Target="../media/image118.emf"/><Relationship Id="rId12" Type="http://schemas.openxmlformats.org/officeDocument/2006/relationships/image" Target="../media/image123.emf"/><Relationship Id="rId2" Type="http://schemas.openxmlformats.org/officeDocument/2006/relationships/image" Target="../media/image113.emf"/><Relationship Id="rId16" Type="http://schemas.openxmlformats.org/officeDocument/2006/relationships/image" Target="../media/image127.emf"/><Relationship Id="rId1" Type="http://schemas.openxmlformats.org/officeDocument/2006/relationships/image" Target="../media/image112.emf"/><Relationship Id="rId6" Type="http://schemas.openxmlformats.org/officeDocument/2006/relationships/image" Target="../media/image117.emf"/><Relationship Id="rId11" Type="http://schemas.openxmlformats.org/officeDocument/2006/relationships/image" Target="../media/image122.emf"/><Relationship Id="rId5" Type="http://schemas.openxmlformats.org/officeDocument/2006/relationships/image" Target="../media/image116.emf"/><Relationship Id="rId15" Type="http://schemas.openxmlformats.org/officeDocument/2006/relationships/image" Target="../media/image126.emf"/><Relationship Id="rId10" Type="http://schemas.openxmlformats.org/officeDocument/2006/relationships/image" Target="../media/image121.emf"/><Relationship Id="rId4" Type="http://schemas.openxmlformats.org/officeDocument/2006/relationships/image" Target="../media/image115.emf"/><Relationship Id="rId9" Type="http://schemas.openxmlformats.org/officeDocument/2006/relationships/image" Target="../media/image120.emf"/><Relationship Id="rId14" Type="http://schemas.openxmlformats.org/officeDocument/2006/relationships/image" Target="../media/image125.e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emf"/><Relationship Id="rId13" Type="http://schemas.openxmlformats.org/officeDocument/2006/relationships/image" Target="../media/image140.emf"/><Relationship Id="rId3" Type="http://schemas.openxmlformats.org/officeDocument/2006/relationships/image" Target="../media/image130.emf"/><Relationship Id="rId7" Type="http://schemas.openxmlformats.org/officeDocument/2006/relationships/image" Target="../media/image134.emf"/><Relationship Id="rId12" Type="http://schemas.openxmlformats.org/officeDocument/2006/relationships/image" Target="../media/image139.emf"/><Relationship Id="rId2" Type="http://schemas.openxmlformats.org/officeDocument/2006/relationships/image" Target="../media/image129.emf"/><Relationship Id="rId1" Type="http://schemas.openxmlformats.org/officeDocument/2006/relationships/image" Target="../media/image128.emf"/><Relationship Id="rId6" Type="http://schemas.openxmlformats.org/officeDocument/2006/relationships/image" Target="../media/image133.emf"/><Relationship Id="rId11" Type="http://schemas.openxmlformats.org/officeDocument/2006/relationships/image" Target="../media/image138.emf"/><Relationship Id="rId5" Type="http://schemas.openxmlformats.org/officeDocument/2006/relationships/image" Target="../media/image132.emf"/><Relationship Id="rId10" Type="http://schemas.openxmlformats.org/officeDocument/2006/relationships/image" Target="../media/image137.emf"/><Relationship Id="rId4" Type="http://schemas.openxmlformats.org/officeDocument/2006/relationships/image" Target="../media/image131.emf"/><Relationship Id="rId9" Type="http://schemas.openxmlformats.org/officeDocument/2006/relationships/image" Target="../media/image136.emf"/><Relationship Id="rId14" Type="http://schemas.openxmlformats.org/officeDocument/2006/relationships/image" Target="../media/image141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emf"/><Relationship Id="rId2" Type="http://schemas.openxmlformats.org/officeDocument/2006/relationships/image" Target="../media/image143.emf"/><Relationship Id="rId1" Type="http://schemas.openxmlformats.org/officeDocument/2006/relationships/image" Target="../media/image142.emf"/><Relationship Id="rId4" Type="http://schemas.openxmlformats.org/officeDocument/2006/relationships/image" Target="../media/image145.e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emf"/><Relationship Id="rId13" Type="http://schemas.openxmlformats.org/officeDocument/2006/relationships/image" Target="../media/image158.emf"/><Relationship Id="rId3" Type="http://schemas.openxmlformats.org/officeDocument/2006/relationships/image" Target="../media/image148.emf"/><Relationship Id="rId7" Type="http://schemas.openxmlformats.org/officeDocument/2006/relationships/image" Target="../media/image152.emf"/><Relationship Id="rId12" Type="http://schemas.openxmlformats.org/officeDocument/2006/relationships/image" Target="../media/image157.emf"/><Relationship Id="rId2" Type="http://schemas.openxmlformats.org/officeDocument/2006/relationships/image" Target="../media/image147.emf"/><Relationship Id="rId1" Type="http://schemas.openxmlformats.org/officeDocument/2006/relationships/image" Target="../media/image146.emf"/><Relationship Id="rId6" Type="http://schemas.openxmlformats.org/officeDocument/2006/relationships/image" Target="../media/image151.emf"/><Relationship Id="rId11" Type="http://schemas.openxmlformats.org/officeDocument/2006/relationships/image" Target="../media/image156.emf"/><Relationship Id="rId5" Type="http://schemas.openxmlformats.org/officeDocument/2006/relationships/image" Target="../media/image150.emf"/><Relationship Id="rId10" Type="http://schemas.openxmlformats.org/officeDocument/2006/relationships/image" Target="../media/image155.emf"/><Relationship Id="rId4" Type="http://schemas.openxmlformats.org/officeDocument/2006/relationships/image" Target="../media/image149.emf"/><Relationship Id="rId9" Type="http://schemas.openxmlformats.org/officeDocument/2006/relationships/image" Target="../media/image154.emf"/><Relationship Id="rId14" Type="http://schemas.openxmlformats.org/officeDocument/2006/relationships/image" Target="../media/image159.e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emf"/><Relationship Id="rId3" Type="http://schemas.openxmlformats.org/officeDocument/2006/relationships/image" Target="../media/image162.emf"/><Relationship Id="rId7" Type="http://schemas.openxmlformats.org/officeDocument/2006/relationships/image" Target="../media/image166.emf"/><Relationship Id="rId2" Type="http://schemas.openxmlformats.org/officeDocument/2006/relationships/image" Target="../media/image161.emf"/><Relationship Id="rId1" Type="http://schemas.openxmlformats.org/officeDocument/2006/relationships/image" Target="../media/image160.emf"/><Relationship Id="rId6" Type="http://schemas.openxmlformats.org/officeDocument/2006/relationships/image" Target="../media/image165.emf"/><Relationship Id="rId5" Type="http://schemas.openxmlformats.org/officeDocument/2006/relationships/image" Target="../media/image164.emf"/><Relationship Id="rId4" Type="http://schemas.openxmlformats.org/officeDocument/2006/relationships/image" Target="../media/image163.emf"/><Relationship Id="rId9" Type="http://schemas.openxmlformats.org/officeDocument/2006/relationships/image" Target="../media/image168.e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emf"/><Relationship Id="rId13" Type="http://schemas.openxmlformats.org/officeDocument/2006/relationships/image" Target="../media/image181.emf"/><Relationship Id="rId3" Type="http://schemas.openxmlformats.org/officeDocument/2006/relationships/image" Target="../media/image171.emf"/><Relationship Id="rId7" Type="http://schemas.openxmlformats.org/officeDocument/2006/relationships/image" Target="../media/image175.emf"/><Relationship Id="rId12" Type="http://schemas.openxmlformats.org/officeDocument/2006/relationships/image" Target="../media/image180.emf"/><Relationship Id="rId2" Type="http://schemas.openxmlformats.org/officeDocument/2006/relationships/image" Target="../media/image170.emf"/><Relationship Id="rId1" Type="http://schemas.openxmlformats.org/officeDocument/2006/relationships/image" Target="../media/image169.emf"/><Relationship Id="rId6" Type="http://schemas.openxmlformats.org/officeDocument/2006/relationships/image" Target="../media/image174.emf"/><Relationship Id="rId11" Type="http://schemas.openxmlformats.org/officeDocument/2006/relationships/image" Target="../media/image179.emf"/><Relationship Id="rId5" Type="http://schemas.openxmlformats.org/officeDocument/2006/relationships/image" Target="../media/image173.emf"/><Relationship Id="rId10" Type="http://schemas.openxmlformats.org/officeDocument/2006/relationships/image" Target="../media/image178.emf"/><Relationship Id="rId4" Type="http://schemas.openxmlformats.org/officeDocument/2006/relationships/image" Target="../media/image172.emf"/><Relationship Id="rId9" Type="http://schemas.openxmlformats.org/officeDocument/2006/relationships/image" Target="../media/image177.emf"/><Relationship Id="rId14" Type="http://schemas.openxmlformats.org/officeDocument/2006/relationships/image" Target="../media/image182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emf"/><Relationship Id="rId2" Type="http://schemas.openxmlformats.org/officeDocument/2006/relationships/image" Target="../media/image184.emf"/><Relationship Id="rId1" Type="http://schemas.openxmlformats.org/officeDocument/2006/relationships/image" Target="../media/image183.emf"/><Relationship Id="rId5" Type="http://schemas.openxmlformats.org/officeDocument/2006/relationships/image" Target="../media/image187.emf"/><Relationship Id="rId4" Type="http://schemas.openxmlformats.org/officeDocument/2006/relationships/image" Target="../media/image186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emf"/><Relationship Id="rId2" Type="http://schemas.openxmlformats.org/officeDocument/2006/relationships/image" Target="../media/image191.emf"/><Relationship Id="rId1" Type="http://schemas.openxmlformats.org/officeDocument/2006/relationships/image" Target="../media/image190.emf"/><Relationship Id="rId5" Type="http://schemas.openxmlformats.org/officeDocument/2006/relationships/image" Target="../media/image194.emf"/><Relationship Id="rId4" Type="http://schemas.openxmlformats.org/officeDocument/2006/relationships/image" Target="../media/image193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wmf"/><Relationship Id="rId2" Type="http://schemas.openxmlformats.org/officeDocument/2006/relationships/image" Target="../media/image201.wmf"/><Relationship Id="rId1" Type="http://schemas.openxmlformats.org/officeDocument/2006/relationships/image" Target="../media/image200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emf"/><Relationship Id="rId3" Type="http://schemas.openxmlformats.org/officeDocument/2006/relationships/image" Target="../media/image211.emf"/><Relationship Id="rId7" Type="http://schemas.openxmlformats.org/officeDocument/2006/relationships/image" Target="../media/image215.emf"/><Relationship Id="rId2" Type="http://schemas.openxmlformats.org/officeDocument/2006/relationships/image" Target="../media/image210.emf"/><Relationship Id="rId1" Type="http://schemas.openxmlformats.org/officeDocument/2006/relationships/image" Target="../media/image209.emf"/><Relationship Id="rId6" Type="http://schemas.openxmlformats.org/officeDocument/2006/relationships/image" Target="../media/image214.emf"/><Relationship Id="rId5" Type="http://schemas.openxmlformats.org/officeDocument/2006/relationships/image" Target="../media/image213.emf"/><Relationship Id="rId10" Type="http://schemas.openxmlformats.org/officeDocument/2006/relationships/image" Target="../media/image218.emf"/><Relationship Id="rId4" Type="http://schemas.openxmlformats.org/officeDocument/2006/relationships/image" Target="../media/image212.emf"/><Relationship Id="rId9" Type="http://schemas.openxmlformats.org/officeDocument/2006/relationships/image" Target="../media/image217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emf"/><Relationship Id="rId7" Type="http://schemas.openxmlformats.org/officeDocument/2006/relationships/image" Target="../media/image225.emf"/><Relationship Id="rId2" Type="http://schemas.openxmlformats.org/officeDocument/2006/relationships/image" Target="../media/image220.emf"/><Relationship Id="rId1" Type="http://schemas.openxmlformats.org/officeDocument/2006/relationships/image" Target="../media/image219.emf"/><Relationship Id="rId6" Type="http://schemas.openxmlformats.org/officeDocument/2006/relationships/image" Target="../media/image224.emf"/><Relationship Id="rId5" Type="http://schemas.openxmlformats.org/officeDocument/2006/relationships/image" Target="../media/image223.emf"/><Relationship Id="rId4" Type="http://schemas.openxmlformats.org/officeDocument/2006/relationships/image" Target="../media/image222.e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emf"/><Relationship Id="rId3" Type="http://schemas.openxmlformats.org/officeDocument/2006/relationships/image" Target="../media/image228.emf"/><Relationship Id="rId7" Type="http://schemas.openxmlformats.org/officeDocument/2006/relationships/image" Target="../media/image232.emf"/><Relationship Id="rId12" Type="http://schemas.openxmlformats.org/officeDocument/2006/relationships/image" Target="../media/image237.emf"/><Relationship Id="rId2" Type="http://schemas.openxmlformats.org/officeDocument/2006/relationships/image" Target="../media/image227.emf"/><Relationship Id="rId1" Type="http://schemas.openxmlformats.org/officeDocument/2006/relationships/image" Target="../media/image226.emf"/><Relationship Id="rId6" Type="http://schemas.openxmlformats.org/officeDocument/2006/relationships/image" Target="../media/image231.emf"/><Relationship Id="rId11" Type="http://schemas.openxmlformats.org/officeDocument/2006/relationships/image" Target="../media/image236.emf"/><Relationship Id="rId5" Type="http://schemas.openxmlformats.org/officeDocument/2006/relationships/image" Target="../media/image230.emf"/><Relationship Id="rId10" Type="http://schemas.openxmlformats.org/officeDocument/2006/relationships/image" Target="../media/image235.emf"/><Relationship Id="rId4" Type="http://schemas.openxmlformats.org/officeDocument/2006/relationships/image" Target="../media/image229.emf"/><Relationship Id="rId9" Type="http://schemas.openxmlformats.org/officeDocument/2006/relationships/image" Target="../media/image234.e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emf"/><Relationship Id="rId3" Type="http://schemas.openxmlformats.org/officeDocument/2006/relationships/image" Target="../media/image240.emf"/><Relationship Id="rId7" Type="http://schemas.openxmlformats.org/officeDocument/2006/relationships/image" Target="../media/image244.emf"/><Relationship Id="rId2" Type="http://schemas.openxmlformats.org/officeDocument/2006/relationships/image" Target="../media/image239.emf"/><Relationship Id="rId1" Type="http://schemas.openxmlformats.org/officeDocument/2006/relationships/image" Target="../media/image238.emf"/><Relationship Id="rId6" Type="http://schemas.openxmlformats.org/officeDocument/2006/relationships/image" Target="../media/image243.emf"/><Relationship Id="rId5" Type="http://schemas.openxmlformats.org/officeDocument/2006/relationships/image" Target="../media/image242.emf"/><Relationship Id="rId4" Type="http://schemas.openxmlformats.org/officeDocument/2006/relationships/image" Target="../media/image241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emf"/><Relationship Id="rId2" Type="http://schemas.openxmlformats.org/officeDocument/2006/relationships/image" Target="../media/image251.emf"/><Relationship Id="rId1" Type="http://schemas.openxmlformats.org/officeDocument/2006/relationships/image" Target="../media/image250.emf"/><Relationship Id="rId6" Type="http://schemas.openxmlformats.org/officeDocument/2006/relationships/image" Target="../media/image255.emf"/><Relationship Id="rId5" Type="http://schemas.openxmlformats.org/officeDocument/2006/relationships/image" Target="../media/image254.emf"/><Relationship Id="rId4" Type="http://schemas.openxmlformats.org/officeDocument/2006/relationships/image" Target="../media/image253.e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emf"/><Relationship Id="rId2" Type="http://schemas.openxmlformats.org/officeDocument/2006/relationships/image" Target="../media/image257.emf"/><Relationship Id="rId1" Type="http://schemas.openxmlformats.org/officeDocument/2006/relationships/image" Target="../media/image256.emf"/><Relationship Id="rId4" Type="http://schemas.openxmlformats.org/officeDocument/2006/relationships/image" Target="../media/image259.e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8.emf"/><Relationship Id="rId3" Type="http://schemas.openxmlformats.org/officeDocument/2006/relationships/image" Target="../media/image263.emf"/><Relationship Id="rId7" Type="http://schemas.openxmlformats.org/officeDocument/2006/relationships/image" Target="../media/image267.emf"/><Relationship Id="rId2" Type="http://schemas.openxmlformats.org/officeDocument/2006/relationships/image" Target="../media/image262.emf"/><Relationship Id="rId1" Type="http://schemas.openxmlformats.org/officeDocument/2006/relationships/image" Target="../media/image261.emf"/><Relationship Id="rId6" Type="http://schemas.openxmlformats.org/officeDocument/2006/relationships/image" Target="../media/image266.emf"/><Relationship Id="rId5" Type="http://schemas.openxmlformats.org/officeDocument/2006/relationships/image" Target="../media/image265.emf"/><Relationship Id="rId4" Type="http://schemas.openxmlformats.org/officeDocument/2006/relationships/image" Target="../media/image264.e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6.emf"/><Relationship Id="rId3" Type="http://schemas.openxmlformats.org/officeDocument/2006/relationships/image" Target="../media/image271.emf"/><Relationship Id="rId7" Type="http://schemas.openxmlformats.org/officeDocument/2006/relationships/image" Target="../media/image275.emf"/><Relationship Id="rId2" Type="http://schemas.openxmlformats.org/officeDocument/2006/relationships/image" Target="../media/image270.emf"/><Relationship Id="rId1" Type="http://schemas.openxmlformats.org/officeDocument/2006/relationships/image" Target="../media/image269.emf"/><Relationship Id="rId6" Type="http://schemas.openxmlformats.org/officeDocument/2006/relationships/image" Target="../media/image274.emf"/><Relationship Id="rId5" Type="http://schemas.openxmlformats.org/officeDocument/2006/relationships/image" Target="../media/image273.emf"/><Relationship Id="rId10" Type="http://schemas.openxmlformats.org/officeDocument/2006/relationships/image" Target="../media/image278.emf"/><Relationship Id="rId4" Type="http://schemas.openxmlformats.org/officeDocument/2006/relationships/image" Target="../media/image272.emf"/><Relationship Id="rId9" Type="http://schemas.openxmlformats.org/officeDocument/2006/relationships/image" Target="../media/image277.e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wmf"/><Relationship Id="rId2" Type="http://schemas.openxmlformats.org/officeDocument/2006/relationships/image" Target="../media/image280.wmf"/><Relationship Id="rId1" Type="http://schemas.openxmlformats.org/officeDocument/2006/relationships/image" Target="../media/image279.png"/><Relationship Id="rId6" Type="http://schemas.openxmlformats.org/officeDocument/2006/relationships/image" Target="../media/image284.wmf"/><Relationship Id="rId5" Type="http://schemas.openxmlformats.org/officeDocument/2006/relationships/image" Target="../media/image283.wmf"/><Relationship Id="rId4" Type="http://schemas.openxmlformats.org/officeDocument/2006/relationships/image" Target="../media/image282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8.wmf"/><Relationship Id="rId2" Type="http://schemas.openxmlformats.org/officeDocument/2006/relationships/image" Target="../media/image287.wmf"/><Relationship Id="rId1" Type="http://schemas.openxmlformats.org/officeDocument/2006/relationships/image" Target="../media/image286.w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wmf"/><Relationship Id="rId1" Type="http://schemas.openxmlformats.org/officeDocument/2006/relationships/image" Target="../media/image289.png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5.wmf"/><Relationship Id="rId2" Type="http://schemas.openxmlformats.org/officeDocument/2006/relationships/image" Target="../media/image294.wmf"/><Relationship Id="rId1" Type="http://schemas.openxmlformats.org/officeDocument/2006/relationships/image" Target="../media/image293.wmf"/><Relationship Id="rId4" Type="http://schemas.openxmlformats.org/officeDocument/2006/relationships/image" Target="../media/image296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emf"/><Relationship Id="rId2" Type="http://schemas.openxmlformats.org/officeDocument/2006/relationships/image" Target="../media/image299.emf"/><Relationship Id="rId1" Type="http://schemas.openxmlformats.org/officeDocument/2006/relationships/image" Target="../media/image298.emf"/><Relationship Id="rId5" Type="http://schemas.openxmlformats.org/officeDocument/2006/relationships/image" Target="../media/image302.emf"/><Relationship Id="rId4" Type="http://schemas.openxmlformats.org/officeDocument/2006/relationships/image" Target="../media/image301.e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emf"/><Relationship Id="rId3" Type="http://schemas.openxmlformats.org/officeDocument/2006/relationships/image" Target="../media/image305.emf"/><Relationship Id="rId7" Type="http://schemas.openxmlformats.org/officeDocument/2006/relationships/image" Target="../media/image309.emf"/><Relationship Id="rId2" Type="http://schemas.openxmlformats.org/officeDocument/2006/relationships/image" Target="../media/image304.emf"/><Relationship Id="rId1" Type="http://schemas.openxmlformats.org/officeDocument/2006/relationships/image" Target="../media/image303.emf"/><Relationship Id="rId6" Type="http://schemas.openxmlformats.org/officeDocument/2006/relationships/image" Target="../media/image308.emf"/><Relationship Id="rId5" Type="http://schemas.openxmlformats.org/officeDocument/2006/relationships/image" Target="../media/image307.emf"/><Relationship Id="rId4" Type="http://schemas.openxmlformats.org/officeDocument/2006/relationships/image" Target="../media/image306.emf"/><Relationship Id="rId9" Type="http://schemas.openxmlformats.org/officeDocument/2006/relationships/image" Target="../media/image311.e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9.emf"/><Relationship Id="rId3" Type="http://schemas.openxmlformats.org/officeDocument/2006/relationships/image" Target="../media/image314.emf"/><Relationship Id="rId7" Type="http://schemas.openxmlformats.org/officeDocument/2006/relationships/image" Target="../media/image318.emf"/><Relationship Id="rId2" Type="http://schemas.openxmlformats.org/officeDocument/2006/relationships/image" Target="../media/image313.emf"/><Relationship Id="rId1" Type="http://schemas.openxmlformats.org/officeDocument/2006/relationships/image" Target="../media/image312.emf"/><Relationship Id="rId6" Type="http://schemas.openxmlformats.org/officeDocument/2006/relationships/image" Target="../media/image317.emf"/><Relationship Id="rId5" Type="http://schemas.openxmlformats.org/officeDocument/2006/relationships/image" Target="../media/image316.emf"/><Relationship Id="rId10" Type="http://schemas.openxmlformats.org/officeDocument/2006/relationships/image" Target="../media/image321.emf"/><Relationship Id="rId4" Type="http://schemas.openxmlformats.org/officeDocument/2006/relationships/image" Target="../media/image315.emf"/><Relationship Id="rId9" Type="http://schemas.openxmlformats.org/officeDocument/2006/relationships/image" Target="../media/image320.e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4.emf"/><Relationship Id="rId7" Type="http://schemas.openxmlformats.org/officeDocument/2006/relationships/image" Target="../media/image328.emf"/><Relationship Id="rId2" Type="http://schemas.openxmlformats.org/officeDocument/2006/relationships/image" Target="../media/image323.emf"/><Relationship Id="rId1" Type="http://schemas.openxmlformats.org/officeDocument/2006/relationships/image" Target="../media/image322.emf"/><Relationship Id="rId6" Type="http://schemas.openxmlformats.org/officeDocument/2006/relationships/image" Target="../media/image327.emf"/><Relationship Id="rId5" Type="http://schemas.openxmlformats.org/officeDocument/2006/relationships/image" Target="../media/image326.emf"/><Relationship Id="rId4" Type="http://schemas.openxmlformats.org/officeDocument/2006/relationships/image" Target="../media/image325.e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1.emf"/><Relationship Id="rId2" Type="http://schemas.openxmlformats.org/officeDocument/2006/relationships/image" Target="../media/image330.emf"/><Relationship Id="rId1" Type="http://schemas.openxmlformats.org/officeDocument/2006/relationships/image" Target="../media/image329.emf"/><Relationship Id="rId6" Type="http://schemas.openxmlformats.org/officeDocument/2006/relationships/image" Target="../media/image334.emf"/><Relationship Id="rId5" Type="http://schemas.openxmlformats.org/officeDocument/2006/relationships/image" Target="../media/image333.emf"/><Relationship Id="rId4" Type="http://schemas.openxmlformats.org/officeDocument/2006/relationships/image" Target="../media/image33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7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37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7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C8F7917-CD8C-4C3E-B297-8DB95D7F15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49149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738896-AD42-43AA-BBE1-BB21F16A8CD3}" type="slidenum">
              <a:rPr lang="en-US" altLang="zh-CN" smtClean="0"/>
              <a:pPr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26127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325A1C5-74A2-452E-91BD-B065FDD556A9}" type="slidenum">
              <a:rPr lang="en-US" altLang="zh-CN" smtClean="0"/>
              <a:pPr>
                <a:spcBef>
                  <a:spcPct val="0"/>
                </a:spcBef>
              </a:pPr>
              <a:t>2</a:t>
            </a:fld>
            <a:endParaRPr lang="en-US" altLang="zh-CN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70034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14752C2-6160-4750-92F1-AAD5525DE907}" type="slidenum">
              <a:rPr lang="en-US" altLang="zh-CN" smtClean="0"/>
              <a:pPr>
                <a:spcBef>
                  <a:spcPct val="0"/>
                </a:spcBef>
              </a:pPr>
              <a:t>4</a:t>
            </a:fld>
            <a:endParaRPr lang="en-US" altLang="zh-CN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66197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4687F5E-FCEB-46D2-BE97-41ADCE52CBC2}" type="slidenum">
              <a:rPr lang="en-US" altLang="zh-CN" smtClean="0"/>
              <a:pPr>
                <a:spcBef>
                  <a:spcPct val="0"/>
                </a:spcBef>
              </a:pPr>
              <a:t>5</a:t>
            </a:fld>
            <a:endParaRPr lang="en-US" altLang="zh-CN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5733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B094004-E126-479C-8E81-BA96E5F77EFD}" type="slidenum">
              <a:rPr lang="en-US" altLang="zh-CN" smtClean="0"/>
              <a:pPr>
                <a:spcBef>
                  <a:spcPct val="0"/>
                </a:spcBef>
              </a:pPr>
              <a:t>6</a:t>
            </a:fld>
            <a:endParaRPr lang="en-US" altLang="zh-CN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455797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ACBA5E0-BB5C-4410-97A5-A99C79981174}" type="slidenum">
              <a:rPr lang="en-US" altLang="zh-CN" smtClean="0"/>
              <a:pPr>
                <a:spcBef>
                  <a:spcPct val="0"/>
                </a:spcBef>
              </a:pPr>
              <a:t>7</a:t>
            </a:fld>
            <a:endParaRPr lang="en-US" altLang="zh-CN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531893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9D185A0-4824-4A6B-BFCC-7AB7FC22C9F4}" type="slidenum">
              <a:rPr lang="en-US" altLang="zh-CN" smtClean="0"/>
              <a:pPr>
                <a:spcBef>
                  <a:spcPct val="0"/>
                </a:spcBef>
              </a:pPr>
              <a:t>8</a:t>
            </a:fld>
            <a:endParaRPr lang="en-US" altLang="zh-CN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1951934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1C3950D-F10B-4F70-B8E2-89478B0C5B37}" type="slidenum">
              <a:rPr lang="en-US" altLang="zh-CN" smtClean="0"/>
              <a:pPr>
                <a:spcBef>
                  <a:spcPct val="0"/>
                </a:spcBef>
              </a:pPr>
              <a:t>9</a:t>
            </a:fld>
            <a:endParaRPr lang="en-US" altLang="zh-CN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6786404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F3BB7E6-F951-49EB-8340-04F6F68C86D1}" type="slidenum">
              <a:rPr lang="en-US" altLang="zh-CN" smtClean="0"/>
              <a:pPr>
                <a:spcBef>
                  <a:spcPct val="0"/>
                </a:spcBef>
              </a:pPr>
              <a:t>10</a:t>
            </a:fld>
            <a:endParaRPr lang="en-US" altLang="zh-CN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686781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3E6D292-F21A-42D2-9201-DAEBB3DE40FE}" type="slidenum">
              <a:rPr lang="en-US" altLang="zh-CN" smtClean="0"/>
              <a:pPr>
                <a:spcBef>
                  <a:spcPct val="0"/>
                </a:spcBef>
              </a:pPr>
              <a:t>11</a:t>
            </a:fld>
            <a:endParaRPr lang="en-US" altLang="zh-CN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62442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4C8D642-B0A0-4F37-8029-E4D7D6990613}" type="slidenum">
              <a:rPr lang="en-US" altLang="zh-CN" smtClean="0"/>
              <a:pPr>
                <a:spcBef>
                  <a:spcPct val="0"/>
                </a:spcBef>
              </a:pPr>
              <a:t>12</a:t>
            </a:fld>
            <a:endParaRPr lang="en-US" altLang="zh-CN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405275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C9636E2-C5C0-4040-95BA-D49555B99BA7}" type="slidenum">
              <a:rPr lang="en-US" altLang="zh-CN" smtClean="0"/>
              <a:pPr>
                <a:spcBef>
                  <a:spcPct val="0"/>
                </a:spcBef>
              </a:pPr>
              <a:t>13</a:t>
            </a:fld>
            <a:endParaRPr lang="en-US" altLang="zh-CN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843859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7F07AF8-0464-4420-B905-BBE2B9E5D4CC}" type="slidenum">
              <a:rPr lang="en-US" altLang="zh-CN" smtClean="0"/>
              <a:pPr>
                <a:spcBef>
                  <a:spcPct val="0"/>
                </a:spcBef>
              </a:pPr>
              <a:t>14</a:t>
            </a:fld>
            <a:endParaRPr lang="en-US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237248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001E76F-31F6-4BF0-AA41-0F0FDD0C81AD}" type="slidenum">
              <a:rPr lang="en-US" altLang="zh-CN" smtClean="0"/>
              <a:pPr>
                <a:spcBef>
                  <a:spcPct val="0"/>
                </a:spcBef>
              </a:pPr>
              <a:t>15</a:t>
            </a:fld>
            <a:endParaRPr lang="en-US" altLang="zh-CN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242369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FD782E0-5B4B-4D49-B0F5-61347137BF23}" type="slidenum">
              <a:rPr lang="en-US" altLang="zh-CN" smtClean="0"/>
              <a:pPr>
                <a:spcBef>
                  <a:spcPct val="0"/>
                </a:spcBef>
              </a:pPr>
              <a:t>16</a:t>
            </a:fld>
            <a:endParaRPr lang="en-US" altLang="zh-CN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543615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9B9B453-595F-4742-A7E1-E082B80A3FD9}" type="slidenum">
              <a:rPr lang="en-US" altLang="zh-CN" smtClean="0"/>
              <a:pPr>
                <a:spcBef>
                  <a:spcPct val="0"/>
                </a:spcBef>
              </a:pPr>
              <a:t>17</a:t>
            </a:fld>
            <a:endParaRPr lang="en-US" altLang="zh-CN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316889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9851D80-9182-4C0A-BAB7-4572AE39713D}" type="slidenum">
              <a:rPr lang="en-US" altLang="zh-CN" smtClean="0"/>
              <a:pPr>
                <a:spcBef>
                  <a:spcPct val="0"/>
                </a:spcBef>
              </a:pPr>
              <a:t>18</a:t>
            </a:fld>
            <a:endParaRPr lang="en-US" altLang="zh-CN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157128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45CD8A3-1FDA-41A0-87FF-741209D2883B}" type="slidenum">
              <a:rPr lang="en-US" altLang="zh-CN" smtClean="0"/>
              <a:pPr>
                <a:spcBef>
                  <a:spcPct val="0"/>
                </a:spcBef>
              </a:pPr>
              <a:t>19</a:t>
            </a:fld>
            <a:endParaRPr lang="en-US" altLang="zh-CN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055278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D5AC9B5-4BB3-4B5E-A035-7FC2DA48B8B6}" type="slidenum">
              <a:rPr lang="en-US" altLang="zh-CN" smtClean="0"/>
              <a:pPr>
                <a:spcBef>
                  <a:spcPct val="0"/>
                </a:spcBef>
              </a:pPr>
              <a:t>20</a:t>
            </a:fld>
            <a:endParaRPr lang="en-US" altLang="zh-CN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9127130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4FE79CB-47AC-48DA-92DD-56064DD4D5DA}" type="slidenum">
              <a:rPr lang="en-US" altLang="zh-CN" smtClean="0"/>
              <a:pPr>
                <a:spcBef>
                  <a:spcPct val="0"/>
                </a:spcBef>
              </a:pPr>
              <a:t>21</a:t>
            </a:fld>
            <a:endParaRPr lang="en-US" altLang="zh-CN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526393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4D7B73E-4B73-49C3-8B46-F9388D0F7619}" type="slidenum">
              <a:rPr lang="en-US" altLang="zh-CN" smtClean="0"/>
              <a:pPr>
                <a:spcBef>
                  <a:spcPct val="0"/>
                </a:spcBef>
              </a:pPr>
              <a:t>22</a:t>
            </a:fld>
            <a:endParaRPr lang="en-US" altLang="zh-CN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6137468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61174BA-9979-4475-82FA-8CA3E0E0A850}" type="slidenum">
              <a:rPr lang="en-US" altLang="zh-CN" smtClean="0"/>
              <a:pPr>
                <a:spcBef>
                  <a:spcPct val="0"/>
                </a:spcBef>
              </a:pPr>
              <a:t>24</a:t>
            </a:fld>
            <a:endParaRPr lang="en-US" altLang="zh-CN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517942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8C7B9C3-1E57-4708-A0E6-F81068EAFB2C}" type="slidenum">
              <a:rPr lang="en-US" altLang="zh-CN" smtClean="0"/>
              <a:pPr>
                <a:spcBef>
                  <a:spcPct val="0"/>
                </a:spcBef>
              </a:pPr>
              <a:t>28</a:t>
            </a:fld>
            <a:endParaRPr lang="en-US" altLang="zh-CN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616591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66564B9-DDFE-442C-88F4-09695CED30DF}" type="slidenum">
              <a:rPr lang="en-US" altLang="zh-CN" smtClean="0"/>
              <a:pPr>
                <a:spcBef>
                  <a:spcPct val="0"/>
                </a:spcBef>
              </a:pPr>
              <a:t>29</a:t>
            </a:fld>
            <a:endParaRPr lang="en-US" altLang="zh-CN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393937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B779B10-23D6-44C4-ADAA-AE5A752430AD}" type="slidenum">
              <a:rPr lang="en-US" altLang="zh-CN" smtClean="0"/>
              <a:pPr>
                <a:spcBef>
                  <a:spcPct val="0"/>
                </a:spcBef>
              </a:pPr>
              <a:t>30</a:t>
            </a:fld>
            <a:endParaRPr lang="en-US" altLang="zh-CN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575018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B911217-8F39-4152-884E-259F1459E8F0}" type="slidenum">
              <a:rPr lang="en-US" altLang="zh-CN" smtClean="0"/>
              <a:pPr>
                <a:spcBef>
                  <a:spcPct val="0"/>
                </a:spcBef>
              </a:pPr>
              <a:t>31</a:t>
            </a:fld>
            <a:endParaRPr lang="en-US" altLang="zh-CN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434161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BB8B01F-C882-47E5-B887-F9B985B05E1A}" type="slidenum">
              <a:rPr lang="en-US" altLang="zh-CN" smtClean="0"/>
              <a:pPr>
                <a:spcBef>
                  <a:spcPct val="0"/>
                </a:spcBef>
              </a:pPr>
              <a:t>32</a:t>
            </a:fld>
            <a:endParaRPr lang="en-US" altLang="zh-CN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484197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7A9375E-99F9-4B62-801A-28C599241BAF}" type="slidenum">
              <a:rPr lang="en-US" altLang="zh-CN" smtClean="0"/>
              <a:pPr>
                <a:spcBef>
                  <a:spcPct val="0"/>
                </a:spcBef>
              </a:pPr>
              <a:t>34</a:t>
            </a:fld>
            <a:endParaRPr lang="en-US" altLang="zh-CN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5149963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3FC0C97-CA40-4264-868A-EADCFC01CE82}" type="slidenum">
              <a:rPr lang="en-US" altLang="zh-CN" smtClean="0"/>
              <a:pPr>
                <a:spcBef>
                  <a:spcPct val="0"/>
                </a:spcBef>
              </a:pPr>
              <a:t>35</a:t>
            </a:fld>
            <a:endParaRPr lang="en-US" altLang="zh-CN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839590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B4CB960-75EC-4F27-A237-49FE72A502E5}" type="slidenum">
              <a:rPr lang="en-US" altLang="zh-CN" smtClean="0"/>
              <a:pPr>
                <a:spcBef>
                  <a:spcPct val="0"/>
                </a:spcBef>
              </a:pPr>
              <a:t>36</a:t>
            </a:fld>
            <a:endParaRPr lang="en-US" altLang="zh-CN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651017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9C65A74-81C5-49BA-BD98-91FCC0497834}" type="slidenum">
              <a:rPr lang="en-US" altLang="zh-CN" smtClean="0"/>
              <a:pPr>
                <a:spcBef>
                  <a:spcPct val="0"/>
                </a:spcBef>
              </a:pPr>
              <a:t>37</a:t>
            </a:fld>
            <a:endParaRPr lang="en-US" altLang="zh-CN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9198270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4713D1D-9F17-4789-B847-858AFF9A49AE}" type="slidenum">
              <a:rPr lang="en-US" altLang="zh-CN" smtClean="0"/>
              <a:pPr>
                <a:spcBef>
                  <a:spcPct val="0"/>
                </a:spcBef>
              </a:pPr>
              <a:t>42</a:t>
            </a:fld>
            <a:endParaRPr lang="en-US" altLang="zh-CN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1206533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FE2F4A9-C27D-48F6-A13B-D010BE5ED0C2}" type="slidenum">
              <a:rPr lang="en-US" altLang="zh-CN" smtClean="0"/>
              <a:pPr>
                <a:spcBef>
                  <a:spcPct val="0"/>
                </a:spcBef>
              </a:pPr>
              <a:t>43</a:t>
            </a:fld>
            <a:endParaRPr lang="en-US" altLang="zh-CN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5089951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E0EEF4D-C11E-49E3-8356-52A17F6143C0}" type="slidenum">
              <a:rPr lang="en-US" altLang="zh-CN" smtClean="0"/>
              <a:pPr>
                <a:spcBef>
                  <a:spcPct val="0"/>
                </a:spcBef>
              </a:pPr>
              <a:t>44</a:t>
            </a:fld>
            <a:endParaRPr lang="en-US" altLang="zh-CN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897173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0C628B9-E5C1-48FF-8FF3-11A8D57309B8}" type="slidenum">
              <a:rPr lang="en-US" altLang="zh-CN" smtClean="0"/>
              <a:pPr>
                <a:spcBef>
                  <a:spcPct val="0"/>
                </a:spcBef>
              </a:pPr>
              <a:t>45</a:t>
            </a:fld>
            <a:endParaRPr lang="en-US" altLang="zh-CN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4706628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7A70AA9-9CE0-4F77-A9BA-28E84D7AE5AD}" type="slidenum">
              <a:rPr lang="en-US" altLang="zh-CN" smtClean="0"/>
              <a:pPr>
                <a:spcBef>
                  <a:spcPct val="0"/>
                </a:spcBef>
              </a:pPr>
              <a:t>46</a:t>
            </a:fld>
            <a:endParaRPr lang="en-US" altLang="zh-CN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4616442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402F736-A098-4829-8D05-A2B8D873B67A}" type="slidenum">
              <a:rPr lang="en-US" altLang="zh-CN" smtClean="0"/>
              <a:pPr>
                <a:spcBef>
                  <a:spcPct val="0"/>
                </a:spcBef>
              </a:pPr>
              <a:t>47</a:t>
            </a:fld>
            <a:endParaRPr lang="en-US" altLang="zh-CN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6633859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261F817-8D44-47E2-8C02-8248036BDB95}" type="slidenum">
              <a:rPr lang="en-US" altLang="zh-CN" smtClean="0"/>
              <a:pPr>
                <a:spcBef>
                  <a:spcPct val="0"/>
                </a:spcBef>
              </a:pPr>
              <a:t>48</a:t>
            </a:fld>
            <a:endParaRPr lang="en-US" altLang="zh-CN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4523212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7718037-A5F2-46F8-B90E-724C37369356}" type="slidenum">
              <a:rPr lang="en-US" altLang="zh-CN" smtClean="0"/>
              <a:pPr>
                <a:spcBef>
                  <a:spcPct val="0"/>
                </a:spcBef>
              </a:pPr>
              <a:t>49</a:t>
            </a:fld>
            <a:endParaRPr lang="en-US" altLang="zh-CN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057944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9F07D7E-C918-44E0-ACD9-6CEA3855BD90}" type="slidenum">
              <a:rPr lang="en-US" altLang="zh-CN" smtClean="0"/>
              <a:pPr>
                <a:spcBef>
                  <a:spcPct val="0"/>
                </a:spcBef>
              </a:pPr>
              <a:t>50</a:t>
            </a:fld>
            <a:endParaRPr lang="en-US" altLang="zh-CN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1872068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04DCB59-7479-470A-AEF2-2D3C2554526D}" type="slidenum">
              <a:rPr lang="en-US" altLang="zh-CN" smtClean="0"/>
              <a:pPr>
                <a:spcBef>
                  <a:spcPct val="0"/>
                </a:spcBef>
              </a:pPr>
              <a:t>51</a:t>
            </a:fld>
            <a:endParaRPr lang="en-US" altLang="zh-CN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361082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3F7C35B-9234-4B09-A709-29929FC49CCD}" type="slidenum">
              <a:rPr lang="en-US" altLang="zh-CN" smtClean="0"/>
              <a:pPr>
                <a:spcBef>
                  <a:spcPct val="0"/>
                </a:spcBef>
              </a:pPr>
              <a:t>52</a:t>
            </a:fld>
            <a:endParaRPr lang="en-US" altLang="zh-CN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8519872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C67CDDE-5F56-4C0C-957F-15B32EEF4C86}" type="slidenum">
              <a:rPr lang="en-US" altLang="zh-CN" smtClean="0"/>
              <a:pPr>
                <a:spcBef>
                  <a:spcPct val="0"/>
                </a:spcBef>
              </a:pPr>
              <a:t>53</a:t>
            </a:fld>
            <a:endParaRPr lang="en-US" altLang="zh-CN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65987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1821B1-E08D-4C0C-B894-D5814D2BBC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5113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03328C-275B-4BC2-829A-90B4E9841C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4690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3E7E48-F67C-4BC3-B569-E5ADCB755D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995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94948F-D827-4CB3-9FD7-EF92984ABD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8792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B1016-BBC2-45D8-A240-D687459CEC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8564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7E19F2-84E4-4AEA-990A-A79A11289B1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5619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0851FA-F208-4C45-81F3-54A6E28D1E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0300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D25821-D087-44EC-9102-354B57EC52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3098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C5B41C-FAEA-4968-BC81-667D54C266B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5289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819051-3D91-4A1C-A299-D9AD51C681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8547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9A3125-FB4A-444C-9A95-82B4F460647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9215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530820CF-B880-4189-942D-D702A7CBA730}" type="datetimeFigureOut">
              <a:rPr kumimoji="0"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2026/6/1</a:t>
            </a:fld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C913308-F349-4B6D-A68A-DD1791B4A57B}" type="slidenum">
              <a:rPr kumimoji="0"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48830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530820CF-B880-4189-942D-D702A7CBA730}" type="datetimeFigureOut">
              <a:rPr kumimoji="0"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2026/6/1</a:t>
            </a:fld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C913308-F349-4B6D-A68A-DD1791B4A57B}" type="slidenum">
              <a:rPr kumimoji="0"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74293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530820CF-B880-4189-942D-D702A7CBA730}" type="datetimeFigureOut">
              <a:rPr kumimoji="0"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2026/6/1</a:t>
            </a:fld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C913308-F349-4B6D-A68A-DD1791B4A57B}" type="slidenum">
              <a:rPr kumimoji="0"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94047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530820CF-B880-4189-942D-D702A7CBA730}" type="datetimeFigureOut">
              <a:rPr kumimoji="0"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2026/6/1</a:t>
            </a:fld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C913308-F349-4B6D-A68A-DD1791B4A57B}" type="slidenum">
              <a:rPr kumimoji="0"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16476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530820CF-B880-4189-942D-D702A7CBA730}" type="datetimeFigureOut">
              <a:rPr kumimoji="0"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2026/6/1</a:t>
            </a:fld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C913308-F349-4B6D-A68A-DD1791B4A57B}" type="slidenum">
              <a:rPr kumimoji="0"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07607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530820CF-B880-4189-942D-D702A7CBA730}" type="datetimeFigureOut">
              <a:rPr kumimoji="0"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2026/6/1</a:t>
            </a:fld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C913308-F349-4B6D-A68A-DD1791B4A57B}" type="slidenum">
              <a:rPr kumimoji="0"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98866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530820CF-B880-4189-942D-D702A7CBA730}" type="datetimeFigureOut">
              <a:rPr kumimoji="0"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2026/6/1</a:t>
            </a:fld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C913308-F349-4B6D-A68A-DD1791B4A57B}" type="slidenum">
              <a:rPr kumimoji="0"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03516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530820CF-B880-4189-942D-D702A7CBA730}" type="datetimeFigureOut">
              <a:rPr kumimoji="0"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2026/6/1</a:t>
            </a:fld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C913308-F349-4B6D-A68A-DD1791B4A57B}" type="slidenum">
              <a:rPr kumimoji="0"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7776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530820CF-B880-4189-942D-D702A7CBA730}" type="datetimeFigureOut">
              <a:rPr kumimoji="0"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2026/6/1</a:t>
            </a:fld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C913308-F349-4B6D-A68A-DD1791B4A57B}" type="slidenum">
              <a:rPr kumimoji="0"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91472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530820CF-B880-4189-942D-D702A7CBA730}" type="datetimeFigureOut">
              <a:rPr kumimoji="0"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2026/6/1</a:t>
            </a:fld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C913308-F349-4B6D-A68A-DD1791B4A57B}" type="slidenum">
              <a:rPr kumimoji="0"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472617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530820CF-B880-4189-942D-D702A7CBA730}" type="datetimeFigureOut">
              <a:rPr kumimoji="0"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2026/6/1</a:t>
            </a:fld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C913308-F349-4B6D-A68A-DD1791B4A57B}" type="slidenum">
              <a:rPr kumimoji="0"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48435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7C5C6-EDA4-4AB0-86D1-DBDB61573A3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2026/6/1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4089B-4CBE-486F-9257-D787DC9183F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3478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7C5C6-EDA4-4AB0-86D1-DBDB61573A3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2026/6/1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4089B-4CBE-486F-9257-D787DC9183F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34811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7C5C6-EDA4-4AB0-86D1-DBDB61573A3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2026/6/1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4089B-4CBE-486F-9257-D787DC9183F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0272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7C5C6-EDA4-4AB0-86D1-DBDB61573A3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2026/6/1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4089B-4CBE-486F-9257-D787DC9183F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95340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7C5C6-EDA4-4AB0-86D1-DBDB61573A3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2026/6/1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4089B-4CBE-486F-9257-D787DC9183F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5223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7C5C6-EDA4-4AB0-86D1-DBDB61573A3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2026/6/1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4089B-4CBE-486F-9257-D787DC9183F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58877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7C5C6-EDA4-4AB0-86D1-DBDB61573A3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2026/6/1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4089B-4CBE-486F-9257-D787DC9183F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4723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7C5C6-EDA4-4AB0-86D1-DBDB61573A3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2026/6/1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4089B-4CBE-486F-9257-D787DC9183F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8885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7C5C6-EDA4-4AB0-86D1-DBDB61573A3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2026/6/1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4089B-4CBE-486F-9257-D787DC9183F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6010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7C5C6-EDA4-4AB0-86D1-DBDB61573A3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2026/6/1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4089B-4CBE-486F-9257-D787DC9183F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9960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7C5C6-EDA4-4AB0-86D1-DBDB61573A3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2026/6/1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4089B-4CBE-486F-9257-D787DC9183F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0895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2300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93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93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F4700969-8D11-4402-833F-2284CE5D95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1031" name="Picture 7" descr="11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901" r:id="rId2"/>
    <p:sldLayoutId id="2147483902" r:id="rId3"/>
    <p:sldLayoutId id="2147483903" r:id="rId4"/>
    <p:sldLayoutId id="2147483904" r:id="rId5"/>
    <p:sldLayoutId id="2147483905" r:id="rId6"/>
    <p:sldLayoutId id="2147483906" r:id="rId7"/>
    <p:sldLayoutId id="2147483907" r:id="rId8"/>
    <p:sldLayoutId id="2147483908" r:id="rId9"/>
    <p:sldLayoutId id="2147483909" r:id="rId10"/>
    <p:sldLayoutId id="214748391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530820CF-B880-4189-942D-D702A7CBA730}" type="datetimeFigureOut">
              <a:rPr kumimoji="0"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2026/6/1</a:t>
            </a:fld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C913308-F349-4B6D-A68A-DD1791B4A57B}" type="slidenum">
              <a:rPr kumimoji="0"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zh-CN" alt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8266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4700969-8D11-4402-833F-2284CE5D954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02032DB-C3D7-4F10-8566-C0975845BFB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178" y="4390752"/>
            <a:ext cx="3295823" cy="245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2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  <p:sldLayoutId id="214748392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7.e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3.e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20.emf"/><Relationship Id="rId18" Type="http://schemas.openxmlformats.org/officeDocument/2006/relationships/oleObject" Target="../embeddings/oleObject13.bin"/><Relationship Id="rId26" Type="http://schemas.openxmlformats.org/officeDocument/2006/relationships/oleObject" Target="../embeddings/oleObject17.bin"/><Relationship Id="rId3" Type="http://schemas.openxmlformats.org/officeDocument/2006/relationships/notesSlide" Target="../notesSlides/notesSlide5.xml"/><Relationship Id="rId21" Type="http://schemas.openxmlformats.org/officeDocument/2006/relationships/image" Target="../media/image24.emf"/><Relationship Id="rId7" Type="http://schemas.openxmlformats.org/officeDocument/2006/relationships/image" Target="../media/image17.emf"/><Relationship Id="rId12" Type="http://schemas.openxmlformats.org/officeDocument/2006/relationships/oleObject" Target="../embeddings/oleObject10.bin"/><Relationship Id="rId17" Type="http://schemas.openxmlformats.org/officeDocument/2006/relationships/image" Target="../media/image22.emf"/><Relationship Id="rId25" Type="http://schemas.openxmlformats.org/officeDocument/2006/relationships/image" Target="../media/image26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2.bin"/><Relationship Id="rId20" Type="http://schemas.openxmlformats.org/officeDocument/2006/relationships/oleObject" Target="../embeddings/oleObject14.bin"/><Relationship Id="rId29" Type="http://schemas.openxmlformats.org/officeDocument/2006/relationships/image" Target="../media/image28.emf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9.emf"/><Relationship Id="rId24" Type="http://schemas.openxmlformats.org/officeDocument/2006/relationships/oleObject" Target="../embeddings/oleObject16.bin"/><Relationship Id="rId5" Type="http://schemas.openxmlformats.org/officeDocument/2006/relationships/image" Target="../media/image16.emf"/><Relationship Id="rId15" Type="http://schemas.openxmlformats.org/officeDocument/2006/relationships/image" Target="../media/image21.emf"/><Relationship Id="rId23" Type="http://schemas.openxmlformats.org/officeDocument/2006/relationships/image" Target="../media/image25.emf"/><Relationship Id="rId28" Type="http://schemas.openxmlformats.org/officeDocument/2006/relationships/oleObject" Target="../embeddings/oleObject18.bin"/><Relationship Id="rId10" Type="http://schemas.openxmlformats.org/officeDocument/2006/relationships/oleObject" Target="../embeddings/oleObject9.bin"/><Relationship Id="rId19" Type="http://schemas.openxmlformats.org/officeDocument/2006/relationships/image" Target="../media/image23.e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18.emf"/><Relationship Id="rId14" Type="http://schemas.openxmlformats.org/officeDocument/2006/relationships/oleObject" Target="../embeddings/oleObject11.bin"/><Relationship Id="rId22" Type="http://schemas.openxmlformats.org/officeDocument/2006/relationships/oleObject" Target="../embeddings/oleObject15.bin"/><Relationship Id="rId27" Type="http://schemas.openxmlformats.org/officeDocument/2006/relationships/image" Target="../media/image27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33.emf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30.emf"/><Relationship Id="rId12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32.emf"/><Relationship Id="rId5" Type="http://schemas.openxmlformats.org/officeDocument/2006/relationships/image" Target="../media/image29.emf"/><Relationship Id="rId15" Type="http://schemas.openxmlformats.org/officeDocument/2006/relationships/image" Target="../media/image34.e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31.emf"/><Relationship Id="rId14" Type="http://schemas.openxmlformats.org/officeDocument/2006/relationships/oleObject" Target="../embeddings/oleObject2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39.emf"/><Relationship Id="rId18" Type="http://schemas.openxmlformats.org/officeDocument/2006/relationships/image" Target="../media/image43.jpe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36.emf"/><Relationship Id="rId12" Type="http://schemas.openxmlformats.org/officeDocument/2006/relationships/oleObject" Target="../embeddings/oleObject29.bin"/><Relationship Id="rId17" Type="http://schemas.openxmlformats.org/officeDocument/2006/relationships/image" Target="../media/image42.jpe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1.jpeg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38.emf"/><Relationship Id="rId5" Type="http://schemas.openxmlformats.org/officeDocument/2006/relationships/image" Target="../media/image35.emf"/><Relationship Id="rId15" Type="http://schemas.openxmlformats.org/officeDocument/2006/relationships/image" Target="../media/image40.e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37.emf"/><Relationship Id="rId14" Type="http://schemas.openxmlformats.org/officeDocument/2006/relationships/oleObject" Target="../embeddings/oleObject30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48.emf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45.emf"/><Relationship Id="rId12" Type="http://schemas.openxmlformats.org/officeDocument/2006/relationships/oleObject" Target="../embeddings/oleObject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47.emf"/><Relationship Id="rId5" Type="http://schemas.openxmlformats.org/officeDocument/2006/relationships/image" Target="../media/image44.emf"/><Relationship Id="rId15" Type="http://schemas.openxmlformats.org/officeDocument/2006/relationships/image" Target="../media/image49.emf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46.emf"/><Relationship Id="rId14" Type="http://schemas.openxmlformats.org/officeDocument/2006/relationships/oleObject" Target="../embeddings/oleObject36.bin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4.emf"/><Relationship Id="rId18" Type="http://schemas.openxmlformats.org/officeDocument/2006/relationships/oleObject" Target="../embeddings/oleObject44.bin"/><Relationship Id="rId26" Type="http://schemas.openxmlformats.org/officeDocument/2006/relationships/oleObject" Target="../embeddings/oleObject48.bin"/><Relationship Id="rId3" Type="http://schemas.openxmlformats.org/officeDocument/2006/relationships/notesSlide" Target="../notesSlides/notesSlide10.xml"/><Relationship Id="rId21" Type="http://schemas.openxmlformats.org/officeDocument/2006/relationships/image" Target="../media/image58.emf"/><Relationship Id="rId7" Type="http://schemas.openxmlformats.org/officeDocument/2006/relationships/image" Target="../media/image51.emf"/><Relationship Id="rId12" Type="http://schemas.openxmlformats.org/officeDocument/2006/relationships/oleObject" Target="../embeddings/oleObject41.bin"/><Relationship Id="rId17" Type="http://schemas.openxmlformats.org/officeDocument/2006/relationships/image" Target="../media/image56.emf"/><Relationship Id="rId25" Type="http://schemas.openxmlformats.org/officeDocument/2006/relationships/image" Target="../media/image60.emf"/><Relationship Id="rId33" Type="http://schemas.openxmlformats.org/officeDocument/2006/relationships/image" Target="../media/image64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3.bin"/><Relationship Id="rId20" Type="http://schemas.openxmlformats.org/officeDocument/2006/relationships/oleObject" Target="../embeddings/oleObject45.bin"/><Relationship Id="rId29" Type="http://schemas.openxmlformats.org/officeDocument/2006/relationships/image" Target="../media/image62.emf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53.emf"/><Relationship Id="rId24" Type="http://schemas.openxmlformats.org/officeDocument/2006/relationships/oleObject" Target="../embeddings/oleObject47.bin"/><Relationship Id="rId32" Type="http://schemas.openxmlformats.org/officeDocument/2006/relationships/oleObject" Target="../embeddings/oleObject51.bin"/><Relationship Id="rId5" Type="http://schemas.openxmlformats.org/officeDocument/2006/relationships/image" Target="../media/image50.emf"/><Relationship Id="rId15" Type="http://schemas.openxmlformats.org/officeDocument/2006/relationships/image" Target="../media/image55.emf"/><Relationship Id="rId23" Type="http://schemas.openxmlformats.org/officeDocument/2006/relationships/image" Target="../media/image59.emf"/><Relationship Id="rId28" Type="http://schemas.openxmlformats.org/officeDocument/2006/relationships/oleObject" Target="../embeddings/oleObject49.bin"/><Relationship Id="rId10" Type="http://schemas.openxmlformats.org/officeDocument/2006/relationships/oleObject" Target="../embeddings/oleObject40.bin"/><Relationship Id="rId19" Type="http://schemas.openxmlformats.org/officeDocument/2006/relationships/image" Target="../media/image57.emf"/><Relationship Id="rId31" Type="http://schemas.openxmlformats.org/officeDocument/2006/relationships/image" Target="../media/image63.emf"/><Relationship Id="rId4" Type="http://schemas.openxmlformats.org/officeDocument/2006/relationships/oleObject" Target="../embeddings/oleObject37.bin"/><Relationship Id="rId9" Type="http://schemas.openxmlformats.org/officeDocument/2006/relationships/image" Target="../media/image52.emf"/><Relationship Id="rId14" Type="http://schemas.openxmlformats.org/officeDocument/2006/relationships/oleObject" Target="../embeddings/oleObject42.bin"/><Relationship Id="rId22" Type="http://schemas.openxmlformats.org/officeDocument/2006/relationships/oleObject" Target="../embeddings/oleObject46.bin"/><Relationship Id="rId27" Type="http://schemas.openxmlformats.org/officeDocument/2006/relationships/image" Target="../media/image61.emf"/><Relationship Id="rId30" Type="http://schemas.openxmlformats.org/officeDocument/2006/relationships/oleObject" Target="../embeddings/oleObject50.bin"/><Relationship Id="rId8" Type="http://schemas.openxmlformats.org/officeDocument/2006/relationships/oleObject" Target="../embeddings/oleObject39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13" Type="http://schemas.openxmlformats.org/officeDocument/2006/relationships/image" Target="../media/image69.emf"/><Relationship Id="rId18" Type="http://schemas.openxmlformats.org/officeDocument/2006/relationships/oleObject" Target="../embeddings/oleObject59.bin"/><Relationship Id="rId3" Type="http://schemas.openxmlformats.org/officeDocument/2006/relationships/notesSlide" Target="../notesSlides/notesSlide11.xml"/><Relationship Id="rId21" Type="http://schemas.openxmlformats.org/officeDocument/2006/relationships/image" Target="../media/image73.emf"/><Relationship Id="rId7" Type="http://schemas.openxmlformats.org/officeDocument/2006/relationships/image" Target="../media/image66.emf"/><Relationship Id="rId12" Type="http://schemas.openxmlformats.org/officeDocument/2006/relationships/oleObject" Target="../embeddings/oleObject56.bin"/><Relationship Id="rId17" Type="http://schemas.openxmlformats.org/officeDocument/2006/relationships/image" Target="../media/image71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8.bin"/><Relationship Id="rId20" Type="http://schemas.openxmlformats.org/officeDocument/2006/relationships/oleObject" Target="../embeddings/oleObject60.bin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68.emf"/><Relationship Id="rId5" Type="http://schemas.openxmlformats.org/officeDocument/2006/relationships/image" Target="../media/image65.emf"/><Relationship Id="rId15" Type="http://schemas.openxmlformats.org/officeDocument/2006/relationships/image" Target="../media/image70.emf"/><Relationship Id="rId10" Type="http://schemas.openxmlformats.org/officeDocument/2006/relationships/oleObject" Target="../embeddings/oleObject55.bin"/><Relationship Id="rId19" Type="http://schemas.openxmlformats.org/officeDocument/2006/relationships/image" Target="../media/image72.emf"/><Relationship Id="rId4" Type="http://schemas.openxmlformats.org/officeDocument/2006/relationships/oleObject" Target="../embeddings/oleObject52.bin"/><Relationship Id="rId9" Type="http://schemas.openxmlformats.org/officeDocument/2006/relationships/image" Target="../media/image67.emf"/><Relationship Id="rId14" Type="http://schemas.openxmlformats.org/officeDocument/2006/relationships/oleObject" Target="../embeddings/oleObject57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13" Type="http://schemas.openxmlformats.org/officeDocument/2006/relationships/image" Target="../media/image78.emf"/><Relationship Id="rId18" Type="http://schemas.openxmlformats.org/officeDocument/2006/relationships/oleObject" Target="../embeddings/oleObject68.bin"/><Relationship Id="rId3" Type="http://schemas.openxmlformats.org/officeDocument/2006/relationships/notesSlide" Target="../notesSlides/notesSlide12.xml"/><Relationship Id="rId21" Type="http://schemas.openxmlformats.org/officeDocument/2006/relationships/image" Target="../media/image82.emf"/><Relationship Id="rId7" Type="http://schemas.openxmlformats.org/officeDocument/2006/relationships/image" Target="../media/image75.emf"/><Relationship Id="rId12" Type="http://schemas.openxmlformats.org/officeDocument/2006/relationships/oleObject" Target="../embeddings/oleObject65.bin"/><Relationship Id="rId17" Type="http://schemas.openxmlformats.org/officeDocument/2006/relationships/image" Target="../media/image80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7.bin"/><Relationship Id="rId20" Type="http://schemas.openxmlformats.org/officeDocument/2006/relationships/oleObject" Target="../embeddings/oleObject69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62.bin"/><Relationship Id="rId11" Type="http://schemas.openxmlformats.org/officeDocument/2006/relationships/image" Target="../media/image77.emf"/><Relationship Id="rId5" Type="http://schemas.openxmlformats.org/officeDocument/2006/relationships/image" Target="../media/image74.emf"/><Relationship Id="rId15" Type="http://schemas.openxmlformats.org/officeDocument/2006/relationships/image" Target="../media/image79.emf"/><Relationship Id="rId23" Type="http://schemas.openxmlformats.org/officeDocument/2006/relationships/image" Target="../media/image83.emf"/><Relationship Id="rId10" Type="http://schemas.openxmlformats.org/officeDocument/2006/relationships/oleObject" Target="../embeddings/oleObject64.bin"/><Relationship Id="rId19" Type="http://schemas.openxmlformats.org/officeDocument/2006/relationships/image" Target="../media/image81.emf"/><Relationship Id="rId4" Type="http://schemas.openxmlformats.org/officeDocument/2006/relationships/oleObject" Target="../embeddings/oleObject61.bin"/><Relationship Id="rId9" Type="http://schemas.openxmlformats.org/officeDocument/2006/relationships/image" Target="../media/image76.emf"/><Relationship Id="rId14" Type="http://schemas.openxmlformats.org/officeDocument/2006/relationships/oleObject" Target="../embeddings/oleObject66.bin"/><Relationship Id="rId22" Type="http://schemas.openxmlformats.org/officeDocument/2006/relationships/oleObject" Target="../embeddings/oleObject70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13" Type="http://schemas.openxmlformats.org/officeDocument/2006/relationships/image" Target="../media/image88.emf"/><Relationship Id="rId18" Type="http://schemas.openxmlformats.org/officeDocument/2006/relationships/oleObject" Target="../embeddings/oleObject78.bin"/><Relationship Id="rId3" Type="http://schemas.openxmlformats.org/officeDocument/2006/relationships/notesSlide" Target="../notesSlides/notesSlide13.xml"/><Relationship Id="rId21" Type="http://schemas.openxmlformats.org/officeDocument/2006/relationships/image" Target="../media/image92.emf"/><Relationship Id="rId7" Type="http://schemas.openxmlformats.org/officeDocument/2006/relationships/image" Target="../media/image85.emf"/><Relationship Id="rId12" Type="http://schemas.openxmlformats.org/officeDocument/2006/relationships/oleObject" Target="../embeddings/oleObject75.bin"/><Relationship Id="rId17" Type="http://schemas.openxmlformats.org/officeDocument/2006/relationships/image" Target="../media/image90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7.bin"/><Relationship Id="rId20" Type="http://schemas.openxmlformats.org/officeDocument/2006/relationships/oleObject" Target="../embeddings/oleObject79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72.bin"/><Relationship Id="rId11" Type="http://schemas.openxmlformats.org/officeDocument/2006/relationships/image" Target="../media/image87.emf"/><Relationship Id="rId5" Type="http://schemas.openxmlformats.org/officeDocument/2006/relationships/image" Target="../media/image84.emf"/><Relationship Id="rId15" Type="http://schemas.openxmlformats.org/officeDocument/2006/relationships/image" Target="../media/image89.emf"/><Relationship Id="rId23" Type="http://schemas.openxmlformats.org/officeDocument/2006/relationships/image" Target="../media/image93.emf"/><Relationship Id="rId10" Type="http://schemas.openxmlformats.org/officeDocument/2006/relationships/oleObject" Target="../embeddings/oleObject74.bin"/><Relationship Id="rId19" Type="http://schemas.openxmlformats.org/officeDocument/2006/relationships/image" Target="../media/image91.emf"/><Relationship Id="rId4" Type="http://schemas.openxmlformats.org/officeDocument/2006/relationships/oleObject" Target="../embeddings/oleObject71.bin"/><Relationship Id="rId9" Type="http://schemas.openxmlformats.org/officeDocument/2006/relationships/image" Target="../media/image86.emf"/><Relationship Id="rId14" Type="http://schemas.openxmlformats.org/officeDocument/2006/relationships/oleObject" Target="../embeddings/oleObject76.bin"/><Relationship Id="rId22" Type="http://schemas.openxmlformats.org/officeDocument/2006/relationships/oleObject" Target="../embeddings/oleObject80.bin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8.emf"/><Relationship Id="rId18" Type="http://schemas.openxmlformats.org/officeDocument/2006/relationships/oleObject" Target="../embeddings/oleObject88.bin"/><Relationship Id="rId26" Type="http://schemas.openxmlformats.org/officeDocument/2006/relationships/oleObject" Target="../embeddings/oleObject92.bin"/><Relationship Id="rId39" Type="http://schemas.openxmlformats.org/officeDocument/2006/relationships/image" Target="../media/image111.emf"/><Relationship Id="rId21" Type="http://schemas.openxmlformats.org/officeDocument/2006/relationships/image" Target="../media/image102.emf"/><Relationship Id="rId34" Type="http://schemas.openxmlformats.org/officeDocument/2006/relationships/oleObject" Target="../embeddings/oleObject96.bin"/><Relationship Id="rId7" Type="http://schemas.openxmlformats.org/officeDocument/2006/relationships/image" Target="../media/image95.emf"/><Relationship Id="rId12" Type="http://schemas.openxmlformats.org/officeDocument/2006/relationships/oleObject" Target="../embeddings/oleObject85.bin"/><Relationship Id="rId17" Type="http://schemas.openxmlformats.org/officeDocument/2006/relationships/image" Target="../media/image100.emf"/><Relationship Id="rId25" Type="http://schemas.openxmlformats.org/officeDocument/2006/relationships/image" Target="../media/image104.emf"/><Relationship Id="rId33" Type="http://schemas.openxmlformats.org/officeDocument/2006/relationships/image" Target="../media/image108.emf"/><Relationship Id="rId38" Type="http://schemas.openxmlformats.org/officeDocument/2006/relationships/oleObject" Target="../embeddings/oleObject98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7.bin"/><Relationship Id="rId20" Type="http://schemas.openxmlformats.org/officeDocument/2006/relationships/oleObject" Target="../embeddings/oleObject89.bin"/><Relationship Id="rId29" Type="http://schemas.openxmlformats.org/officeDocument/2006/relationships/image" Target="../media/image106.emf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82.bin"/><Relationship Id="rId11" Type="http://schemas.openxmlformats.org/officeDocument/2006/relationships/image" Target="../media/image97.emf"/><Relationship Id="rId24" Type="http://schemas.openxmlformats.org/officeDocument/2006/relationships/oleObject" Target="../embeddings/oleObject91.bin"/><Relationship Id="rId32" Type="http://schemas.openxmlformats.org/officeDocument/2006/relationships/oleObject" Target="../embeddings/oleObject95.bin"/><Relationship Id="rId37" Type="http://schemas.openxmlformats.org/officeDocument/2006/relationships/image" Target="../media/image110.emf"/><Relationship Id="rId5" Type="http://schemas.openxmlformats.org/officeDocument/2006/relationships/image" Target="../media/image94.emf"/><Relationship Id="rId15" Type="http://schemas.openxmlformats.org/officeDocument/2006/relationships/image" Target="../media/image99.emf"/><Relationship Id="rId23" Type="http://schemas.openxmlformats.org/officeDocument/2006/relationships/image" Target="../media/image103.emf"/><Relationship Id="rId28" Type="http://schemas.openxmlformats.org/officeDocument/2006/relationships/oleObject" Target="../embeddings/oleObject93.bin"/><Relationship Id="rId36" Type="http://schemas.openxmlformats.org/officeDocument/2006/relationships/oleObject" Target="../embeddings/oleObject97.bin"/><Relationship Id="rId10" Type="http://schemas.openxmlformats.org/officeDocument/2006/relationships/oleObject" Target="../embeddings/oleObject84.bin"/><Relationship Id="rId19" Type="http://schemas.openxmlformats.org/officeDocument/2006/relationships/image" Target="../media/image101.emf"/><Relationship Id="rId31" Type="http://schemas.openxmlformats.org/officeDocument/2006/relationships/image" Target="../media/image107.emf"/><Relationship Id="rId4" Type="http://schemas.openxmlformats.org/officeDocument/2006/relationships/oleObject" Target="../embeddings/oleObject81.bin"/><Relationship Id="rId9" Type="http://schemas.openxmlformats.org/officeDocument/2006/relationships/image" Target="../media/image96.emf"/><Relationship Id="rId14" Type="http://schemas.openxmlformats.org/officeDocument/2006/relationships/oleObject" Target="../embeddings/oleObject86.bin"/><Relationship Id="rId22" Type="http://schemas.openxmlformats.org/officeDocument/2006/relationships/oleObject" Target="../embeddings/oleObject90.bin"/><Relationship Id="rId27" Type="http://schemas.openxmlformats.org/officeDocument/2006/relationships/image" Target="../media/image105.emf"/><Relationship Id="rId30" Type="http://schemas.openxmlformats.org/officeDocument/2006/relationships/oleObject" Target="../embeddings/oleObject94.bin"/><Relationship Id="rId35" Type="http://schemas.openxmlformats.org/officeDocument/2006/relationships/image" Target="../media/image109.emf"/><Relationship Id="rId8" Type="http://schemas.openxmlformats.org/officeDocument/2006/relationships/oleObject" Target="../embeddings/oleObject83.bin"/><Relationship Id="rId3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6.emf"/><Relationship Id="rId18" Type="http://schemas.openxmlformats.org/officeDocument/2006/relationships/oleObject" Target="../embeddings/oleObject106.bin"/><Relationship Id="rId26" Type="http://schemas.openxmlformats.org/officeDocument/2006/relationships/oleObject" Target="../embeddings/oleObject110.bin"/><Relationship Id="rId3" Type="http://schemas.openxmlformats.org/officeDocument/2006/relationships/notesSlide" Target="../notesSlides/notesSlide15.xml"/><Relationship Id="rId21" Type="http://schemas.openxmlformats.org/officeDocument/2006/relationships/image" Target="../media/image120.emf"/><Relationship Id="rId34" Type="http://schemas.openxmlformats.org/officeDocument/2006/relationships/oleObject" Target="../embeddings/oleObject114.bin"/><Relationship Id="rId7" Type="http://schemas.openxmlformats.org/officeDocument/2006/relationships/image" Target="../media/image113.emf"/><Relationship Id="rId12" Type="http://schemas.openxmlformats.org/officeDocument/2006/relationships/oleObject" Target="../embeddings/oleObject103.bin"/><Relationship Id="rId17" Type="http://schemas.openxmlformats.org/officeDocument/2006/relationships/image" Target="../media/image118.emf"/><Relationship Id="rId25" Type="http://schemas.openxmlformats.org/officeDocument/2006/relationships/image" Target="../media/image122.emf"/><Relationship Id="rId33" Type="http://schemas.openxmlformats.org/officeDocument/2006/relationships/image" Target="../media/image126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5.bin"/><Relationship Id="rId20" Type="http://schemas.openxmlformats.org/officeDocument/2006/relationships/oleObject" Target="../embeddings/oleObject107.bin"/><Relationship Id="rId29" Type="http://schemas.openxmlformats.org/officeDocument/2006/relationships/image" Target="../media/image124.emf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00.bin"/><Relationship Id="rId11" Type="http://schemas.openxmlformats.org/officeDocument/2006/relationships/image" Target="../media/image115.emf"/><Relationship Id="rId24" Type="http://schemas.openxmlformats.org/officeDocument/2006/relationships/oleObject" Target="../embeddings/oleObject109.bin"/><Relationship Id="rId32" Type="http://schemas.openxmlformats.org/officeDocument/2006/relationships/oleObject" Target="../embeddings/oleObject113.bin"/><Relationship Id="rId5" Type="http://schemas.openxmlformats.org/officeDocument/2006/relationships/image" Target="../media/image112.emf"/><Relationship Id="rId15" Type="http://schemas.openxmlformats.org/officeDocument/2006/relationships/image" Target="../media/image117.emf"/><Relationship Id="rId23" Type="http://schemas.openxmlformats.org/officeDocument/2006/relationships/image" Target="../media/image121.emf"/><Relationship Id="rId28" Type="http://schemas.openxmlformats.org/officeDocument/2006/relationships/oleObject" Target="../embeddings/oleObject111.bin"/><Relationship Id="rId10" Type="http://schemas.openxmlformats.org/officeDocument/2006/relationships/oleObject" Target="../embeddings/oleObject102.bin"/><Relationship Id="rId19" Type="http://schemas.openxmlformats.org/officeDocument/2006/relationships/image" Target="../media/image119.emf"/><Relationship Id="rId31" Type="http://schemas.openxmlformats.org/officeDocument/2006/relationships/image" Target="../media/image125.emf"/><Relationship Id="rId4" Type="http://schemas.openxmlformats.org/officeDocument/2006/relationships/oleObject" Target="../embeddings/oleObject99.bin"/><Relationship Id="rId9" Type="http://schemas.openxmlformats.org/officeDocument/2006/relationships/image" Target="../media/image114.emf"/><Relationship Id="rId14" Type="http://schemas.openxmlformats.org/officeDocument/2006/relationships/oleObject" Target="../embeddings/oleObject104.bin"/><Relationship Id="rId22" Type="http://schemas.openxmlformats.org/officeDocument/2006/relationships/oleObject" Target="../embeddings/oleObject108.bin"/><Relationship Id="rId27" Type="http://schemas.openxmlformats.org/officeDocument/2006/relationships/image" Target="../media/image123.emf"/><Relationship Id="rId30" Type="http://schemas.openxmlformats.org/officeDocument/2006/relationships/oleObject" Target="../embeddings/oleObject112.bin"/><Relationship Id="rId35" Type="http://schemas.openxmlformats.org/officeDocument/2006/relationships/image" Target="../media/image127.emf"/><Relationship Id="rId8" Type="http://schemas.openxmlformats.org/officeDocument/2006/relationships/oleObject" Target="../embeddings/oleObject101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7.bin"/><Relationship Id="rId13" Type="http://schemas.openxmlformats.org/officeDocument/2006/relationships/image" Target="../media/image132.emf"/><Relationship Id="rId18" Type="http://schemas.openxmlformats.org/officeDocument/2006/relationships/oleObject" Target="../embeddings/oleObject122.bin"/><Relationship Id="rId26" Type="http://schemas.openxmlformats.org/officeDocument/2006/relationships/oleObject" Target="../embeddings/oleObject126.bin"/><Relationship Id="rId3" Type="http://schemas.openxmlformats.org/officeDocument/2006/relationships/notesSlide" Target="../notesSlides/notesSlide16.xml"/><Relationship Id="rId21" Type="http://schemas.openxmlformats.org/officeDocument/2006/relationships/image" Target="../media/image136.emf"/><Relationship Id="rId7" Type="http://schemas.openxmlformats.org/officeDocument/2006/relationships/image" Target="../media/image129.emf"/><Relationship Id="rId12" Type="http://schemas.openxmlformats.org/officeDocument/2006/relationships/oleObject" Target="../embeddings/oleObject119.bin"/><Relationship Id="rId17" Type="http://schemas.openxmlformats.org/officeDocument/2006/relationships/image" Target="../media/image134.emf"/><Relationship Id="rId25" Type="http://schemas.openxmlformats.org/officeDocument/2006/relationships/image" Target="../media/image138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21.bin"/><Relationship Id="rId20" Type="http://schemas.openxmlformats.org/officeDocument/2006/relationships/oleObject" Target="../embeddings/oleObject123.bin"/><Relationship Id="rId29" Type="http://schemas.openxmlformats.org/officeDocument/2006/relationships/image" Target="../media/image140.emf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16.bin"/><Relationship Id="rId11" Type="http://schemas.openxmlformats.org/officeDocument/2006/relationships/image" Target="../media/image131.emf"/><Relationship Id="rId24" Type="http://schemas.openxmlformats.org/officeDocument/2006/relationships/oleObject" Target="../embeddings/oleObject125.bin"/><Relationship Id="rId5" Type="http://schemas.openxmlformats.org/officeDocument/2006/relationships/image" Target="../media/image128.emf"/><Relationship Id="rId15" Type="http://schemas.openxmlformats.org/officeDocument/2006/relationships/image" Target="../media/image133.emf"/><Relationship Id="rId23" Type="http://schemas.openxmlformats.org/officeDocument/2006/relationships/image" Target="../media/image137.emf"/><Relationship Id="rId28" Type="http://schemas.openxmlformats.org/officeDocument/2006/relationships/oleObject" Target="../embeddings/oleObject127.bin"/><Relationship Id="rId10" Type="http://schemas.openxmlformats.org/officeDocument/2006/relationships/oleObject" Target="../embeddings/oleObject118.bin"/><Relationship Id="rId19" Type="http://schemas.openxmlformats.org/officeDocument/2006/relationships/image" Target="../media/image135.emf"/><Relationship Id="rId31" Type="http://schemas.openxmlformats.org/officeDocument/2006/relationships/image" Target="../media/image141.emf"/><Relationship Id="rId4" Type="http://schemas.openxmlformats.org/officeDocument/2006/relationships/oleObject" Target="../embeddings/oleObject115.bin"/><Relationship Id="rId9" Type="http://schemas.openxmlformats.org/officeDocument/2006/relationships/image" Target="../media/image130.emf"/><Relationship Id="rId14" Type="http://schemas.openxmlformats.org/officeDocument/2006/relationships/oleObject" Target="../embeddings/oleObject120.bin"/><Relationship Id="rId22" Type="http://schemas.openxmlformats.org/officeDocument/2006/relationships/oleObject" Target="../embeddings/oleObject124.bin"/><Relationship Id="rId27" Type="http://schemas.openxmlformats.org/officeDocument/2006/relationships/image" Target="../media/image139.emf"/><Relationship Id="rId30" Type="http://schemas.openxmlformats.org/officeDocument/2006/relationships/oleObject" Target="../embeddings/oleObject128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1.bin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14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30.bin"/><Relationship Id="rId11" Type="http://schemas.openxmlformats.org/officeDocument/2006/relationships/image" Target="../media/image145.emf"/><Relationship Id="rId5" Type="http://schemas.openxmlformats.org/officeDocument/2006/relationships/image" Target="../media/image142.emf"/><Relationship Id="rId10" Type="http://schemas.openxmlformats.org/officeDocument/2006/relationships/oleObject" Target="../embeddings/oleObject132.bin"/><Relationship Id="rId4" Type="http://schemas.openxmlformats.org/officeDocument/2006/relationships/oleObject" Target="../embeddings/oleObject129.bin"/><Relationship Id="rId9" Type="http://schemas.openxmlformats.org/officeDocument/2006/relationships/image" Target="../media/image144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5.bin"/><Relationship Id="rId13" Type="http://schemas.openxmlformats.org/officeDocument/2006/relationships/image" Target="../media/image150.emf"/><Relationship Id="rId18" Type="http://schemas.openxmlformats.org/officeDocument/2006/relationships/oleObject" Target="../embeddings/oleObject140.bin"/><Relationship Id="rId26" Type="http://schemas.openxmlformats.org/officeDocument/2006/relationships/oleObject" Target="../embeddings/oleObject144.bin"/><Relationship Id="rId3" Type="http://schemas.openxmlformats.org/officeDocument/2006/relationships/notesSlide" Target="../notesSlides/notesSlide18.xml"/><Relationship Id="rId21" Type="http://schemas.openxmlformats.org/officeDocument/2006/relationships/image" Target="../media/image154.emf"/><Relationship Id="rId7" Type="http://schemas.openxmlformats.org/officeDocument/2006/relationships/image" Target="../media/image147.emf"/><Relationship Id="rId12" Type="http://schemas.openxmlformats.org/officeDocument/2006/relationships/oleObject" Target="../embeddings/oleObject137.bin"/><Relationship Id="rId17" Type="http://schemas.openxmlformats.org/officeDocument/2006/relationships/image" Target="../media/image152.emf"/><Relationship Id="rId25" Type="http://schemas.openxmlformats.org/officeDocument/2006/relationships/image" Target="../media/image156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9.bin"/><Relationship Id="rId20" Type="http://schemas.openxmlformats.org/officeDocument/2006/relationships/oleObject" Target="../embeddings/oleObject141.bin"/><Relationship Id="rId29" Type="http://schemas.openxmlformats.org/officeDocument/2006/relationships/image" Target="../media/image158.emf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34.bin"/><Relationship Id="rId11" Type="http://schemas.openxmlformats.org/officeDocument/2006/relationships/image" Target="../media/image149.emf"/><Relationship Id="rId24" Type="http://schemas.openxmlformats.org/officeDocument/2006/relationships/oleObject" Target="../embeddings/oleObject143.bin"/><Relationship Id="rId5" Type="http://schemas.openxmlformats.org/officeDocument/2006/relationships/image" Target="../media/image146.emf"/><Relationship Id="rId15" Type="http://schemas.openxmlformats.org/officeDocument/2006/relationships/image" Target="../media/image151.emf"/><Relationship Id="rId23" Type="http://schemas.openxmlformats.org/officeDocument/2006/relationships/image" Target="../media/image155.emf"/><Relationship Id="rId28" Type="http://schemas.openxmlformats.org/officeDocument/2006/relationships/oleObject" Target="../embeddings/oleObject145.bin"/><Relationship Id="rId10" Type="http://schemas.openxmlformats.org/officeDocument/2006/relationships/oleObject" Target="../embeddings/oleObject136.bin"/><Relationship Id="rId19" Type="http://schemas.openxmlformats.org/officeDocument/2006/relationships/image" Target="../media/image153.emf"/><Relationship Id="rId31" Type="http://schemas.openxmlformats.org/officeDocument/2006/relationships/image" Target="../media/image159.emf"/><Relationship Id="rId4" Type="http://schemas.openxmlformats.org/officeDocument/2006/relationships/oleObject" Target="../embeddings/oleObject133.bin"/><Relationship Id="rId9" Type="http://schemas.openxmlformats.org/officeDocument/2006/relationships/image" Target="../media/image148.emf"/><Relationship Id="rId14" Type="http://schemas.openxmlformats.org/officeDocument/2006/relationships/oleObject" Target="../embeddings/oleObject138.bin"/><Relationship Id="rId22" Type="http://schemas.openxmlformats.org/officeDocument/2006/relationships/oleObject" Target="../embeddings/oleObject142.bin"/><Relationship Id="rId27" Type="http://schemas.openxmlformats.org/officeDocument/2006/relationships/image" Target="../media/image157.emf"/><Relationship Id="rId30" Type="http://schemas.openxmlformats.org/officeDocument/2006/relationships/oleObject" Target="../embeddings/oleObject146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9.bin"/><Relationship Id="rId13" Type="http://schemas.openxmlformats.org/officeDocument/2006/relationships/image" Target="../media/image164.emf"/><Relationship Id="rId18" Type="http://schemas.openxmlformats.org/officeDocument/2006/relationships/oleObject" Target="../embeddings/oleObject154.bin"/><Relationship Id="rId3" Type="http://schemas.openxmlformats.org/officeDocument/2006/relationships/notesSlide" Target="../notesSlides/notesSlide19.xml"/><Relationship Id="rId21" Type="http://schemas.openxmlformats.org/officeDocument/2006/relationships/image" Target="../media/image168.emf"/><Relationship Id="rId7" Type="http://schemas.openxmlformats.org/officeDocument/2006/relationships/image" Target="../media/image161.emf"/><Relationship Id="rId12" Type="http://schemas.openxmlformats.org/officeDocument/2006/relationships/oleObject" Target="../embeddings/oleObject151.bin"/><Relationship Id="rId17" Type="http://schemas.openxmlformats.org/officeDocument/2006/relationships/image" Target="../media/image166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3.bin"/><Relationship Id="rId20" Type="http://schemas.openxmlformats.org/officeDocument/2006/relationships/oleObject" Target="../embeddings/oleObject155.bin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48.bin"/><Relationship Id="rId11" Type="http://schemas.openxmlformats.org/officeDocument/2006/relationships/image" Target="../media/image163.emf"/><Relationship Id="rId5" Type="http://schemas.openxmlformats.org/officeDocument/2006/relationships/image" Target="../media/image160.emf"/><Relationship Id="rId15" Type="http://schemas.openxmlformats.org/officeDocument/2006/relationships/image" Target="../media/image165.emf"/><Relationship Id="rId10" Type="http://schemas.openxmlformats.org/officeDocument/2006/relationships/oleObject" Target="../embeddings/oleObject150.bin"/><Relationship Id="rId19" Type="http://schemas.openxmlformats.org/officeDocument/2006/relationships/image" Target="../media/image167.emf"/><Relationship Id="rId4" Type="http://schemas.openxmlformats.org/officeDocument/2006/relationships/oleObject" Target="../embeddings/oleObject147.bin"/><Relationship Id="rId9" Type="http://schemas.openxmlformats.org/officeDocument/2006/relationships/image" Target="../media/image162.emf"/><Relationship Id="rId14" Type="http://schemas.openxmlformats.org/officeDocument/2006/relationships/oleObject" Target="../embeddings/oleObject152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8.bin"/><Relationship Id="rId13" Type="http://schemas.openxmlformats.org/officeDocument/2006/relationships/image" Target="../media/image173.emf"/><Relationship Id="rId18" Type="http://schemas.openxmlformats.org/officeDocument/2006/relationships/oleObject" Target="../embeddings/oleObject163.bin"/><Relationship Id="rId26" Type="http://schemas.openxmlformats.org/officeDocument/2006/relationships/oleObject" Target="../embeddings/oleObject167.bin"/><Relationship Id="rId3" Type="http://schemas.openxmlformats.org/officeDocument/2006/relationships/notesSlide" Target="../notesSlides/notesSlide20.xml"/><Relationship Id="rId21" Type="http://schemas.openxmlformats.org/officeDocument/2006/relationships/image" Target="../media/image177.emf"/><Relationship Id="rId7" Type="http://schemas.openxmlformats.org/officeDocument/2006/relationships/image" Target="../media/image170.emf"/><Relationship Id="rId12" Type="http://schemas.openxmlformats.org/officeDocument/2006/relationships/oleObject" Target="../embeddings/oleObject160.bin"/><Relationship Id="rId17" Type="http://schemas.openxmlformats.org/officeDocument/2006/relationships/image" Target="../media/image175.emf"/><Relationship Id="rId25" Type="http://schemas.openxmlformats.org/officeDocument/2006/relationships/image" Target="../media/image179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62.bin"/><Relationship Id="rId20" Type="http://schemas.openxmlformats.org/officeDocument/2006/relationships/oleObject" Target="../embeddings/oleObject164.bin"/><Relationship Id="rId29" Type="http://schemas.openxmlformats.org/officeDocument/2006/relationships/image" Target="../media/image181.emf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57.bin"/><Relationship Id="rId11" Type="http://schemas.openxmlformats.org/officeDocument/2006/relationships/image" Target="../media/image172.emf"/><Relationship Id="rId24" Type="http://schemas.openxmlformats.org/officeDocument/2006/relationships/oleObject" Target="../embeddings/oleObject166.bin"/><Relationship Id="rId5" Type="http://schemas.openxmlformats.org/officeDocument/2006/relationships/image" Target="../media/image169.emf"/><Relationship Id="rId15" Type="http://schemas.openxmlformats.org/officeDocument/2006/relationships/image" Target="../media/image174.emf"/><Relationship Id="rId23" Type="http://schemas.openxmlformats.org/officeDocument/2006/relationships/image" Target="../media/image178.emf"/><Relationship Id="rId28" Type="http://schemas.openxmlformats.org/officeDocument/2006/relationships/oleObject" Target="../embeddings/oleObject168.bin"/><Relationship Id="rId10" Type="http://schemas.openxmlformats.org/officeDocument/2006/relationships/oleObject" Target="../embeddings/oleObject159.bin"/><Relationship Id="rId19" Type="http://schemas.openxmlformats.org/officeDocument/2006/relationships/image" Target="../media/image176.emf"/><Relationship Id="rId31" Type="http://schemas.openxmlformats.org/officeDocument/2006/relationships/image" Target="../media/image182.emf"/><Relationship Id="rId4" Type="http://schemas.openxmlformats.org/officeDocument/2006/relationships/oleObject" Target="../embeddings/oleObject156.bin"/><Relationship Id="rId9" Type="http://schemas.openxmlformats.org/officeDocument/2006/relationships/image" Target="../media/image171.emf"/><Relationship Id="rId14" Type="http://schemas.openxmlformats.org/officeDocument/2006/relationships/oleObject" Target="../embeddings/oleObject161.bin"/><Relationship Id="rId22" Type="http://schemas.openxmlformats.org/officeDocument/2006/relationships/oleObject" Target="../embeddings/oleObject165.bin"/><Relationship Id="rId27" Type="http://schemas.openxmlformats.org/officeDocument/2006/relationships/image" Target="../media/image180.emf"/><Relationship Id="rId30" Type="http://schemas.openxmlformats.org/officeDocument/2006/relationships/oleObject" Target="../embeddings/oleObject169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2.bin"/><Relationship Id="rId13" Type="http://schemas.openxmlformats.org/officeDocument/2006/relationships/image" Target="../media/image187.emf"/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184.emf"/><Relationship Id="rId12" Type="http://schemas.openxmlformats.org/officeDocument/2006/relationships/oleObject" Target="../embeddings/oleObject17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71.bin"/><Relationship Id="rId11" Type="http://schemas.openxmlformats.org/officeDocument/2006/relationships/image" Target="../media/image186.emf"/><Relationship Id="rId5" Type="http://schemas.openxmlformats.org/officeDocument/2006/relationships/image" Target="../media/image183.emf"/><Relationship Id="rId10" Type="http://schemas.openxmlformats.org/officeDocument/2006/relationships/oleObject" Target="../embeddings/oleObject173.bin"/><Relationship Id="rId4" Type="http://schemas.openxmlformats.org/officeDocument/2006/relationships/oleObject" Target="../embeddings/oleObject170.bin"/><Relationship Id="rId9" Type="http://schemas.openxmlformats.org/officeDocument/2006/relationships/image" Target="../media/image185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24.xml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7.bin"/><Relationship Id="rId13" Type="http://schemas.openxmlformats.org/officeDocument/2006/relationships/image" Target="../media/image194.emf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191.emf"/><Relationship Id="rId12" Type="http://schemas.openxmlformats.org/officeDocument/2006/relationships/oleObject" Target="../embeddings/oleObject17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76.bin"/><Relationship Id="rId11" Type="http://schemas.openxmlformats.org/officeDocument/2006/relationships/image" Target="../media/image193.emf"/><Relationship Id="rId5" Type="http://schemas.openxmlformats.org/officeDocument/2006/relationships/image" Target="../media/image190.emf"/><Relationship Id="rId10" Type="http://schemas.openxmlformats.org/officeDocument/2006/relationships/oleObject" Target="../embeddings/oleObject178.bin"/><Relationship Id="rId4" Type="http://schemas.openxmlformats.org/officeDocument/2006/relationships/oleObject" Target="../embeddings/oleObject175.bin"/><Relationship Id="rId9" Type="http://schemas.openxmlformats.org/officeDocument/2006/relationships/image" Target="../media/image192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24.xml"/><Relationship Id="rId4" Type="http://schemas.microsoft.com/office/2007/relationships/hdphoto" Target="../media/hdphoto2.wd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png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9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png"/><Relationship Id="rId13" Type="http://schemas.openxmlformats.org/officeDocument/2006/relationships/oleObject" Target="../embeddings/oleObject182.bin"/><Relationship Id="rId3" Type="http://schemas.openxmlformats.org/officeDocument/2006/relationships/image" Target="../media/image203.png"/><Relationship Id="rId7" Type="http://schemas.openxmlformats.org/officeDocument/2006/relationships/image" Target="../media/image207.png"/><Relationship Id="rId12" Type="http://schemas.openxmlformats.org/officeDocument/2006/relationships/image" Target="../media/image201.wmf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206.png"/><Relationship Id="rId11" Type="http://schemas.openxmlformats.org/officeDocument/2006/relationships/oleObject" Target="../embeddings/oleObject181.bin"/><Relationship Id="rId5" Type="http://schemas.openxmlformats.org/officeDocument/2006/relationships/image" Target="../media/image205.png"/><Relationship Id="rId15" Type="http://schemas.openxmlformats.org/officeDocument/2006/relationships/oleObject" Target="../embeddings/oleObject183.bin"/><Relationship Id="rId10" Type="http://schemas.openxmlformats.org/officeDocument/2006/relationships/image" Target="../media/image200.wmf"/><Relationship Id="rId4" Type="http://schemas.openxmlformats.org/officeDocument/2006/relationships/image" Target="../media/image204.png"/><Relationship Id="rId9" Type="http://schemas.openxmlformats.org/officeDocument/2006/relationships/oleObject" Target="../embeddings/oleObject180.bin"/><Relationship Id="rId14" Type="http://schemas.openxmlformats.org/officeDocument/2006/relationships/image" Target="../media/image202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6.bin"/><Relationship Id="rId13" Type="http://schemas.openxmlformats.org/officeDocument/2006/relationships/image" Target="../media/image213.emf"/><Relationship Id="rId18" Type="http://schemas.openxmlformats.org/officeDocument/2006/relationships/oleObject" Target="../embeddings/oleObject191.bin"/><Relationship Id="rId3" Type="http://schemas.openxmlformats.org/officeDocument/2006/relationships/notesSlide" Target="../notesSlides/notesSlide23.xml"/><Relationship Id="rId21" Type="http://schemas.openxmlformats.org/officeDocument/2006/relationships/image" Target="../media/image217.emf"/><Relationship Id="rId7" Type="http://schemas.openxmlformats.org/officeDocument/2006/relationships/image" Target="../media/image210.emf"/><Relationship Id="rId12" Type="http://schemas.openxmlformats.org/officeDocument/2006/relationships/oleObject" Target="../embeddings/oleObject188.bin"/><Relationship Id="rId17" Type="http://schemas.openxmlformats.org/officeDocument/2006/relationships/image" Target="../media/image215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90.bin"/><Relationship Id="rId20" Type="http://schemas.openxmlformats.org/officeDocument/2006/relationships/oleObject" Target="../embeddings/oleObject192.bin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185.bin"/><Relationship Id="rId11" Type="http://schemas.openxmlformats.org/officeDocument/2006/relationships/image" Target="../media/image212.emf"/><Relationship Id="rId5" Type="http://schemas.openxmlformats.org/officeDocument/2006/relationships/image" Target="../media/image209.emf"/><Relationship Id="rId15" Type="http://schemas.openxmlformats.org/officeDocument/2006/relationships/image" Target="../media/image214.emf"/><Relationship Id="rId23" Type="http://schemas.openxmlformats.org/officeDocument/2006/relationships/image" Target="../media/image218.emf"/><Relationship Id="rId10" Type="http://schemas.openxmlformats.org/officeDocument/2006/relationships/oleObject" Target="../embeddings/oleObject187.bin"/><Relationship Id="rId19" Type="http://schemas.openxmlformats.org/officeDocument/2006/relationships/image" Target="../media/image216.emf"/><Relationship Id="rId4" Type="http://schemas.openxmlformats.org/officeDocument/2006/relationships/oleObject" Target="../embeddings/oleObject184.bin"/><Relationship Id="rId9" Type="http://schemas.openxmlformats.org/officeDocument/2006/relationships/image" Target="../media/image211.emf"/><Relationship Id="rId14" Type="http://schemas.openxmlformats.org/officeDocument/2006/relationships/oleObject" Target="../embeddings/oleObject189.bin"/><Relationship Id="rId22" Type="http://schemas.openxmlformats.org/officeDocument/2006/relationships/oleObject" Target="../embeddings/oleObject193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6.bin"/><Relationship Id="rId13" Type="http://schemas.openxmlformats.org/officeDocument/2006/relationships/image" Target="../media/image223.emf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220.emf"/><Relationship Id="rId12" Type="http://schemas.openxmlformats.org/officeDocument/2006/relationships/oleObject" Target="../embeddings/oleObject198.bin"/><Relationship Id="rId17" Type="http://schemas.openxmlformats.org/officeDocument/2006/relationships/image" Target="../media/image225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00.bin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195.bin"/><Relationship Id="rId11" Type="http://schemas.openxmlformats.org/officeDocument/2006/relationships/image" Target="../media/image222.emf"/><Relationship Id="rId5" Type="http://schemas.openxmlformats.org/officeDocument/2006/relationships/image" Target="../media/image219.emf"/><Relationship Id="rId15" Type="http://schemas.openxmlformats.org/officeDocument/2006/relationships/image" Target="../media/image224.emf"/><Relationship Id="rId10" Type="http://schemas.openxmlformats.org/officeDocument/2006/relationships/oleObject" Target="../embeddings/oleObject197.bin"/><Relationship Id="rId4" Type="http://schemas.openxmlformats.org/officeDocument/2006/relationships/oleObject" Target="../embeddings/oleObject194.bin"/><Relationship Id="rId9" Type="http://schemas.openxmlformats.org/officeDocument/2006/relationships/image" Target="../media/image221.emf"/><Relationship Id="rId14" Type="http://schemas.openxmlformats.org/officeDocument/2006/relationships/oleObject" Target="../embeddings/oleObject199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9.png"/><Relationship Id="rId5" Type="http://schemas.openxmlformats.org/officeDocument/2006/relationships/image" Target="../media/image228.png"/><Relationship Id="rId4" Type="http://schemas.openxmlformats.org/officeDocument/2006/relationships/image" Target="../media/image22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3.bin"/><Relationship Id="rId13" Type="http://schemas.openxmlformats.org/officeDocument/2006/relationships/image" Target="../media/image230.emf"/><Relationship Id="rId18" Type="http://schemas.openxmlformats.org/officeDocument/2006/relationships/oleObject" Target="../embeddings/oleObject208.bin"/><Relationship Id="rId26" Type="http://schemas.openxmlformats.org/officeDocument/2006/relationships/oleObject" Target="../embeddings/oleObject212.bin"/><Relationship Id="rId3" Type="http://schemas.openxmlformats.org/officeDocument/2006/relationships/notesSlide" Target="../notesSlides/notesSlide26.xml"/><Relationship Id="rId21" Type="http://schemas.openxmlformats.org/officeDocument/2006/relationships/image" Target="../media/image234.emf"/><Relationship Id="rId7" Type="http://schemas.openxmlformats.org/officeDocument/2006/relationships/image" Target="../media/image227.emf"/><Relationship Id="rId12" Type="http://schemas.openxmlformats.org/officeDocument/2006/relationships/oleObject" Target="../embeddings/oleObject205.bin"/><Relationship Id="rId17" Type="http://schemas.openxmlformats.org/officeDocument/2006/relationships/image" Target="../media/image232.emf"/><Relationship Id="rId25" Type="http://schemas.openxmlformats.org/officeDocument/2006/relationships/image" Target="../media/image236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07.bin"/><Relationship Id="rId20" Type="http://schemas.openxmlformats.org/officeDocument/2006/relationships/oleObject" Target="../embeddings/oleObject209.bin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202.bin"/><Relationship Id="rId11" Type="http://schemas.openxmlformats.org/officeDocument/2006/relationships/image" Target="../media/image229.emf"/><Relationship Id="rId24" Type="http://schemas.openxmlformats.org/officeDocument/2006/relationships/oleObject" Target="../embeddings/oleObject211.bin"/><Relationship Id="rId5" Type="http://schemas.openxmlformats.org/officeDocument/2006/relationships/image" Target="../media/image226.emf"/><Relationship Id="rId15" Type="http://schemas.openxmlformats.org/officeDocument/2006/relationships/image" Target="../media/image231.emf"/><Relationship Id="rId23" Type="http://schemas.openxmlformats.org/officeDocument/2006/relationships/image" Target="../media/image235.emf"/><Relationship Id="rId10" Type="http://schemas.openxmlformats.org/officeDocument/2006/relationships/oleObject" Target="../embeddings/oleObject204.bin"/><Relationship Id="rId19" Type="http://schemas.openxmlformats.org/officeDocument/2006/relationships/image" Target="../media/image233.emf"/><Relationship Id="rId4" Type="http://schemas.openxmlformats.org/officeDocument/2006/relationships/oleObject" Target="../embeddings/oleObject201.bin"/><Relationship Id="rId9" Type="http://schemas.openxmlformats.org/officeDocument/2006/relationships/image" Target="../media/image228.emf"/><Relationship Id="rId14" Type="http://schemas.openxmlformats.org/officeDocument/2006/relationships/oleObject" Target="../embeddings/oleObject206.bin"/><Relationship Id="rId22" Type="http://schemas.openxmlformats.org/officeDocument/2006/relationships/oleObject" Target="../embeddings/oleObject210.bin"/><Relationship Id="rId27" Type="http://schemas.openxmlformats.org/officeDocument/2006/relationships/image" Target="../media/image237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5.bin"/><Relationship Id="rId13" Type="http://schemas.openxmlformats.org/officeDocument/2006/relationships/image" Target="../media/image242.emf"/><Relationship Id="rId18" Type="http://schemas.openxmlformats.org/officeDocument/2006/relationships/oleObject" Target="../embeddings/oleObject220.bin"/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239.emf"/><Relationship Id="rId12" Type="http://schemas.openxmlformats.org/officeDocument/2006/relationships/oleObject" Target="../embeddings/oleObject217.bin"/><Relationship Id="rId17" Type="http://schemas.openxmlformats.org/officeDocument/2006/relationships/image" Target="../media/image244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19.bin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214.bin"/><Relationship Id="rId11" Type="http://schemas.openxmlformats.org/officeDocument/2006/relationships/image" Target="../media/image241.emf"/><Relationship Id="rId5" Type="http://schemas.openxmlformats.org/officeDocument/2006/relationships/image" Target="../media/image238.emf"/><Relationship Id="rId15" Type="http://schemas.openxmlformats.org/officeDocument/2006/relationships/image" Target="../media/image243.emf"/><Relationship Id="rId10" Type="http://schemas.openxmlformats.org/officeDocument/2006/relationships/oleObject" Target="../embeddings/oleObject216.bin"/><Relationship Id="rId19" Type="http://schemas.openxmlformats.org/officeDocument/2006/relationships/image" Target="../media/image245.emf"/><Relationship Id="rId4" Type="http://schemas.openxmlformats.org/officeDocument/2006/relationships/oleObject" Target="../embeddings/oleObject213.bin"/><Relationship Id="rId9" Type="http://schemas.openxmlformats.org/officeDocument/2006/relationships/image" Target="../media/image240.emf"/><Relationship Id="rId14" Type="http://schemas.openxmlformats.org/officeDocument/2006/relationships/oleObject" Target="../embeddings/oleObject218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7.png"/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9.png"/><Relationship Id="rId4" Type="http://schemas.openxmlformats.org/officeDocument/2006/relationships/image" Target="../media/image24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3.bin"/><Relationship Id="rId13" Type="http://schemas.openxmlformats.org/officeDocument/2006/relationships/image" Target="../media/image254.emf"/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251.emf"/><Relationship Id="rId12" Type="http://schemas.openxmlformats.org/officeDocument/2006/relationships/oleObject" Target="../embeddings/oleObject2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222.bin"/><Relationship Id="rId11" Type="http://schemas.openxmlformats.org/officeDocument/2006/relationships/image" Target="../media/image253.emf"/><Relationship Id="rId5" Type="http://schemas.openxmlformats.org/officeDocument/2006/relationships/image" Target="../media/image250.emf"/><Relationship Id="rId15" Type="http://schemas.openxmlformats.org/officeDocument/2006/relationships/image" Target="../media/image255.emf"/><Relationship Id="rId10" Type="http://schemas.openxmlformats.org/officeDocument/2006/relationships/oleObject" Target="../embeddings/oleObject224.bin"/><Relationship Id="rId4" Type="http://schemas.openxmlformats.org/officeDocument/2006/relationships/oleObject" Target="../embeddings/oleObject221.bin"/><Relationship Id="rId9" Type="http://schemas.openxmlformats.org/officeDocument/2006/relationships/image" Target="../media/image252.emf"/><Relationship Id="rId14" Type="http://schemas.openxmlformats.org/officeDocument/2006/relationships/oleObject" Target="../embeddings/oleObject226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7.emf"/><Relationship Id="rId13" Type="http://schemas.openxmlformats.org/officeDocument/2006/relationships/image" Target="../media/image260.jpeg"/><Relationship Id="rId3" Type="http://schemas.openxmlformats.org/officeDocument/2006/relationships/notesSlide" Target="../notesSlides/notesSlide29.xml"/><Relationship Id="rId7" Type="http://schemas.openxmlformats.org/officeDocument/2006/relationships/oleObject" Target="../embeddings/oleObject228.bin"/><Relationship Id="rId12" Type="http://schemas.openxmlformats.org/officeDocument/2006/relationships/image" Target="../media/image25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56.emf"/><Relationship Id="rId11" Type="http://schemas.openxmlformats.org/officeDocument/2006/relationships/oleObject" Target="../embeddings/oleObject230.bin"/><Relationship Id="rId5" Type="http://schemas.openxmlformats.org/officeDocument/2006/relationships/oleObject" Target="../embeddings/oleObject227.bin"/><Relationship Id="rId10" Type="http://schemas.openxmlformats.org/officeDocument/2006/relationships/image" Target="../media/image258.emf"/><Relationship Id="rId4" Type="http://schemas.openxmlformats.org/officeDocument/2006/relationships/image" Target="../media/image264.png"/><Relationship Id="rId9" Type="http://schemas.openxmlformats.org/officeDocument/2006/relationships/oleObject" Target="../embeddings/oleObject229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3.bin"/><Relationship Id="rId13" Type="http://schemas.openxmlformats.org/officeDocument/2006/relationships/image" Target="../media/image265.emf"/><Relationship Id="rId18" Type="http://schemas.openxmlformats.org/officeDocument/2006/relationships/oleObject" Target="../embeddings/oleObject238.bin"/><Relationship Id="rId3" Type="http://schemas.openxmlformats.org/officeDocument/2006/relationships/notesSlide" Target="../notesSlides/notesSlide30.xml"/><Relationship Id="rId7" Type="http://schemas.openxmlformats.org/officeDocument/2006/relationships/image" Target="../media/image262.emf"/><Relationship Id="rId12" Type="http://schemas.openxmlformats.org/officeDocument/2006/relationships/oleObject" Target="../embeddings/oleObject235.bin"/><Relationship Id="rId17" Type="http://schemas.openxmlformats.org/officeDocument/2006/relationships/image" Target="../media/image267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37.bin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232.bin"/><Relationship Id="rId11" Type="http://schemas.openxmlformats.org/officeDocument/2006/relationships/image" Target="../media/image264.emf"/><Relationship Id="rId5" Type="http://schemas.openxmlformats.org/officeDocument/2006/relationships/image" Target="../media/image261.emf"/><Relationship Id="rId15" Type="http://schemas.openxmlformats.org/officeDocument/2006/relationships/image" Target="../media/image266.emf"/><Relationship Id="rId10" Type="http://schemas.openxmlformats.org/officeDocument/2006/relationships/oleObject" Target="../embeddings/oleObject234.bin"/><Relationship Id="rId19" Type="http://schemas.openxmlformats.org/officeDocument/2006/relationships/image" Target="../media/image268.emf"/><Relationship Id="rId4" Type="http://schemas.openxmlformats.org/officeDocument/2006/relationships/oleObject" Target="../embeddings/oleObject231.bin"/><Relationship Id="rId9" Type="http://schemas.openxmlformats.org/officeDocument/2006/relationships/image" Target="../media/image263.emf"/><Relationship Id="rId14" Type="http://schemas.openxmlformats.org/officeDocument/2006/relationships/oleObject" Target="../embeddings/oleObject236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1.bin"/><Relationship Id="rId13" Type="http://schemas.openxmlformats.org/officeDocument/2006/relationships/image" Target="../media/image273.emf"/><Relationship Id="rId18" Type="http://schemas.openxmlformats.org/officeDocument/2006/relationships/oleObject" Target="../embeddings/oleObject246.bin"/><Relationship Id="rId3" Type="http://schemas.openxmlformats.org/officeDocument/2006/relationships/notesSlide" Target="../notesSlides/notesSlide31.xml"/><Relationship Id="rId21" Type="http://schemas.openxmlformats.org/officeDocument/2006/relationships/image" Target="../media/image277.emf"/><Relationship Id="rId7" Type="http://schemas.openxmlformats.org/officeDocument/2006/relationships/image" Target="../media/image270.emf"/><Relationship Id="rId12" Type="http://schemas.openxmlformats.org/officeDocument/2006/relationships/oleObject" Target="../embeddings/oleObject243.bin"/><Relationship Id="rId17" Type="http://schemas.openxmlformats.org/officeDocument/2006/relationships/image" Target="../media/image275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45.bin"/><Relationship Id="rId20" Type="http://schemas.openxmlformats.org/officeDocument/2006/relationships/oleObject" Target="../embeddings/oleObject247.bin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240.bin"/><Relationship Id="rId11" Type="http://schemas.openxmlformats.org/officeDocument/2006/relationships/image" Target="../media/image272.emf"/><Relationship Id="rId5" Type="http://schemas.openxmlformats.org/officeDocument/2006/relationships/image" Target="../media/image269.emf"/><Relationship Id="rId15" Type="http://schemas.openxmlformats.org/officeDocument/2006/relationships/image" Target="../media/image274.emf"/><Relationship Id="rId23" Type="http://schemas.openxmlformats.org/officeDocument/2006/relationships/image" Target="../media/image278.emf"/><Relationship Id="rId10" Type="http://schemas.openxmlformats.org/officeDocument/2006/relationships/oleObject" Target="../embeddings/oleObject242.bin"/><Relationship Id="rId19" Type="http://schemas.openxmlformats.org/officeDocument/2006/relationships/image" Target="../media/image276.emf"/><Relationship Id="rId4" Type="http://schemas.openxmlformats.org/officeDocument/2006/relationships/oleObject" Target="../embeddings/oleObject239.bin"/><Relationship Id="rId9" Type="http://schemas.openxmlformats.org/officeDocument/2006/relationships/image" Target="../media/image271.emf"/><Relationship Id="rId14" Type="http://schemas.openxmlformats.org/officeDocument/2006/relationships/oleObject" Target="../embeddings/oleObject244.bin"/><Relationship Id="rId22" Type="http://schemas.openxmlformats.org/officeDocument/2006/relationships/oleObject" Target="../embeddings/oleObject248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1.bin"/><Relationship Id="rId13" Type="http://schemas.openxmlformats.org/officeDocument/2006/relationships/image" Target="../media/image283.wmf"/><Relationship Id="rId3" Type="http://schemas.openxmlformats.org/officeDocument/2006/relationships/oleObject" Target="../embeddings/oleObject249.bin"/><Relationship Id="rId7" Type="http://schemas.openxmlformats.org/officeDocument/2006/relationships/image" Target="../media/image280.wmf"/><Relationship Id="rId12" Type="http://schemas.openxmlformats.org/officeDocument/2006/relationships/oleObject" Target="../embeddings/oleObject25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250.bin"/><Relationship Id="rId11" Type="http://schemas.openxmlformats.org/officeDocument/2006/relationships/image" Target="../media/image282.wmf"/><Relationship Id="rId5" Type="http://schemas.openxmlformats.org/officeDocument/2006/relationships/image" Target="../media/image285.png"/><Relationship Id="rId15" Type="http://schemas.openxmlformats.org/officeDocument/2006/relationships/image" Target="../media/image284.wmf"/><Relationship Id="rId10" Type="http://schemas.openxmlformats.org/officeDocument/2006/relationships/oleObject" Target="../embeddings/oleObject252.bin"/><Relationship Id="rId4" Type="http://schemas.openxmlformats.org/officeDocument/2006/relationships/image" Target="../media/image279.png"/><Relationship Id="rId9" Type="http://schemas.openxmlformats.org/officeDocument/2006/relationships/image" Target="../media/image281.wmf"/><Relationship Id="rId14" Type="http://schemas.openxmlformats.org/officeDocument/2006/relationships/oleObject" Target="../embeddings/oleObject254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8.wmf"/><Relationship Id="rId3" Type="http://schemas.openxmlformats.org/officeDocument/2006/relationships/oleObject" Target="../embeddings/oleObject255.bin"/><Relationship Id="rId7" Type="http://schemas.openxmlformats.org/officeDocument/2006/relationships/oleObject" Target="../embeddings/oleObject25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87.wmf"/><Relationship Id="rId5" Type="http://schemas.openxmlformats.org/officeDocument/2006/relationships/oleObject" Target="../embeddings/oleObject256.bin"/><Relationship Id="rId4" Type="http://schemas.openxmlformats.org/officeDocument/2006/relationships/image" Target="../media/image286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png"/><Relationship Id="rId3" Type="http://schemas.openxmlformats.org/officeDocument/2006/relationships/oleObject" Target="../embeddings/oleObject258.bin"/><Relationship Id="rId7" Type="http://schemas.openxmlformats.org/officeDocument/2006/relationships/image" Target="../media/image29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90.wmf"/><Relationship Id="rId5" Type="http://schemas.openxmlformats.org/officeDocument/2006/relationships/oleObject" Target="../embeddings/oleObject259.bin"/><Relationship Id="rId4" Type="http://schemas.openxmlformats.org/officeDocument/2006/relationships/image" Target="../media/image289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wmf"/><Relationship Id="rId3" Type="http://schemas.openxmlformats.org/officeDocument/2006/relationships/oleObject" Target="../embeddings/oleObject260.bin"/><Relationship Id="rId7" Type="http://schemas.openxmlformats.org/officeDocument/2006/relationships/oleObject" Target="../embeddings/oleObject26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94.wmf"/><Relationship Id="rId11" Type="http://schemas.openxmlformats.org/officeDocument/2006/relationships/image" Target="../media/image296.wmf"/><Relationship Id="rId5" Type="http://schemas.openxmlformats.org/officeDocument/2006/relationships/oleObject" Target="../embeddings/oleObject261.bin"/><Relationship Id="rId10" Type="http://schemas.openxmlformats.org/officeDocument/2006/relationships/oleObject" Target="../embeddings/oleObject263.bin"/><Relationship Id="rId4" Type="http://schemas.openxmlformats.org/officeDocument/2006/relationships/image" Target="../media/image293.wmf"/><Relationship Id="rId9" Type="http://schemas.openxmlformats.org/officeDocument/2006/relationships/image" Target="../media/image297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6.bin"/><Relationship Id="rId13" Type="http://schemas.openxmlformats.org/officeDocument/2006/relationships/image" Target="../media/image302.emf"/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299.emf"/><Relationship Id="rId12" Type="http://schemas.openxmlformats.org/officeDocument/2006/relationships/oleObject" Target="../embeddings/oleObject26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265.bin"/><Relationship Id="rId11" Type="http://schemas.openxmlformats.org/officeDocument/2006/relationships/image" Target="../media/image301.emf"/><Relationship Id="rId5" Type="http://schemas.openxmlformats.org/officeDocument/2006/relationships/image" Target="../media/image298.emf"/><Relationship Id="rId10" Type="http://schemas.openxmlformats.org/officeDocument/2006/relationships/oleObject" Target="../embeddings/oleObject267.bin"/><Relationship Id="rId4" Type="http://schemas.openxmlformats.org/officeDocument/2006/relationships/oleObject" Target="../embeddings/oleObject264.bin"/><Relationship Id="rId9" Type="http://schemas.openxmlformats.org/officeDocument/2006/relationships/image" Target="../media/image300.e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1.bin"/><Relationship Id="rId13" Type="http://schemas.openxmlformats.org/officeDocument/2006/relationships/image" Target="../media/image307.emf"/><Relationship Id="rId18" Type="http://schemas.openxmlformats.org/officeDocument/2006/relationships/oleObject" Target="../embeddings/oleObject276.bin"/><Relationship Id="rId3" Type="http://schemas.openxmlformats.org/officeDocument/2006/relationships/notesSlide" Target="../notesSlides/notesSlide33.xml"/><Relationship Id="rId21" Type="http://schemas.openxmlformats.org/officeDocument/2006/relationships/image" Target="../media/image311.emf"/><Relationship Id="rId7" Type="http://schemas.openxmlformats.org/officeDocument/2006/relationships/image" Target="../media/image304.emf"/><Relationship Id="rId12" Type="http://schemas.openxmlformats.org/officeDocument/2006/relationships/oleObject" Target="../embeddings/oleObject273.bin"/><Relationship Id="rId17" Type="http://schemas.openxmlformats.org/officeDocument/2006/relationships/image" Target="../media/image309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75.bin"/><Relationship Id="rId20" Type="http://schemas.openxmlformats.org/officeDocument/2006/relationships/oleObject" Target="../embeddings/oleObject277.bin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270.bin"/><Relationship Id="rId11" Type="http://schemas.openxmlformats.org/officeDocument/2006/relationships/image" Target="../media/image306.emf"/><Relationship Id="rId5" Type="http://schemas.openxmlformats.org/officeDocument/2006/relationships/image" Target="../media/image303.emf"/><Relationship Id="rId15" Type="http://schemas.openxmlformats.org/officeDocument/2006/relationships/image" Target="../media/image308.emf"/><Relationship Id="rId10" Type="http://schemas.openxmlformats.org/officeDocument/2006/relationships/oleObject" Target="../embeddings/oleObject272.bin"/><Relationship Id="rId19" Type="http://schemas.openxmlformats.org/officeDocument/2006/relationships/image" Target="../media/image310.emf"/><Relationship Id="rId4" Type="http://schemas.openxmlformats.org/officeDocument/2006/relationships/oleObject" Target="../embeddings/oleObject269.bin"/><Relationship Id="rId9" Type="http://schemas.openxmlformats.org/officeDocument/2006/relationships/image" Target="../media/image305.emf"/><Relationship Id="rId14" Type="http://schemas.openxmlformats.org/officeDocument/2006/relationships/oleObject" Target="../embeddings/oleObject274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0.bin"/><Relationship Id="rId13" Type="http://schemas.openxmlformats.org/officeDocument/2006/relationships/image" Target="../media/image316.emf"/><Relationship Id="rId18" Type="http://schemas.openxmlformats.org/officeDocument/2006/relationships/oleObject" Target="../embeddings/oleObject285.bin"/><Relationship Id="rId3" Type="http://schemas.openxmlformats.org/officeDocument/2006/relationships/notesSlide" Target="../notesSlides/notesSlide34.xml"/><Relationship Id="rId21" Type="http://schemas.openxmlformats.org/officeDocument/2006/relationships/image" Target="../media/image320.emf"/><Relationship Id="rId7" Type="http://schemas.openxmlformats.org/officeDocument/2006/relationships/image" Target="../media/image313.emf"/><Relationship Id="rId12" Type="http://schemas.openxmlformats.org/officeDocument/2006/relationships/oleObject" Target="../embeddings/oleObject282.bin"/><Relationship Id="rId17" Type="http://schemas.openxmlformats.org/officeDocument/2006/relationships/image" Target="../media/image318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84.bin"/><Relationship Id="rId20" Type="http://schemas.openxmlformats.org/officeDocument/2006/relationships/oleObject" Target="../embeddings/oleObject286.bin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279.bin"/><Relationship Id="rId11" Type="http://schemas.openxmlformats.org/officeDocument/2006/relationships/image" Target="../media/image315.emf"/><Relationship Id="rId5" Type="http://schemas.openxmlformats.org/officeDocument/2006/relationships/image" Target="../media/image312.emf"/><Relationship Id="rId15" Type="http://schemas.openxmlformats.org/officeDocument/2006/relationships/image" Target="../media/image317.emf"/><Relationship Id="rId23" Type="http://schemas.openxmlformats.org/officeDocument/2006/relationships/image" Target="../media/image321.emf"/><Relationship Id="rId10" Type="http://schemas.openxmlformats.org/officeDocument/2006/relationships/oleObject" Target="../embeddings/oleObject281.bin"/><Relationship Id="rId19" Type="http://schemas.openxmlformats.org/officeDocument/2006/relationships/image" Target="../media/image319.emf"/><Relationship Id="rId4" Type="http://schemas.openxmlformats.org/officeDocument/2006/relationships/oleObject" Target="../embeddings/oleObject278.bin"/><Relationship Id="rId9" Type="http://schemas.openxmlformats.org/officeDocument/2006/relationships/image" Target="../media/image314.emf"/><Relationship Id="rId14" Type="http://schemas.openxmlformats.org/officeDocument/2006/relationships/oleObject" Target="../embeddings/oleObject283.bin"/><Relationship Id="rId22" Type="http://schemas.openxmlformats.org/officeDocument/2006/relationships/oleObject" Target="../embeddings/oleObject287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0.bin"/><Relationship Id="rId13" Type="http://schemas.openxmlformats.org/officeDocument/2006/relationships/image" Target="../media/image326.emf"/><Relationship Id="rId3" Type="http://schemas.openxmlformats.org/officeDocument/2006/relationships/notesSlide" Target="../notesSlides/notesSlide35.xml"/><Relationship Id="rId7" Type="http://schemas.openxmlformats.org/officeDocument/2006/relationships/image" Target="../media/image323.emf"/><Relationship Id="rId12" Type="http://schemas.openxmlformats.org/officeDocument/2006/relationships/oleObject" Target="../embeddings/oleObject292.bin"/><Relationship Id="rId17" Type="http://schemas.openxmlformats.org/officeDocument/2006/relationships/image" Target="../media/image328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94.bin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289.bin"/><Relationship Id="rId11" Type="http://schemas.openxmlformats.org/officeDocument/2006/relationships/image" Target="../media/image325.emf"/><Relationship Id="rId5" Type="http://schemas.openxmlformats.org/officeDocument/2006/relationships/image" Target="../media/image322.emf"/><Relationship Id="rId15" Type="http://schemas.openxmlformats.org/officeDocument/2006/relationships/image" Target="../media/image327.emf"/><Relationship Id="rId10" Type="http://schemas.openxmlformats.org/officeDocument/2006/relationships/oleObject" Target="../embeddings/oleObject291.bin"/><Relationship Id="rId4" Type="http://schemas.openxmlformats.org/officeDocument/2006/relationships/oleObject" Target="../embeddings/oleObject288.bin"/><Relationship Id="rId9" Type="http://schemas.openxmlformats.org/officeDocument/2006/relationships/image" Target="../media/image324.emf"/><Relationship Id="rId14" Type="http://schemas.openxmlformats.org/officeDocument/2006/relationships/oleObject" Target="../embeddings/oleObject293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7.bin"/><Relationship Id="rId13" Type="http://schemas.openxmlformats.org/officeDocument/2006/relationships/image" Target="../media/image333.emf"/><Relationship Id="rId3" Type="http://schemas.openxmlformats.org/officeDocument/2006/relationships/notesSlide" Target="../notesSlides/notesSlide36.xml"/><Relationship Id="rId7" Type="http://schemas.openxmlformats.org/officeDocument/2006/relationships/image" Target="../media/image330.emf"/><Relationship Id="rId12" Type="http://schemas.openxmlformats.org/officeDocument/2006/relationships/oleObject" Target="../embeddings/oleObject29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oleObject" Target="../embeddings/oleObject296.bin"/><Relationship Id="rId11" Type="http://schemas.openxmlformats.org/officeDocument/2006/relationships/image" Target="../media/image332.emf"/><Relationship Id="rId5" Type="http://schemas.openxmlformats.org/officeDocument/2006/relationships/image" Target="../media/image329.emf"/><Relationship Id="rId15" Type="http://schemas.openxmlformats.org/officeDocument/2006/relationships/image" Target="../media/image334.emf"/><Relationship Id="rId10" Type="http://schemas.openxmlformats.org/officeDocument/2006/relationships/oleObject" Target="../embeddings/oleObject298.bin"/><Relationship Id="rId4" Type="http://schemas.openxmlformats.org/officeDocument/2006/relationships/oleObject" Target="../embeddings/oleObject295.bin"/><Relationship Id="rId9" Type="http://schemas.openxmlformats.org/officeDocument/2006/relationships/image" Target="../media/image331.emf"/><Relationship Id="rId14" Type="http://schemas.openxmlformats.org/officeDocument/2006/relationships/oleObject" Target="../embeddings/oleObject300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5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6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7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8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0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2197100" y="165100"/>
            <a:ext cx="723900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1" hangingPunct="1">
              <a:defRPr/>
            </a:pPr>
            <a:r>
              <a:rPr lang="zh-CN" altLang="en-US" sz="36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交流电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1765300" y="1333501"/>
            <a:ext cx="8039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0000FF"/>
                </a:solidFill>
              </a:rPr>
              <a:t>   </a:t>
            </a:r>
            <a:r>
              <a:rPr lang="zh-CN" altLang="en-US" sz="2000" b="1">
                <a:solidFill>
                  <a:srgbClr val="0000FF"/>
                </a:solidFill>
              </a:rPr>
              <a:t>应用：电力工程，无线电电子技术，电磁测量</a:t>
            </a:r>
          </a:p>
        </p:txBody>
      </p:sp>
      <p:sp>
        <p:nvSpPr>
          <p:cNvPr id="14340" name="Rectangle 5"/>
          <p:cNvSpPr>
            <a:spLocks noChangeArrowheads="1"/>
          </p:cNvSpPr>
          <p:nvPr/>
        </p:nvSpPr>
        <p:spPr bwMode="auto">
          <a:xfrm>
            <a:off x="1968500" y="1719264"/>
            <a:ext cx="5803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00FF"/>
                </a:solidFill>
              </a:rPr>
              <a:t>简谐交流电：正弦、余弦形式</a:t>
            </a:r>
          </a:p>
        </p:txBody>
      </p:sp>
      <p:sp>
        <p:nvSpPr>
          <p:cNvPr id="14341" name="Rectangle 54"/>
          <p:cNvSpPr>
            <a:spLocks noChangeArrowheads="1"/>
          </p:cNvSpPr>
          <p:nvPr/>
        </p:nvSpPr>
        <p:spPr bwMode="auto">
          <a:xfrm>
            <a:off x="1778000" y="927101"/>
            <a:ext cx="8890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/>
              <a:t>交流电路</a:t>
            </a:r>
            <a:r>
              <a:rPr lang="en-US" altLang="zh-CN" sz="2000" b="1"/>
              <a:t>:</a:t>
            </a:r>
            <a:r>
              <a:rPr lang="zh-CN" altLang="en-US" sz="2000" b="1"/>
              <a:t>电路中电压</a:t>
            </a:r>
            <a:r>
              <a:rPr lang="en-US" altLang="zh-CN" sz="2000" b="1"/>
              <a:t>U(t) </a:t>
            </a:r>
            <a:r>
              <a:rPr lang="zh-CN" altLang="en-US" sz="2000" b="1"/>
              <a:t>和电流</a:t>
            </a:r>
            <a:r>
              <a:rPr lang="en-US" altLang="zh-CN" sz="2000" b="1"/>
              <a:t>i(t)</a:t>
            </a:r>
            <a:r>
              <a:rPr lang="zh-CN" altLang="en-US" sz="2000" b="1"/>
              <a:t>都将随时间作周期性变化。</a:t>
            </a:r>
          </a:p>
        </p:txBody>
      </p:sp>
      <p:sp>
        <p:nvSpPr>
          <p:cNvPr id="14342" name="Rectangle 58"/>
          <p:cNvSpPr>
            <a:spLocks noChangeArrowheads="1"/>
          </p:cNvSpPr>
          <p:nvPr/>
        </p:nvSpPr>
        <p:spPr bwMode="auto">
          <a:xfrm>
            <a:off x="1955800" y="2214564"/>
            <a:ext cx="4686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00FF"/>
                </a:solidFill>
              </a:rPr>
              <a:t>锯齿波：示波器扫描</a:t>
            </a:r>
          </a:p>
        </p:txBody>
      </p:sp>
      <p:sp>
        <p:nvSpPr>
          <p:cNvPr id="14343" name="Rectangle 59"/>
          <p:cNvSpPr>
            <a:spLocks noChangeArrowheads="1"/>
          </p:cNvSpPr>
          <p:nvPr/>
        </p:nvSpPr>
        <p:spPr bwMode="auto">
          <a:xfrm>
            <a:off x="1854200" y="2671764"/>
            <a:ext cx="4686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00FF"/>
                </a:solidFill>
              </a:rPr>
              <a:t>方波：计算机用</a:t>
            </a:r>
          </a:p>
        </p:txBody>
      </p:sp>
      <p:sp>
        <p:nvSpPr>
          <p:cNvPr id="14344" name="Rectangle 60"/>
          <p:cNvSpPr>
            <a:spLocks noChangeArrowheads="1"/>
          </p:cNvSpPr>
          <p:nvPr/>
        </p:nvSpPr>
        <p:spPr bwMode="auto">
          <a:xfrm>
            <a:off x="1892300" y="3103564"/>
            <a:ext cx="4686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00FF"/>
                </a:solidFill>
              </a:rPr>
              <a:t>尖脉冲：光通信</a:t>
            </a:r>
          </a:p>
        </p:txBody>
      </p:sp>
      <p:sp>
        <p:nvSpPr>
          <p:cNvPr id="14345" name="Rectangle 61"/>
          <p:cNvSpPr>
            <a:spLocks noChangeArrowheads="1"/>
          </p:cNvSpPr>
          <p:nvPr/>
        </p:nvSpPr>
        <p:spPr bwMode="auto">
          <a:xfrm>
            <a:off x="1727200" y="3535364"/>
            <a:ext cx="553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00FF"/>
                </a:solidFill>
              </a:rPr>
              <a:t>调幅波：广播电台 </a:t>
            </a:r>
            <a:r>
              <a:rPr lang="en-US" altLang="zh-CN" sz="2000">
                <a:solidFill>
                  <a:srgbClr val="0000FF"/>
                </a:solidFill>
              </a:rPr>
              <a:t>MW</a:t>
            </a:r>
            <a:r>
              <a:rPr lang="zh-CN" altLang="en-US" sz="2000">
                <a:solidFill>
                  <a:srgbClr val="0000FF"/>
                </a:solidFill>
              </a:rPr>
              <a:t>， </a:t>
            </a:r>
            <a:r>
              <a:rPr lang="en-US" altLang="zh-CN" sz="2000">
                <a:solidFill>
                  <a:srgbClr val="0000FF"/>
                </a:solidFill>
              </a:rPr>
              <a:t>SW</a:t>
            </a:r>
          </a:p>
        </p:txBody>
      </p:sp>
      <p:sp>
        <p:nvSpPr>
          <p:cNvPr id="14346" name="Rectangle 62"/>
          <p:cNvSpPr>
            <a:spLocks noChangeArrowheads="1"/>
          </p:cNvSpPr>
          <p:nvPr/>
        </p:nvSpPr>
        <p:spPr bwMode="auto">
          <a:xfrm>
            <a:off x="1739900" y="3938589"/>
            <a:ext cx="553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00FF"/>
                </a:solidFill>
              </a:rPr>
              <a:t>调频波：电视台</a:t>
            </a:r>
          </a:p>
        </p:txBody>
      </p:sp>
      <p:pic>
        <p:nvPicPr>
          <p:cNvPr id="14347" name="Picture 64" descr="2217659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6276" y="1330325"/>
            <a:ext cx="2371725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8" name="Picture 66" descr="d8c1cbffab88ce68d6887dad"/>
          <p:cNvPicPr preferRelativeResize="0"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8788" y="1773239"/>
            <a:ext cx="2520950" cy="188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9" name="Picture 68" descr="u=2471349242,4118821858&amp;fm=0&amp;gp=1"/>
          <p:cNvPicPr>
            <a:picLocks noChangeAspect="1" noChangeArrowheads="1"/>
          </p:cNvPicPr>
          <p:nvPr/>
        </p:nvPicPr>
        <p:blipFill>
          <a:blip r:embed="rId5">
            <a:lum bright="-3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051" y="4537076"/>
            <a:ext cx="2803525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0" name="Picture 70" descr="0603051507899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4989" y="3941764"/>
            <a:ext cx="202882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5"/>
          <p:cNvSpPr txBox="1">
            <a:spLocks noChangeArrowheads="1"/>
          </p:cNvSpPr>
          <p:nvPr/>
        </p:nvSpPr>
        <p:spPr bwMode="auto">
          <a:xfrm>
            <a:off x="2260600" y="5467351"/>
            <a:ext cx="1892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FF"/>
                </a:solidFill>
              </a:rPr>
              <a:t>T</a:t>
            </a:r>
            <a:r>
              <a:rPr lang="zh-CN" altLang="en-US" sz="2800">
                <a:solidFill>
                  <a:srgbClr val="0000FF"/>
                </a:solidFill>
              </a:rPr>
              <a:t>为周期</a:t>
            </a:r>
          </a:p>
        </p:txBody>
      </p:sp>
      <p:sp>
        <p:nvSpPr>
          <p:cNvPr id="16387" name="Text Box 6"/>
          <p:cNvSpPr txBox="1">
            <a:spLocks noChangeArrowheads="1"/>
          </p:cNvSpPr>
          <p:nvPr/>
        </p:nvSpPr>
        <p:spPr bwMode="auto">
          <a:xfrm>
            <a:off x="2362200" y="790575"/>
            <a:ext cx="7391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付里叶分解：任何非简谐波可以分解成一系列不同频率的简谐分量。</a:t>
            </a:r>
          </a:p>
        </p:txBody>
      </p:sp>
      <p:graphicFrame>
        <p:nvGraphicFramePr>
          <p:cNvPr id="16388" name="Object 8"/>
          <p:cNvGraphicFramePr>
            <a:graphicFrameLocks noChangeAspect="1"/>
          </p:cNvGraphicFramePr>
          <p:nvPr/>
        </p:nvGraphicFramePr>
        <p:xfrm>
          <a:off x="2662238" y="1803400"/>
          <a:ext cx="4991100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2" name="Equation" r:id="rId4" imgW="2428818" imgH="409643" progId="Equation.DSMT4">
                  <p:embed/>
                </p:oleObj>
              </mc:Choice>
              <mc:Fallback>
                <p:oleObj name="Equation" r:id="rId4" imgW="2428818" imgH="409643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2238" y="1803400"/>
                        <a:ext cx="4991100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9"/>
          <p:cNvGraphicFramePr>
            <a:graphicFrameLocks noChangeAspect="1"/>
          </p:cNvGraphicFramePr>
          <p:nvPr/>
        </p:nvGraphicFramePr>
        <p:xfrm>
          <a:off x="2787651" y="3217863"/>
          <a:ext cx="5197475" cy="196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3" name="Equation" r:id="rId6" imgW="2533714" imgH="942975" progId="Equation.DSMT4">
                  <p:embed/>
                </p:oleObj>
              </mc:Choice>
              <mc:Fallback>
                <p:oleObj name="Equation" r:id="rId6" imgW="2533714" imgH="942975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7651" y="3217863"/>
                        <a:ext cx="5197475" cy="196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390" name="Picture 11" descr="200972710185066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289" y="2492375"/>
            <a:ext cx="3248025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1" name="Picture 13" descr="Zf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4027489"/>
            <a:ext cx="2224088" cy="166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http://www.52rkl.cn/uploads/allimg/140527/130243F18-1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900" y="946150"/>
            <a:ext cx="8674100" cy="521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2" descr="http://a.xnimg.cn/a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1" y="-182563"/>
            <a:ext cx="9525" cy="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2374900" y="1949451"/>
            <a:ext cx="1892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简谐量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2362200" y="790575"/>
            <a:ext cx="7391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不同频率的简谐成份在线性电路中彼此独立，互不干扰。</a:t>
            </a:r>
          </a:p>
        </p:txBody>
      </p:sp>
      <p:graphicFrame>
        <p:nvGraphicFramePr>
          <p:cNvPr id="19460" name="Object 5"/>
          <p:cNvGraphicFramePr>
            <a:graphicFrameLocks noChangeAspect="1"/>
          </p:cNvGraphicFramePr>
          <p:nvPr/>
        </p:nvGraphicFramePr>
        <p:xfrm>
          <a:off x="5259388" y="2886076"/>
          <a:ext cx="2767012" cy="232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6" name="Equation" r:id="rId4" imgW="1343159" imgH="1123916" progId="Equation.DSMT4">
                  <p:embed/>
                </p:oleObj>
              </mc:Choice>
              <mc:Fallback>
                <p:oleObj name="Equation" r:id="rId4" imgW="1343159" imgH="1123916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9388" y="2886076"/>
                        <a:ext cx="2767012" cy="232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Text Box 6"/>
          <p:cNvSpPr txBox="1">
            <a:spLocks noChangeArrowheads="1"/>
          </p:cNvSpPr>
          <p:nvPr/>
        </p:nvSpPr>
        <p:spPr bwMode="auto">
          <a:xfrm>
            <a:off x="2070100" y="2800351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交变电动势</a:t>
            </a:r>
          </a:p>
        </p:txBody>
      </p:sp>
      <p:sp>
        <p:nvSpPr>
          <p:cNvPr id="19462" name="Text Box 7"/>
          <p:cNvSpPr txBox="1">
            <a:spLocks noChangeArrowheads="1"/>
          </p:cNvSpPr>
          <p:nvPr/>
        </p:nvSpPr>
        <p:spPr bwMode="auto">
          <a:xfrm>
            <a:off x="2044700" y="3765551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交变电压</a:t>
            </a:r>
          </a:p>
        </p:txBody>
      </p:sp>
      <p:sp>
        <p:nvSpPr>
          <p:cNvPr id="19463" name="Text Box 8"/>
          <p:cNvSpPr txBox="1">
            <a:spLocks noChangeArrowheads="1"/>
          </p:cNvSpPr>
          <p:nvPr/>
        </p:nvSpPr>
        <p:spPr bwMode="auto">
          <a:xfrm>
            <a:off x="1981200" y="4705351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交变电流</a:t>
            </a:r>
          </a:p>
        </p:txBody>
      </p:sp>
      <p:sp>
        <p:nvSpPr>
          <p:cNvPr id="19464" name="Text Box 9"/>
          <p:cNvSpPr txBox="1">
            <a:spLocks noChangeArrowheads="1"/>
          </p:cNvSpPr>
          <p:nvPr/>
        </p:nvSpPr>
        <p:spPr bwMode="auto">
          <a:xfrm>
            <a:off x="2336800" y="5670551"/>
            <a:ext cx="3060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频率、峰值、位相</a:t>
            </a:r>
          </a:p>
        </p:txBody>
      </p:sp>
      <p:graphicFrame>
        <p:nvGraphicFramePr>
          <p:cNvPr id="19465" name="Object 10"/>
          <p:cNvGraphicFramePr>
            <a:graphicFrameLocks noChangeAspect="1"/>
          </p:cNvGraphicFramePr>
          <p:nvPr/>
        </p:nvGraphicFramePr>
        <p:xfrm>
          <a:off x="5949950" y="5757863"/>
          <a:ext cx="3697288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7" name="Equation" r:id="rId6" imgW="1800359" imgH="180941" progId="Equation.DSMT4">
                  <p:embed/>
                </p:oleObj>
              </mc:Choice>
              <mc:Fallback>
                <p:oleObj name="Equation" r:id="rId6" imgW="1800359" imgH="180941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9950" y="5757863"/>
                        <a:ext cx="3697288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2260600" y="2800351"/>
            <a:ext cx="4406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初位相：初始时刻的位相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2362200" y="790576"/>
            <a:ext cx="739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频率：单位时间内交流电作周期性次数。</a:t>
            </a:r>
          </a:p>
        </p:txBody>
      </p:sp>
      <p:sp>
        <p:nvSpPr>
          <p:cNvPr id="21508" name="Text Box 5"/>
          <p:cNvSpPr txBox="1">
            <a:spLocks noChangeArrowheads="1"/>
          </p:cNvSpPr>
          <p:nvPr/>
        </p:nvSpPr>
        <p:spPr bwMode="auto">
          <a:xfrm>
            <a:off x="2108200" y="3448050"/>
            <a:ext cx="7543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有效值定义：交流电通过电阻时产生的焦耳热与数值多大的直流电相当。</a:t>
            </a:r>
          </a:p>
        </p:txBody>
      </p:sp>
      <p:sp>
        <p:nvSpPr>
          <p:cNvPr id="21509" name="Text Box 8"/>
          <p:cNvSpPr txBox="1">
            <a:spLocks noChangeArrowheads="1"/>
          </p:cNvSpPr>
          <p:nvPr/>
        </p:nvSpPr>
        <p:spPr bwMode="auto">
          <a:xfrm>
            <a:off x="2133600" y="6051551"/>
            <a:ext cx="378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位相差：步调不一致</a:t>
            </a:r>
          </a:p>
        </p:txBody>
      </p:sp>
      <p:sp>
        <p:nvSpPr>
          <p:cNvPr id="21510" name="Text Box 10"/>
          <p:cNvSpPr txBox="1">
            <a:spLocks noChangeArrowheads="1"/>
          </p:cNvSpPr>
          <p:nvPr/>
        </p:nvSpPr>
        <p:spPr bwMode="auto">
          <a:xfrm>
            <a:off x="2324100" y="1463676"/>
            <a:ext cx="739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峰值：瞬时值随时间变化的幅度</a:t>
            </a:r>
          </a:p>
        </p:txBody>
      </p:sp>
      <p:sp>
        <p:nvSpPr>
          <p:cNvPr id="21511" name="Text Box 11"/>
          <p:cNvSpPr txBox="1">
            <a:spLocks noChangeArrowheads="1"/>
          </p:cNvSpPr>
          <p:nvPr/>
        </p:nvSpPr>
        <p:spPr bwMode="auto">
          <a:xfrm>
            <a:off x="2387600" y="2165351"/>
            <a:ext cx="4406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位相：决定瞬时变化状态</a:t>
            </a:r>
          </a:p>
        </p:txBody>
      </p:sp>
      <p:graphicFrame>
        <p:nvGraphicFramePr>
          <p:cNvPr id="21512" name="Object 12"/>
          <p:cNvGraphicFramePr>
            <a:graphicFrameLocks noChangeAspect="1"/>
          </p:cNvGraphicFramePr>
          <p:nvPr/>
        </p:nvGraphicFramePr>
        <p:xfrm>
          <a:off x="6484938" y="4122739"/>
          <a:ext cx="3492500" cy="167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4" name="Equation" r:id="rId4" imgW="1695463" imgH="809489" progId="Equation.DSMT4">
                  <p:embed/>
                </p:oleObj>
              </mc:Choice>
              <mc:Fallback>
                <p:oleObj name="Equation" r:id="rId4" imgW="1695463" imgH="809489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4938" y="4122739"/>
                        <a:ext cx="3492500" cy="167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3" name="Text Box 13"/>
          <p:cNvSpPr txBox="1">
            <a:spLocks noChangeArrowheads="1"/>
          </p:cNvSpPr>
          <p:nvPr/>
        </p:nvSpPr>
        <p:spPr bwMode="auto">
          <a:xfrm>
            <a:off x="1790700" y="4933950"/>
            <a:ext cx="4724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万用表测交流电压、电流：有效值  </a:t>
            </a:r>
            <a:r>
              <a:rPr lang="en-US" altLang="zh-CN" sz="2800">
                <a:solidFill>
                  <a:srgbClr val="0000FF"/>
                </a:solidFill>
              </a:rPr>
              <a:t>220V </a:t>
            </a:r>
            <a:r>
              <a:rPr lang="zh-CN" altLang="en-US" sz="2800">
                <a:solidFill>
                  <a:srgbClr val="0000FF"/>
                </a:solidFill>
              </a:rPr>
              <a:t>峰值：</a:t>
            </a:r>
            <a:r>
              <a:rPr lang="en-US" altLang="zh-CN" sz="2800">
                <a:solidFill>
                  <a:srgbClr val="0000FF"/>
                </a:solidFill>
              </a:rPr>
              <a:t>311V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5"/>
          <p:cNvSpPr txBox="1">
            <a:spLocks noChangeArrowheads="1"/>
          </p:cNvSpPr>
          <p:nvPr/>
        </p:nvSpPr>
        <p:spPr bwMode="auto">
          <a:xfrm>
            <a:off x="1930400" y="374651"/>
            <a:ext cx="203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似稳条件</a:t>
            </a:r>
          </a:p>
        </p:txBody>
      </p:sp>
      <p:graphicFrame>
        <p:nvGraphicFramePr>
          <p:cNvPr id="23555" name="Object 11"/>
          <p:cNvGraphicFramePr>
            <a:graphicFrameLocks noChangeAspect="1"/>
          </p:cNvGraphicFramePr>
          <p:nvPr/>
        </p:nvGraphicFramePr>
        <p:xfrm>
          <a:off x="3851275" y="277813"/>
          <a:ext cx="1060450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52" name="Equation" r:id="rId4" imgW="447720" imgH="371373" progId="Equation.DSMT4">
                  <p:embed/>
                </p:oleObj>
              </mc:Choice>
              <mc:Fallback>
                <p:oleObj name="Equation" r:id="rId4" imgW="447720" imgH="371373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77813"/>
                        <a:ext cx="1060450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6" name="Text Box 12"/>
          <p:cNvSpPr txBox="1">
            <a:spLocks noChangeArrowheads="1"/>
          </p:cNvSpPr>
          <p:nvPr/>
        </p:nvSpPr>
        <p:spPr bwMode="auto">
          <a:xfrm>
            <a:off x="5600700" y="1568451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节点电流方程</a:t>
            </a:r>
          </a:p>
        </p:txBody>
      </p:sp>
      <p:graphicFrame>
        <p:nvGraphicFramePr>
          <p:cNvPr id="23557" name="Object 13"/>
          <p:cNvGraphicFramePr>
            <a:graphicFrameLocks noChangeAspect="1"/>
          </p:cNvGraphicFramePr>
          <p:nvPr/>
        </p:nvGraphicFramePr>
        <p:xfrm>
          <a:off x="6802439" y="334963"/>
          <a:ext cx="3209925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53" name="Equation" r:id="rId6" imgW="1400041" imgH="428625" progId="Equation.DSMT4">
                  <p:embed/>
                </p:oleObj>
              </mc:Choice>
              <mc:Fallback>
                <p:oleObj name="Equation" r:id="rId6" imgW="1400041" imgH="428625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2439" y="334963"/>
                        <a:ext cx="3209925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14"/>
          <p:cNvGraphicFramePr>
            <a:graphicFrameLocks noChangeAspect="1"/>
          </p:cNvGraphicFramePr>
          <p:nvPr/>
        </p:nvGraphicFramePr>
        <p:xfrm>
          <a:off x="3811589" y="1320800"/>
          <a:ext cx="151923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54" name="Equation" r:id="rId8" imgW="657206" imgH="361882" progId="Equation.DSMT4">
                  <p:embed/>
                </p:oleObj>
              </mc:Choice>
              <mc:Fallback>
                <p:oleObj name="Equation" r:id="rId8" imgW="657206" imgH="361882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1589" y="1320800"/>
                        <a:ext cx="1519237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Text Box 15"/>
          <p:cNvSpPr txBox="1">
            <a:spLocks noChangeArrowheads="1"/>
          </p:cNvSpPr>
          <p:nvPr/>
        </p:nvSpPr>
        <p:spPr bwMode="auto">
          <a:xfrm>
            <a:off x="5016500" y="425451"/>
            <a:ext cx="203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电荷守恒</a:t>
            </a:r>
          </a:p>
        </p:txBody>
      </p:sp>
      <p:sp>
        <p:nvSpPr>
          <p:cNvPr id="23560" name="Text Box 16"/>
          <p:cNvSpPr txBox="1">
            <a:spLocks noChangeArrowheads="1"/>
          </p:cNvSpPr>
          <p:nvPr/>
        </p:nvSpPr>
        <p:spPr bwMode="auto">
          <a:xfrm>
            <a:off x="1714500" y="1327151"/>
            <a:ext cx="203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稳恒条件</a:t>
            </a:r>
          </a:p>
        </p:txBody>
      </p:sp>
      <p:graphicFrame>
        <p:nvGraphicFramePr>
          <p:cNvPr id="23561" name="Object 17"/>
          <p:cNvGraphicFramePr>
            <a:graphicFrameLocks noChangeAspect="1"/>
          </p:cNvGraphicFramePr>
          <p:nvPr/>
        </p:nvGraphicFramePr>
        <p:xfrm>
          <a:off x="8169276" y="1554164"/>
          <a:ext cx="1262063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55" name="Equation" r:id="rId10" imgW="542829" imgH="323918" progId="Equation.DSMT4">
                  <p:embed/>
                </p:oleObj>
              </mc:Choice>
              <mc:Fallback>
                <p:oleObj name="Equation" r:id="rId10" imgW="542829" imgH="323918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9276" y="1554164"/>
                        <a:ext cx="1262063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2" name="Text Box 18"/>
          <p:cNvSpPr txBox="1">
            <a:spLocks noChangeArrowheads="1"/>
          </p:cNvSpPr>
          <p:nvPr/>
        </p:nvSpPr>
        <p:spPr bwMode="auto">
          <a:xfrm>
            <a:off x="5600700" y="2355851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电压方程</a:t>
            </a:r>
          </a:p>
        </p:txBody>
      </p:sp>
      <p:graphicFrame>
        <p:nvGraphicFramePr>
          <p:cNvPr id="23563" name="Object 19"/>
          <p:cNvGraphicFramePr>
            <a:graphicFrameLocks noChangeAspect="1"/>
          </p:cNvGraphicFramePr>
          <p:nvPr/>
        </p:nvGraphicFramePr>
        <p:xfrm>
          <a:off x="7334251" y="2352676"/>
          <a:ext cx="2982913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56" name="Equation" r:id="rId12" imgW="1304931" imgH="333409" progId="Equation.DSMT4">
                  <p:embed/>
                </p:oleObj>
              </mc:Choice>
              <mc:Fallback>
                <p:oleObj name="Equation" r:id="rId12" imgW="1304931" imgH="333409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251" y="2352676"/>
                        <a:ext cx="2982913" cy="80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4" name="Object 20"/>
          <p:cNvGraphicFramePr>
            <a:graphicFrameLocks noChangeAspect="1"/>
          </p:cNvGraphicFramePr>
          <p:nvPr/>
        </p:nvGraphicFramePr>
        <p:xfrm>
          <a:off x="3878264" y="2262189"/>
          <a:ext cx="1462087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57" name="Equation" r:id="rId14" imgW="628765" imgH="352391" progId="Equation.DSMT4">
                  <p:embed/>
                </p:oleObj>
              </mc:Choice>
              <mc:Fallback>
                <p:oleObj name="Equation" r:id="rId14" imgW="628765" imgH="352391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8264" y="2262189"/>
                        <a:ext cx="1462087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5" name="Text Box 22"/>
          <p:cNvSpPr txBox="1">
            <a:spLocks noChangeArrowheads="1"/>
          </p:cNvSpPr>
          <p:nvPr/>
        </p:nvSpPr>
        <p:spPr bwMode="auto">
          <a:xfrm>
            <a:off x="1701800" y="3232151"/>
            <a:ext cx="5600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交流电路中：电流、电压时刻变化</a:t>
            </a:r>
          </a:p>
        </p:txBody>
      </p:sp>
      <p:sp>
        <p:nvSpPr>
          <p:cNvPr id="23566" name="Text Box 23"/>
          <p:cNvSpPr txBox="1">
            <a:spLocks noChangeArrowheads="1"/>
          </p:cNvSpPr>
          <p:nvPr/>
        </p:nvSpPr>
        <p:spPr bwMode="auto">
          <a:xfrm>
            <a:off x="8547100" y="3270251"/>
            <a:ext cx="1638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变化电场</a:t>
            </a:r>
          </a:p>
        </p:txBody>
      </p:sp>
      <p:sp>
        <p:nvSpPr>
          <p:cNvPr id="23567" name="Line 24"/>
          <p:cNvSpPr>
            <a:spLocks noChangeShapeType="1"/>
          </p:cNvSpPr>
          <p:nvPr/>
        </p:nvSpPr>
        <p:spPr bwMode="auto">
          <a:xfrm>
            <a:off x="7200900" y="3505200"/>
            <a:ext cx="1320800" cy="0"/>
          </a:xfrm>
          <a:prstGeom prst="line">
            <a:avLst/>
          </a:prstGeom>
          <a:noFill/>
          <a:ln w="76200" cap="sq">
            <a:solidFill>
              <a:srgbClr val="CC00CC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68" name="Oval 25"/>
          <p:cNvSpPr>
            <a:spLocks noChangeArrowheads="1"/>
          </p:cNvSpPr>
          <p:nvPr/>
        </p:nvSpPr>
        <p:spPr bwMode="auto">
          <a:xfrm>
            <a:off x="3365500" y="4940300"/>
            <a:ext cx="228600" cy="2032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3569" name="Line 26"/>
          <p:cNvSpPr>
            <a:spLocks noChangeShapeType="1"/>
          </p:cNvSpPr>
          <p:nvPr/>
        </p:nvSpPr>
        <p:spPr bwMode="auto">
          <a:xfrm flipV="1">
            <a:off x="3530600" y="4546600"/>
            <a:ext cx="2552700" cy="4826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70" name="Line 27"/>
          <p:cNvSpPr>
            <a:spLocks noChangeShapeType="1"/>
          </p:cNvSpPr>
          <p:nvPr/>
        </p:nvSpPr>
        <p:spPr bwMode="auto">
          <a:xfrm flipV="1">
            <a:off x="3581400" y="4622800"/>
            <a:ext cx="3670300" cy="4191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71" name="Text Box 28"/>
          <p:cNvSpPr txBox="1">
            <a:spLocks noChangeArrowheads="1"/>
          </p:cNvSpPr>
          <p:nvPr/>
        </p:nvSpPr>
        <p:spPr bwMode="auto">
          <a:xfrm>
            <a:off x="4953000" y="4305300"/>
            <a:ext cx="520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/>
              <a:t>r</a:t>
            </a:r>
            <a:r>
              <a:rPr lang="en-US" altLang="zh-CN" sz="2400" baseline="-25000"/>
              <a:t>1</a:t>
            </a:r>
          </a:p>
        </p:txBody>
      </p:sp>
      <p:sp>
        <p:nvSpPr>
          <p:cNvPr id="23572" name="Text Box 29"/>
          <p:cNvSpPr txBox="1">
            <a:spLocks noChangeArrowheads="1"/>
          </p:cNvSpPr>
          <p:nvPr/>
        </p:nvSpPr>
        <p:spPr bwMode="auto">
          <a:xfrm>
            <a:off x="6261100" y="4724400"/>
            <a:ext cx="520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/>
              <a:t>r</a:t>
            </a:r>
            <a:r>
              <a:rPr lang="en-US" altLang="zh-CN" sz="2400" baseline="-25000"/>
              <a:t>2</a:t>
            </a:r>
          </a:p>
        </p:txBody>
      </p:sp>
      <p:sp>
        <p:nvSpPr>
          <p:cNvPr id="23573" name="Text Box 30"/>
          <p:cNvSpPr txBox="1">
            <a:spLocks noChangeArrowheads="1"/>
          </p:cNvSpPr>
          <p:nvPr/>
        </p:nvSpPr>
        <p:spPr bwMode="auto">
          <a:xfrm>
            <a:off x="2159000" y="46355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场源</a:t>
            </a:r>
          </a:p>
        </p:txBody>
      </p:sp>
      <p:sp>
        <p:nvSpPr>
          <p:cNvPr id="23574" name="Text Box 31"/>
          <p:cNvSpPr txBox="1">
            <a:spLocks noChangeArrowheads="1"/>
          </p:cNvSpPr>
          <p:nvPr/>
        </p:nvSpPr>
        <p:spPr bwMode="auto">
          <a:xfrm>
            <a:off x="6070600" y="4152900"/>
            <a:ext cx="71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/>
              <a:t>P</a:t>
            </a:r>
            <a:r>
              <a:rPr lang="en-US" altLang="zh-CN" sz="2400" baseline="-25000"/>
              <a:t>1</a:t>
            </a:r>
            <a:r>
              <a:rPr lang="zh-CN" altLang="en-US" sz="2400" baseline="-25000"/>
              <a:t>：</a:t>
            </a:r>
          </a:p>
        </p:txBody>
      </p:sp>
      <p:sp>
        <p:nvSpPr>
          <p:cNvPr id="23575" name="Text Box 32"/>
          <p:cNvSpPr txBox="1">
            <a:spLocks noChangeArrowheads="1"/>
          </p:cNvSpPr>
          <p:nvPr/>
        </p:nvSpPr>
        <p:spPr bwMode="auto">
          <a:xfrm>
            <a:off x="7239000" y="4356100"/>
            <a:ext cx="800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/>
              <a:t>P</a:t>
            </a:r>
            <a:r>
              <a:rPr lang="en-US" altLang="zh-CN" sz="2400" baseline="-25000"/>
              <a:t>2</a:t>
            </a:r>
            <a:r>
              <a:rPr lang="zh-CN" altLang="en-US" sz="2400" baseline="-25000"/>
              <a:t>：</a:t>
            </a:r>
          </a:p>
        </p:txBody>
      </p:sp>
      <p:graphicFrame>
        <p:nvGraphicFramePr>
          <p:cNvPr id="23576" name="Object 33"/>
          <p:cNvGraphicFramePr>
            <a:graphicFrameLocks noChangeAspect="1"/>
          </p:cNvGraphicFramePr>
          <p:nvPr/>
        </p:nvGraphicFramePr>
        <p:xfrm>
          <a:off x="6569076" y="4114801"/>
          <a:ext cx="3714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58" name="Equation" r:id="rId16" imgW="142818" imgH="161959" progId="Equation.DSMT4">
                  <p:embed/>
                </p:oleObj>
              </mc:Choice>
              <mc:Fallback>
                <p:oleObj name="Equation" r:id="rId16" imgW="142818" imgH="161959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9076" y="4114801"/>
                        <a:ext cx="37147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7" name="Object 34"/>
          <p:cNvGraphicFramePr>
            <a:graphicFrameLocks noChangeAspect="1"/>
          </p:cNvGraphicFramePr>
          <p:nvPr/>
        </p:nvGraphicFramePr>
        <p:xfrm>
          <a:off x="7720013" y="4356101"/>
          <a:ext cx="4572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59" name="Equation" r:id="rId18" imgW="181045" imgH="161959" progId="Equation.DSMT4">
                  <p:embed/>
                </p:oleObj>
              </mc:Choice>
              <mc:Fallback>
                <p:oleObj name="Equation" r:id="rId18" imgW="181045" imgH="161959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0013" y="4356101"/>
                        <a:ext cx="45720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8" name="Object 35"/>
          <p:cNvGraphicFramePr>
            <a:graphicFrameLocks noChangeAspect="1"/>
          </p:cNvGraphicFramePr>
          <p:nvPr/>
        </p:nvGraphicFramePr>
        <p:xfrm>
          <a:off x="3314701" y="4498975"/>
          <a:ext cx="200025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0" name="Equation" r:id="rId20" imgW="66669" imgH="133486" progId="Equation.DSMT4">
                  <p:embed/>
                </p:oleObj>
              </mc:Choice>
              <mc:Fallback>
                <p:oleObj name="Equation" r:id="rId20" imgW="66669" imgH="133486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01" y="4498975"/>
                        <a:ext cx="200025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9" name="Object 36"/>
          <p:cNvGraphicFramePr>
            <a:graphicFrameLocks noChangeAspect="1"/>
          </p:cNvGraphicFramePr>
          <p:nvPr/>
        </p:nvGraphicFramePr>
        <p:xfrm>
          <a:off x="1943101" y="5497513"/>
          <a:ext cx="111442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1" name="Equation" r:id="rId22" imgW="476161" imgH="219211" progId="Equation.DSMT4">
                  <p:embed/>
                </p:oleObj>
              </mc:Choice>
              <mc:Fallback>
                <p:oleObj name="Equation" r:id="rId22" imgW="476161" imgH="219211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101" y="5497513"/>
                        <a:ext cx="1114425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80" name="Text Box 37"/>
          <p:cNvSpPr txBox="1">
            <a:spLocks noChangeArrowheads="1"/>
          </p:cNvSpPr>
          <p:nvPr/>
        </p:nvSpPr>
        <p:spPr bwMode="auto">
          <a:xfrm>
            <a:off x="3505200" y="5233989"/>
            <a:ext cx="990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电荷积累</a:t>
            </a:r>
          </a:p>
        </p:txBody>
      </p:sp>
      <p:sp>
        <p:nvSpPr>
          <p:cNvPr id="23581" name="Line 38"/>
          <p:cNvSpPr>
            <a:spLocks noChangeShapeType="1"/>
          </p:cNvSpPr>
          <p:nvPr/>
        </p:nvSpPr>
        <p:spPr bwMode="auto">
          <a:xfrm>
            <a:off x="3073400" y="5930900"/>
            <a:ext cx="4572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82" name="Line 39"/>
          <p:cNvSpPr>
            <a:spLocks noChangeShapeType="1"/>
          </p:cNvSpPr>
          <p:nvPr/>
        </p:nvSpPr>
        <p:spPr bwMode="auto">
          <a:xfrm>
            <a:off x="4330700" y="5905500"/>
            <a:ext cx="4572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23583" name="Object 40"/>
          <p:cNvGraphicFramePr>
            <a:graphicFrameLocks noChangeAspect="1"/>
          </p:cNvGraphicFramePr>
          <p:nvPr/>
        </p:nvGraphicFramePr>
        <p:xfrm>
          <a:off x="4967289" y="5322889"/>
          <a:ext cx="1279525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2" name="Equation" r:id="rId24" imgW="695433" imgH="276157" progId="Equation.DSMT4">
                  <p:embed/>
                </p:oleObj>
              </mc:Choice>
              <mc:Fallback>
                <p:oleObj name="Equation" r:id="rId24" imgW="695433" imgH="276157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7289" y="5322889"/>
                        <a:ext cx="1279525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84" name="Text Box 41"/>
          <p:cNvSpPr txBox="1">
            <a:spLocks noChangeArrowheads="1"/>
          </p:cNvSpPr>
          <p:nvPr/>
        </p:nvSpPr>
        <p:spPr bwMode="auto">
          <a:xfrm>
            <a:off x="1524000" y="6127751"/>
            <a:ext cx="1638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变化电流</a:t>
            </a:r>
          </a:p>
        </p:txBody>
      </p:sp>
      <p:sp>
        <p:nvSpPr>
          <p:cNvPr id="23585" name="Line 42"/>
          <p:cNvSpPr>
            <a:spLocks noChangeShapeType="1"/>
          </p:cNvSpPr>
          <p:nvPr/>
        </p:nvSpPr>
        <p:spPr bwMode="auto">
          <a:xfrm>
            <a:off x="3111500" y="6591300"/>
            <a:ext cx="4572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86" name="Text Box 43"/>
          <p:cNvSpPr txBox="1">
            <a:spLocks noChangeArrowheads="1"/>
          </p:cNvSpPr>
          <p:nvPr/>
        </p:nvSpPr>
        <p:spPr bwMode="auto">
          <a:xfrm>
            <a:off x="3594100" y="6165851"/>
            <a:ext cx="1638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涡旋电场</a:t>
            </a:r>
          </a:p>
        </p:txBody>
      </p:sp>
      <p:sp>
        <p:nvSpPr>
          <p:cNvPr id="23587" name="Line 44"/>
          <p:cNvSpPr>
            <a:spLocks noChangeShapeType="1"/>
          </p:cNvSpPr>
          <p:nvPr/>
        </p:nvSpPr>
        <p:spPr bwMode="auto">
          <a:xfrm>
            <a:off x="5207000" y="6578600"/>
            <a:ext cx="4572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23588" name="Object 45"/>
          <p:cNvGraphicFramePr>
            <a:graphicFrameLocks noChangeAspect="1"/>
          </p:cNvGraphicFramePr>
          <p:nvPr/>
        </p:nvGraphicFramePr>
        <p:xfrm>
          <a:off x="5691188" y="6059488"/>
          <a:ext cx="1122362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3" name="Equation" r:id="rId26" imgW="628765" imgH="352391" progId="Equation.DSMT4">
                  <p:embed/>
                </p:oleObj>
              </mc:Choice>
              <mc:Fallback>
                <p:oleObj name="Equation" r:id="rId26" imgW="628765" imgH="352391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1188" y="6059488"/>
                        <a:ext cx="1122362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9" name="Object 46"/>
          <p:cNvGraphicFramePr>
            <a:graphicFrameLocks noChangeAspect="1"/>
          </p:cNvGraphicFramePr>
          <p:nvPr/>
        </p:nvGraphicFramePr>
        <p:xfrm>
          <a:off x="6737351" y="5081588"/>
          <a:ext cx="3692525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4" name="Equation" r:id="rId28" imgW="2562155" imgH="466589" progId="Equation.DSMT4">
                  <p:embed/>
                </p:oleObj>
              </mc:Choice>
              <mc:Fallback>
                <p:oleObj name="Equation" r:id="rId28" imgW="2562155" imgH="466589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7351" y="5081588"/>
                        <a:ext cx="3692525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90" name="Text Box 47"/>
          <p:cNvSpPr txBox="1">
            <a:spLocks noChangeArrowheads="1"/>
          </p:cNvSpPr>
          <p:nvPr/>
        </p:nvSpPr>
        <p:spPr bwMode="auto">
          <a:xfrm>
            <a:off x="8382000" y="6140451"/>
            <a:ext cx="1638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似稳电路</a:t>
            </a:r>
          </a:p>
        </p:txBody>
      </p:sp>
      <p:sp>
        <p:nvSpPr>
          <p:cNvPr id="23591" name="Line 48"/>
          <p:cNvSpPr>
            <a:spLocks noChangeShapeType="1"/>
          </p:cNvSpPr>
          <p:nvPr/>
        </p:nvSpPr>
        <p:spPr bwMode="auto">
          <a:xfrm>
            <a:off x="7708900" y="5816600"/>
            <a:ext cx="762000" cy="444500"/>
          </a:xfrm>
          <a:prstGeom prst="line">
            <a:avLst/>
          </a:prstGeom>
          <a:noFill/>
          <a:ln w="12700" cap="sq">
            <a:solidFill>
              <a:srgbClr val="CC00CC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1828800" y="344488"/>
            <a:ext cx="5143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交流</a:t>
            </a:r>
            <a:r>
              <a:rPr lang="zh-CN" altLang="zh-CN" sz="2800">
                <a:solidFill>
                  <a:srgbClr val="0000FF"/>
                </a:solidFill>
              </a:rPr>
              <a:t>电路</a:t>
            </a:r>
            <a:r>
              <a:rPr lang="zh-CN" altLang="en-US" sz="2800">
                <a:solidFill>
                  <a:srgbClr val="0000FF"/>
                </a:solidFill>
              </a:rPr>
              <a:t>中的元件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133600" y="1131888"/>
            <a:ext cx="330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电阻、电容、电感</a:t>
            </a:r>
          </a:p>
        </p:txBody>
      </p:sp>
      <p:sp>
        <p:nvSpPr>
          <p:cNvPr id="25604" name="Rectangle 5"/>
          <p:cNvSpPr>
            <a:spLocks noChangeArrowheads="1"/>
          </p:cNvSpPr>
          <p:nvPr/>
        </p:nvSpPr>
        <p:spPr bwMode="auto">
          <a:xfrm>
            <a:off x="2197100" y="1944688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阻阬：</a:t>
            </a:r>
          </a:p>
        </p:txBody>
      </p:sp>
      <p:graphicFrame>
        <p:nvGraphicFramePr>
          <p:cNvPr id="25605" name="Object 7"/>
          <p:cNvGraphicFramePr>
            <a:graphicFrameLocks noChangeAspect="1"/>
          </p:cNvGraphicFramePr>
          <p:nvPr/>
        </p:nvGraphicFramePr>
        <p:xfrm>
          <a:off x="3713163" y="2759076"/>
          <a:ext cx="13970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4" name="Equation" r:id="rId4" imgW="666686" imgH="209414" progId="Equation.DSMT4">
                  <p:embed/>
                </p:oleObj>
              </mc:Choice>
              <mc:Fallback>
                <p:oleObj name="Equation" r:id="rId4" imgW="666686" imgH="209414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3163" y="2759076"/>
                        <a:ext cx="139700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8"/>
          <p:cNvGraphicFramePr>
            <a:graphicFrameLocks noChangeAspect="1"/>
          </p:cNvGraphicFramePr>
          <p:nvPr/>
        </p:nvGraphicFramePr>
        <p:xfrm>
          <a:off x="3497264" y="1778000"/>
          <a:ext cx="173037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5" name="Equation" r:id="rId6" imgW="828771" imgH="409643" progId="Equation.DSMT4">
                  <p:embed/>
                </p:oleObj>
              </mc:Choice>
              <mc:Fallback>
                <p:oleObj name="Equation" r:id="rId6" imgW="828771" imgH="409643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7264" y="1778000"/>
                        <a:ext cx="1730375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7" name="Rectangle 42"/>
          <p:cNvSpPr>
            <a:spLocks noChangeArrowheads="1"/>
          </p:cNvSpPr>
          <p:nvPr/>
        </p:nvSpPr>
        <p:spPr bwMode="auto">
          <a:xfrm>
            <a:off x="1892300" y="3405188"/>
            <a:ext cx="127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电阻</a:t>
            </a:r>
          </a:p>
        </p:txBody>
      </p:sp>
      <p:graphicFrame>
        <p:nvGraphicFramePr>
          <p:cNvPr id="25608" name="Object 43"/>
          <p:cNvGraphicFramePr>
            <a:graphicFrameLocks noChangeAspect="1"/>
          </p:cNvGraphicFramePr>
          <p:nvPr/>
        </p:nvGraphicFramePr>
        <p:xfrm>
          <a:off x="7062788" y="714376"/>
          <a:ext cx="2767012" cy="232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6" name="Equation" r:id="rId8" imgW="1343159" imgH="1123916" progId="Equation.DSMT4">
                  <p:embed/>
                </p:oleObj>
              </mc:Choice>
              <mc:Fallback>
                <p:oleObj name="Equation" r:id="rId8" imgW="1343159" imgH="1123916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2788" y="714376"/>
                        <a:ext cx="2767012" cy="232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44"/>
          <p:cNvGraphicFramePr>
            <a:graphicFrameLocks noChangeAspect="1"/>
          </p:cNvGraphicFramePr>
          <p:nvPr/>
        </p:nvGraphicFramePr>
        <p:xfrm>
          <a:off x="3384550" y="3497263"/>
          <a:ext cx="5094288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7" name="Equation" r:id="rId10" imgW="2486006" imgH="209414" progId="Equation.DSMT4">
                  <p:embed/>
                </p:oleObj>
              </mc:Choice>
              <mc:Fallback>
                <p:oleObj name="Equation" r:id="rId10" imgW="2486006" imgH="209414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4550" y="3497263"/>
                        <a:ext cx="5094288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0" name="Rectangle 45"/>
          <p:cNvSpPr>
            <a:spLocks noChangeArrowheads="1"/>
          </p:cNvSpPr>
          <p:nvPr/>
        </p:nvSpPr>
        <p:spPr bwMode="auto">
          <a:xfrm>
            <a:off x="1803400" y="3913188"/>
            <a:ext cx="127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电感</a:t>
            </a:r>
          </a:p>
        </p:txBody>
      </p:sp>
      <p:graphicFrame>
        <p:nvGraphicFramePr>
          <p:cNvPr id="25611" name="Object 46"/>
          <p:cNvGraphicFramePr>
            <a:graphicFrameLocks noChangeAspect="1"/>
          </p:cNvGraphicFramePr>
          <p:nvPr/>
        </p:nvGraphicFramePr>
        <p:xfrm>
          <a:off x="1679576" y="4454526"/>
          <a:ext cx="4086225" cy="175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8" name="Equation" r:id="rId12" imgW="1990578" imgH="847759" progId="Equation.DSMT4">
                  <p:embed/>
                </p:oleObj>
              </mc:Choice>
              <mc:Fallback>
                <p:oleObj name="Equation" r:id="rId12" imgW="1990578" imgH="847759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9576" y="4454526"/>
                        <a:ext cx="4086225" cy="175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2" name="Rectangle 47"/>
          <p:cNvSpPr>
            <a:spLocks noChangeArrowheads="1"/>
          </p:cNvSpPr>
          <p:nvPr/>
        </p:nvSpPr>
        <p:spPr bwMode="auto">
          <a:xfrm>
            <a:off x="5334000" y="4052888"/>
            <a:ext cx="104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电容</a:t>
            </a:r>
          </a:p>
        </p:txBody>
      </p:sp>
      <p:graphicFrame>
        <p:nvGraphicFramePr>
          <p:cNvPr id="25613" name="Object 48"/>
          <p:cNvGraphicFramePr>
            <a:graphicFrameLocks noChangeAspect="1"/>
          </p:cNvGraphicFramePr>
          <p:nvPr/>
        </p:nvGraphicFramePr>
        <p:xfrm>
          <a:off x="6399214" y="4708526"/>
          <a:ext cx="3387725" cy="175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9" name="Equation" r:id="rId14" imgW="1647755" imgH="847759" progId="Equation.DSMT4">
                  <p:embed/>
                </p:oleObj>
              </mc:Choice>
              <mc:Fallback>
                <p:oleObj name="Equation" r:id="rId14" imgW="1647755" imgH="847759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9214" y="4708526"/>
                        <a:ext cx="3387725" cy="175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2"/>
          <p:cNvGraphicFramePr>
            <a:graphicFrameLocks noChangeAspect="1"/>
          </p:cNvGraphicFramePr>
          <p:nvPr/>
        </p:nvGraphicFramePr>
        <p:xfrm>
          <a:off x="4205288" y="1952626"/>
          <a:ext cx="83026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2" name="Equation" r:id="rId4" imgW="352304" imgH="180941" progId="Equation.DSMT4">
                  <p:embed/>
                </p:oleObj>
              </mc:Choice>
              <mc:Fallback>
                <p:oleObj name="Equation" r:id="rId4" imgW="352304" imgH="180941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5288" y="1952626"/>
                        <a:ext cx="830262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2362200" y="958851"/>
            <a:ext cx="203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纯电阻：</a:t>
            </a:r>
          </a:p>
        </p:txBody>
      </p:sp>
      <p:graphicFrame>
        <p:nvGraphicFramePr>
          <p:cNvPr id="27652" name="Object 6"/>
          <p:cNvGraphicFramePr>
            <a:graphicFrameLocks noChangeAspect="1"/>
          </p:cNvGraphicFramePr>
          <p:nvPr/>
        </p:nvGraphicFramePr>
        <p:xfrm>
          <a:off x="4075114" y="1501775"/>
          <a:ext cx="917575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3" name="Equation" r:id="rId6" imgW="390531" imgH="142977" progId="Equation.DSMT4">
                  <p:embed/>
                </p:oleObj>
              </mc:Choice>
              <mc:Fallback>
                <p:oleObj name="Equation" r:id="rId6" imgW="390531" imgH="142977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5114" y="1501775"/>
                        <a:ext cx="917575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Text Box 7"/>
          <p:cNvSpPr txBox="1">
            <a:spLocks noChangeArrowheads="1"/>
          </p:cNvSpPr>
          <p:nvPr/>
        </p:nvSpPr>
        <p:spPr bwMode="auto">
          <a:xfrm>
            <a:off x="2616200" y="1466851"/>
            <a:ext cx="203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阻抗： </a:t>
            </a:r>
          </a:p>
        </p:txBody>
      </p:sp>
      <p:sp>
        <p:nvSpPr>
          <p:cNvPr id="27654" name="Text Box 8"/>
          <p:cNvSpPr txBox="1">
            <a:spLocks noChangeArrowheads="1"/>
          </p:cNvSpPr>
          <p:nvPr/>
        </p:nvSpPr>
        <p:spPr bwMode="auto">
          <a:xfrm>
            <a:off x="2387600" y="1911351"/>
            <a:ext cx="203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位相差：</a:t>
            </a:r>
          </a:p>
        </p:txBody>
      </p:sp>
      <p:sp>
        <p:nvSpPr>
          <p:cNvPr id="27655" name="Text Box 9"/>
          <p:cNvSpPr txBox="1">
            <a:spLocks noChangeArrowheads="1"/>
          </p:cNvSpPr>
          <p:nvPr/>
        </p:nvSpPr>
        <p:spPr bwMode="auto">
          <a:xfrm>
            <a:off x="2133600" y="2533651"/>
            <a:ext cx="203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纯电感：</a:t>
            </a:r>
          </a:p>
        </p:txBody>
      </p:sp>
      <p:sp>
        <p:nvSpPr>
          <p:cNvPr id="27656" name="Text Box 10"/>
          <p:cNvSpPr txBox="1">
            <a:spLocks noChangeArrowheads="1"/>
          </p:cNvSpPr>
          <p:nvPr/>
        </p:nvSpPr>
        <p:spPr bwMode="auto">
          <a:xfrm>
            <a:off x="2438400" y="3206751"/>
            <a:ext cx="203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感抗： </a:t>
            </a:r>
          </a:p>
        </p:txBody>
      </p:sp>
      <p:graphicFrame>
        <p:nvGraphicFramePr>
          <p:cNvPr id="27657" name="Object 11"/>
          <p:cNvGraphicFramePr>
            <a:graphicFrameLocks noChangeAspect="1"/>
          </p:cNvGraphicFramePr>
          <p:nvPr/>
        </p:nvGraphicFramePr>
        <p:xfrm>
          <a:off x="3579814" y="3221039"/>
          <a:ext cx="18065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4" name="Equation" r:id="rId8" imgW="781063" imgH="209414" progId="Equation.DSMT4">
                  <p:embed/>
                </p:oleObj>
              </mc:Choice>
              <mc:Fallback>
                <p:oleObj name="Equation" r:id="rId8" imgW="781063" imgH="209414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9814" y="3221039"/>
                        <a:ext cx="180657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8" name="Text Box 12"/>
          <p:cNvSpPr txBox="1">
            <a:spLocks noChangeArrowheads="1"/>
          </p:cNvSpPr>
          <p:nvPr/>
        </p:nvSpPr>
        <p:spPr bwMode="auto">
          <a:xfrm>
            <a:off x="2489200" y="4044951"/>
            <a:ext cx="203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位相差：</a:t>
            </a:r>
          </a:p>
        </p:txBody>
      </p:sp>
      <p:graphicFrame>
        <p:nvGraphicFramePr>
          <p:cNvPr id="27659" name="Object 13"/>
          <p:cNvGraphicFramePr>
            <a:graphicFrameLocks noChangeAspect="1"/>
          </p:cNvGraphicFramePr>
          <p:nvPr/>
        </p:nvGraphicFramePr>
        <p:xfrm>
          <a:off x="4211638" y="3921125"/>
          <a:ext cx="94615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5" name="Equation" r:id="rId10" imgW="400012" imgH="371373" progId="Equation.DSMT4">
                  <p:embed/>
                </p:oleObj>
              </mc:Choice>
              <mc:Fallback>
                <p:oleObj name="Equation" r:id="rId10" imgW="400012" imgH="371373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3921125"/>
                        <a:ext cx="946150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0" name="Text Box 14"/>
          <p:cNvSpPr txBox="1">
            <a:spLocks noChangeArrowheads="1"/>
          </p:cNvSpPr>
          <p:nvPr/>
        </p:nvSpPr>
        <p:spPr bwMode="auto">
          <a:xfrm>
            <a:off x="6210300" y="3257550"/>
            <a:ext cx="17145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通低频，阻高频 </a:t>
            </a:r>
          </a:p>
        </p:txBody>
      </p:sp>
      <p:sp>
        <p:nvSpPr>
          <p:cNvPr id="27661" name="Text Box 15"/>
          <p:cNvSpPr txBox="1">
            <a:spLocks noChangeArrowheads="1"/>
          </p:cNvSpPr>
          <p:nvPr/>
        </p:nvSpPr>
        <p:spPr bwMode="auto">
          <a:xfrm>
            <a:off x="1943100" y="4718051"/>
            <a:ext cx="203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纯电容：</a:t>
            </a:r>
          </a:p>
        </p:txBody>
      </p:sp>
      <p:sp>
        <p:nvSpPr>
          <p:cNvPr id="27662" name="Text Box 16"/>
          <p:cNvSpPr txBox="1">
            <a:spLocks noChangeArrowheads="1"/>
          </p:cNvSpPr>
          <p:nvPr/>
        </p:nvSpPr>
        <p:spPr bwMode="auto">
          <a:xfrm>
            <a:off x="2451100" y="5226051"/>
            <a:ext cx="203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容抗： </a:t>
            </a:r>
          </a:p>
        </p:txBody>
      </p:sp>
      <p:graphicFrame>
        <p:nvGraphicFramePr>
          <p:cNvPr id="27663" name="Object 17"/>
          <p:cNvGraphicFramePr>
            <a:graphicFrameLocks noChangeAspect="1"/>
          </p:cNvGraphicFramePr>
          <p:nvPr/>
        </p:nvGraphicFramePr>
        <p:xfrm>
          <a:off x="3571875" y="5240339"/>
          <a:ext cx="217963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6" name="Equation" r:id="rId12" imgW="942841" imgH="209414" progId="Equation.DSMT4">
                  <p:embed/>
                </p:oleObj>
              </mc:Choice>
              <mc:Fallback>
                <p:oleObj name="Equation" r:id="rId12" imgW="942841" imgH="209414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5" y="5240339"/>
                        <a:ext cx="2179638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4" name="Text Box 18"/>
          <p:cNvSpPr txBox="1">
            <a:spLocks noChangeArrowheads="1"/>
          </p:cNvSpPr>
          <p:nvPr/>
        </p:nvSpPr>
        <p:spPr bwMode="auto">
          <a:xfrm>
            <a:off x="1981200" y="5759451"/>
            <a:ext cx="1663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位相差：</a:t>
            </a:r>
          </a:p>
        </p:txBody>
      </p:sp>
      <p:graphicFrame>
        <p:nvGraphicFramePr>
          <p:cNvPr id="27665" name="Object 19"/>
          <p:cNvGraphicFramePr>
            <a:graphicFrameLocks noChangeAspect="1"/>
          </p:cNvGraphicFramePr>
          <p:nvPr/>
        </p:nvGraphicFramePr>
        <p:xfrm>
          <a:off x="3703639" y="5686425"/>
          <a:ext cx="1176337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7" name="Equation" r:id="rId14" imgW="504908" imgH="371373" progId="Equation.DSMT4">
                  <p:embed/>
                </p:oleObj>
              </mc:Choice>
              <mc:Fallback>
                <p:oleObj name="Equation" r:id="rId14" imgW="504908" imgH="371373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3639" y="5686425"/>
                        <a:ext cx="1176337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6" name="Text Box 20"/>
          <p:cNvSpPr txBox="1">
            <a:spLocks noChangeArrowheads="1"/>
          </p:cNvSpPr>
          <p:nvPr/>
        </p:nvSpPr>
        <p:spPr bwMode="auto">
          <a:xfrm>
            <a:off x="6223000" y="5772150"/>
            <a:ext cx="17145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通高频，阻低频 </a:t>
            </a:r>
          </a:p>
        </p:txBody>
      </p:sp>
      <p:sp>
        <p:nvSpPr>
          <p:cNvPr id="27667" name="Text Box 21"/>
          <p:cNvSpPr txBox="1">
            <a:spLocks noChangeArrowheads="1"/>
          </p:cNvSpPr>
          <p:nvPr/>
        </p:nvSpPr>
        <p:spPr bwMode="auto">
          <a:xfrm>
            <a:off x="8001000" y="3270250"/>
            <a:ext cx="17145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通直流，阻交流 </a:t>
            </a:r>
          </a:p>
        </p:txBody>
      </p:sp>
      <p:sp>
        <p:nvSpPr>
          <p:cNvPr id="27668" name="Text Box 22"/>
          <p:cNvSpPr txBox="1">
            <a:spLocks noChangeArrowheads="1"/>
          </p:cNvSpPr>
          <p:nvPr/>
        </p:nvSpPr>
        <p:spPr bwMode="auto">
          <a:xfrm>
            <a:off x="7988300" y="5708651"/>
            <a:ext cx="17145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通交流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阻直流 </a:t>
            </a:r>
          </a:p>
        </p:txBody>
      </p:sp>
      <p:pic>
        <p:nvPicPr>
          <p:cNvPr id="27669" name="Picture 21" descr="D:\zmzhang\电磁学\第二版图\图7-4.jpg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6700" y="228600"/>
            <a:ext cx="4102100" cy="145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70" name="Picture 22" descr="D:\zmzhang\电磁学\第二版图\图7-7.jpg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000" y="1727200"/>
            <a:ext cx="4800600" cy="160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71" name="Picture 23" descr="D:\zmzhang\电磁学\第二版图\图7-5.jpg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625" y="4304506"/>
            <a:ext cx="4484687" cy="149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646" name="Group 86"/>
          <p:cNvGraphicFramePr>
            <a:graphicFrameLocks noGrp="1"/>
          </p:cNvGraphicFramePr>
          <p:nvPr/>
        </p:nvGraphicFramePr>
        <p:xfrm>
          <a:off x="3606800" y="1765301"/>
          <a:ext cx="5054600" cy="3333793"/>
        </p:xfrm>
        <a:graphic>
          <a:graphicData uri="http://schemas.openxmlformats.org/drawingml/2006/table">
            <a:tbl>
              <a:tblPr/>
              <a:tblGrid>
                <a:gridCol w="195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604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元件名称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阻阬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位相差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56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电阻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l-GR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56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电感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  <a:endParaRPr kumimoji="1" lang="el-GR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l-G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ω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</a:t>
                      </a:r>
                      <a:endParaRPr kumimoji="1" lang="el-GR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l-G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π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/2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56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电容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1/</a:t>
                      </a:r>
                      <a:r>
                        <a:rPr kumimoji="1" lang="el-G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ω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r>
                        <a:rPr kumimoji="1" lang="el-G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π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768" name="Text Box 72"/>
          <p:cNvSpPr txBox="1">
            <a:spLocks noChangeArrowheads="1"/>
          </p:cNvSpPr>
          <p:nvPr/>
        </p:nvSpPr>
        <p:spPr bwMode="auto">
          <a:xfrm>
            <a:off x="2324100" y="1193800"/>
            <a:ext cx="7505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华文隶书" panose="02010800040101010101" pitchFamily="2" charset="-122"/>
                <a:ea typeface="华文隶书" panose="02010800040101010101" pitchFamily="2" charset="-122"/>
              </a:rPr>
              <a:t>电阻、电感、电容元件的性质比较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3"/>
          <p:cNvSpPr txBox="1">
            <a:spLocks noChangeArrowheads="1"/>
          </p:cNvSpPr>
          <p:nvPr/>
        </p:nvSpPr>
        <p:spPr bwMode="auto">
          <a:xfrm>
            <a:off x="2984500" y="476251"/>
            <a:ext cx="4991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交流电的分析方法</a:t>
            </a:r>
          </a:p>
        </p:txBody>
      </p:sp>
      <p:graphicFrame>
        <p:nvGraphicFramePr>
          <p:cNvPr id="33795" name="Object 4"/>
          <p:cNvGraphicFramePr>
            <a:graphicFrameLocks noChangeAspect="1"/>
          </p:cNvGraphicFramePr>
          <p:nvPr/>
        </p:nvGraphicFramePr>
        <p:xfrm>
          <a:off x="5434013" y="1590676"/>
          <a:ext cx="3154362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3" name="Equation" r:id="rId4" imgW="1381080" imgH="438116" progId="Equation.DSMT4">
                  <p:embed/>
                </p:oleObj>
              </mc:Choice>
              <mc:Fallback>
                <p:oleObj name="Equation" r:id="rId4" imgW="1381080" imgH="438116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4013" y="1590676"/>
                        <a:ext cx="3154362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6" name="Text Box 7"/>
          <p:cNvSpPr txBox="1">
            <a:spLocks noChangeArrowheads="1"/>
          </p:cNvSpPr>
          <p:nvPr/>
        </p:nvSpPr>
        <p:spPr bwMode="auto">
          <a:xfrm>
            <a:off x="2146300" y="1822451"/>
            <a:ext cx="353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同频简谐量的叠加：</a:t>
            </a:r>
          </a:p>
        </p:txBody>
      </p:sp>
      <p:graphicFrame>
        <p:nvGraphicFramePr>
          <p:cNvPr id="33797" name="Object 9"/>
          <p:cNvGraphicFramePr>
            <a:graphicFrameLocks noChangeAspect="1"/>
          </p:cNvGraphicFramePr>
          <p:nvPr/>
        </p:nvGraphicFramePr>
        <p:xfrm>
          <a:off x="5694364" y="2763839"/>
          <a:ext cx="25812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4" name="Equation" r:id="rId6" imgW="1123886" imgH="209414" progId="Equation.DSMT4">
                  <p:embed/>
                </p:oleObj>
              </mc:Choice>
              <mc:Fallback>
                <p:oleObj name="Equation" r:id="rId6" imgW="1123886" imgH="209414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4364" y="2763839"/>
                        <a:ext cx="258127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Object 11"/>
          <p:cNvGraphicFramePr>
            <a:graphicFrameLocks noChangeAspect="1"/>
          </p:cNvGraphicFramePr>
          <p:nvPr/>
        </p:nvGraphicFramePr>
        <p:xfrm>
          <a:off x="2263776" y="3248026"/>
          <a:ext cx="280987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5" name="Equation" r:id="rId8" imgW="1228782" imgH="180941" progId="Equation.DSMT4">
                  <p:embed/>
                </p:oleObj>
              </mc:Choice>
              <mc:Fallback>
                <p:oleObj name="Equation" r:id="rId8" imgW="1228782" imgH="180941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3776" y="3248026"/>
                        <a:ext cx="2809875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9" name="Text Box 14"/>
          <p:cNvSpPr txBox="1">
            <a:spLocks noChangeArrowheads="1"/>
          </p:cNvSpPr>
          <p:nvPr/>
        </p:nvSpPr>
        <p:spPr bwMode="auto">
          <a:xfrm>
            <a:off x="1854200" y="5429250"/>
            <a:ext cx="3530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合振动的振幅不等于两个分振动的振幅和</a:t>
            </a:r>
          </a:p>
        </p:txBody>
      </p:sp>
      <p:graphicFrame>
        <p:nvGraphicFramePr>
          <p:cNvPr id="33800" name="Object 17"/>
          <p:cNvGraphicFramePr>
            <a:graphicFrameLocks noChangeAspect="1"/>
          </p:cNvGraphicFramePr>
          <p:nvPr/>
        </p:nvGraphicFramePr>
        <p:xfrm>
          <a:off x="5964239" y="5734051"/>
          <a:ext cx="16351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6" name="Equation" r:id="rId10" imgW="704914" imgH="209414" progId="Equation.DSMT4">
                  <p:embed/>
                </p:oleObj>
              </mc:Choice>
              <mc:Fallback>
                <p:oleObj name="Equation" r:id="rId10" imgW="704914" imgH="209414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4239" y="5734051"/>
                        <a:ext cx="163512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1" name="Object 21"/>
          <p:cNvGraphicFramePr>
            <a:graphicFrameLocks noChangeAspect="1"/>
          </p:cNvGraphicFramePr>
          <p:nvPr/>
        </p:nvGraphicFramePr>
        <p:xfrm>
          <a:off x="3302000" y="3714750"/>
          <a:ext cx="4675188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7" name="Equation" r:id="rId12" imgW="2047767" imgH="219211" progId="Equation.DSMT4">
                  <p:embed/>
                </p:oleObj>
              </mc:Choice>
              <mc:Fallback>
                <p:oleObj name="Equation" r:id="rId12" imgW="2047767" imgH="219211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0" y="3714750"/>
                        <a:ext cx="4675188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2" name="Object 22"/>
          <p:cNvGraphicFramePr>
            <a:graphicFrameLocks noChangeAspect="1"/>
          </p:cNvGraphicFramePr>
          <p:nvPr/>
        </p:nvGraphicFramePr>
        <p:xfrm>
          <a:off x="3703638" y="4222751"/>
          <a:ext cx="3871912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8" name="Equation" r:id="rId14" imgW="1695463" imgH="409643" progId="Equation.DSMT4">
                  <p:embed/>
                </p:oleObj>
              </mc:Choice>
              <mc:Fallback>
                <p:oleObj name="Equation" r:id="rId14" imgW="1695463" imgH="409643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3638" y="4222751"/>
                        <a:ext cx="3871912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42" name="Group 16"/>
          <p:cNvGrpSpPr>
            <a:grpSpLocks/>
          </p:cNvGrpSpPr>
          <p:nvPr/>
        </p:nvGrpSpPr>
        <p:grpSpPr bwMode="auto">
          <a:xfrm>
            <a:off x="7327900" y="1231900"/>
            <a:ext cx="3073400" cy="2260600"/>
            <a:chOff x="3656" y="776"/>
            <a:chExt cx="1936" cy="1424"/>
          </a:xfrm>
        </p:grpSpPr>
        <p:grpSp>
          <p:nvGrpSpPr>
            <p:cNvPr id="35868" name="Group 13"/>
            <p:cNvGrpSpPr>
              <a:grpSpLocks/>
            </p:cNvGrpSpPr>
            <p:nvPr/>
          </p:nvGrpSpPr>
          <p:grpSpPr bwMode="auto">
            <a:xfrm>
              <a:off x="3656" y="776"/>
              <a:ext cx="1936" cy="1424"/>
              <a:chOff x="3656" y="776"/>
              <a:chExt cx="1936" cy="1424"/>
            </a:xfrm>
          </p:grpSpPr>
          <p:sp>
            <p:nvSpPr>
              <p:cNvPr id="35871" name="Line 11"/>
              <p:cNvSpPr>
                <a:spLocks noChangeShapeType="1"/>
              </p:cNvSpPr>
              <p:nvPr/>
            </p:nvSpPr>
            <p:spPr bwMode="auto">
              <a:xfrm>
                <a:off x="3656" y="1936"/>
                <a:ext cx="193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5872" name="Line 12"/>
              <p:cNvSpPr>
                <a:spLocks noChangeShapeType="1"/>
              </p:cNvSpPr>
              <p:nvPr/>
            </p:nvSpPr>
            <p:spPr bwMode="auto">
              <a:xfrm flipV="1">
                <a:off x="3960" y="776"/>
                <a:ext cx="0" cy="1424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35869" name="Line 14"/>
            <p:cNvSpPr>
              <a:spLocks noChangeShapeType="1"/>
            </p:cNvSpPr>
            <p:nvPr/>
          </p:nvSpPr>
          <p:spPr bwMode="auto">
            <a:xfrm flipV="1">
              <a:off x="3968" y="1627"/>
              <a:ext cx="1152" cy="30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5870" name="Line 15"/>
            <p:cNvSpPr>
              <a:spLocks noChangeShapeType="1"/>
            </p:cNvSpPr>
            <p:nvPr/>
          </p:nvSpPr>
          <p:spPr bwMode="auto">
            <a:xfrm rot="18904389" flipV="1">
              <a:off x="3680" y="1259"/>
              <a:ext cx="1152" cy="30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5843" name="Freeform 17"/>
          <p:cNvSpPr>
            <a:spLocks/>
          </p:cNvSpPr>
          <p:nvPr/>
        </p:nvSpPr>
        <p:spPr bwMode="auto">
          <a:xfrm>
            <a:off x="8013701" y="2717800"/>
            <a:ext cx="207963" cy="368300"/>
          </a:xfrm>
          <a:custGeom>
            <a:avLst/>
            <a:gdLst>
              <a:gd name="T0" fmla="*/ 0 w 131"/>
              <a:gd name="T1" fmla="*/ 0 h 232"/>
              <a:gd name="T2" fmla="*/ 2147483646 w 131"/>
              <a:gd name="T3" fmla="*/ 2147483646 h 232"/>
              <a:gd name="T4" fmla="*/ 2147483646 w 131"/>
              <a:gd name="T5" fmla="*/ 2147483646 h 232"/>
              <a:gd name="T6" fmla="*/ 2147483646 w 131"/>
              <a:gd name="T7" fmla="*/ 2147483646 h 232"/>
              <a:gd name="T8" fmla="*/ 0 60000 65536"/>
              <a:gd name="T9" fmla="*/ 0 60000 65536"/>
              <a:gd name="T10" fmla="*/ 0 60000 65536"/>
              <a:gd name="T11" fmla="*/ 0 60000 65536"/>
              <a:gd name="T12" fmla="*/ 0 w 131"/>
              <a:gd name="T13" fmla="*/ 0 h 232"/>
              <a:gd name="T14" fmla="*/ 131 w 131"/>
              <a:gd name="T15" fmla="*/ 232 h 2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1" h="232">
                <a:moveTo>
                  <a:pt x="0" y="0"/>
                </a:moveTo>
                <a:cubicBezTo>
                  <a:pt x="41" y="9"/>
                  <a:pt x="83" y="19"/>
                  <a:pt x="104" y="48"/>
                </a:cubicBezTo>
                <a:cubicBezTo>
                  <a:pt x="125" y="77"/>
                  <a:pt x="125" y="145"/>
                  <a:pt x="128" y="176"/>
                </a:cubicBezTo>
                <a:cubicBezTo>
                  <a:pt x="131" y="207"/>
                  <a:pt x="125" y="219"/>
                  <a:pt x="120" y="232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844" name="Text Box 2"/>
          <p:cNvSpPr txBox="1">
            <a:spLocks noChangeArrowheads="1"/>
          </p:cNvSpPr>
          <p:nvPr/>
        </p:nvSpPr>
        <p:spPr bwMode="auto">
          <a:xfrm>
            <a:off x="3289300" y="412751"/>
            <a:ext cx="4991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交流电的矢量分析方法</a:t>
            </a:r>
          </a:p>
        </p:txBody>
      </p:sp>
      <p:graphicFrame>
        <p:nvGraphicFramePr>
          <p:cNvPr id="35845" name="Object 3"/>
          <p:cNvGraphicFramePr>
            <a:graphicFrameLocks noChangeAspect="1"/>
          </p:cNvGraphicFramePr>
          <p:nvPr/>
        </p:nvGraphicFramePr>
        <p:xfrm>
          <a:off x="2319339" y="1938338"/>
          <a:ext cx="2981325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73" name="Equation" r:id="rId4" imgW="1304931" imgH="209414" progId="Equation.DSMT4">
                  <p:embed/>
                </p:oleObj>
              </mc:Choice>
              <mc:Fallback>
                <p:oleObj name="Equation" r:id="rId4" imgW="1304931" imgH="209414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9339" y="1938338"/>
                        <a:ext cx="2981325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6" name="Text Box 7"/>
          <p:cNvSpPr txBox="1">
            <a:spLocks noChangeArrowheads="1"/>
          </p:cNvSpPr>
          <p:nvPr/>
        </p:nvSpPr>
        <p:spPr bwMode="auto">
          <a:xfrm>
            <a:off x="2095500" y="2965451"/>
            <a:ext cx="353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电阻两端电压、电流</a:t>
            </a:r>
          </a:p>
        </p:txBody>
      </p:sp>
      <p:graphicFrame>
        <p:nvGraphicFramePr>
          <p:cNvPr id="35847" name="Object 8"/>
          <p:cNvGraphicFramePr>
            <a:graphicFrameLocks noChangeAspect="1"/>
          </p:cNvGraphicFramePr>
          <p:nvPr/>
        </p:nvGraphicFramePr>
        <p:xfrm>
          <a:off x="2443163" y="3676651"/>
          <a:ext cx="28114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74" name="Equation" r:id="rId6" imgW="1228782" imgH="209414" progId="Equation.DSMT4">
                  <p:embed/>
                </p:oleObj>
              </mc:Choice>
              <mc:Fallback>
                <p:oleObj name="Equation" r:id="rId6" imgW="1228782" imgH="209414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163" y="3676651"/>
                        <a:ext cx="2811462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8" name="Freeform 18"/>
          <p:cNvSpPr>
            <a:spLocks/>
          </p:cNvSpPr>
          <p:nvPr/>
        </p:nvSpPr>
        <p:spPr bwMode="auto">
          <a:xfrm>
            <a:off x="8343901" y="2933700"/>
            <a:ext cx="74613" cy="139700"/>
          </a:xfrm>
          <a:custGeom>
            <a:avLst/>
            <a:gdLst>
              <a:gd name="T0" fmla="*/ 0 w 47"/>
              <a:gd name="T1" fmla="*/ 0 h 88"/>
              <a:gd name="T2" fmla="*/ 2147483646 w 47"/>
              <a:gd name="T3" fmla="*/ 2147483646 h 88"/>
              <a:gd name="T4" fmla="*/ 2147483646 w 47"/>
              <a:gd name="T5" fmla="*/ 2147483646 h 88"/>
              <a:gd name="T6" fmla="*/ 0 60000 65536"/>
              <a:gd name="T7" fmla="*/ 0 60000 65536"/>
              <a:gd name="T8" fmla="*/ 0 60000 65536"/>
              <a:gd name="T9" fmla="*/ 0 w 47"/>
              <a:gd name="T10" fmla="*/ 0 h 88"/>
              <a:gd name="T11" fmla="*/ 47 w 47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" h="88">
                <a:moveTo>
                  <a:pt x="0" y="0"/>
                </a:moveTo>
                <a:cubicBezTo>
                  <a:pt x="16" y="8"/>
                  <a:pt x="33" y="17"/>
                  <a:pt x="40" y="32"/>
                </a:cubicBezTo>
                <a:cubicBezTo>
                  <a:pt x="47" y="47"/>
                  <a:pt x="43" y="67"/>
                  <a:pt x="40" y="88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849" name="AutoShape 19"/>
          <p:cNvSpPr>
            <a:spLocks noChangeArrowheads="1"/>
          </p:cNvSpPr>
          <p:nvPr/>
        </p:nvSpPr>
        <p:spPr bwMode="auto">
          <a:xfrm rot="6891478" flipH="1">
            <a:off x="8267700" y="1460500"/>
            <a:ext cx="1193800" cy="139700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20309" y="9414"/>
                </a:moveTo>
                <a:cubicBezTo>
                  <a:pt x="19703" y="5257"/>
                  <a:pt x="16467" y="1975"/>
                  <a:pt x="12319" y="1310"/>
                </a:cubicBezTo>
                <a:lnTo>
                  <a:pt x="12507" y="135"/>
                </a:lnTo>
                <a:cubicBezTo>
                  <a:pt x="17169" y="882"/>
                  <a:pt x="20806" y="4570"/>
                  <a:pt x="21487" y="9242"/>
                </a:cubicBezTo>
                <a:lnTo>
                  <a:pt x="24158" y="8853"/>
                </a:lnTo>
                <a:lnTo>
                  <a:pt x="21373" y="12589"/>
                </a:lnTo>
                <a:lnTo>
                  <a:pt x="17637" y="9803"/>
                </a:lnTo>
                <a:lnTo>
                  <a:pt x="20309" y="9414"/>
                </a:lnTo>
                <a:close/>
              </a:path>
            </a:pathLst>
          </a:cu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5850" name="Object 20"/>
          <p:cNvGraphicFramePr>
            <a:graphicFrameLocks noChangeAspect="1"/>
          </p:cNvGraphicFramePr>
          <p:nvPr/>
        </p:nvGraphicFramePr>
        <p:xfrm>
          <a:off x="9726614" y="2330451"/>
          <a:ext cx="458787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75" name="Equation" r:id="rId8" imgW="181045" imgH="209414" progId="Equation.DSMT4">
                  <p:embed/>
                </p:oleObj>
              </mc:Choice>
              <mc:Fallback>
                <p:oleObj name="Equation" r:id="rId8" imgW="181045" imgH="209414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26614" y="2330451"/>
                        <a:ext cx="458787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1" name="Object 21"/>
          <p:cNvGraphicFramePr>
            <a:graphicFrameLocks noChangeAspect="1"/>
          </p:cNvGraphicFramePr>
          <p:nvPr/>
        </p:nvGraphicFramePr>
        <p:xfrm>
          <a:off x="8278814" y="1098551"/>
          <a:ext cx="458787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76" name="Equation" r:id="rId10" imgW="181045" imgH="209414" progId="Equation.DSMT4">
                  <p:embed/>
                </p:oleObj>
              </mc:Choice>
              <mc:Fallback>
                <p:oleObj name="Equation" r:id="rId10" imgW="181045" imgH="209414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8814" y="1098551"/>
                        <a:ext cx="458787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2" name="Object 22"/>
          <p:cNvGraphicFramePr>
            <a:graphicFrameLocks noChangeAspect="1"/>
          </p:cNvGraphicFramePr>
          <p:nvPr/>
        </p:nvGraphicFramePr>
        <p:xfrm>
          <a:off x="8947151" y="2732089"/>
          <a:ext cx="315913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77" name="Equation" r:id="rId12" imgW="123857" imgH="142977" progId="Equation.DSMT4">
                  <p:embed/>
                </p:oleObj>
              </mc:Choice>
              <mc:Fallback>
                <p:oleObj name="Equation" r:id="rId12" imgW="123857" imgH="142977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47151" y="2732089"/>
                        <a:ext cx="315913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3" name="Object 23"/>
          <p:cNvGraphicFramePr>
            <a:graphicFrameLocks noChangeAspect="1"/>
          </p:cNvGraphicFramePr>
          <p:nvPr/>
        </p:nvGraphicFramePr>
        <p:xfrm>
          <a:off x="8312151" y="2273301"/>
          <a:ext cx="976313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78" name="Equation" r:id="rId14" imgW="409492" imgH="161959" progId="Equation.DSMT4">
                  <p:embed/>
                </p:oleObj>
              </mc:Choice>
              <mc:Fallback>
                <p:oleObj name="Equation" r:id="rId14" imgW="409492" imgH="161959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2151" y="2273301"/>
                        <a:ext cx="976313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4" name="Object 24"/>
          <p:cNvGraphicFramePr>
            <a:graphicFrameLocks noChangeAspect="1"/>
          </p:cNvGraphicFramePr>
          <p:nvPr/>
        </p:nvGraphicFramePr>
        <p:xfrm>
          <a:off x="2257426" y="4319589"/>
          <a:ext cx="318452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79" name="Equation" r:id="rId16" imgW="1390561" imgH="438116" progId="Equation.DSMT4">
                  <p:embed/>
                </p:oleObj>
              </mc:Choice>
              <mc:Fallback>
                <p:oleObj name="Equation" r:id="rId16" imgW="1390561" imgH="438116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7426" y="4319589"/>
                        <a:ext cx="3184525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855" name="Group 26"/>
          <p:cNvGrpSpPr>
            <a:grpSpLocks/>
          </p:cNvGrpSpPr>
          <p:nvPr/>
        </p:nvGrpSpPr>
        <p:grpSpPr bwMode="auto">
          <a:xfrm>
            <a:off x="7226300" y="3556000"/>
            <a:ext cx="3073400" cy="2260600"/>
            <a:chOff x="3656" y="776"/>
            <a:chExt cx="1936" cy="1424"/>
          </a:xfrm>
        </p:grpSpPr>
        <p:sp>
          <p:nvSpPr>
            <p:cNvPr id="35866" name="Line 27"/>
            <p:cNvSpPr>
              <a:spLocks noChangeShapeType="1"/>
            </p:cNvSpPr>
            <p:nvPr/>
          </p:nvSpPr>
          <p:spPr bwMode="auto">
            <a:xfrm>
              <a:off x="3656" y="1936"/>
              <a:ext cx="1936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5867" name="Line 28"/>
            <p:cNvSpPr>
              <a:spLocks noChangeShapeType="1"/>
            </p:cNvSpPr>
            <p:nvPr/>
          </p:nvSpPr>
          <p:spPr bwMode="auto">
            <a:xfrm flipV="1">
              <a:off x="3960" y="776"/>
              <a:ext cx="0" cy="142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5856" name="Line 31"/>
          <p:cNvSpPr>
            <a:spLocks noChangeShapeType="1"/>
          </p:cNvSpPr>
          <p:nvPr/>
        </p:nvSpPr>
        <p:spPr bwMode="auto">
          <a:xfrm flipV="1">
            <a:off x="7708900" y="4432300"/>
            <a:ext cx="1460500" cy="965200"/>
          </a:xfrm>
          <a:prstGeom prst="line">
            <a:avLst/>
          </a:prstGeom>
          <a:noFill/>
          <a:ln w="38100" cap="sq">
            <a:solidFill>
              <a:srgbClr val="0000FF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857" name="Line 32"/>
          <p:cNvSpPr>
            <a:spLocks noChangeShapeType="1"/>
          </p:cNvSpPr>
          <p:nvPr/>
        </p:nvSpPr>
        <p:spPr bwMode="auto">
          <a:xfrm flipV="1">
            <a:off x="7734300" y="4800600"/>
            <a:ext cx="889000" cy="596900"/>
          </a:xfrm>
          <a:prstGeom prst="line">
            <a:avLst/>
          </a:prstGeom>
          <a:noFill/>
          <a:ln w="57150" cap="sq">
            <a:solidFill>
              <a:srgbClr val="FF0000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35858" name="Object 33"/>
          <p:cNvGraphicFramePr>
            <a:graphicFrameLocks noChangeAspect="1"/>
          </p:cNvGraphicFramePr>
          <p:nvPr/>
        </p:nvGraphicFramePr>
        <p:xfrm>
          <a:off x="9183689" y="4387851"/>
          <a:ext cx="401637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80" name="Equation" r:id="rId18" imgW="161778" imgH="209414" progId="Equation.DSMT4">
                  <p:embed/>
                </p:oleObj>
              </mc:Choice>
              <mc:Fallback>
                <p:oleObj name="Equation" r:id="rId18" imgW="161778" imgH="209414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83689" y="4387851"/>
                        <a:ext cx="401637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9" name="Object 34"/>
          <p:cNvGraphicFramePr>
            <a:graphicFrameLocks noChangeAspect="1"/>
          </p:cNvGraphicFramePr>
          <p:nvPr/>
        </p:nvGraphicFramePr>
        <p:xfrm>
          <a:off x="8531225" y="4806951"/>
          <a:ext cx="48895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81" name="Equation" r:id="rId20" imgW="200006" imgH="209414" progId="Equation.DSMT4">
                  <p:embed/>
                </p:oleObj>
              </mc:Choice>
              <mc:Fallback>
                <p:oleObj name="Equation" r:id="rId20" imgW="200006" imgH="209414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1225" y="4806951"/>
                        <a:ext cx="48895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0" name="Object 35"/>
          <p:cNvGraphicFramePr>
            <a:graphicFrameLocks noChangeAspect="1"/>
          </p:cNvGraphicFramePr>
          <p:nvPr/>
        </p:nvGraphicFramePr>
        <p:xfrm>
          <a:off x="7854951" y="3684588"/>
          <a:ext cx="315913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82" name="Equation" r:id="rId22" imgW="123857" imgH="142977" progId="Equation.DSMT4">
                  <p:embed/>
                </p:oleObj>
              </mc:Choice>
              <mc:Fallback>
                <p:oleObj name="Equation" r:id="rId22" imgW="123857" imgH="142977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4951" y="3684588"/>
                        <a:ext cx="315913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1" name="Object 36"/>
          <p:cNvGraphicFramePr>
            <a:graphicFrameLocks noChangeAspect="1"/>
          </p:cNvGraphicFramePr>
          <p:nvPr/>
        </p:nvGraphicFramePr>
        <p:xfrm>
          <a:off x="9869489" y="5627688"/>
          <a:ext cx="401637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83" name="Equation" r:id="rId24" imgW="161778" imgH="142977" progId="Equation.DSMT4">
                  <p:embed/>
                </p:oleObj>
              </mc:Choice>
              <mc:Fallback>
                <p:oleObj name="Equation" r:id="rId24" imgW="161778" imgH="142977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69489" y="5627688"/>
                        <a:ext cx="401637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2" name="Object 37"/>
          <p:cNvGraphicFramePr>
            <a:graphicFrameLocks noChangeAspect="1"/>
          </p:cNvGraphicFramePr>
          <p:nvPr/>
        </p:nvGraphicFramePr>
        <p:xfrm>
          <a:off x="7281864" y="5448301"/>
          <a:ext cx="34448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84" name="Equation" r:id="rId26" imgW="133337" imgH="161959" progId="Equation.DSMT4">
                  <p:embed/>
                </p:oleObj>
              </mc:Choice>
              <mc:Fallback>
                <p:oleObj name="Equation" r:id="rId26" imgW="133337" imgH="161959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1864" y="5448301"/>
                        <a:ext cx="344487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3" name="Object 38"/>
          <p:cNvGraphicFramePr>
            <a:graphicFrameLocks noChangeAspect="1"/>
          </p:cNvGraphicFramePr>
          <p:nvPr/>
        </p:nvGraphicFramePr>
        <p:xfrm>
          <a:off x="7434264" y="3098801"/>
          <a:ext cx="34448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85" name="Equation" r:id="rId28" imgW="133337" imgH="161959" progId="Equation.DSMT4">
                  <p:embed/>
                </p:oleObj>
              </mc:Choice>
              <mc:Fallback>
                <p:oleObj name="Equation" r:id="rId28" imgW="133337" imgH="161959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4264" y="3098801"/>
                        <a:ext cx="344487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4" name="Object 39"/>
          <p:cNvGraphicFramePr>
            <a:graphicFrameLocks noChangeAspect="1"/>
          </p:cNvGraphicFramePr>
          <p:nvPr/>
        </p:nvGraphicFramePr>
        <p:xfrm>
          <a:off x="7448551" y="1271588"/>
          <a:ext cx="315913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86" name="Equation" r:id="rId30" imgW="123857" imgH="142977" progId="Equation.DSMT4">
                  <p:embed/>
                </p:oleObj>
              </mc:Choice>
              <mc:Fallback>
                <p:oleObj name="Equation" r:id="rId30" imgW="123857" imgH="142977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8551" y="1271588"/>
                        <a:ext cx="315913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5" name="Object 40"/>
          <p:cNvGraphicFramePr>
            <a:graphicFrameLocks noChangeAspect="1"/>
          </p:cNvGraphicFramePr>
          <p:nvPr/>
        </p:nvGraphicFramePr>
        <p:xfrm>
          <a:off x="10034589" y="3163888"/>
          <a:ext cx="401637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87" name="Equation" r:id="rId32" imgW="161778" imgH="142977" progId="Equation.DSMT4">
                  <p:embed/>
                </p:oleObj>
              </mc:Choice>
              <mc:Fallback>
                <p:oleObj name="Equation" r:id="rId32" imgW="161778" imgH="142977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4589" y="3163888"/>
                        <a:ext cx="401637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3"/>
          <p:cNvGrpSpPr>
            <a:grpSpLocks/>
          </p:cNvGrpSpPr>
          <p:nvPr/>
        </p:nvGrpSpPr>
        <p:grpSpPr bwMode="auto">
          <a:xfrm>
            <a:off x="7327900" y="1231900"/>
            <a:ext cx="3073400" cy="2260600"/>
            <a:chOff x="3656" y="776"/>
            <a:chExt cx="1936" cy="1424"/>
          </a:xfrm>
        </p:grpSpPr>
        <p:sp>
          <p:nvSpPr>
            <p:cNvPr id="37905" name="Line 4"/>
            <p:cNvSpPr>
              <a:spLocks noChangeShapeType="1"/>
            </p:cNvSpPr>
            <p:nvPr/>
          </p:nvSpPr>
          <p:spPr bwMode="auto">
            <a:xfrm>
              <a:off x="3656" y="1936"/>
              <a:ext cx="1936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7906" name="Line 5"/>
            <p:cNvSpPr>
              <a:spLocks noChangeShapeType="1"/>
            </p:cNvSpPr>
            <p:nvPr/>
          </p:nvSpPr>
          <p:spPr bwMode="auto">
            <a:xfrm flipV="1">
              <a:off x="3960" y="776"/>
              <a:ext cx="0" cy="142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7891" name="Line 6"/>
          <p:cNvSpPr>
            <a:spLocks noChangeShapeType="1"/>
          </p:cNvSpPr>
          <p:nvPr/>
        </p:nvSpPr>
        <p:spPr bwMode="auto">
          <a:xfrm flipV="1">
            <a:off x="7823200" y="2582864"/>
            <a:ext cx="1828800" cy="490537"/>
          </a:xfrm>
          <a:prstGeom prst="line">
            <a:avLst/>
          </a:prstGeom>
          <a:noFill/>
          <a:ln w="38100" cap="sq">
            <a:solidFill>
              <a:srgbClr val="00FF00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7892" name="Text Box 11"/>
          <p:cNvSpPr txBox="1">
            <a:spLocks noChangeArrowheads="1"/>
          </p:cNvSpPr>
          <p:nvPr/>
        </p:nvSpPr>
        <p:spPr bwMode="auto">
          <a:xfrm>
            <a:off x="1828800" y="908051"/>
            <a:ext cx="353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电感两端电压、电流</a:t>
            </a:r>
          </a:p>
        </p:txBody>
      </p:sp>
      <p:graphicFrame>
        <p:nvGraphicFramePr>
          <p:cNvPr id="37893" name="Object 12"/>
          <p:cNvGraphicFramePr>
            <a:graphicFrameLocks noChangeAspect="1"/>
          </p:cNvGraphicFramePr>
          <p:nvPr/>
        </p:nvGraphicFramePr>
        <p:xfrm>
          <a:off x="2239963" y="1543051"/>
          <a:ext cx="28114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87" name="Equation" r:id="rId4" imgW="1228782" imgH="209414" progId="Equation.DSMT4">
                  <p:embed/>
                </p:oleObj>
              </mc:Choice>
              <mc:Fallback>
                <p:oleObj name="Equation" r:id="rId4" imgW="1228782" imgH="209414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9963" y="1543051"/>
                        <a:ext cx="2811462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4" name="Freeform 13"/>
          <p:cNvSpPr>
            <a:spLocks/>
          </p:cNvSpPr>
          <p:nvPr/>
        </p:nvSpPr>
        <p:spPr bwMode="auto">
          <a:xfrm>
            <a:off x="8343901" y="2933700"/>
            <a:ext cx="74613" cy="139700"/>
          </a:xfrm>
          <a:custGeom>
            <a:avLst/>
            <a:gdLst>
              <a:gd name="T0" fmla="*/ 0 w 47"/>
              <a:gd name="T1" fmla="*/ 0 h 88"/>
              <a:gd name="T2" fmla="*/ 2147483646 w 47"/>
              <a:gd name="T3" fmla="*/ 2147483646 h 88"/>
              <a:gd name="T4" fmla="*/ 2147483646 w 47"/>
              <a:gd name="T5" fmla="*/ 2147483646 h 88"/>
              <a:gd name="T6" fmla="*/ 0 60000 65536"/>
              <a:gd name="T7" fmla="*/ 0 60000 65536"/>
              <a:gd name="T8" fmla="*/ 0 60000 65536"/>
              <a:gd name="T9" fmla="*/ 0 w 47"/>
              <a:gd name="T10" fmla="*/ 0 h 88"/>
              <a:gd name="T11" fmla="*/ 47 w 47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" h="88">
                <a:moveTo>
                  <a:pt x="0" y="0"/>
                </a:moveTo>
                <a:cubicBezTo>
                  <a:pt x="16" y="8"/>
                  <a:pt x="33" y="17"/>
                  <a:pt x="40" y="32"/>
                </a:cubicBezTo>
                <a:cubicBezTo>
                  <a:pt x="47" y="47"/>
                  <a:pt x="43" y="67"/>
                  <a:pt x="40" y="88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37895" name="Object 17"/>
          <p:cNvGraphicFramePr>
            <a:graphicFrameLocks noChangeAspect="1"/>
          </p:cNvGraphicFramePr>
          <p:nvPr/>
        </p:nvGraphicFramePr>
        <p:xfrm>
          <a:off x="8947151" y="2732089"/>
          <a:ext cx="315913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88" name="Equation" r:id="rId6" imgW="123857" imgH="142977" progId="Equation.DSMT4">
                  <p:embed/>
                </p:oleObj>
              </mc:Choice>
              <mc:Fallback>
                <p:oleObj name="Equation" r:id="rId6" imgW="123857" imgH="142977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47151" y="2732089"/>
                        <a:ext cx="315913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6" name="Object 19"/>
          <p:cNvGraphicFramePr>
            <a:graphicFrameLocks noChangeAspect="1"/>
          </p:cNvGraphicFramePr>
          <p:nvPr/>
        </p:nvGraphicFramePr>
        <p:xfrm>
          <a:off x="2278063" y="2386014"/>
          <a:ext cx="3930650" cy="236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89" name="Equation" r:id="rId8" imgW="1723904" imgH="1019209" progId="Equation.DSMT4">
                  <p:embed/>
                </p:oleObj>
              </mc:Choice>
              <mc:Fallback>
                <p:oleObj name="Equation" r:id="rId8" imgW="1723904" imgH="1019209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8063" y="2386014"/>
                        <a:ext cx="3930650" cy="236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7" name="Object 25"/>
          <p:cNvGraphicFramePr>
            <a:graphicFrameLocks noChangeAspect="1"/>
          </p:cNvGraphicFramePr>
          <p:nvPr/>
        </p:nvGraphicFramePr>
        <p:xfrm>
          <a:off x="9285289" y="2000251"/>
          <a:ext cx="401637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90" name="Equation" r:id="rId10" imgW="161778" imgH="209414" progId="Equation.DSMT4">
                  <p:embed/>
                </p:oleObj>
              </mc:Choice>
              <mc:Fallback>
                <p:oleObj name="Equation" r:id="rId10" imgW="161778" imgH="209414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5289" y="2000251"/>
                        <a:ext cx="401637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8" name="Object 26"/>
          <p:cNvGraphicFramePr>
            <a:graphicFrameLocks noChangeAspect="1"/>
          </p:cNvGraphicFramePr>
          <p:nvPr/>
        </p:nvGraphicFramePr>
        <p:xfrm>
          <a:off x="6867525" y="1225551"/>
          <a:ext cx="48895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91" name="Equation" r:id="rId12" imgW="200006" imgH="209414" progId="Equation.DSMT4">
                  <p:embed/>
                </p:oleObj>
              </mc:Choice>
              <mc:Fallback>
                <p:oleObj name="Equation" r:id="rId12" imgW="200006" imgH="209414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7525" y="1225551"/>
                        <a:ext cx="48895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9" name="Object 30"/>
          <p:cNvGraphicFramePr>
            <a:graphicFrameLocks noChangeAspect="1"/>
          </p:cNvGraphicFramePr>
          <p:nvPr/>
        </p:nvGraphicFramePr>
        <p:xfrm>
          <a:off x="7434264" y="3098801"/>
          <a:ext cx="34448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92" name="Equation" r:id="rId14" imgW="133337" imgH="161959" progId="Equation.DSMT4">
                  <p:embed/>
                </p:oleObj>
              </mc:Choice>
              <mc:Fallback>
                <p:oleObj name="Equation" r:id="rId14" imgW="133337" imgH="161959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4264" y="3098801"/>
                        <a:ext cx="344487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0" name="Object 31"/>
          <p:cNvGraphicFramePr>
            <a:graphicFrameLocks noChangeAspect="1"/>
          </p:cNvGraphicFramePr>
          <p:nvPr/>
        </p:nvGraphicFramePr>
        <p:xfrm>
          <a:off x="7448551" y="1271588"/>
          <a:ext cx="315913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93" name="Equation" r:id="rId16" imgW="123857" imgH="142977" progId="Equation.DSMT4">
                  <p:embed/>
                </p:oleObj>
              </mc:Choice>
              <mc:Fallback>
                <p:oleObj name="Equation" r:id="rId16" imgW="123857" imgH="142977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8551" y="1271588"/>
                        <a:ext cx="315913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1" name="Object 32"/>
          <p:cNvGraphicFramePr>
            <a:graphicFrameLocks noChangeAspect="1"/>
          </p:cNvGraphicFramePr>
          <p:nvPr/>
        </p:nvGraphicFramePr>
        <p:xfrm>
          <a:off x="10034589" y="3163888"/>
          <a:ext cx="401637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94" name="Equation" r:id="rId18" imgW="161778" imgH="142977" progId="Equation.DSMT4">
                  <p:embed/>
                </p:oleObj>
              </mc:Choice>
              <mc:Fallback>
                <p:oleObj name="Equation" r:id="rId18" imgW="161778" imgH="142977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4589" y="3163888"/>
                        <a:ext cx="401637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2" name="Line 34"/>
          <p:cNvSpPr>
            <a:spLocks noChangeShapeType="1"/>
          </p:cNvSpPr>
          <p:nvPr/>
        </p:nvSpPr>
        <p:spPr bwMode="auto">
          <a:xfrm flipH="1" flipV="1">
            <a:off x="7353300" y="1358900"/>
            <a:ext cx="457200" cy="1714500"/>
          </a:xfrm>
          <a:prstGeom prst="line">
            <a:avLst/>
          </a:prstGeom>
          <a:noFill/>
          <a:ln w="57150" cap="sq">
            <a:solidFill>
              <a:srgbClr val="FF0000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37903" name="Object 35"/>
          <p:cNvGraphicFramePr>
            <a:graphicFrameLocks noChangeAspect="1"/>
          </p:cNvGraphicFramePr>
          <p:nvPr/>
        </p:nvGraphicFramePr>
        <p:xfrm>
          <a:off x="7897814" y="1836739"/>
          <a:ext cx="890587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95" name="Equation" r:id="rId20" imgW="371571" imgH="371373" progId="Equation.DSMT4">
                  <p:embed/>
                </p:oleObj>
              </mc:Choice>
              <mc:Fallback>
                <p:oleObj name="Equation" r:id="rId20" imgW="371571" imgH="371373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7814" y="1836739"/>
                        <a:ext cx="890587" cy="89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4" name="Text Box 36"/>
          <p:cNvSpPr txBox="1">
            <a:spLocks noChangeArrowheads="1"/>
          </p:cNvSpPr>
          <p:nvPr/>
        </p:nvSpPr>
        <p:spPr bwMode="auto">
          <a:xfrm>
            <a:off x="2209800" y="5213351"/>
            <a:ext cx="406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位相：电压超前电流</a:t>
            </a:r>
            <a:r>
              <a:rPr lang="el-GR" altLang="zh-CN" sz="2800" b="1">
                <a:solidFill>
                  <a:srgbClr val="0000FF"/>
                </a:solidFill>
              </a:rPr>
              <a:t>π</a:t>
            </a:r>
            <a:r>
              <a:rPr lang="en-US" altLang="zh-CN" sz="2800">
                <a:solidFill>
                  <a:srgbClr val="0000FF"/>
                </a:solidFill>
              </a:rPr>
              <a:t>/2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38" name="Group 2"/>
          <p:cNvGrpSpPr>
            <a:grpSpLocks/>
          </p:cNvGrpSpPr>
          <p:nvPr/>
        </p:nvGrpSpPr>
        <p:grpSpPr bwMode="auto">
          <a:xfrm>
            <a:off x="7327900" y="1231900"/>
            <a:ext cx="3073400" cy="2260600"/>
            <a:chOff x="3656" y="776"/>
            <a:chExt cx="1936" cy="1424"/>
          </a:xfrm>
        </p:grpSpPr>
        <p:sp>
          <p:nvSpPr>
            <p:cNvPr id="39954" name="Line 3"/>
            <p:cNvSpPr>
              <a:spLocks noChangeShapeType="1"/>
            </p:cNvSpPr>
            <p:nvPr/>
          </p:nvSpPr>
          <p:spPr bwMode="auto">
            <a:xfrm>
              <a:off x="3656" y="1936"/>
              <a:ext cx="1936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955" name="Line 4"/>
            <p:cNvSpPr>
              <a:spLocks noChangeShapeType="1"/>
            </p:cNvSpPr>
            <p:nvPr/>
          </p:nvSpPr>
          <p:spPr bwMode="auto">
            <a:xfrm flipV="1">
              <a:off x="3960" y="776"/>
              <a:ext cx="0" cy="142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9939" name="Line 5"/>
          <p:cNvSpPr>
            <a:spLocks noChangeShapeType="1"/>
          </p:cNvSpPr>
          <p:nvPr/>
        </p:nvSpPr>
        <p:spPr bwMode="auto">
          <a:xfrm flipV="1">
            <a:off x="7823200" y="2582864"/>
            <a:ext cx="1828800" cy="490537"/>
          </a:xfrm>
          <a:prstGeom prst="line">
            <a:avLst/>
          </a:prstGeom>
          <a:noFill/>
          <a:ln w="38100" cap="sq">
            <a:solidFill>
              <a:srgbClr val="FF0000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940" name="Text Box 6"/>
          <p:cNvSpPr txBox="1">
            <a:spLocks noChangeArrowheads="1"/>
          </p:cNvSpPr>
          <p:nvPr/>
        </p:nvSpPr>
        <p:spPr bwMode="auto">
          <a:xfrm>
            <a:off x="1828800" y="908051"/>
            <a:ext cx="353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电容两端电压、电流</a:t>
            </a:r>
          </a:p>
        </p:txBody>
      </p:sp>
      <p:graphicFrame>
        <p:nvGraphicFramePr>
          <p:cNvPr id="39941" name="Object 7"/>
          <p:cNvGraphicFramePr>
            <a:graphicFrameLocks noChangeAspect="1"/>
          </p:cNvGraphicFramePr>
          <p:nvPr/>
        </p:nvGraphicFramePr>
        <p:xfrm>
          <a:off x="2166938" y="1543051"/>
          <a:ext cx="29845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56" name="Equation" r:id="rId4" imgW="1304931" imgH="209414" progId="Equation.DSMT4">
                  <p:embed/>
                </p:oleObj>
              </mc:Choice>
              <mc:Fallback>
                <p:oleObj name="Equation" r:id="rId4" imgW="1304931" imgH="209414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938" y="1543051"/>
                        <a:ext cx="29845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2" name="Freeform 8"/>
          <p:cNvSpPr>
            <a:spLocks/>
          </p:cNvSpPr>
          <p:nvPr/>
        </p:nvSpPr>
        <p:spPr bwMode="auto">
          <a:xfrm>
            <a:off x="8343901" y="2933700"/>
            <a:ext cx="74613" cy="139700"/>
          </a:xfrm>
          <a:custGeom>
            <a:avLst/>
            <a:gdLst>
              <a:gd name="T0" fmla="*/ 0 w 47"/>
              <a:gd name="T1" fmla="*/ 0 h 88"/>
              <a:gd name="T2" fmla="*/ 2147483646 w 47"/>
              <a:gd name="T3" fmla="*/ 2147483646 h 88"/>
              <a:gd name="T4" fmla="*/ 2147483646 w 47"/>
              <a:gd name="T5" fmla="*/ 2147483646 h 88"/>
              <a:gd name="T6" fmla="*/ 0 60000 65536"/>
              <a:gd name="T7" fmla="*/ 0 60000 65536"/>
              <a:gd name="T8" fmla="*/ 0 60000 65536"/>
              <a:gd name="T9" fmla="*/ 0 w 47"/>
              <a:gd name="T10" fmla="*/ 0 h 88"/>
              <a:gd name="T11" fmla="*/ 47 w 47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" h="88">
                <a:moveTo>
                  <a:pt x="0" y="0"/>
                </a:moveTo>
                <a:cubicBezTo>
                  <a:pt x="16" y="8"/>
                  <a:pt x="33" y="17"/>
                  <a:pt x="40" y="32"/>
                </a:cubicBezTo>
                <a:cubicBezTo>
                  <a:pt x="47" y="47"/>
                  <a:pt x="43" y="67"/>
                  <a:pt x="40" y="88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39943" name="Object 9"/>
          <p:cNvGraphicFramePr>
            <a:graphicFrameLocks noChangeAspect="1"/>
          </p:cNvGraphicFramePr>
          <p:nvPr/>
        </p:nvGraphicFramePr>
        <p:xfrm>
          <a:off x="8947151" y="2732089"/>
          <a:ext cx="315913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57" name="Equation" r:id="rId6" imgW="123857" imgH="142977" progId="Equation.DSMT4">
                  <p:embed/>
                </p:oleObj>
              </mc:Choice>
              <mc:Fallback>
                <p:oleObj name="Equation" r:id="rId6" imgW="123857" imgH="142977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47151" y="2732089"/>
                        <a:ext cx="315913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Object 10"/>
          <p:cNvGraphicFramePr>
            <a:graphicFrameLocks noChangeAspect="1"/>
          </p:cNvGraphicFramePr>
          <p:nvPr/>
        </p:nvGraphicFramePr>
        <p:xfrm>
          <a:off x="2008188" y="3675064"/>
          <a:ext cx="3327400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58" name="Equation" r:id="rId8" imgW="1457229" imgH="409643" progId="Equation.DSMT4">
                  <p:embed/>
                </p:oleObj>
              </mc:Choice>
              <mc:Fallback>
                <p:oleObj name="Equation" r:id="rId8" imgW="1457229" imgH="409643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8188" y="3675064"/>
                        <a:ext cx="3327400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5" name="Object 11"/>
          <p:cNvGraphicFramePr>
            <a:graphicFrameLocks noChangeAspect="1"/>
          </p:cNvGraphicFramePr>
          <p:nvPr/>
        </p:nvGraphicFramePr>
        <p:xfrm>
          <a:off x="6796089" y="1314451"/>
          <a:ext cx="401637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59" name="Equation" r:id="rId10" imgW="161778" imgH="209414" progId="Equation.DSMT4">
                  <p:embed/>
                </p:oleObj>
              </mc:Choice>
              <mc:Fallback>
                <p:oleObj name="Equation" r:id="rId10" imgW="161778" imgH="209414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6089" y="1314451"/>
                        <a:ext cx="401637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6" name="Object 12"/>
          <p:cNvGraphicFramePr>
            <a:graphicFrameLocks noChangeAspect="1"/>
          </p:cNvGraphicFramePr>
          <p:nvPr/>
        </p:nvGraphicFramePr>
        <p:xfrm>
          <a:off x="9763125" y="2305051"/>
          <a:ext cx="48895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60" name="Equation" r:id="rId12" imgW="200006" imgH="209414" progId="Equation.DSMT4">
                  <p:embed/>
                </p:oleObj>
              </mc:Choice>
              <mc:Fallback>
                <p:oleObj name="Equation" r:id="rId12" imgW="200006" imgH="209414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63125" y="2305051"/>
                        <a:ext cx="48895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7" name="Object 13"/>
          <p:cNvGraphicFramePr>
            <a:graphicFrameLocks noChangeAspect="1"/>
          </p:cNvGraphicFramePr>
          <p:nvPr/>
        </p:nvGraphicFramePr>
        <p:xfrm>
          <a:off x="7434264" y="3098801"/>
          <a:ext cx="34448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61" name="Equation" r:id="rId14" imgW="133337" imgH="161959" progId="Equation.DSMT4">
                  <p:embed/>
                </p:oleObj>
              </mc:Choice>
              <mc:Fallback>
                <p:oleObj name="Equation" r:id="rId14" imgW="133337" imgH="161959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4264" y="3098801"/>
                        <a:ext cx="344487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8" name="Object 14"/>
          <p:cNvGraphicFramePr>
            <a:graphicFrameLocks noChangeAspect="1"/>
          </p:cNvGraphicFramePr>
          <p:nvPr/>
        </p:nvGraphicFramePr>
        <p:xfrm>
          <a:off x="7448551" y="1271588"/>
          <a:ext cx="315913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62" name="Equation" r:id="rId16" imgW="123857" imgH="142977" progId="Equation.DSMT4">
                  <p:embed/>
                </p:oleObj>
              </mc:Choice>
              <mc:Fallback>
                <p:oleObj name="Equation" r:id="rId16" imgW="123857" imgH="142977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8551" y="1271588"/>
                        <a:ext cx="315913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9" name="Object 15"/>
          <p:cNvGraphicFramePr>
            <a:graphicFrameLocks noChangeAspect="1"/>
          </p:cNvGraphicFramePr>
          <p:nvPr/>
        </p:nvGraphicFramePr>
        <p:xfrm>
          <a:off x="10034589" y="3163888"/>
          <a:ext cx="401637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63" name="Equation" r:id="rId18" imgW="161778" imgH="142977" progId="Equation.DSMT4">
                  <p:embed/>
                </p:oleObj>
              </mc:Choice>
              <mc:Fallback>
                <p:oleObj name="Equation" r:id="rId18" imgW="161778" imgH="142977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4589" y="3163888"/>
                        <a:ext cx="401637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0" name="Line 16"/>
          <p:cNvSpPr>
            <a:spLocks noChangeShapeType="1"/>
          </p:cNvSpPr>
          <p:nvPr/>
        </p:nvSpPr>
        <p:spPr bwMode="auto">
          <a:xfrm flipH="1" flipV="1">
            <a:off x="7353300" y="1358900"/>
            <a:ext cx="457200" cy="1714500"/>
          </a:xfrm>
          <a:prstGeom prst="line">
            <a:avLst/>
          </a:prstGeom>
          <a:noFill/>
          <a:ln w="57150" cap="sq">
            <a:solidFill>
              <a:srgbClr val="00FF00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39951" name="Object 17"/>
          <p:cNvGraphicFramePr>
            <a:graphicFrameLocks noChangeAspect="1"/>
          </p:cNvGraphicFramePr>
          <p:nvPr/>
        </p:nvGraphicFramePr>
        <p:xfrm>
          <a:off x="7897814" y="1836739"/>
          <a:ext cx="890587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64" name="Equation" r:id="rId20" imgW="371571" imgH="371373" progId="Equation.DSMT4">
                  <p:embed/>
                </p:oleObj>
              </mc:Choice>
              <mc:Fallback>
                <p:oleObj name="Equation" r:id="rId20" imgW="371571" imgH="371373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7814" y="1836739"/>
                        <a:ext cx="890587" cy="89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2" name="Text Box 18"/>
          <p:cNvSpPr txBox="1">
            <a:spLocks noChangeArrowheads="1"/>
          </p:cNvSpPr>
          <p:nvPr/>
        </p:nvSpPr>
        <p:spPr bwMode="auto">
          <a:xfrm>
            <a:off x="2209800" y="5213351"/>
            <a:ext cx="406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位相：电压滞后电流</a:t>
            </a:r>
            <a:r>
              <a:rPr lang="el-GR" altLang="zh-CN" sz="2800" b="1">
                <a:solidFill>
                  <a:srgbClr val="0000FF"/>
                </a:solidFill>
              </a:rPr>
              <a:t>π</a:t>
            </a:r>
            <a:r>
              <a:rPr lang="en-US" altLang="zh-CN" sz="2800">
                <a:solidFill>
                  <a:srgbClr val="0000FF"/>
                </a:solidFill>
              </a:rPr>
              <a:t>/2</a:t>
            </a:r>
          </a:p>
        </p:txBody>
      </p:sp>
      <p:graphicFrame>
        <p:nvGraphicFramePr>
          <p:cNvPr id="39953" name="Object 19"/>
          <p:cNvGraphicFramePr>
            <a:graphicFrameLocks noChangeAspect="1"/>
          </p:cNvGraphicFramePr>
          <p:nvPr/>
        </p:nvGraphicFramePr>
        <p:xfrm>
          <a:off x="2120900" y="2160589"/>
          <a:ext cx="3328988" cy="1443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65" name="Equation" r:id="rId22" imgW="1457229" imgH="619057" progId="Equation.DSMT4">
                  <p:embed/>
                </p:oleObj>
              </mc:Choice>
              <mc:Fallback>
                <p:oleObj name="Equation" r:id="rId22" imgW="1457229" imgH="619057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0900" y="2160589"/>
                        <a:ext cx="3328988" cy="1443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6"/>
          <p:cNvSpPr txBox="1">
            <a:spLocks noChangeArrowheads="1"/>
          </p:cNvSpPr>
          <p:nvPr/>
        </p:nvSpPr>
        <p:spPr bwMode="auto">
          <a:xfrm>
            <a:off x="1917700" y="222251"/>
            <a:ext cx="353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FF"/>
                </a:solidFill>
              </a:rPr>
              <a:t>RLC</a:t>
            </a:r>
            <a:r>
              <a:rPr lang="zh-CN" altLang="en-US" sz="2800">
                <a:solidFill>
                  <a:srgbClr val="0000FF"/>
                </a:solidFill>
              </a:rPr>
              <a:t>串联电路</a:t>
            </a:r>
          </a:p>
        </p:txBody>
      </p:sp>
      <p:graphicFrame>
        <p:nvGraphicFramePr>
          <p:cNvPr id="41987" name="Object 7"/>
          <p:cNvGraphicFramePr>
            <a:graphicFrameLocks noChangeAspect="1"/>
          </p:cNvGraphicFramePr>
          <p:nvPr/>
        </p:nvGraphicFramePr>
        <p:xfrm>
          <a:off x="2479676" y="768351"/>
          <a:ext cx="21812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17" name="Equation" r:id="rId4" imgW="942841" imgH="209414" progId="Equation.DSMT4">
                  <p:embed/>
                </p:oleObj>
              </mc:Choice>
              <mc:Fallback>
                <p:oleObj name="Equation" r:id="rId4" imgW="942841" imgH="209414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9676" y="768351"/>
                        <a:ext cx="218122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988" name="Group 40"/>
          <p:cNvGrpSpPr>
            <a:grpSpLocks/>
          </p:cNvGrpSpPr>
          <p:nvPr/>
        </p:nvGrpSpPr>
        <p:grpSpPr bwMode="auto">
          <a:xfrm>
            <a:off x="7315200" y="444500"/>
            <a:ext cx="1892300" cy="2171700"/>
            <a:chOff x="3648" y="280"/>
            <a:chExt cx="1192" cy="1368"/>
          </a:xfrm>
        </p:grpSpPr>
        <p:sp>
          <p:nvSpPr>
            <p:cNvPr id="42000" name="Line 29"/>
            <p:cNvSpPr>
              <a:spLocks noChangeShapeType="1"/>
            </p:cNvSpPr>
            <p:nvPr/>
          </p:nvSpPr>
          <p:spPr bwMode="auto">
            <a:xfrm>
              <a:off x="4736" y="1504"/>
              <a:ext cx="0" cy="13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42001" name="Group 39"/>
            <p:cNvGrpSpPr>
              <a:grpSpLocks/>
            </p:cNvGrpSpPr>
            <p:nvPr/>
          </p:nvGrpSpPr>
          <p:grpSpPr bwMode="auto">
            <a:xfrm>
              <a:off x="3648" y="280"/>
              <a:ext cx="1192" cy="1368"/>
              <a:chOff x="3872" y="384"/>
              <a:chExt cx="1192" cy="1368"/>
            </a:xfrm>
          </p:grpSpPr>
          <p:sp>
            <p:nvSpPr>
              <p:cNvPr id="42002" name="Freeform 23"/>
              <p:cNvSpPr>
                <a:spLocks/>
              </p:cNvSpPr>
              <p:nvPr/>
            </p:nvSpPr>
            <p:spPr bwMode="auto">
              <a:xfrm>
                <a:off x="4931" y="384"/>
                <a:ext cx="42" cy="504"/>
              </a:xfrm>
              <a:custGeom>
                <a:avLst/>
                <a:gdLst>
                  <a:gd name="T0" fmla="*/ 0 w 338"/>
                  <a:gd name="T1" fmla="*/ 0 h 1184"/>
                  <a:gd name="T2" fmla="*/ 0 w 338"/>
                  <a:gd name="T3" fmla="*/ 0 h 1184"/>
                  <a:gd name="T4" fmla="*/ 0 w 338"/>
                  <a:gd name="T5" fmla="*/ 0 h 1184"/>
                  <a:gd name="T6" fmla="*/ 0 w 338"/>
                  <a:gd name="T7" fmla="*/ 0 h 1184"/>
                  <a:gd name="T8" fmla="*/ 0 w 338"/>
                  <a:gd name="T9" fmla="*/ 0 h 1184"/>
                  <a:gd name="T10" fmla="*/ 0 w 338"/>
                  <a:gd name="T11" fmla="*/ 0 h 1184"/>
                  <a:gd name="T12" fmla="*/ 0 w 338"/>
                  <a:gd name="T13" fmla="*/ 0 h 1184"/>
                  <a:gd name="T14" fmla="*/ 0 w 338"/>
                  <a:gd name="T15" fmla="*/ 0 h 1184"/>
                  <a:gd name="T16" fmla="*/ 0 w 338"/>
                  <a:gd name="T17" fmla="*/ 0 h 1184"/>
                  <a:gd name="T18" fmla="*/ 0 w 338"/>
                  <a:gd name="T19" fmla="*/ 0 h 1184"/>
                  <a:gd name="T20" fmla="*/ 0 w 338"/>
                  <a:gd name="T21" fmla="*/ 0 h 1184"/>
                  <a:gd name="T22" fmla="*/ 0 w 338"/>
                  <a:gd name="T23" fmla="*/ 0 h 1184"/>
                  <a:gd name="T24" fmla="*/ 0 w 338"/>
                  <a:gd name="T25" fmla="*/ 0 h 1184"/>
                  <a:gd name="T26" fmla="*/ 0 w 338"/>
                  <a:gd name="T27" fmla="*/ 0 h 1184"/>
                  <a:gd name="T28" fmla="*/ 0 w 338"/>
                  <a:gd name="T29" fmla="*/ 0 h 1184"/>
                  <a:gd name="T30" fmla="*/ 0 w 338"/>
                  <a:gd name="T31" fmla="*/ 0 h 1184"/>
                  <a:gd name="T32" fmla="*/ 0 w 338"/>
                  <a:gd name="T33" fmla="*/ 0 h 1184"/>
                  <a:gd name="T34" fmla="*/ 0 w 338"/>
                  <a:gd name="T35" fmla="*/ 0 h 1184"/>
                  <a:gd name="T36" fmla="*/ 0 w 338"/>
                  <a:gd name="T37" fmla="*/ 0 h 1184"/>
                  <a:gd name="T38" fmla="*/ 0 w 338"/>
                  <a:gd name="T39" fmla="*/ 0 h 118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338"/>
                  <a:gd name="T61" fmla="*/ 0 h 1184"/>
                  <a:gd name="T62" fmla="*/ 338 w 338"/>
                  <a:gd name="T63" fmla="*/ 1184 h 118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338" h="1184">
                    <a:moveTo>
                      <a:pt x="165" y="0"/>
                    </a:moveTo>
                    <a:cubicBezTo>
                      <a:pt x="151" y="8"/>
                      <a:pt x="137" y="16"/>
                      <a:pt x="165" y="32"/>
                    </a:cubicBezTo>
                    <a:cubicBezTo>
                      <a:pt x="193" y="48"/>
                      <a:pt x="328" y="74"/>
                      <a:pt x="333" y="96"/>
                    </a:cubicBezTo>
                    <a:cubicBezTo>
                      <a:pt x="338" y="118"/>
                      <a:pt x="252" y="142"/>
                      <a:pt x="197" y="164"/>
                    </a:cubicBezTo>
                    <a:cubicBezTo>
                      <a:pt x="142" y="186"/>
                      <a:pt x="10" y="207"/>
                      <a:pt x="5" y="228"/>
                    </a:cubicBezTo>
                    <a:cubicBezTo>
                      <a:pt x="0" y="249"/>
                      <a:pt x="114" y="271"/>
                      <a:pt x="169" y="292"/>
                    </a:cubicBezTo>
                    <a:cubicBezTo>
                      <a:pt x="224" y="313"/>
                      <a:pt x="334" y="335"/>
                      <a:pt x="333" y="356"/>
                    </a:cubicBezTo>
                    <a:cubicBezTo>
                      <a:pt x="332" y="377"/>
                      <a:pt x="220" y="399"/>
                      <a:pt x="165" y="420"/>
                    </a:cubicBezTo>
                    <a:cubicBezTo>
                      <a:pt x="110" y="441"/>
                      <a:pt x="1" y="463"/>
                      <a:pt x="1" y="484"/>
                    </a:cubicBezTo>
                    <a:cubicBezTo>
                      <a:pt x="1" y="505"/>
                      <a:pt x="110" y="523"/>
                      <a:pt x="165" y="544"/>
                    </a:cubicBezTo>
                    <a:cubicBezTo>
                      <a:pt x="220" y="565"/>
                      <a:pt x="333" y="587"/>
                      <a:pt x="333" y="608"/>
                    </a:cubicBezTo>
                    <a:cubicBezTo>
                      <a:pt x="333" y="629"/>
                      <a:pt x="220" y="651"/>
                      <a:pt x="165" y="672"/>
                    </a:cubicBezTo>
                    <a:cubicBezTo>
                      <a:pt x="110" y="693"/>
                      <a:pt x="5" y="715"/>
                      <a:pt x="5" y="736"/>
                    </a:cubicBezTo>
                    <a:cubicBezTo>
                      <a:pt x="5" y="757"/>
                      <a:pt x="110" y="779"/>
                      <a:pt x="165" y="800"/>
                    </a:cubicBezTo>
                    <a:cubicBezTo>
                      <a:pt x="220" y="821"/>
                      <a:pt x="334" y="842"/>
                      <a:pt x="333" y="864"/>
                    </a:cubicBezTo>
                    <a:cubicBezTo>
                      <a:pt x="332" y="886"/>
                      <a:pt x="216" y="911"/>
                      <a:pt x="161" y="932"/>
                    </a:cubicBezTo>
                    <a:cubicBezTo>
                      <a:pt x="106" y="953"/>
                      <a:pt x="4" y="971"/>
                      <a:pt x="5" y="992"/>
                    </a:cubicBezTo>
                    <a:cubicBezTo>
                      <a:pt x="6" y="1013"/>
                      <a:pt x="110" y="1034"/>
                      <a:pt x="165" y="1056"/>
                    </a:cubicBezTo>
                    <a:cubicBezTo>
                      <a:pt x="220" y="1078"/>
                      <a:pt x="333" y="1103"/>
                      <a:pt x="333" y="1124"/>
                    </a:cubicBezTo>
                    <a:cubicBezTo>
                      <a:pt x="333" y="1145"/>
                      <a:pt x="193" y="1174"/>
                      <a:pt x="165" y="1184"/>
                    </a:cubicBezTo>
                  </a:path>
                </a:pathLst>
              </a:cu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2003" name="Line 24"/>
              <p:cNvSpPr>
                <a:spLocks noChangeShapeType="1"/>
              </p:cNvSpPr>
              <p:nvPr/>
            </p:nvSpPr>
            <p:spPr bwMode="auto">
              <a:xfrm>
                <a:off x="4952" y="888"/>
                <a:ext cx="0" cy="13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2004" name="Rectangle 25"/>
              <p:cNvSpPr>
                <a:spLocks noChangeArrowheads="1"/>
              </p:cNvSpPr>
              <p:nvPr/>
            </p:nvSpPr>
            <p:spPr bwMode="auto">
              <a:xfrm>
                <a:off x="4928" y="1288"/>
                <a:ext cx="64" cy="328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42005" name="Line 26"/>
              <p:cNvSpPr>
                <a:spLocks noChangeShapeType="1"/>
              </p:cNvSpPr>
              <p:nvPr/>
            </p:nvSpPr>
            <p:spPr bwMode="auto">
              <a:xfrm>
                <a:off x="4864" y="1040"/>
                <a:ext cx="200" cy="0"/>
              </a:xfrm>
              <a:prstGeom prst="line">
                <a:avLst/>
              </a:prstGeom>
              <a:noFill/>
              <a:ln w="5715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2006" name="Line 27"/>
              <p:cNvSpPr>
                <a:spLocks noChangeShapeType="1"/>
              </p:cNvSpPr>
              <p:nvPr/>
            </p:nvSpPr>
            <p:spPr bwMode="auto">
              <a:xfrm>
                <a:off x="4864" y="1136"/>
                <a:ext cx="200" cy="0"/>
              </a:xfrm>
              <a:prstGeom prst="line">
                <a:avLst/>
              </a:prstGeom>
              <a:noFill/>
              <a:ln w="5715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2007" name="Line 28"/>
              <p:cNvSpPr>
                <a:spLocks noChangeShapeType="1"/>
              </p:cNvSpPr>
              <p:nvPr/>
            </p:nvSpPr>
            <p:spPr bwMode="auto">
              <a:xfrm>
                <a:off x="4960" y="1152"/>
                <a:ext cx="0" cy="13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2008" name="Line 30"/>
              <p:cNvSpPr>
                <a:spLocks noChangeShapeType="1"/>
              </p:cNvSpPr>
              <p:nvPr/>
            </p:nvSpPr>
            <p:spPr bwMode="auto">
              <a:xfrm flipH="1">
                <a:off x="4024" y="1752"/>
                <a:ext cx="93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2009" name="Line 31"/>
              <p:cNvSpPr>
                <a:spLocks noChangeShapeType="1"/>
              </p:cNvSpPr>
              <p:nvPr/>
            </p:nvSpPr>
            <p:spPr bwMode="auto">
              <a:xfrm flipH="1">
                <a:off x="4568" y="1752"/>
                <a:ext cx="29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2010" name="Line 32"/>
              <p:cNvSpPr>
                <a:spLocks noChangeShapeType="1"/>
              </p:cNvSpPr>
              <p:nvPr/>
            </p:nvSpPr>
            <p:spPr bwMode="auto">
              <a:xfrm flipH="1">
                <a:off x="4008" y="384"/>
                <a:ext cx="93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2011" name="Line 33"/>
              <p:cNvSpPr>
                <a:spLocks noChangeShapeType="1"/>
              </p:cNvSpPr>
              <p:nvPr/>
            </p:nvSpPr>
            <p:spPr bwMode="auto">
              <a:xfrm>
                <a:off x="4272" y="384"/>
                <a:ext cx="368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2012" name="Line 34"/>
              <p:cNvSpPr>
                <a:spLocks noChangeShapeType="1"/>
              </p:cNvSpPr>
              <p:nvPr/>
            </p:nvSpPr>
            <p:spPr bwMode="auto">
              <a:xfrm>
                <a:off x="4008" y="384"/>
                <a:ext cx="0" cy="48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2013" name="Line 35"/>
              <p:cNvSpPr>
                <a:spLocks noChangeShapeType="1"/>
              </p:cNvSpPr>
              <p:nvPr/>
            </p:nvSpPr>
            <p:spPr bwMode="auto">
              <a:xfrm>
                <a:off x="4024" y="1256"/>
                <a:ext cx="0" cy="48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42014" name="Group 38"/>
              <p:cNvGrpSpPr>
                <a:grpSpLocks/>
              </p:cNvGrpSpPr>
              <p:nvPr/>
            </p:nvGrpSpPr>
            <p:grpSpPr bwMode="auto">
              <a:xfrm>
                <a:off x="3872" y="904"/>
                <a:ext cx="296" cy="248"/>
                <a:chOff x="3872" y="904"/>
                <a:chExt cx="296" cy="248"/>
              </a:xfrm>
            </p:grpSpPr>
            <p:sp>
              <p:nvSpPr>
                <p:cNvPr id="42015" name="Oval 36"/>
                <p:cNvSpPr>
                  <a:spLocks noChangeArrowheads="1"/>
                </p:cNvSpPr>
                <p:nvPr/>
              </p:nvSpPr>
              <p:spPr bwMode="auto">
                <a:xfrm>
                  <a:off x="3872" y="904"/>
                  <a:ext cx="296" cy="248"/>
                </a:xfrm>
                <a:prstGeom prst="ellipse">
                  <a:avLst/>
                </a:pr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/>
                </a:p>
              </p:txBody>
            </p:sp>
            <p:sp>
              <p:nvSpPr>
                <p:cNvPr id="42016" name="Freeform 37"/>
                <p:cNvSpPr>
                  <a:spLocks/>
                </p:cNvSpPr>
                <p:nvPr/>
              </p:nvSpPr>
              <p:spPr bwMode="auto">
                <a:xfrm>
                  <a:off x="3904" y="971"/>
                  <a:ext cx="224" cy="124"/>
                </a:xfrm>
                <a:custGeom>
                  <a:avLst/>
                  <a:gdLst>
                    <a:gd name="T0" fmla="*/ 0 w 224"/>
                    <a:gd name="T1" fmla="*/ 85 h 124"/>
                    <a:gd name="T2" fmla="*/ 40 w 224"/>
                    <a:gd name="T3" fmla="*/ 5 h 124"/>
                    <a:gd name="T4" fmla="*/ 88 w 224"/>
                    <a:gd name="T5" fmla="*/ 53 h 124"/>
                    <a:gd name="T6" fmla="*/ 144 w 224"/>
                    <a:gd name="T7" fmla="*/ 117 h 124"/>
                    <a:gd name="T8" fmla="*/ 200 w 224"/>
                    <a:gd name="T9" fmla="*/ 93 h 124"/>
                    <a:gd name="T10" fmla="*/ 224 w 224"/>
                    <a:gd name="T11" fmla="*/ 37 h 12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24"/>
                    <a:gd name="T19" fmla="*/ 0 h 124"/>
                    <a:gd name="T20" fmla="*/ 224 w 224"/>
                    <a:gd name="T21" fmla="*/ 124 h 124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24" h="124">
                      <a:moveTo>
                        <a:pt x="0" y="85"/>
                      </a:moveTo>
                      <a:cubicBezTo>
                        <a:pt x="12" y="47"/>
                        <a:pt x="25" y="10"/>
                        <a:pt x="40" y="5"/>
                      </a:cubicBezTo>
                      <a:cubicBezTo>
                        <a:pt x="55" y="0"/>
                        <a:pt x="71" y="34"/>
                        <a:pt x="88" y="53"/>
                      </a:cubicBezTo>
                      <a:cubicBezTo>
                        <a:pt x="105" y="72"/>
                        <a:pt x="126" y="110"/>
                        <a:pt x="144" y="117"/>
                      </a:cubicBezTo>
                      <a:cubicBezTo>
                        <a:pt x="162" y="124"/>
                        <a:pt x="187" y="106"/>
                        <a:pt x="200" y="93"/>
                      </a:cubicBezTo>
                      <a:cubicBezTo>
                        <a:pt x="213" y="80"/>
                        <a:pt x="220" y="46"/>
                        <a:pt x="224" y="37"/>
                      </a:cubicBezTo>
                    </a:path>
                  </a:pathLst>
                </a:cu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1989" name="Line 41"/>
          <p:cNvSpPr>
            <a:spLocks noChangeShapeType="1"/>
          </p:cNvSpPr>
          <p:nvPr/>
        </p:nvSpPr>
        <p:spPr bwMode="auto">
          <a:xfrm flipV="1">
            <a:off x="7950200" y="444500"/>
            <a:ext cx="0" cy="8763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1990" name="Line 42"/>
          <p:cNvSpPr>
            <a:spLocks noChangeShapeType="1"/>
          </p:cNvSpPr>
          <p:nvPr/>
        </p:nvSpPr>
        <p:spPr bwMode="auto">
          <a:xfrm flipV="1">
            <a:off x="7962900" y="1727200"/>
            <a:ext cx="0" cy="8763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triangle" w="med" len="med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41991" name="Object 43"/>
          <p:cNvGraphicFramePr>
            <a:graphicFrameLocks noChangeAspect="1"/>
          </p:cNvGraphicFramePr>
          <p:nvPr/>
        </p:nvGraphicFramePr>
        <p:xfrm>
          <a:off x="7723189" y="1254126"/>
          <a:ext cx="6318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18" name="Equation" r:id="rId6" imgW="257194" imgH="180941" progId="Equation.DSMT4">
                  <p:embed/>
                </p:oleObj>
              </mc:Choice>
              <mc:Fallback>
                <p:oleObj name="Equation" r:id="rId6" imgW="257194" imgH="180941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3189" y="1254126"/>
                        <a:ext cx="631825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2" name="Object 44"/>
          <p:cNvGraphicFramePr>
            <a:graphicFrameLocks noChangeAspect="1"/>
          </p:cNvGraphicFramePr>
          <p:nvPr/>
        </p:nvGraphicFramePr>
        <p:xfrm>
          <a:off x="8134350" y="504826"/>
          <a:ext cx="5461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19" name="Equation" r:id="rId8" imgW="218967" imgH="180941" progId="Equation.DSMT4">
                  <p:embed/>
                </p:oleObj>
              </mc:Choice>
              <mc:Fallback>
                <p:oleObj name="Equation" r:id="rId8" imgW="218967" imgH="180941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350" y="504826"/>
                        <a:ext cx="54610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3" name="Object 45"/>
          <p:cNvGraphicFramePr>
            <a:graphicFrameLocks noChangeAspect="1"/>
          </p:cNvGraphicFramePr>
          <p:nvPr/>
        </p:nvGraphicFramePr>
        <p:xfrm>
          <a:off x="9099550" y="628651"/>
          <a:ext cx="776288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20" name="Equation" r:id="rId10" imgW="323863" imgH="209414" progId="Equation.DSMT4">
                  <p:embed/>
                </p:oleObj>
              </mc:Choice>
              <mc:Fallback>
                <p:oleObj name="Equation" r:id="rId10" imgW="323863" imgH="209414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9550" y="628651"/>
                        <a:ext cx="776288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4" name="Object 46"/>
          <p:cNvGraphicFramePr>
            <a:graphicFrameLocks noChangeAspect="1"/>
          </p:cNvGraphicFramePr>
          <p:nvPr/>
        </p:nvGraphicFramePr>
        <p:xfrm>
          <a:off x="9250363" y="1301751"/>
          <a:ext cx="8048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21" name="Equation" r:id="rId12" imgW="333343" imgH="209414" progId="Equation.DSMT4">
                  <p:embed/>
                </p:oleObj>
              </mc:Choice>
              <mc:Fallback>
                <p:oleObj name="Equation" r:id="rId12" imgW="333343" imgH="209414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0363" y="1301751"/>
                        <a:ext cx="804862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5" name="Object 47"/>
          <p:cNvGraphicFramePr>
            <a:graphicFrameLocks noChangeAspect="1"/>
          </p:cNvGraphicFramePr>
          <p:nvPr/>
        </p:nvGraphicFramePr>
        <p:xfrm>
          <a:off x="9250363" y="1885951"/>
          <a:ext cx="8048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22" name="Equation" r:id="rId14" imgW="333343" imgH="209414" progId="Equation.DSMT4">
                  <p:embed/>
                </p:oleObj>
              </mc:Choice>
              <mc:Fallback>
                <p:oleObj name="Equation" r:id="rId14" imgW="333343" imgH="209414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0363" y="1885951"/>
                        <a:ext cx="804862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6" name="Object 48"/>
          <p:cNvGraphicFramePr>
            <a:graphicFrameLocks noChangeAspect="1"/>
          </p:cNvGraphicFramePr>
          <p:nvPr/>
        </p:nvGraphicFramePr>
        <p:xfrm>
          <a:off x="6683375" y="1228726"/>
          <a:ext cx="60325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23" name="Equation" r:id="rId16" imgW="247714" imgH="180941" progId="Equation.DSMT4">
                  <p:embed/>
                </p:oleObj>
              </mc:Choice>
              <mc:Fallback>
                <p:oleObj name="Equation" r:id="rId16" imgW="247714" imgH="180941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3375" y="1228726"/>
                        <a:ext cx="60325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7" name="Object 49"/>
          <p:cNvGraphicFramePr>
            <a:graphicFrameLocks noChangeAspect="1"/>
          </p:cNvGraphicFramePr>
          <p:nvPr/>
        </p:nvGraphicFramePr>
        <p:xfrm>
          <a:off x="2382838" y="1314451"/>
          <a:ext cx="36449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24" name="Equation" r:id="rId18" imgW="1590567" imgH="209414" progId="Equation.DSMT4">
                  <p:embed/>
                </p:oleObj>
              </mc:Choice>
              <mc:Fallback>
                <p:oleObj name="Equation" r:id="rId18" imgW="1590567" imgH="209414" progId="Equation.DSMT4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2838" y="1314451"/>
                        <a:ext cx="36449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8" name="Object 50"/>
          <p:cNvGraphicFramePr>
            <a:graphicFrameLocks noChangeAspect="1"/>
          </p:cNvGraphicFramePr>
          <p:nvPr/>
        </p:nvGraphicFramePr>
        <p:xfrm>
          <a:off x="2476500" y="1928814"/>
          <a:ext cx="2439988" cy="236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25" name="Equation" r:id="rId20" imgW="1057218" imgH="1019209" progId="Equation.DSMT4">
                  <p:embed/>
                </p:oleObj>
              </mc:Choice>
              <mc:Fallback>
                <p:oleObj name="Equation" r:id="rId20" imgW="1057218" imgH="1019209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0" y="1928814"/>
                        <a:ext cx="2439988" cy="236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9" name="Object 51"/>
          <p:cNvGraphicFramePr>
            <a:graphicFrameLocks noChangeAspect="1"/>
          </p:cNvGraphicFramePr>
          <p:nvPr/>
        </p:nvGraphicFramePr>
        <p:xfrm>
          <a:off x="2814639" y="4556126"/>
          <a:ext cx="5195887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26" name="Equation" r:id="rId22" imgW="2276520" imgH="371373" progId="Equation.DSMT4">
                  <p:embed/>
                </p:oleObj>
              </mc:Choice>
              <mc:Fallback>
                <p:oleObj name="Equation" r:id="rId22" imgW="2276520" imgH="371373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4639" y="4556126"/>
                        <a:ext cx="5195887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Line 3"/>
          <p:cNvSpPr>
            <a:spLocks noChangeShapeType="1"/>
          </p:cNvSpPr>
          <p:nvPr/>
        </p:nvSpPr>
        <p:spPr bwMode="auto">
          <a:xfrm>
            <a:off x="6604000" y="4279900"/>
            <a:ext cx="30734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4035" name="Line 4"/>
          <p:cNvSpPr>
            <a:spLocks noChangeShapeType="1"/>
          </p:cNvSpPr>
          <p:nvPr/>
        </p:nvSpPr>
        <p:spPr bwMode="auto">
          <a:xfrm flipV="1">
            <a:off x="7175500" y="3162300"/>
            <a:ext cx="0" cy="22606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4036" name="Text Box 6"/>
          <p:cNvSpPr txBox="1">
            <a:spLocks noChangeArrowheads="1"/>
          </p:cNvSpPr>
          <p:nvPr/>
        </p:nvSpPr>
        <p:spPr bwMode="auto">
          <a:xfrm>
            <a:off x="1917700" y="222251"/>
            <a:ext cx="353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FF"/>
                </a:solidFill>
              </a:rPr>
              <a:t>RLC</a:t>
            </a:r>
            <a:r>
              <a:rPr lang="zh-CN" altLang="en-US" sz="2800">
                <a:solidFill>
                  <a:srgbClr val="0000FF"/>
                </a:solidFill>
              </a:rPr>
              <a:t>串联电路</a:t>
            </a:r>
          </a:p>
        </p:txBody>
      </p:sp>
      <p:graphicFrame>
        <p:nvGraphicFramePr>
          <p:cNvPr id="44037" name="Object 7"/>
          <p:cNvGraphicFramePr>
            <a:graphicFrameLocks noChangeAspect="1"/>
          </p:cNvGraphicFramePr>
          <p:nvPr/>
        </p:nvGraphicFramePr>
        <p:xfrm>
          <a:off x="2189163" y="755651"/>
          <a:ext cx="281305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43" name="Equation" r:id="rId4" imgW="1228782" imgH="209414" progId="Equation.DSMT4">
                  <p:embed/>
                </p:oleObj>
              </mc:Choice>
              <mc:Fallback>
                <p:oleObj name="Equation" r:id="rId4" imgW="1228782" imgH="209414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163" y="755651"/>
                        <a:ext cx="281305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8" name="Object 10"/>
          <p:cNvGraphicFramePr>
            <a:graphicFrameLocks noChangeAspect="1"/>
          </p:cNvGraphicFramePr>
          <p:nvPr/>
        </p:nvGraphicFramePr>
        <p:xfrm>
          <a:off x="8142289" y="4476751"/>
          <a:ext cx="401637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44" name="Equation" r:id="rId6" imgW="161778" imgH="209414" progId="Equation.DSMT4">
                  <p:embed/>
                </p:oleObj>
              </mc:Choice>
              <mc:Fallback>
                <p:oleObj name="Equation" r:id="rId6" imgW="161778" imgH="209414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2289" y="4476751"/>
                        <a:ext cx="401637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9" name="Object 11"/>
          <p:cNvGraphicFramePr>
            <a:graphicFrameLocks noChangeAspect="1"/>
          </p:cNvGraphicFramePr>
          <p:nvPr/>
        </p:nvGraphicFramePr>
        <p:xfrm>
          <a:off x="9305925" y="3511551"/>
          <a:ext cx="48895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45" name="Equation" r:id="rId8" imgW="200006" imgH="209414" progId="Equation.DSMT4">
                  <p:embed/>
                </p:oleObj>
              </mc:Choice>
              <mc:Fallback>
                <p:oleObj name="Equation" r:id="rId8" imgW="200006" imgH="209414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5925" y="3511551"/>
                        <a:ext cx="48895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0" name="Object 12"/>
          <p:cNvGraphicFramePr>
            <a:graphicFrameLocks noChangeAspect="1"/>
          </p:cNvGraphicFramePr>
          <p:nvPr/>
        </p:nvGraphicFramePr>
        <p:xfrm>
          <a:off x="6710364" y="4318001"/>
          <a:ext cx="34448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46" name="Equation" r:id="rId10" imgW="133337" imgH="161959" progId="Equation.DSMT4">
                  <p:embed/>
                </p:oleObj>
              </mc:Choice>
              <mc:Fallback>
                <p:oleObj name="Equation" r:id="rId10" imgW="133337" imgH="161959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0364" y="4318001"/>
                        <a:ext cx="344487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041" name="Group 17"/>
          <p:cNvGrpSpPr>
            <a:grpSpLocks/>
          </p:cNvGrpSpPr>
          <p:nvPr/>
        </p:nvGrpSpPr>
        <p:grpSpPr bwMode="auto">
          <a:xfrm>
            <a:off x="7315200" y="444500"/>
            <a:ext cx="1892300" cy="2171700"/>
            <a:chOff x="3648" y="280"/>
            <a:chExt cx="1192" cy="1368"/>
          </a:xfrm>
        </p:grpSpPr>
        <p:sp>
          <p:nvSpPr>
            <p:cNvPr id="44066" name="Line 18"/>
            <p:cNvSpPr>
              <a:spLocks noChangeShapeType="1"/>
            </p:cNvSpPr>
            <p:nvPr/>
          </p:nvSpPr>
          <p:spPr bwMode="auto">
            <a:xfrm>
              <a:off x="4736" y="1504"/>
              <a:ext cx="0" cy="13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44067" name="Group 19"/>
            <p:cNvGrpSpPr>
              <a:grpSpLocks/>
            </p:cNvGrpSpPr>
            <p:nvPr/>
          </p:nvGrpSpPr>
          <p:grpSpPr bwMode="auto">
            <a:xfrm>
              <a:off x="3648" y="280"/>
              <a:ext cx="1192" cy="1368"/>
              <a:chOff x="3872" y="384"/>
              <a:chExt cx="1192" cy="1368"/>
            </a:xfrm>
          </p:grpSpPr>
          <p:sp>
            <p:nvSpPr>
              <p:cNvPr id="44068" name="Freeform 20"/>
              <p:cNvSpPr>
                <a:spLocks/>
              </p:cNvSpPr>
              <p:nvPr/>
            </p:nvSpPr>
            <p:spPr bwMode="auto">
              <a:xfrm>
                <a:off x="4931" y="384"/>
                <a:ext cx="42" cy="504"/>
              </a:xfrm>
              <a:custGeom>
                <a:avLst/>
                <a:gdLst>
                  <a:gd name="T0" fmla="*/ 0 w 338"/>
                  <a:gd name="T1" fmla="*/ 0 h 1184"/>
                  <a:gd name="T2" fmla="*/ 0 w 338"/>
                  <a:gd name="T3" fmla="*/ 0 h 1184"/>
                  <a:gd name="T4" fmla="*/ 0 w 338"/>
                  <a:gd name="T5" fmla="*/ 0 h 1184"/>
                  <a:gd name="T6" fmla="*/ 0 w 338"/>
                  <a:gd name="T7" fmla="*/ 0 h 1184"/>
                  <a:gd name="T8" fmla="*/ 0 w 338"/>
                  <a:gd name="T9" fmla="*/ 0 h 1184"/>
                  <a:gd name="T10" fmla="*/ 0 w 338"/>
                  <a:gd name="T11" fmla="*/ 0 h 1184"/>
                  <a:gd name="T12" fmla="*/ 0 w 338"/>
                  <a:gd name="T13" fmla="*/ 0 h 1184"/>
                  <a:gd name="T14" fmla="*/ 0 w 338"/>
                  <a:gd name="T15" fmla="*/ 0 h 1184"/>
                  <a:gd name="T16" fmla="*/ 0 w 338"/>
                  <a:gd name="T17" fmla="*/ 0 h 1184"/>
                  <a:gd name="T18" fmla="*/ 0 w 338"/>
                  <a:gd name="T19" fmla="*/ 0 h 1184"/>
                  <a:gd name="T20" fmla="*/ 0 w 338"/>
                  <a:gd name="T21" fmla="*/ 0 h 1184"/>
                  <a:gd name="T22" fmla="*/ 0 w 338"/>
                  <a:gd name="T23" fmla="*/ 0 h 1184"/>
                  <a:gd name="T24" fmla="*/ 0 w 338"/>
                  <a:gd name="T25" fmla="*/ 0 h 1184"/>
                  <a:gd name="T26" fmla="*/ 0 w 338"/>
                  <a:gd name="T27" fmla="*/ 0 h 1184"/>
                  <a:gd name="T28" fmla="*/ 0 w 338"/>
                  <a:gd name="T29" fmla="*/ 0 h 1184"/>
                  <a:gd name="T30" fmla="*/ 0 w 338"/>
                  <a:gd name="T31" fmla="*/ 0 h 1184"/>
                  <a:gd name="T32" fmla="*/ 0 w 338"/>
                  <a:gd name="T33" fmla="*/ 0 h 1184"/>
                  <a:gd name="T34" fmla="*/ 0 w 338"/>
                  <a:gd name="T35" fmla="*/ 0 h 1184"/>
                  <a:gd name="T36" fmla="*/ 0 w 338"/>
                  <a:gd name="T37" fmla="*/ 0 h 1184"/>
                  <a:gd name="T38" fmla="*/ 0 w 338"/>
                  <a:gd name="T39" fmla="*/ 0 h 118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338"/>
                  <a:gd name="T61" fmla="*/ 0 h 1184"/>
                  <a:gd name="T62" fmla="*/ 338 w 338"/>
                  <a:gd name="T63" fmla="*/ 1184 h 118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338" h="1184">
                    <a:moveTo>
                      <a:pt x="165" y="0"/>
                    </a:moveTo>
                    <a:cubicBezTo>
                      <a:pt x="151" y="8"/>
                      <a:pt x="137" y="16"/>
                      <a:pt x="165" y="32"/>
                    </a:cubicBezTo>
                    <a:cubicBezTo>
                      <a:pt x="193" y="48"/>
                      <a:pt x="328" y="74"/>
                      <a:pt x="333" y="96"/>
                    </a:cubicBezTo>
                    <a:cubicBezTo>
                      <a:pt x="338" y="118"/>
                      <a:pt x="252" y="142"/>
                      <a:pt x="197" y="164"/>
                    </a:cubicBezTo>
                    <a:cubicBezTo>
                      <a:pt x="142" y="186"/>
                      <a:pt x="10" y="207"/>
                      <a:pt x="5" y="228"/>
                    </a:cubicBezTo>
                    <a:cubicBezTo>
                      <a:pt x="0" y="249"/>
                      <a:pt x="114" y="271"/>
                      <a:pt x="169" y="292"/>
                    </a:cubicBezTo>
                    <a:cubicBezTo>
                      <a:pt x="224" y="313"/>
                      <a:pt x="334" y="335"/>
                      <a:pt x="333" y="356"/>
                    </a:cubicBezTo>
                    <a:cubicBezTo>
                      <a:pt x="332" y="377"/>
                      <a:pt x="220" y="399"/>
                      <a:pt x="165" y="420"/>
                    </a:cubicBezTo>
                    <a:cubicBezTo>
                      <a:pt x="110" y="441"/>
                      <a:pt x="1" y="463"/>
                      <a:pt x="1" y="484"/>
                    </a:cubicBezTo>
                    <a:cubicBezTo>
                      <a:pt x="1" y="505"/>
                      <a:pt x="110" y="523"/>
                      <a:pt x="165" y="544"/>
                    </a:cubicBezTo>
                    <a:cubicBezTo>
                      <a:pt x="220" y="565"/>
                      <a:pt x="333" y="587"/>
                      <a:pt x="333" y="608"/>
                    </a:cubicBezTo>
                    <a:cubicBezTo>
                      <a:pt x="333" y="629"/>
                      <a:pt x="220" y="651"/>
                      <a:pt x="165" y="672"/>
                    </a:cubicBezTo>
                    <a:cubicBezTo>
                      <a:pt x="110" y="693"/>
                      <a:pt x="5" y="715"/>
                      <a:pt x="5" y="736"/>
                    </a:cubicBezTo>
                    <a:cubicBezTo>
                      <a:pt x="5" y="757"/>
                      <a:pt x="110" y="779"/>
                      <a:pt x="165" y="800"/>
                    </a:cubicBezTo>
                    <a:cubicBezTo>
                      <a:pt x="220" y="821"/>
                      <a:pt x="334" y="842"/>
                      <a:pt x="333" y="864"/>
                    </a:cubicBezTo>
                    <a:cubicBezTo>
                      <a:pt x="332" y="886"/>
                      <a:pt x="216" y="911"/>
                      <a:pt x="161" y="932"/>
                    </a:cubicBezTo>
                    <a:cubicBezTo>
                      <a:pt x="106" y="953"/>
                      <a:pt x="4" y="971"/>
                      <a:pt x="5" y="992"/>
                    </a:cubicBezTo>
                    <a:cubicBezTo>
                      <a:pt x="6" y="1013"/>
                      <a:pt x="110" y="1034"/>
                      <a:pt x="165" y="1056"/>
                    </a:cubicBezTo>
                    <a:cubicBezTo>
                      <a:pt x="220" y="1078"/>
                      <a:pt x="333" y="1103"/>
                      <a:pt x="333" y="1124"/>
                    </a:cubicBezTo>
                    <a:cubicBezTo>
                      <a:pt x="333" y="1145"/>
                      <a:pt x="193" y="1174"/>
                      <a:pt x="165" y="1184"/>
                    </a:cubicBezTo>
                  </a:path>
                </a:pathLst>
              </a:cu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4069" name="Line 21"/>
              <p:cNvSpPr>
                <a:spLocks noChangeShapeType="1"/>
              </p:cNvSpPr>
              <p:nvPr/>
            </p:nvSpPr>
            <p:spPr bwMode="auto">
              <a:xfrm>
                <a:off x="4952" y="888"/>
                <a:ext cx="0" cy="13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4070" name="Rectangle 22"/>
              <p:cNvSpPr>
                <a:spLocks noChangeArrowheads="1"/>
              </p:cNvSpPr>
              <p:nvPr/>
            </p:nvSpPr>
            <p:spPr bwMode="auto">
              <a:xfrm>
                <a:off x="4928" y="1288"/>
                <a:ext cx="64" cy="328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44071" name="Line 23"/>
              <p:cNvSpPr>
                <a:spLocks noChangeShapeType="1"/>
              </p:cNvSpPr>
              <p:nvPr/>
            </p:nvSpPr>
            <p:spPr bwMode="auto">
              <a:xfrm>
                <a:off x="4864" y="1040"/>
                <a:ext cx="200" cy="0"/>
              </a:xfrm>
              <a:prstGeom prst="line">
                <a:avLst/>
              </a:prstGeom>
              <a:noFill/>
              <a:ln w="5715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4072" name="Line 24"/>
              <p:cNvSpPr>
                <a:spLocks noChangeShapeType="1"/>
              </p:cNvSpPr>
              <p:nvPr/>
            </p:nvSpPr>
            <p:spPr bwMode="auto">
              <a:xfrm>
                <a:off x="4864" y="1136"/>
                <a:ext cx="200" cy="0"/>
              </a:xfrm>
              <a:prstGeom prst="line">
                <a:avLst/>
              </a:prstGeom>
              <a:noFill/>
              <a:ln w="5715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4073" name="Line 25"/>
              <p:cNvSpPr>
                <a:spLocks noChangeShapeType="1"/>
              </p:cNvSpPr>
              <p:nvPr/>
            </p:nvSpPr>
            <p:spPr bwMode="auto">
              <a:xfrm>
                <a:off x="4960" y="1152"/>
                <a:ext cx="0" cy="13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4074" name="Line 26"/>
              <p:cNvSpPr>
                <a:spLocks noChangeShapeType="1"/>
              </p:cNvSpPr>
              <p:nvPr/>
            </p:nvSpPr>
            <p:spPr bwMode="auto">
              <a:xfrm flipH="1">
                <a:off x="4024" y="1752"/>
                <a:ext cx="93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4075" name="Line 27"/>
              <p:cNvSpPr>
                <a:spLocks noChangeShapeType="1"/>
              </p:cNvSpPr>
              <p:nvPr/>
            </p:nvSpPr>
            <p:spPr bwMode="auto">
              <a:xfrm flipH="1">
                <a:off x="4568" y="1752"/>
                <a:ext cx="29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4076" name="Line 28"/>
              <p:cNvSpPr>
                <a:spLocks noChangeShapeType="1"/>
              </p:cNvSpPr>
              <p:nvPr/>
            </p:nvSpPr>
            <p:spPr bwMode="auto">
              <a:xfrm flipH="1">
                <a:off x="4008" y="384"/>
                <a:ext cx="93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4077" name="Line 29"/>
              <p:cNvSpPr>
                <a:spLocks noChangeShapeType="1"/>
              </p:cNvSpPr>
              <p:nvPr/>
            </p:nvSpPr>
            <p:spPr bwMode="auto">
              <a:xfrm>
                <a:off x="4272" y="384"/>
                <a:ext cx="368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4078" name="Line 30"/>
              <p:cNvSpPr>
                <a:spLocks noChangeShapeType="1"/>
              </p:cNvSpPr>
              <p:nvPr/>
            </p:nvSpPr>
            <p:spPr bwMode="auto">
              <a:xfrm>
                <a:off x="4008" y="384"/>
                <a:ext cx="0" cy="48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4079" name="Line 31"/>
              <p:cNvSpPr>
                <a:spLocks noChangeShapeType="1"/>
              </p:cNvSpPr>
              <p:nvPr/>
            </p:nvSpPr>
            <p:spPr bwMode="auto">
              <a:xfrm>
                <a:off x="4024" y="1256"/>
                <a:ext cx="0" cy="48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44080" name="Group 32"/>
              <p:cNvGrpSpPr>
                <a:grpSpLocks/>
              </p:cNvGrpSpPr>
              <p:nvPr/>
            </p:nvGrpSpPr>
            <p:grpSpPr bwMode="auto">
              <a:xfrm>
                <a:off x="3872" y="904"/>
                <a:ext cx="296" cy="248"/>
                <a:chOff x="3872" y="904"/>
                <a:chExt cx="296" cy="248"/>
              </a:xfrm>
            </p:grpSpPr>
            <p:sp>
              <p:nvSpPr>
                <p:cNvPr id="44081" name="Oval 33"/>
                <p:cNvSpPr>
                  <a:spLocks noChangeArrowheads="1"/>
                </p:cNvSpPr>
                <p:nvPr/>
              </p:nvSpPr>
              <p:spPr bwMode="auto">
                <a:xfrm>
                  <a:off x="3872" y="904"/>
                  <a:ext cx="296" cy="248"/>
                </a:xfrm>
                <a:prstGeom prst="ellipse">
                  <a:avLst/>
                </a:pr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/>
                </a:p>
              </p:txBody>
            </p:sp>
            <p:sp>
              <p:nvSpPr>
                <p:cNvPr id="44082" name="Freeform 34"/>
                <p:cNvSpPr>
                  <a:spLocks/>
                </p:cNvSpPr>
                <p:nvPr/>
              </p:nvSpPr>
              <p:spPr bwMode="auto">
                <a:xfrm>
                  <a:off x="3904" y="971"/>
                  <a:ext cx="224" cy="124"/>
                </a:xfrm>
                <a:custGeom>
                  <a:avLst/>
                  <a:gdLst>
                    <a:gd name="T0" fmla="*/ 0 w 224"/>
                    <a:gd name="T1" fmla="*/ 85 h 124"/>
                    <a:gd name="T2" fmla="*/ 40 w 224"/>
                    <a:gd name="T3" fmla="*/ 5 h 124"/>
                    <a:gd name="T4" fmla="*/ 88 w 224"/>
                    <a:gd name="T5" fmla="*/ 53 h 124"/>
                    <a:gd name="T6" fmla="*/ 144 w 224"/>
                    <a:gd name="T7" fmla="*/ 117 h 124"/>
                    <a:gd name="T8" fmla="*/ 200 w 224"/>
                    <a:gd name="T9" fmla="*/ 93 h 124"/>
                    <a:gd name="T10" fmla="*/ 224 w 224"/>
                    <a:gd name="T11" fmla="*/ 37 h 12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24"/>
                    <a:gd name="T19" fmla="*/ 0 h 124"/>
                    <a:gd name="T20" fmla="*/ 224 w 224"/>
                    <a:gd name="T21" fmla="*/ 124 h 124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24" h="124">
                      <a:moveTo>
                        <a:pt x="0" y="85"/>
                      </a:moveTo>
                      <a:cubicBezTo>
                        <a:pt x="12" y="47"/>
                        <a:pt x="25" y="10"/>
                        <a:pt x="40" y="5"/>
                      </a:cubicBezTo>
                      <a:cubicBezTo>
                        <a:pt x="55" y="0"/>
                        <a:pt x="71" y="34"/>
                        <a:pt x="88" y="53"/>
                      </a:cubicBezTo>
                      <a:cubicBezTo>
                        <a:pt x="105" y="72"/>
                        <a:pt x="126" y="110"/>
                        <a:pt x="144" y="117"/>
                      </a:cubicBezTo>
                      <a:cubicBezTo>
                        <a:pt x="162" y="124"/>
                        <a:pt x="187" y="106"/>
                        <a:pt x="200" y="93"/>
                      </a:cubicBezTo>
                      <a:cubicBezTo>
                        <a:pt x="213" y="80"/>
                        <a:pt x="220" y="46"/>
                        <a:pt x="224" y="37"/>
                      </a:cubicBezTo>
                    </a:path>
                  </a:pathLst>
                </a:cu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4042" name="Line 35"/>
          <p:cNvSpPr>
            <a:spLocks noChangeShapeType="1"/>
          </p:cNvSpPr>
          <p:nvPr/>
        </p:nvSpPr>
        <p:spPr bwMode="auto">
          <a:xfrm flipV="1">
            <a:off x="7950200" y="444500"/>
            <a:ext cx="0" cy="8763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4043" name="Line 36"/>
          <p:cNvSpPr>
            <a:spLocks noChangeShapeType="1"/>
          </p:cNvSpPr>
          <p:nvPr/>
        </p:nvSpPr>
        <p:spPr bwMode="auto">
          <a:xfrm flipV="1">
            <a:off x="7962900" y="1727200"/>
            <a:ext cx="0" cy="8763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triangle" w="med" len="med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44044" name="Object 37"/>
          <p:cNvGraphicFramePr>
            <a:graphicFrameLocks noChangeAspect="1"/>
          </p:cNvGraphicFramePr>
          <p:nvPr/>
        </p:nvGraphicFramePr>
        <p:xfrm>
          <a:off x="7723189" y="1254126"/>
          <a:ext cx="6318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47" name="Equation" r:id="rId12" imgW="257194" imgH="180941" progId="Equation.DSMT4">
                  <p:embed/>
                </p:oleObj>
              </mc:Choice>
              <mc:Fallback>
                <p:oleObj name="Equation" r:id="rId12" imgW="257194" imgH="180941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3189" y="1254126"/>
                        <a:ext cx="631825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5" name="Object 38"/>
          <p:cNvGraphicFramePr>
            <a:graphicFrameLocks noChangeAspect="1"/>
          </p:cNvGraphicFramePr>
          <p:nvPr/>
        </p:nvGraphicFramePr>
        <p:xfrm>
          <a:off x="8134350" y="504826"/>
          <a:ext cx="5461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48" name="Equation" r:id="rId14" imgW="218967" imgH="180941" progId="Equation.DSMT4">
                  <p:embed/>
                </p:oleObj>
              </mc:Choice>
              <mc:Fallback>
                <p:oleObj name="Equation" r:id="rId14" imgW="218967" imgH="180941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350" y="504826"/>
                        <a:ext cx="54610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6" name="Object 39"/>
          <p:cNvGraphicFramePr>
            <a:graphicFrameLocks noChangeAspect="1"/>
          </p:cNvGraphicFramePr>
          <p:nvPr/>
        </p:nvGraphicFramePr>
        <p:xfrm>
          <a:off x="9099550" y="628651"/>
          <a:ext cx="776288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49" name="Equation" r:id="rId16" imgW="323863" imgH="209414" progId="Equation.DSMT4">
                  <p:embed/>
                </p:oleObj>
              </mc:Choice>
              <mc:Fallback>
                <p:oleObj name="Equation" r:id="rId16" imgW="323863" imgH="209414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9550" y="628651"/>
                        <a:ext cx="776288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7" name="Object 40"/>
          <p:cNvGraphicFramePr>
            <a:graphicFrameLocks noChangeAspect="1"/>
          </p:cNvGraphicFramePr>
          <p:nvPr/>
        </p:nvGraphicFramePr>
        <p:xfrm>
          <a:off x="9250363" y="1301751"/>
          <a:ext cx="8048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50" name="Equation" r:id="rId18" imgW="333343" imgH="209414" progId="Equation.DSMT4">
                  <p:embed/>
                </p:oleObj>
              </mc:Choice>
              <mc:Fallback>
                <p:oleObj name="Equation" r:id="rId18" imgW="333343" imgH="209414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0363" y="1301751"/>
                        <a:ext cx="804862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8" name="Object 41"/>
          <p:cNvGraphicFramePr>
            <a:graphicFrameLocks noChangeAspect="1"/>
          </p:cNvGraphicFramePr>
          <p:nvPr/>
        </p:nvGraphicFramePr>
        <p:xfrm>
          <a:off x="9250363" y="1885951"/>
          <a:ext cx="8048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51" name="Equation" r:id="rId20" imgW="333343" imgH="209414" progId="Equation.DSMT4">
                  <p:embed/>
                </p:oleObj>
              </mc:Choice>
              <mc:Fallback>
                <p:oleObj name="Equation" r:id="rId20" imgW="333343" imgH="209414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0363" y="1885951"/>
                        <a:ext cx="804862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9" name="Object 42"/>
          <p:cNvGraphicFramePr>
            <a:graphicFrameLocks noChangeAspect="1"/>
          </p:cNvGraphicFramePr>
          <p:nvPr/>
        </p:nvGraphicFramePr>
        <p:xfrm>
          <a:off x="6683375" y="1228726"/>
          <a:ext cx="60325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52" name="Equation" r:id="rId22" imgW="247714" imgH="180941" progId="Equation.DSMT4">
                  <p:embed/>
                </p:oleObj>
              </mc:Choice>
              <mc:Fallback>
                <p:oleObj name="Equation" r:id="rId22" imgW="247714" imgH="180941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3375" y="1228726"/>
                        <a:ext cx="60325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0" name="Object 43"/>
          <p:cNvGraphicFramePr>
            <a:graphicFrameLocks noChangeAspect="1"/>
          </p:cNvGraphicFramePr>
          <p:nvPr/>
        </p:nvGraphicFramePr>
        <p:xfrm>
          <a:off x="1917701" y="3514726"/>
          <a:ext cx="3787775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53" name="Equation" r:id="rId24" imgW="1657235" imgH="371373" progId="Equation.DSMT4">
                  <p:embed/>
                </p:oleObj>
              </mc:Choice>
              <mc:Fallback>
                <p:oleObj name="Equation" r:id="rId24" imgW="1657235" imgH="371373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7701" y="3514726"/>
                        <a:ext cx="3787775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1" name="Object 44"/>
          <p:cNvGraphicFramePr>
            <a:graphicFrameLocks noChangeAspect="1"/>
          </p:cNvGraphicFramePr>
          <p:nvPr/>
        </p:nvGraphicFramePr>
        <p:xfrm>
          <a:off x="1924050" y="1627189"/>
          <a:ext cx="4306888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54" name="Equation" r:id="rId26" imgW="1885988" imgH="438116" progId="Equation.DSMT4">
                  <p:embed/>
                </p:oleObj>
              </mc:Choice>
              <mc:Fallback>
                <p:oleObj name="Equation" r:id="rId26" imgW="1885988" imgH="438116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1627189"/>
                        <a:ext cx="4306888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2" name="Object 45"/>
          <p:cNvGraphicFramePr>
            <a:graphicFrameLocks noChangeAspect="1"/>
          </p:cNvGraphicFramePr>
          <p:nvPr/>
        </p:nvGraphicFramePr>
        <p:xfrm>
          <a:off x="1931988" y="4695826"/>
          <a:ext cx="3302000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55" name="Equation" r:id="rId28" imgW="1438269" imgH="371373" progId="Equation.DSMT4">
                  <p:embed/>
                </p:oleObj>
              </mc:Choice>
              <mc:Fallback>
                <p:oleObj name="Equation" r:id="rId28" imgW="1438269" imgH="371373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1988" y="4695826"/>
                        <a:ext cx="3302000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3" name="Object 46"/>
          <p:cNvGraphicFramePr>
            <a:graphicFrameLocks noChangeAspect="1"/>
          </p:cNvGraphicFramePr>
          <p:nvPr/>
        </p:nvGraphicFramePr>
        <p:xfrm>
          <a:off x="1906588" y="2638426"/>
          <a:ext cx="3759200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56" name="Equation" r:id="rId30" imgW="1647755" imgH="371373" progId="Equation.DSMT4">
                  <p:embed/>
                </p:oleObj>
              </mc:Choice>
              <mc:Fallback>
                <p:oleObj name="Equation" r:id="rId30" imgW="1647755" imgH="371373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588" y="2638426"/>
                        <a:ext cx="3759200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54" name="Line 47"/>
          <p:cNvSpPr>
            <a:spLocks noChangeShapeType="1"/>
          </p:cNvSpPr>
          <p:nvPr/>
        </p:nvSpPr>
        <p:spPr bwMode="auto">
          <a:xfrm flipV="1">
            <a:off x="7175500" y="3365500"/>
            <a:ext cx="0" cy="914400"/>
          </a:xfrm>
          <a:prstGeom prst="line">
            <a:avLst/>
          </a:prstGeom>
          <a:noFill/>
          <a:ln w="57150" cap="sq">
            <a:solidFill>
              <a:srgbClr val="FF0000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4055" name="Line 48"/>
          <p:cNvSpPr>
            <a:spLocks noChangeShapeType="1"/>
          </p:cNvSpPr>
          <p:nvPr/>
        </p:nvSpPr>
        <p:spPr bwMode="auto">
          <a:xfrm>
            <a:off x="7175500" y="4292600"/>
            <a:ext cx="0" cy="635000"/>
          </a:xfrm>
          <a:prstGeom prst="line">
            <a:avLst/>
          </a:prstGeom>
          <a:noFill/>
          <a:ln w="38100" cap="sq">
            <a:solidFill>
              <a:srgbClr val="0000FF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4056" name="Line 49"/>
          <p:cNvSpPr>
            <a:spLocks noChangeShapeType="1"/>
          </p:cNvSpPr>
          <p:nvPr/>
        </p:nvSpPr>
        <p:spPr bwMode="auto">
          <a:xfrm flipV="1">
            <a:off x="7175500" y="3962400"/>
            <a:ext cx="0" cy="304800"/>
          </a:xfrm>
          <a:prstGeom prst="line">
            <a:avLst/>
          </a:prstGeom>
          <a:noFill/>
          <a:ln w="57150" cap="sq">
            <a:solidFill>
              <a:srgbClr val="00FF00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4057" name="Line 50"/>
          <p:cNvSpPr>
            <a:spLocks noChangeShapeType="1"/>
          </p:cNvSpPr>
          <p:nvPr/>
        </p:nvSpPr>
        <p:spPr bwMode="auto">
          <a:xfrm>
            <a:off x="7175500" y="4330700"/>
            <a:ext cx="13716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4058" name="Line 51"/>
          <p:cNvSpPr>
            <a:spLocks noChangeShapeType="1"/>
          </p:cNvSpPr>
          <p:nvPr/>
        </p:nvSpPr>
        <p:spPr bwMode="auto">
          <a:xfrm>
            <a:off x="7175500" y="4254500"/>
            <a:ext cx="2133600" cy="0"/>
          </a:xfrm>
          <a:prstGeom prst="line">
            <a:avLst/>
          </a:prstGeom>
          <a:noFill/>
          <a:ln w="57150" cap="sq">
            <a:solidFill>
              <a:srgbClr val="CC00CC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44059" name="Object 52"/>
          <p:cNvGraphicFramePr>
            <a:graphicFrameLocks noChangeAspect="1"/>
          </p:cNvGraphicFramePr>
          <p:nvPr/>
        </p:nvGraphicFramePr>
        <p:xfrm>
          <a:off x="9120188" y="4527551"/>
          <a:ext cx="63341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57" name="Equation" r:id="rId32" imgW="257194" imgH="209414" progId="Equation.DSMT4">
                  <p:embed/>
                </p:oleObj>
              </mc:Choice>
              <mc:Fallback>
                <p:oleObj name="Equation" r:id="rId32" imgW="257194" imgH="209414" progId="Equation.DSMT4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0188" y="4527551"/>
                        <a:ext cx="633412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0" name="Object 53"/>
          <p:cNvGraphicFramePr>
            <a:graphicFrameLocks noChangeAspect="1"/>
          </p:cNvGraphicFramePr>
          <p:nvPr/>
        </p:nvGraphicFramePr>
        <p:xfrm>
          <a:off x="7215189" y="3143251"/>
          <a:ext cx="6318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58" name="Equation" r:id="rId34" imgW="257194" imgH="209414" progId="Equation.DSMT4">
                  <p:embed/>
                </p:oleObj>
              </mc:Choice>
              <mc:Fallback>
                <p:oleObj name="Equation" r:id="rId34" imgW="257194" imgH="209414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5189" y="3143251"/>
                        <a:ext cx="63182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1" name="Object 54"/>
          <p:cNvGraphicFramePr>
            <a:graphicFrameLocks noChangeAspect="1"/>
          </p:cNvGraphicFramePr>
          <p:nvPr/>
        </p:nvGraphicFramePr>
        <p:xfrm>
          <a:off x="7227889" y="4718051"/>
          <a:ext cx="6318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59" name="Equation" r:id="rId36" imgW="257194" imgH="209414" progId="Equation.DSMT4">
                  <p:embed/>
                </p:oleObj>
              </mc:Choice>
              <mc:Fallback>
                <p:oleObj name="Equation" r:id="rId36" imgW="257194" imgH="209414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7889" y="4718051"/>
                        <a:ext cx="63182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2" name="Object 55"/>
          <p:cNvGraphicFramePr>
            <a:graphicFrameLocks noChangeAspect="1"/>
          </p:cNvGraphicFramePr>
          <p:nvPr/>
        </p:nvGraphicFramePr>
        <p:xfrm>
          <a:off x="5834063" y="3816351"/>
          <a:ext cx="123666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60" name="Equation" r:id="rId38" imgW="638245" imgH="209414" progId="Equation.DSMT4">
                  <p:embed/>
                </p:oleObj>
              </mc:Choice>
              <mc:Fallback>
                <p:oleObj name="Equation" r:id="rId38" imgW="638245" imgH="209414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4063" y="3816351"/>
                        <a:ext cx="123666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63" name="Line 56"/>
          <p:cNvSpPr>
            <a:spLocks noChangeShapeType="1"/>
          </p:cNvSpPr>
          <p:nvPr/>
        </p:nvSpPr>
        <p:spPr bwMode="auto">
          <a:xfrm>
            <a:off x="7162800" y="3975100"/>
            <a:ext cx="2082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4064" name="Line 57"/>
          <p:cNvSpPr>
            <a:spLocks noChangeShapeType="1"/>
          </p:cNvSpPr>
          <p:nvPr/>
        </p:nvSpPr>
        <p:spPr bwMode="auto">
          <a:xfrm flipV="1">
            <a:off x="7175500" y="3962400"/>
            <a:ext cx="2120900" cy="317500"/>
          </a:xfrm>
          <a:prstGeom prst="line">
            <a:avLst/>
          </a:prstGeom>
          <a:noFill/>
          <a:ln w="12700" cap="sq">
            <a:solidFill>
              <a:schemeClr val="accent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4065" name="Line 58"/>
          <p:cNvSpPr>
            <a:spLocks noChangeShapeType="1"/>
          </p:cNvSpPr>
          <p:nvPr/>
        </p:nvSpPr>
        <p:spPr bwMode="auto">
          <a:xfrm>
            <a:off x="9283700" y="39751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Line 2"/>
          <p:cNvSpPr>
            <a:spLocks noChangeShapeType="1"/>
          </p:cNvSpPr>
          <p:nvPr/>
        </p:nvSpPr>
        <p:spPr bwMode="auto">
          <a:xfrm>
            <a:off x="6604000" y="4279900"/>
            <a:ext cx="30734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6083" name="Line 3"/>
          <p:cNvSpPr>
            <a:spLocks noChangeShapeType="1"/>
          </p:cNvSpPr>
          <p:nvPr/>
        </p:nvSpPr>
        <p:spPr bwMode="auto">
          <a:xfrm flipV="1">
            <a:off x="7175500" y="3162300"/>
            <a:ext cx="0" cy="22606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6084" name="Text Box 4"/>
          <p:cNvSpPr txBox="1">
            <a:spLocks noChangeArrowheads="1"/>
          </p:cNvSpPr>
          <p:nvPr/>
        </p:nvSpPr>
        <p:spPr bwMode="auto">
          <a:xfrm>
            <a:off x="1917700" y="158751"/>
            <a:ext cx="353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FF"/>
                </a:solidFill>
              </a:rPr>
              <a:t>RLC</a:t>
            </a:r>
            <a:r>
              <a:rPr lang="zh-CN" altLang="en-US" sz="2800">
                <a:solidFill>
                  <a:srgbClr val="0000FF"/>
                </a:solidFill>
              </a:rPr>
              <a:t>串联电路</a:t>
            </a:r>
          </a:p>
        </p:txBody>
      </p:sp>
      <p:graphicFrame>
        <p:nvGraphicFramePr>
          <p:cNvPr id="46085" name="Object 6"/>
          <p:cNvGraphicFramePr>
            <a:graphicFrameLocks noChangeAspect="1"/>
          </p:cNvGraphicFramePr>
          <p:nvPr/>
        </p:nvGraphicFramePr>
        <p:xfrm>
          <a:off x="8256589" y="4464051"/>
          <a:ext cx="401637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49" name="Equation" r:id="rId4" imgW="161778" imgH="209414" progId="Equation.DSMT4">
                  <p:embed/>
                </p:oleObj>
              </mc:Choice>
              <mc:Fallback>
                <p:oleObj name="Equation" r:id="rId4" imgW="161778" imgH="209414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6589" y="4464051"/>
                        <a:ext cx="401637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6" name="Object 7"/>
          <p:cNvGraphicFramePr>
            <a:graphicFrameLocks noChangeAspect="1"/>
          </p:cNvGraphicFramePr>
          <p:nvPr/>
        </p:nvGraphicFramePr>
        <p:xfrm>
          <a:off x="9305925" y="3511551"/>
          <a:ext cx="48895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50" name="Equation" r:id="rId6" imgW="200006" imgH="209414" progId="Equation.DSMT4">
                  <p:embed/>
                </p:oleObj>
              </mc:Choice>
              <mc:Fallback>
                <p:oleObj name="Equation" r:id="rId6" imgW="200006" imgH="209414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5925" y="3511551"/>
                        <a:ext cx="48895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7" name="Object 8"/>
          <p:cNvGraphicFramePr>
            <a:graphicFrameLocks noChangeAspect="1"/>
          </p:cNvGraphicFramePr>
          <p:nvPr/>
        </p:nvGraphicFramePr>
        <p:xfrm>
          <a:off x="6710364" y="4318001"/>
          <a:ext cx="34448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51" name="Equation" r:id="rId8" imgW="133337" imgH="161959" progId="Equation.DSMT4">
                  <p:embed/>
                </p:oleObj>
              </mc:Choice>
              <mc:Fallback>
                <p:oleObj name="Equation" r:id="rId8" imgW="133337" imgH="161959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0364" y="4318001"/>
                        <a:ext cx="344487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088" name="Group 9"/>
          <p:cNvGrpSpPr>
            <a:grpSpLocks/>
          </p:cNvGrpSpPr>
          <p:nvPr/>
        </p:nvGrpSpPr>
        <p:grpSpPr bwMode="auto">
          <a:xfrm>
            <a:off x="7315200" y="444500"/>
            <a:ext cx="1892300" cy="2171700"/>
            <a:chOff x="3648" y="280"/>
            <a:chExt cx="1192" cy="1368"/>
          </a:xfrm>
        </p:grpSpPr>
        <p:sp>
          <p:nvSpPr>
            <p:cNvPr id="46112" name="Line 10"/>
            <p:cNvSpPr>
              <a:spLocks noChangeShapeType="1"/>
            </p:cNvSpPr>
            <p:nvPr/>
          </p:nvSpPr>
          <p:spPr bwMode="auto">
            <a:xfrm>
              <a:off x="4736" y="1504"/>
              <a:ext cx="0" cy="13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46113" name="Group 11"/>
            <p:cNvGrpSpPr>
              <a:grpSpLocks/>
            </p:cNvGrpSpPr>
            <p:nvPr/>
          </p:nvGrpSpPr>
          <p:grpSpPr bwMode="auto">
            <a:xfrm>
              <a:off x="3648" y="280"/>
              <a:ext cx="1192" cy="1368"/>
              <a:chOff x="3872" y="384"/>
              <a:chExt cx="1192" cy="1368"/>
            </a:xfrm>
          </p:grpSpPr>
          <p:sp>
            <p:nvSpPr>
              <p:cNvPr id="46114" name="Freeform 12"/>
              <p:cNvSpPr>
                <a:spLocks/>
              </p:cNvSpPr>
              <p:nvPr/>
            </p:nvSpPr>
            <p:spPr bwMode="auto">
              <a:xfrm>
                <a:off x="4931" y="384"/>
                <a:ext cx="42" cy="504"/>
              </a:xfrm>
              <a:custGeom>
                <a:avLst/>
                <a:gdLst>
                  <a:gd name="T0" fmla="*/ 0 w 338"/>
                  <a:gd name="T1" fmla="*/ 0 h 1184"/>
                  <a:gd name="T2" fmla="*/ 0 w 338"/>
                  <a:gd name="T3" fmla="*/ 0 h 1184"/>
                  <a:gd name="T4" fmla="*/ 0 w 338"/>
                  <a:gd name="T5" fmla="*/ 0 h 1184"/>
                  <a:gd name="T6" fmla="*/ 0 w 338"/>
                  <a:gd name="T7" fmla="*/ 0 h 1184"/>
                  <a:gd name="T8" fmla="*/ 0 w 338"/>
                  <a:gd name="T9" fmla="*/ 0 h 1184"/>
                  <a:gd name="T10" fmla="*/ 0 w 338"/>
                  <a:gd name="T11" fmla="*/ 0 h 1184"/>
                  <a:gd name="T12" fmla="*/ 0 w 338"/>
                  <a:gd name="T13" fmla="*/ 0 h 1184"/>
                  <a:gd name="T14" fmla="*/ 0 w 338"/>
                  <a:gd name="T15" fmla="*/ 0 h 1184"/>
                  <a:gd name="T16" fmla="*/ 0 w 338"/>
                  <a:gd name="T17" fmla="*/ 0 h 1184"/>
                  <a:gd name="T18" fmla="*/ 0 w 338"/>
                  <a:gd name="T19" fmla="*/ 0 h 1184"/>
                  <a:gd name="T20" fmla="*/ 0 w 338"/>
                  <a:gd name="T21" fmla="*/ 0 h 1184"/>
                  <a:gd name="T22" fmla="*/ 0 w 338"/>
                  <a:gd name="T23" fmla="*/ 0 h 1184"/>
                  <a:gd name="T24" fmla="*/ 0 w 338"/>
                  <a:gd name="T25" fmla="*/ 0 h 1184"/>
                  <a:gd name="T26" fmla="*/ 0 w 338"/>
                  <a:gd name="T27" fmla="*/ 0 h 1184"/>
                  <a:gd name="T28" fmla="*/ 0 w 338"/>
                  <a:gd name="T29" fmla="*/ 0 h 1184"/>
                  <a:gd name="T30" fmla="*/ 0 w 338"/>
                  <a:gd name="T31" fmla="*/ 0 h 1184"/>
                  <a:gd name="T32" fmla="*/ 0 w 338"/>
                  <a:gd name="T33" fmla="*/ 0 h 1184"/>
                  <a:gd name="T34" fmla="*/ 0 w 338"/>
                  <a:gd name="T35" fmla="*/ 0 h 1184"/>
                  <a:gd name="T36" fmla="*/ 0 w 338"/>
                  <a:gd name="T37" fmla="*/ 0 h 1184"/>
                  <a:gd name="T38" fmla="*/ 0 w 338"/>
                  <a:gd name="T39" fmla="*/ 0 h 118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338"/>
                  <a:gd name="T61" fmla="*/ 0 h 1184"/>
                  <a:gd name="T62" fmla="*/ 338 w 338"/>
                  <a:gd name="T63" fmla="*/ 1184 h 118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338" h="1184">
                    <a:moveTo>
                      <a:pt x="165" y="0"/>
                    </a:moveTo>
                    <a:cubicBezTo>
                      <a:pt x="151" y="8"/>
                      <a:pt x="137" y="16"/>
                      <a:pt x="165" y="32"/>
                    </a:cubicBezTo>
                    <a:cubicBezTo>
                      <a:pt x="193" y="48"/>
                      <a:pt x="328" y="74"/>
                      <a:pt x="333" y="96"/>
                    </a:cubicBezTo>
                    <a:cubicBezTo>
                      <a:pt x="338" y="118"/>
                      <a:pt x="252" y="142"/>
                      <a:pt x="197" y="164"/>
                    </a:cubicBezTo>
                    <a:cubicBezTo>
                      <a:pt x="142" y="186"/>
                      <a:pt x="10" y="207"/>
                      <a:pt x="5" y="228"/>
                    </a:cubicBezTo>
                    <a:cubicBezTo>
                      <a:pt x="0" y="249"/>
                      <a:pt x="114" y="271"/>
                      <a:pt x="169" y="292"/>
                    </a:cubicBezTo>
                    <a:cubicBezTo>
                      <a:pt x="224" y="313"/>
                      <a:pt x="334" y="335"/>
                      <a:pt x="333" y="356"/>
                    </a:cubicBezTo>
                    <a:cubicBezTo>
                      <a:pt x="332" y="377"/>
                      <a:pt x="220" y="399"/>
                      <a:pt x="165" y="420"/>
                    </a:cubicBezTo>
                    <a:cubicBezTo>
                      <a:pt x="110" y="441"/>
                      <a:pt x="1" y="463"/>
                      <a:pt x="1" y="484"/>
                    </a:cubicBezTo>
                    <a:cubicBezTo>
                      <a:pt x="1" y="505"/>
                      <a:pt x="110" y="523"/>
                      <a:pt x="165" y="544"/>
                    </a:cubicBezTo>
                    <a:cubicBezTo>
                      <a:pt x="220" y="565"/>
                      <a:pt x="333" y="587"/>
                      <a:pt x="333" y="608"/>
                    </a:cubicBezTo>
                    <a:cubicBezTo>
                      <a:pt x="333" y="629"/>
                      <a:pt x="220" y="651"/>
                      <a:pt x="165" y="672"/>
                    </a:cubicBezTo>
                    <a:cubicBezTo>
                      <a:pt x="110" y="693"/>
                      <a:pt x="5" y="715"/>
                      <a:pt x="5" y="736"/>
                    </a:cubicBezTo>
                    <a:cubicBezTo>
                      <a:pt x="5" y="757"/>
                      <a:pt x="110" y="779"/>
                      <a:pt x="165" y="800"/>
                    </a:cubicBezTo>
                    <a:cubicBezTo>
                      <a:pt x="220" y="821"/>
                      <a:pt x="334" y="842"/>
                      <a:pt x="333" y="864"/>
                    </a:cubicBezTo>
                    <a:cubicBezTo>
                      <a:pt x="332" y="886"/>
                      <a:pt x="216" y="911"/>
                      <a:pt x="161" y="932"/>
                    </a:cubicBezTo>
                    <a:cubicBezTo>
                      <a:pt x="106" y="953"/>
                      <a:pt x="4" y="971"/>
                      <a:pt x="5" y="992"/>
                    </a:cubicBezTo>
                    <a:cubicBezTo>
                      <a:pt x="6" y="1013"/>
                      <a:pt x="110" y="1034"/>
                      <a:pt x="165" y="1056"/>
                    </a:cubicBezTo>
                    <a:cubicBezTo>
                      <a:pt x="220" y="1078"/>
                      <a:pt x="333" y="1103"/>
                      <a:pt x="333" y="1124"/>
                    </a:cubicBezTo>
                    <a:cubicBezTo>
                      <a:pt x="333" y="1145"/>
                      <a:pt x="193" y="1174"/>
                      <a:pt x="165" y="1184"/>
                    </a:cubicBezTo>
                  </a:path>
                </a:pathLst>
              </a:cu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115" name="Line 13"/>
              <p:cNvSpPr>
                <a:spLocks noChangeShapeType="1"/>
              </p:cNvSpPr>
              <p:nvPr/>
            </p:nvSpPr>
            <p:spPr bwMode="auto">
              <a:xfrm>
                <a:off x="4952" y="888"/>
                <a:ext cx="0" cy="13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116" name="Rectangle 14"/>
              <p:cNvSpPr>
                <a:spLocks noChangeArrowheads="1"/>
              </p:cNvSpPr>
              <p:nvPr/>
            </p:nvSpPr>
            <p:spPr bwMode="auto">
              <a:xfrm>
                <a:off x="4928" y="1288"/>
                <a:ext cx="64" cy="328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46117" name="Line 15"/>
              <p:cNvSpPr>
                <a:spLocks noChangeShapeType="1"/>
              </p:cNvSpPr>
              <p:nvPr/>
            </p:nvSpPr>
            <p:spPr bwMode="auto">
              <a:xfrm>
                <a:off x="4864" y="1040"/>
                <a:ext cx="200" cy="0"/>
              </a:xfrm>
              <a:prstGeom prst="line">
                <a:avLst/>
              </a:prstGeom>
              <a:noFill/>
              <a:ln w="5715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118" name="Line 16"/>
              <p:cNvSpPr>
                <a:spLocks noChangeShapeType="1"/>
              </p:cNvSpPr>
              <p:nvPr/>
            </p:nvSpPr>
            <p:spPr bwMode="auto">
              <a:xfrm>
                <a:off x="4864" y="1136"/>
                <a:ext cx="200" cy="0"/>
              </a:xfrm>
              <a:prstGeom prst="line">
                <a:avLst/>
              </a:prstGeom>
              <a:noFill/>
              <a:ln w="5715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119" name="Line 17"/>
              <p:cNvSpPr>
                <a:spLocks noChangeShapeType="1"/>
              </p:cNvSpPr>
              <p:nvPr/>
            </p:nvSpPr>
            <p:spPr bwMode="auto">
              <a:xfrm>
                <a:off x="4960" y="1152"/>
                <a:ext cx="0" cy="13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120" name="Line 18"/>
              <p:cNvSpPr>
                <a:spLocks noChangeShapeType="1"/>
              </p:cNvSpPr>
              <p:nvPr/>
            </p:nvSpPr>
            <p:spPr bwMode="auto">
              <a:xfrm flipH="1">
                <a:off x="4024" y="1752"/>
                <a:ext cx="93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121" name="Line 19"/>
              <p:cNvSpPr>
                <a:spLocks noChangeShapeType="1"/>
              </p:cNvSpPr>
              <p:nvPr/>
            </p:nvSpPr>
            <p:spPr bwMode="auto">
              <a:xfrm flipH="1">
                <a:off x="4568" y="1752"/>
                <a:ext cx="29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122" name="Line 20"/>
              <p:cNvSpPr>
                <a:spLocks noChangeShapeType="1"/>
              </p:cNvSpPr>
              <p:nvPr/>
            </p:nvSpPr>
            <p:spPr bwMode="auto">
              <a:xfrm flipH="1">
                <a:off x="4008" y="384"/>
                <a:ext cx="93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123" name="Line 21"/>
              <p:cNvSpPr>
                <a:spLocks noChangeShapeType="1"/>
              </p:cNvSpPr>
              <p:nvPr/>
            </p:nvSpPr>
            <p:spPr bwMode="auto">
              <a:xfrm>
                <a:off x="4272" y="384"/>
                <a:ext cx="368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124" name="Line 22"/>
              <p:cNvSpPr>
                <a:spLocks noChangeShapeType="1"/>
              </p:cNvSpPr>
              <p:nvPr/>
            </p:nvSpPr>
            <p:spPr bwMode="auto">
              <a:xfrm>
                <a:off x="4008" y="384"/>
                <a:ext cx="0" cy="48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125" name="Line 23"/>
              <p:cNvSpPr>
                <a:spLocks noChangeShapeType="1"/>
              </p:cNvSpPr>
              <p:nvPr/>
            </p:nvSpPr>
            <p:spPr bwMode="auto">
              <a:xfrm>
                <a:off x="4024" y="1256"/>
                <a:ext cx="0" cy="48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46126" name="Group 24"/>
              <p:cNvGrpSpPr>
                <a:grpSpLocks/>
              </p:cNvGrpSpPr>
              <p:nvPr/>
            </p:nvGrpSpPr>
            <p:grpSpPr bwMode="auto">
              <a:xfrm>
                <a:off x="3872" y="904"/>
                <a:ext cx="296" cy="248"/>
                <a:chOff x="3872" y="904"/>
                <a:chExt cx="296" cy="248"/>
              </a:xfrm>
            </p:grpSpPr>
            <p:sp>
              <p:nvSpPr>
                <p:cNvPr id="46127" name="Oval 25"/>
                <p:cNvSpPr>
                  <a:spLocks noChangeArrowheads="1"/>
                </p:cNvSpPr>
                <p:nvPr/>
              </p:nvSpPr>
              <p:spPr bwMode="auto">
                <a:xfrm>
                  <a:off x="3872" y="904"/>
                  <a:ext cx="296" cy="248"/>
                </a:xfrm>
                <a:prstGeom prst="ellipse">
                  <a:avLst/>
                </a:pr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/>
                </a:p>
              </p:txBody>
            </p:sp>
            <p:sp>
              <p:nvSpPr>
                <p:cNvPr id="46128" name="Freeform 26"/>
                <p:cNvSpPr>
                  <a:spLocks/>
                </p:cNvSpPr>
                <p:nvPr/>
              </p:nvSpPr>
              <p:spPr bwMode="auto">
                <a:xfrm>
                  <a:off x="3904" y="971"/>
                  <a:ext cx="224" cy="124"/>
                </a:xfrm>
                <a:custGeom>
                  <a:avLst/>
                  <a:gdLst>
                    <a:gd name="T0" fmla="*/ 0 w 224"/>
                    <a:gd name="T1" fmla="*/ 85 h 124"/>
                    <a:gd name="T2" fmla="*/ 40 w 224"/>
                    <a:gd name="T3" fmla="*/ 5 h 124"/>
                    <a:gd name="T4" fmla="*/ 88 w 224"/>
                    <a:gd name="T5" fmla="*/ 53 h 124"/>
                    <a:gd name="T6" fmla="*/ 144 w 224"/>
                    <a:gd name="T7" fmla="*/ 117 h 124"/>
                    <a:gd name="T8" fmla="*/ 200 w 224"/>
                    <a:gd name="T9" fmla="*/ 93 h 124"/>
                    <a:gd name="T10" fmla="*/ 224 w 224"/>
                    <a:gd name="T11" fmla="*/ 37 h 12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24"/>
                    <a:gd name="T19" fmla="*/ 0 h 124"/>
                    <a:gd name="T20" fmla="*/ 224 w 224"/>
                    <a:gd name="T21" fmla="*/ 124 h 124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24" h="124">
                      <a:moveTo>
                        <a:pt x="0" y="85"/>
                      </a:moveTo>
                      <a:cubicBezTo>
                        <a:pt x="12" y="47"/>
                        <a:pt x="25" y="10"/>
                        <a:pt x="40" y="5"/>
                      </a:cubicBezTo>
                      <a:cubicBezTo>
                        <a:pt x="55" y="0"/>
                        <a:pt x="71" y="34"/>
                        <a:pt x="88" y="53"/>
                      </a:cubicBezTo>
                      <a:cubicBezTo>
                        <a:pt x="105" y="72"/>
                        <a:pt x="126" y="110"/>
                        <a:pt x="144" y="117"/>
                      </a:cubicBezTo>
                      <a:cubicBezTo>
                        <a:pt x="162" y="124"/>
                        <a:pt x="187" y="106"/>
                        <a:pt x="200" y="93"/>
                      </a:cubicBezTo>
                      <a:cubicBezTo>
                        <a:pt x="213" y="80"/>
                        <a:pt x="220" y="46"/>
                        <a:pt x="224" y="37"/>
                      </a:cubicBezTo>
                    </a:path>
                  </a:pathLst>
                </a:cu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6089" name="Line 27"/>
          <p:cNvSpPr>
            <a:spLocks noChangeShapeType="1"/>
          </p:cNvSpPr>
          <p:nvPr/>
        </p:nvSpPr>
        <p:spPr bwMode="auto">
          <a:xfrm flipV="1">
            <a:off x="7950200" y="444500"/>
            <a:ext cx="0" cy="8763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6090" name="Line 28"/>
          <p:cNvSpPr>
            <a:spLocks noChangeShapeType="1"/>
          </p:cNvSpPr>
          <p:nvPr/>
        </p:nvSpPr>
        <p:spPr bwMode="auto">
          <a:xfrm flipV="1">
            <a:off x="7962900" y="1727200"/>
            <a:ext cx="0" cy="8763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triangle" w="med" len="med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46091" name="Object 29"/>
          <p:cNvGraphicFramePr>
            <a:graphicFrameLocks noChangeAspect="1"/>
          </p:cNvGraphicFramePr>
          <p:nvPr/>
        </p:nvGraphicFramePr>
        <p:xfrm>
          <a:off x="7723189" y="1254126"/>
          <a:ext cx="6318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52" name="Equation" r:id="rId10" imgW="257194" imgH="180941" progId="Equation.DSMT4">
                  <p:embed/>
                </p:oleObj>
              </mc:Choice>
              <mc:Fallback>
                <p:oleObj name="Equation" r:id="rId10" imgW="257194" imgH="180941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3189" y="1254126"/>
                        <a:ext cx="631825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2" name="Object 30"/>
          <p:cNvGraphicFramePr>
            <a:graphicFrameLocks noChangeAspect="1"/>
          </p:cNvGraphicFramePr>
          <p:nvPr/>
        </p:nvGraphicFramePr>
        <p:xfrm>
          <a:off x="8134350" y="504826"/>
          <a:ext cx="5461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53" name="Equation" r:id="rId12" imgW="218967" imgH="180941" progId="Equation.DSMT4">
                  <p:embed/>
                </p:oleObj>
              </mc:Choice>
              <mc:Fallback>
                <p:oleObj name="Equation" r:id="rId12" imgW="218967" imgH="180941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350" y="504826"/>
                        <a:ext cx="54610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3" name="Object 31"/>
          <p:cNvGraphicFramePr>
            <a:graphicFrameLocks noChangeAspect="1"/>
          </p:cNvGraphicFramePr>
          <p:nvPr/>
        </p:nvGraphicFramePr>
        <p:xfrm>
          <a:off x="9099550" y="628651"/>
          <a:ext cx="776288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54" name="Equation" r:id="rId14" imgW="323863" imgH="209414" progId="Equation.DSMT4">
                  <p:embed/>
                </p:oleObj>
              </mc:Choice>
              <mc:Fallback>
                <p:oleObj name="Equation" r:id="rId14" imgW="323863" imgH="209414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9550" y="628651"/>
                        <a:ext cx="776288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4" name="Object 32"/>
          <p:cNvGraphicFramePr>
            <a:graphicFrameLocks noChangeAspect="1"/>
          </p:cNvGraphicFramePr>
          <p:nvPr/>
        </p:nvGraphicFramePr>
        <p:xfrm>
          <a:off x="9250363" y="1301751"/>
          <a:ext cx="8048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55" name="Equation" r:id="rId16" imgW="333343" imgH="209414" progId="Equation.DSMT4">
                  <p:embed/>
                </p:oleObj>
              </mc:Choice>
              <mc:Fallback>
                <p:oleObj name="Equation" r:id="rId16" imgW="333343" imgH="209414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0363" y="1301751"/>
                        <a:ext cx="804862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5" name="Object 33"/>
          <p:cNvGraphicFramePr>
            <a:graphicFrameLocks noChangeAspect="1"/>
          </p:cNvGraphicFramePr>
          <p:nvPr/>
        </p:nvGraphicFramePr>
        <p:xfrm>
          <a:off x="9250363" y="1885951"/>
          <a:ext cx="8048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56" name="Equation" r:id="rId18" imgW="333343" imgH="209414" progId="Equation.DSMT4">
                  <p:embed/>
                </p:oleObj>
              </mc:Choice>
              <mc:Fallback>
                <p:oleObj name="Equation" r:id="rId18" imgW="333343" imgH="209414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0363" y="1885951"/>
                        <a:ext cx="804862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6" name="Object 34"/>
          <p:cNvGraphicFramePr>
            <a:graphicFrameLocks noChangeAspect="1"/>
          </p:cNvGraphicFramePr>
          <p:nvPr/>
        </p:nvGraphicFramePr>
        <p:xfrm>
          <a:off x="6683375" y="1228726"/>
          <a:ext cx="60325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57" name="Equation" r:id="rId20" imgW="247714" imgH="180941" progId="Equation.DSMT4">
                  <p:embed/>
                </p:oleObj>
              </mc:Choice>
              <mc:Fallback>
                <p:oleObj name="Equation" r:id="rId20" imgW="247714" imgH="180941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3375" y="1228726"/>
                        <a:ext cx="60325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7" name="Object 37"/>
          <p:cNvGraphicFramePr>
            <a:graphicFrameLocks noChangeAspect="1"/>
          </p:cNvGraphicFramePr>
          <p:nvPr/>
        </p:nvGraphicFramePr>
        <p:xfrm>
          <a:off x="1798638" y="815976"/>
          <a:ext cx="4737100" cy="270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58" name="Equation" r:id="rId22" imgW="2076514" imgH="1171677" progId="Equation.DSMT4">
                  <p:embed/>
                </p:oleObj>
              </mc:Choice>
              <mc:Fallback>
                <p:oleObj name="Equation" r:id="rId22" imgW="2076514" imgH="1171677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8638" y="815976"/>
                        <a:ext cx="4737100" cy="2709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8" name="Line 39"/>
          <p:cNvSpPr>
            <a:spLocks noChangeShapeType="1"/>
          </p:cNvSpPr>
          <p:nvPr/>
        </p:nvSpPr>
        <p:spPr bwMode="auto">
          <a:xfrm flipV="1">
            <a:off x="7175500" y="3365500"/>
            <a:ext cx="0" cy="914400"/>
          </a:xfrm>
          <a:prstGeom prst="line">
            <a:avLst/>
          </a:prstGeom>
          <a:noFill/>
          <a:ln w="57150" cap="sq">
            <a:solidFill>
              <a:srgbClr val="FF0000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6099" name="Line 40"/>
          <p:cNvSpPr>
            <a:spLocks noChangeShapeType="1"/>
          </p:cNvSpPr>
          <p:nvPr/>
        </p:nvSpPr>
        <p:spPr bwMode="auto">
          <a:xfrm>
            <a:off x="7175500" y="4292600"/>
            <a:ext cx="0" cy="635000"/>
          </a:xfrm>
          <a:prstGeom prst="line">
            <a:avLst/>
          </a:prstGeom>
          <a:noFill/>
          <a:ln w="38100" cap="sq">
            <a:solidFill>
              <a:srgbClr val="0000FF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6100" name="Line 41"/>
          <p:cNvSpPr>
            <a:spLocks noChangeShapeType="1"/>
          </p:cNvSpPr>
          <p:nvPr/>
        </p:nvSpPr>
        <p:spPr bwMode="auto">
          <a:xfrm flipV="1">
            <a:off x="7175500" y="3962400"/>
            <a:ext cx="0" cy="304800"/>
          </a:xfrm>
          <a:prstGeom prst="line">
            <a:avLst/>
          </a:prstGeom>
          <a:noFill/>
          <a:ln w="57150" cap="sq">
            <a:solidFill>
              <a:srgbClr val="00FF00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6101" name="Line 42"/>
          <p:cNvSpPr>
            <a:spLocks noChangeShapeType="1"/>
          </p:cNvSpPr>
          <p:nvPr/>
        </p:nvSpPr>
        <p:spPr bwMode="auto">
          <a:xfrm>
            <a:off x="7175500" y="4330700"/>
            <a:ext cx="13716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6102" name="Line 43"/>
          <p:cNvSpPr>
            <a:spLocks noChangeShapeType="1"/>
          </p:cNvSpPr>
          <p:nvPr/>
        </p:nvSpPr>
        <p:spPr bwMode="auto">
          <a:xfrm>
            <a:off x="7175500" y="4254500"/>
            <a:ext cx="2133600" cy="0"/>
          </a:xfrm>
          <a:prstGeom prst="line">
            <a:avLst/>
          </a:prstGeom>
          <a:noFill/>
          <a:ln w="57150" cap="sq">
            <a:solidFill>
              <a:srgbClr val="CC00CC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46103" name="Object 44"/>
          <p:cNvGraphicFramePr>
            <a:graphicFrameLocks noChangeAspect="1"/>
          </p:cNvGraphicFramePr>
          <p:nvPr/>
        </p:nvGraphicFramePr>
        <p:xfrm>
          <a:off x="8980488" y="4349751"/>
          <a:ext cx="63341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59" name="Equation" r:id="rId24" imgW="257194" imgH="209414" progId="Equation.DSMT4">
                  <p:embed/>
                </p:oleObj>
              </mc:Choice>
              <mc:Fallback>
                <p:oleObj name="Equation" r:id="rId24" imgW="257194" imgH="209414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0488" y="4349751"/>
                        <a:ext cx="633412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04" name="Object 45"/>
          <p:cNvGraphicFramePr>
            <a:graphicFrameLocks noChangeAspect="1"/>
          </p:cNvGraphicFramePr>
          <p:nvPr/>
        </p:nvGraphicFramePr>
        <p:xfrm>
          <a:off x="7215189" y="3143251"/>
          <a:ext cx="6318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60" name="Equation" r:id="rId26" imgW="257194" imgH="209414" progId="Equation.DSMT4">
                  <p:embed/>
                </p:oleObj>
              </mc:Choice>
              <mc:Fallback>
                <p:oleObj name="Equation" r:id="rId26" imgW="257194" imgH="209414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5189" y="3143251"/>
                        <a:ext cx="63182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05" name="Object 46"/>
          <p:cNvGraphicFramePr>
            <a:graphicFrameLocks noChangeAspect="1"/>
          </p:cNvGraphicFramePr>
          <p:nvPr/>
        </p:nvGraphicFramePr>
        <p:xfrm>
          <a:off x="7227889" y="4718051"/>
          <a:ext cx="6318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61" name="Equation" r:id="rId28" imgW="257194" imgH="209414" progId="Equation.DSMT4">
                  <p:embed/>
                </p:oleObj>
              </mc:Choice>
              <mc:Fallback>
                <p:oleObj name="Equation" r:id="rId28" imgW="257194" imgH="209414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7889" y="4718051"/>
                        <a:ext cx="63182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06" name="Object 47"/>
          <p:cNvGraphicFramePr>
            <a:graphicFrameLocks noChangeAspect="1"/>
          </p:cNvGraphicFramePr>
          <p:nvPr/>
        </p:nvGraphicFramePr>
        <p:xfrm>
          <a:off x="5834063" y="3816351"/>
          <a:ext cx="123666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62" name="Equation" r:id="rId30" imgW="638245" imgH="209414" progId="Equation.DSMT4">
                  <p:embed/>
                </p:oleObj>
              </mc:Choice>
              <mc:Fallback>
                <p:oleObj name="Equation" r:id="rId30" imgW="638245" imgH="209414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4063" y="3816351"/>
                        <a:ext cx="123666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07" name="Line 48"/>
          <p:cNvSpPr>
            <a:spLocks noChangeShapeType="1"/>
          </p:cNvSpPr>
          <p:nvPr/>
        </p:nvSpPr>
        <p:spPr bwMode="auto">
          <a:xfrm>
            <a:off x="7162800" y="3975100"/>
            <a:ext cx="2082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6108" name="Line 49"/>
          <p:cNvSpPr>
            <a:spLocks noChangeShapeType="1"/>
          </p:cNvSpPr>
          <p:nvPr/>
        </p:nvSpPr>
        <p:spPr bwMode="auto">
          <a:xfrm flipV="1">
            <a:off x="7175500" y="3962400"/>
            <a:ext cx="2120900" cy="317500"/>
          </a:xfrm>
          <a:prstGeom prst="line">
            <a:avLst/>
          </a:prstGeom>
          <a:noFill/>
          <a:ln w="12700" cap="sq">
            <a:solidFill>
              <a:schemeClr val="accent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6109" name="Line 50"/>
          <p:cNvSpPr>
            <a:spLocks noChangeShapeType="1"/>
          </p:cNvSpPr>
          <p:nvPr/>
        </p:nvSpPr>
        <p:spPr bwMode="auto">
          <a:xfrm>
            <a:off x="9283700" y="39751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46110" name="Object 51"/>
          <p:cNvGraphicFramePr>
            <a:graphicFrameLocks noChangeAspect="1"/>
          </p:cNvGraphicFramePr>
          <p:nvPr/>
        </p:nvGraphicFramePr>
        <p:xfrm>
          <a:off x="2089151" y="3495676"/>
          <a:ext cx="3444875" cy="141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63" name="Equation" r:id="rId32" imgW="1504937" imgH="600075" progId="Equation.DSMT4">
                  <p:embed/>
                </p:oleObj>
              </mc:Choice>
              <mc:Fallback>
                <p:oleObj name="Equation" r:id="rId32" imgW="1504937" imgH="600075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151" y="3495676"/>
                        <a:ext cx="3444875" cy="1412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11" name="Object 52"/>
          <p:cNvGraphicFramePr>
            <a:graphicFrameLocks noChangeAspect="1"/>
          </p:cNvGraphicFramePr>
          <p:nvPr/>
        </p:nvGraphicFramePr>
        <p:xfrm>
          <a:off x="2054226" y="4892676"/>
          <a:ext cx="3387725" cy="141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64" name="Equation" r:id="rId34" imgW="1476496" imgH="600075" progId="Equation.DSMT4">
                  <p:embed/>
                </p:oleObj>
              </mc:Choice>
              <mc:Fallback>
                <p:oleObj name="Equation" r:id="rId34" imgW="1476496" imgH="600075" progId="Equation.DSMT4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4226" y="4892676"/>
                        <a:ext cx="3387725" cy="1412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Line 2"/>
          <p:cNvSpPr>
            <a:spLocks noChangeShapeType="1"/>
          </p:cNvSpPr>
          <p:nvPr/>
        </p:nvSpPr>
        <p:spPr bwMode="auto">
          <a:xfrm>
            <a:off x="6604000" y="4279900"/>
            <a:ext cx="30734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8131" name="Line 3"/>
          <p:cNvSpPr>
            <a:spLocks noChangeShapeType="1"/>
          </p:cNvSpPr>
          <p:nvPr/>
        </p:nvSpPr>
        <p:spPr bwMode="auto">
          <a:xfrm flipV="1">
            <a:off x="7175500" y="3162300"/>
            <a:ext cx="0" cy="22606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8132" name="Text Box 4"/>
          <p:cNvSpPr txBox="1">
            <a:spLocks noChangeArrowheads="1"/>
          </p:cNvSpPr>
          <p:nvPr/>
        </p:nvSpPr>
        <p:spPr bwMode="auto">
          <a:xfrm>
            <a:off x="1917700" y="158751"/>
            <a:ext cx="353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FF"/>
                </a:solidFill>
              </a:rPr>
              <a:t>RLC</a:t>
            </a:r>
            <a:r>
              <a:rPr lang="zh-CN" altLang="en-US" sz="2800">
                <a:solidFill>
                  <a:srgbClr val="0000FF"/>
                </a:solidFill>
              </a:rPr>
              <a:t>串联电路</a:t>
            </a:r>
          </a:p>
        </p:txBody>
      </p:sp>
      <p:graphicFrame>
        <p:nvGraphicFramePr>
          <p:cNvPr id="48133" name="Object 5"/>
          <p:cNvGraphicFramePr>
            <a:graphicFrameLocks noChangeAspect="1"/>
          </p:cNvGraphicFramePr>
          <p:nvPr/>
        </p:nvGraphicFramePr>
        <p:xfrm>
          <a:off x="8193089" y="4425951"/>
          <a:ext cx="401637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55" name="Equation" r:id="rId4" imgW="161778" imgH="209414" progId="Equation.DSMT4">
                  <p:embed/>
                </p:oleObj>
              </mc:Choice>
              <mc:Fallback>
                <p:oleObj name="Equation" r:id="rId4" imgW="161778" imgH="209414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3089" y="4425951"/>
                        <a:ext cx="401637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4" name="Object 6"/>
          <p:cNvGraphicFramePr>
            <a:graphicFrameLocks noChangeAspect="1"/>
          </p:cNvGraphicFramePr>
          <p:nvPr/>
        </p:nvGraphicFramePr>
        <p:xfrm>
          <a:off x="9305925" y="3511551"/>
          <a:ext cx="48895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56" name="Equation" r:id="rId6" imgW="200006" imgH="209414" progId="Equation.DSMT4">
                  <p:embed/>
                </p:oleObj>
              </mc:Choice>
              <mc:Fallback>
                <p:oleObj name="Equation" r:id="rId6" imgW="200006" imgH="209414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5925" y="3511551"/>
                        <a:ext cx="48895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5" name="Object 7"/>
          <p:cNvGraphicFramePr>
            <a:graphicFrameLocks noChangeAspect="1"/>
          </p:cNvGraphicFramePr>
          <p:nvPr/>
        </p:nvGraphicFramePr>
        <p:xfrm>
          <a:off x="6710364" y="4318001"/>
          <a:ext cx="34448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57" name="Equation" r:id="rId8" imgW="133337" imgH="161959" progId="Equation.DSMT4">
                  <p:embed/>
                </p:oleObj>
              </mc:Choice>
              <mc:Fallback>
                <p:oleObj name="Equation" r:id="rId8" imgW="133337" imgH="161959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0364" y="4318001"/>
                        <a:ext cx="344487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136" name="Group 8"/>
          <p:cNvGrpSpPr>
            <a:grpSpLocks/>
          </p:cNvGrpSpPr>
          <p:nvPr/>
        </p:nvGrpSpPr>
        <p:grpSpPr bwMode="auto">
          <a:xfrm>
            <a:off x="7315200" y="444500"/>
            <a:ext cx="1892300" cy="2171700"/>
            <a:chOff x="3648" y="280"/>
            <a:chExt cx="1192" cy="1368"/>
          </a:xfrm>
        </p:grpSpPr>
        <p:sp>
          <p:nvSpPr>
            <p:cNvPr id="48158" name="Line 9"/>
            <p:cNvSpPr>
              <a:spLocks noChangeShapeType="1"/>
            </p:cNvSpPr>
            <p:nvPr/>
          </p:nvSpPr>
          <p:spPr bwMode="auto">
            <a:xfrm>
              <a:off x="4736" y="1504"/>
              <a:ext cx="0" cy="13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48159" name="Group 10"/>
            <p:cNvGrpSpPr>
              <a:grpSpLocks/>
            </p:cNvGrpSpPr>
            <p:nvPr/>
          </p:nvGrpSpPr>
          <p:grpSpPr bwMode="auto">
            <a:xfrm>
              <a:off x="3648" y="280"/>
              <a:ext cx="1192" cy="1368"/>
              <a:chOff x="3872" y="384"/>
              <a:chExt cx="1192" cy="1368"/>
            </a:xfrm>
          </p:grpSpPr>
          <p:sp>
            <p:nvSpPr>
              <p:cNvPr id="48160" name="Freeform 11"/>
              <p:cNvSpPr>
                <a:spLocks/>
              </p:cNvSpPr>
              <p:nvPr/>
            </p:nvSpPr>
            <p:spPr bwMode="auto">
              <a:xfrm>
                <a:off x="4931" y="384"/>
                <a:ext cx="42" cy="504"/>
              </a:xfrm>
              <a:custGeom>
                <a:avLst/>
                <a:gdLst>
                  <a:gd name="T0" fmla="*/ 0 w 338"/>
                  <a:gd name="T1" fmla="*/ 0 h 1184"/>
                  <a:gd name="T2" fmla="*/ 0 w 338"/>
                  <a:gd name="T3" fmla="*/ 0 h 1184"/>
                  <a:gd name="T4" fmla="*/ 0 w 338"/>
                  <a:gd name="T5" fmla="*/ 0 h 1184"/>
                  <a:gd name="T6" fmla="*/ 0 w 338"/>
                  <a:gd name="T7" fmla="*/ 0 h 1184"/>
                  <a:gd name="T8" fmla="*/ 0 w 338"/>
                  <a:gd name="T9" fmla="*/ 0 h 1184"/>
                  <a:gd name="T10" fmla="*/ 0 w 338"/>
                  <a:gd name="T11" fmla="*/ 0 h 1184"/>
                  <a:gd name="T12" fmla="*/ 0 w 338"/>
                  <a:gd name="T13" fmla="*/ 0 h 1184"/>
                  <a:gd name="T14" fmla="*/ 0 w 338"/>
                  <a:gd name="T15" fmla="*/ 0 h 1184"/>
                  <a:gd name="T16" fmla="*/ 0 w 338"/>
                  <a:gd name="T17" fmla="*/ 0 h 1184"/>
                  <a:gd name="T18" fmla="*/ 0 w 338"/>
                  <a:gd name="T19" fmla="*/ 0 h 1184"/>
                  <a:gd name="T20" fmla="*/ 0 w 338"/>
                  <a:gd name="T21" fmla="*/ 0 h 1184"/>
                  <a:gd name="T22" fmla="*/ 0 w 338"/>
                  <a:gd name="T23" fmla="*/ 0 h 1184"/>
                  <a:gd name="T24" fmla="*/ 0 w 338"/>
                  <a:gd name="T25" fmla="*/ 0 h 1184"/>
                  <a:gd name="T26" fmla="*/ 0 w 338"/>
                  <a:gd name="T27" fmla="*/ 0 h 1184"/>
                  <a:gd name="T28" fmla="*/ 0 w 338"/>
                  <a:gd name="T29" fmla="*/ 0 h 1184"/>
                  <a:gd name="T30" fmla="*/ 0 w 338"/>
                  <a:gd name="T31" fmla="*/ 0 h 1184"/>
                  <a:gd name="T32" fmla="*/ 0 w 338"/>
                  <a:gd name="T33" fmla="*/ 0 h 1184"/>
                  <a:gd name="T34" fmla="*/ 0 w 338"/>
                  <a:gd name="T35" fmla="*/ 0 h 1184"/>
                  <a:gd name="T36" fmla="*/ 0 w 338"/>
                  <a:gd name="T37" fmla="*/ 0 h 1184"/>
                  <a:gd name="T38" fmla="*/ 0 w 338"/>
                  <a:gd name="T39" fmla="*/ 0 h 118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338"/>
                  <a:gd name="T61" fmla="*/ 0 h 1184"/>
                  <a:gd name="T62" fmla="*/ 338 w 338"/>
                  <a:gd name="T63" fmla="*/ 1184 h 118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338" h="1184">
                    <a:moveTo>
                      <a:pt x="165" y="0"/>
                    </a:moveTo>
                    <a:cubicBezTo>
                      <a:pt x="151" y="8"/>
                      <a:pt x="137" y="16"/>
                      <a:pt x="165" y="32"/>
                    </a:cubicBezTo>
                    <a:cubicBezTo>
                      <a:pt x="193" y="48"/>
                      <a:pt x="328" y="74"/>
                      <a:pt x="333" y="96"/>
                    </a:cubicBezTo>
                    <a:cubicBezTo>
                      <a:pt x="338" y="118"/>
                      <a:pt x="252" y="142"/>
                      <a:pt x="197" y="164"/>
                    </a:cubicBezTo>
                    <a:cubicBezTo>
                      <a:pt x="142" y="186"/>
                      <a:pt x="10" y="207"/>
                      <a:pt x="5" y="228"/>
                    </a:cubicBezTo>
                    <a:cubicBezTo>
                      <a:pt x="0" y="249"/>
                      <a:pt x="114" y="271"/>
                      <a:pt x="169" y="292"/>
                    </a:cubicBezTo>
                    <a:cubicBezTo>
                      <a:pt x="224" y="313"/>
                      <a:pt x="334" y="335"/>
                      <a:pt x="333" y="356"/>
                    </a:cubicBezTo>
                    <a:cubicBezTo>
                      <a:pt x="332" y="377"/>
                      <a:pt x="220" y="399"/>
                      <a:pt x="165" y="420"/>
                    </a:cubicBezTo>
                    <a:cubicBezTo>
                      <a:pt x="110" y="441"/>
                      <a:pt x="1" y="463"/>
                      <a:pt x="1" y="484"/>
                    </a:cubicBezTo>
                    <a:cubicBezTo>
                      <a:pt x="1" y="505"/>
                      <a:pt x="110" y="523"/>
                      <a:pt x="165" y="544"/>
                    </a:cubicBezTo>
                    <a:cubicBezTo>
                      <a:pt x="220" y="565"/>
                      <a:pt x="333" y="587"/>
                      <a:pt x="333" y="608"/>
                    </a:cubicBezTo>
                    <a:cubicBezTo>
                      <a:pt x="333" y="629"/>
                      <a:pt x="220" y="651"/>
                      <a:pt x="165" y="672"/>
                    </a:cubicBezTo>
                    <a:cubicBezTo>
                      <a:pt x="110" y="693"/>
                      <a:pt x="5" y="715"/>
                      <a:pt x="5" y="736"/>
                    </a:cubicBezTo>
                    <a:cubicBezTo>
                      <a:pt x="5" y="757"/>
                      <a:pt x="110" y="779"/>
                      <a:pt x="165" y="800"/>
                    </a:cubicBezTo>
                    <a:cubicBezTo>
                      <a:pt x="220" y="821"/>
                      <a:pt x="334" y="842"/>
                      <a:pt x="333" y="864"/>
                    </a:cubicBezTo>
                    <a:cubicBezTo>
                      <a:pt x="332" y="886"/>
                      <a:pt x="216" y="911"/>
                      <a:pt x="161" y="932"/>
                    </a:cubicBezTo>
                    <a:cubicBezTo>
                      <a:pt x="106" y="953"/>
                      <a:pt x="4" y="971"/>
                      <a:pt x="5" y="992"/>
                    </a:cubicBezTo>
                    <a:cubicBezTo>
                      <a:pt x="6" y="1013"/>
                      <a:pt x="110" y="1034"/>
                      <a:pt x="165" y="1056"/>
                    </a:cubicBezTo>
                    <a:cubicBezTo>
                      <a:pt x="220" y="1078"/>
                      <a:pt x="333" y="1103"/>
                      <a:pt x="333" y="1124"/>
                    </a:cubicBezTo>
                    <a:cubicBezTo>
                      <a:pt x="333" y="1145"/>
                      <a:pt x="193" y="1174"/>
                      <a:pt x="165" y="1184"/>
                    </a:cubicBezTo>
                  </a:path>
                </a:pathLst>
              </a:cu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8161" name="Line 12"/>
              <p:cNvSpPr>
                <a:spLocks noChangeShapeType="1"/>
              </p:cNvSpPr>
              <p:nvPr/>
            </p:nvSpPr>
            <p:spPr bwMode="auto">
              <a:xfrm>
                <a:off x="4952" y="888"/>
                <a:ext cx="0" cy="13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8162" name="Rectangle 13"/>
              <p:cNvSpPr>
                <a:spLocks noChangeArrowheads="1"/>
              </p:cNvSpPr>
              <p:nvPr/>
            </p:nvSpPr>
            <p:spPr bwMode="auto">
              <a:xfrm>
                <a:off x="4928" y="1288"/>
                <a:ext cx="64" cy="328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48163" name="Line 14"/>
              <p:cNvSpPr>
                <a:spLocks noChangeShapeType="1"/>
              </p:cNvSpPr>
              <p:nvPr/>
            </p:nvSpPr>
            <p:spPr bwMode="auto">
              <a:xfrm>
                <a:off x="4864" y="1040"/>
                <a:ext cx="200" cy="0"/>
              </a:xfrm>
              <a:prstGeom prst="line">
                <a:avLst/>
              </a:prstGeom>
              <a:noFill/>
              <a:ln w="5715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8164" name="Line 15"/>
              <p:cNvSpPr>
                <a:spLocks noChangeShapeType="1"/>
              </p:cNvSpPr>
              <p:nvPr/>
            </p:nvSpPr>
            <p:spPr bwMode="auto">
              <a:xfrm>
                <a:off x="4864" y="1136"/>
                <a:ext cx="200" cy="0"/>
              </a:xfrm>
              <a:prstGeom prst="line">
                <a:avLst/>
              </a:prstGeom>
              <a:noFill/>
              <a:ln w="5715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8165" name="Line 16"/>
              <p:cNvSpPr>
                <a:spLocks noChangeShapeType="1"/>
              </p:cNvSpPr>
              <p:nvPr/>
            </p:nvSpPr>
            <p:spPr bwMode="auto">
              <a:xfrm>
                <a:off x="4960" y="1152"/>
                <a:ext cx="0" cy="13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8166" name="Line 17"/>
              <p:cNvSpPr>
                <a:spLocks noChangeShapeType="1"/>
              </p:cNvSpPr>
              <p:nvPr/>
            </p:nvSpPr>
            <p:spPr bwMode="auto">
              <a:xfrm flipH="1">
                <a:off x="4024" y="1752"/>
                <a:ext cx="93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8167" name="Line 18"/>
              <p:cNvSpPr>
                <a:spLocks noChangeShapeType="1"/>
              </p:cNvSpPr>
              <p:nvPr/>
            </p:nvSpPr>
            <p:spPr bwMode="auto">
              <a:xfrm flipH="1">
                <a:off x="4568" y="1752"/>
                <a:ext cx="29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8168" name="Line 19"/>
              <p:cNvSpPr>
                <a:spLocks noChangeShapeType="1"/>
              </p:cNvSpPr>
              <p:nvPr/>
            </p:nvSpPr>
            <p:spPr bwMode="auto">
              <a:xfrm flipH="1">
                <a:off x="4008" y="384"/>
                <a:ext cx="93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8169" name="Line 20"/>
              <p:cNvSpPr>
                <a:spLocks noChangeShapeType="1"/>
              </p:cNvSpPr>
              <p:nvPr/>
            </p:nvSpPr>
            <p:spPr bwMode="auto">
              <a:xfrm>
                <a:off x="4272" y="384"/>
                <a:ext cx="368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8170" name="Line 21"/>
              <p:cNvSpPr>
                <a:spLocks noChangeShapeType="1"/>
              </p:cNvSpPr>
              <p:nvPr/>
            </p:nvSpPr>
            <p:spPr bwMode="auto">
              <a:xfrm>
                <a:off x="4008" y="384"/>
                <a:ext cx="0" cy="48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8171" name="Line 22"/>
              <p:cNvSpPr>
                <a:spLocks noChangeShapeType="1"/>
              </p:cNvSpPr>
              <p:nvPr/>
            </p:nvSpPr>
            <p:spPr bwMode="auto">
              <a:xfrm>
                <a:off x="4024" y="1256"/>
                <a:ext cx="0" cy="48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48172" name="Group 23"/>
              <p:cNvGrpSpPr>
                <a:grpSpLocks/>
              </p:cNvGrpSpPr>
              <p:nvPr/>
            </p:nvGrpSpPr>
            <p:grpSpPr bwMode="auto">
              <a:xfrm>
                <a:off x="3872" y="904"/>
                <a:ext cx="296" cy="248"/>
                <a:chOff x="3872" y="904"/>
                <a:chExt cx="296" cy="248"/>
              </a:xfrm>
            </p:grpSpPr>
            <p:sp>
              <p:nvSpPr>
                <p:cNvPr id="48173" name="Oval 24"/>
                <p:cNvSpPr>
                  <a:spLocks noChangeArrowheads="1"/>
                </p:cNvSpPr>
                <p:nvPr/>
              </p:nvSpPr>
              <p:spPr bwMode="auto">
                <a:xfrm>
                  <a:off x="3872" y="904"/>
                  <a:ext cx="296" cy="248"/>
                </a:xfrm>
                <a:prstGeom prst="ellipse">
                  <a:avLst/>
                </a:pr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/>
                </a:p>
              </p:txBody>
            </p:sp>
            <p:sp>
              <p:nvSpPr>
                <p:cNvPr id="48174" name="Freeform 25"/>
                <p:cNvSpPr>
                  <a:spLocks/>
                </p:cNvSpPr>
                <p:nvPr/>
              </p:nvSpPr>
              <p:spPr bwMode="auto">
                <a:xfrm>
                  <a:off x="3904" y="971"/>
                  <a:ext cx="224" cy="124"/>
                </a:xfrm>
                <a:custGeom>
                  <a:avLst/>
                  <a:gdLst>
                    <a:gd name="T0" fmla="*/ 0 w 224"/>
                    <a:gd name="T1" fmla="*/ 85 h 124"/>
                    <a:gd name="T2" fmla="*/ 40 w 224"/>
                    <a:gd name="T3" fmla="*/ 5 h 124"/>
                    <a:gd name="T4" fmla="*/ 88 w 224"/>
                    <a:gd name="T5" fmla="*/ 53 h 124"/>
                    <a:gd name="T6" fmla="*/ 144 w 224"/>
                    <a:gd name="T7" fmla="*/ 117 h 124"/>
                    <a:gd name="T8" fmla="*/ 200 w 224"/>
                    <a:gd name="T9" fmla="*/ 93 h 124"/>
                    <a:gd name="T10" fmla="*/ 224 w 224"/>
                    <a:gd name="T11" fmla="*/ 37 h 12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24"/>
                    <a:gd name="T19" fmla="*/ 0 h 124"/>
                    <a:gd name="T20" fmla="*/ 224 w 224"/>
                    <a:gd name="T21" fmla="*/ 124 h 124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24" h="124">
                      <a:moveTo>
                        <a:pt x="0" y="85"/>
                      </a:moveTo>
                      <a:cubicBezTo>
                        <a:pt x="12" y="47"/>
                        <a:pt x="25" y="10"/>
                        <a:pt x="40" y="5"/>
                      </a:cubicBezTo>
                      <a:cubicBezTo>
                        <a:pt x="55" y="0"/>
                        <a:pt x="71" y="34"/>
                        <a:pt x="88" y="53"/>
                      </a:cubicBezTo>
                      <a:cubicBezTo>
                        <a:pt x="105" y="72"/>
                        <a:pt x="126" y="110"/>
                        <a:pt x="144" y="117"/>
                      </a:cubicBezTo>
                      <a:cubicBezTo>
                        <a:pt x="162" y="124"/>
                        <a:pt x="187" y="106"/>
                        <a:pt x="200" y="93"/>
                      </a:cubicBezTo>
                      <a:cubicBezTo>
                        <a:pt x="213" y="80"/>
                        <a:pt x="220" y="46"/>
                        <a:pt x="224" y="37"/>
                      </a:cubicBezTo>
                    </a:path>
                  </a:pathLst>
                </a:cu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8137" name="Line 26"/>
          <p:cNvSpPr>
            <a:spLocks noChangeShapeType="1"/>
          </p:cNvSpPr>
          <p:nvPr/>
        </p:nvSpPr>
        <p:spPr bwMode="auto">
          <a:xfrm flipV="1">
            <a:off x="7950200" y="444500"/>
            <a:ext cx="0" cy="8763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8138" name="Line 27"/>
          <p:cNvSpPr>
            <a:spLocks noChangeShapeType="1"/>
          </p:cNvSpPr>
          <p:nvPr/>
        </p:nvSpPr>
        <p:spPr bwMode="auto">
          <a:xfrm flipV="1">
            <a:off x="7962900" y="1727200"/>
            <a:ext cx="0" cy="8763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triangle" w="med" len="med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48139" name="Object 28"/>
          <p:cNvGraphicFramePr>
            <a:graphicFrameLocks noChangeAspect="1"/>
          </p:cNvGraphicFramePr>
          <p:nvPr/>
        </p:nvGraphicFramePr>
        <p:xfrm>
          <a:off x="7723189" y="1254126"/>
          <a:ext cx="6318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58" name="Equation" r:id="rId10" imgW="257194" imgH="180941" progId="Equation.DSMT4">
                  <p:embed/>
                </p:oleObj>
              </mc:Choice>
              <mc:Fallback>
                <p:oleObj name="Equation" r:id="rId10" imgW="257194" imgH="180941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3189" y="1254126"/>
                        <a:ext cx="631825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0" name="Object 29"/>
          <p:cNvGraphicFramePr>
            <a:graphicFrameLocks noChangeAspect="1"/>
          </p:cNvGraphicFramePr>
          <p:nvPr/>
        </p:nvGraphicFramePr>
        <p:xfrm>
          <a:off x="8134350" y="504826"/>
          <a:ext cx="5461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59" name="Equation" r:id="rId12" imgW="218967" imgH="180941" progId="Equation.DSMT4">
                  <p:embed/>
                </p:oleObj>
              </mc:Choice>
              <mc:Fallback>
                <p:oleObj name="Equation" r:id="rId12" imgW="218967" imgH="180941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350" y="504826"/>
                        <a:ext cx="54610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1" name="Object 30"/>
          <p:cNvGraphicFramePr>
            <a:graphicFrameLocks noChangeAspect="1"/>
          </p:cNvGraphicFramePr>
          <p:nvPr/>
        </p:nvGraphicFramePr>
        <p:xfrm>
          <a:off x="9099550" y="628651"/>
          <a:ext cx="776288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60" name="Equation" r:id="rId14" imgW="323863" imgH="209414" progId="Equation.DSMT4">
                  <p:embed/>
                </p:oleObj>
              </mc:Choice>
              <mc:Fallback>
                <p:oleObj name="Equation" r:id="rId14" imgW="323863" imgH="209414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9550" y="628651"/>
                        <a:ext cx="776288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2" name="Object 31"/>
          <p:cNvGraphicFramePr>
            <a:graphicFrameLocks noChangeAspect="1"/>
          </p:cNvGraphicFramePr>
          <p:nvPr/>
        </p:nvGraphicFramePr>
        <p:xfrm>
          <a:off x="9250363" y="1301751"/>
          <a:ext cx="8048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61" name="Equation" r:id="rId16" imgW="333343" imgH="209414" progId="Equation.DSMT4">
                  <p:embed/>
                </p:oleObj>
              </mc:Choice>
              <mc:Fallback>
                <p:oleObj name="Equation" r:id="rId16" imgW="333343" imgH="209414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0363" y="1301751"/>
                        <a:ext cx="804862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3" name="Object 32"/>
          <p:cNvGraphicFramePr>
            <a:graphicFrameLocks noChangeAspect="1"/>
          </p:cNvGraphicFramePr>
          <p:nvPr/>
        </p:nvGraphicFramePr>
        <p:xfrm>
          <a:off x="9250363" y="1885951"/>
          <a:ext cx="8048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62" name="Equation" r:id="rId18" imgW="333343" imgH="209414" progId="Equation.DSMT4">
                  <p:embed/>
                </p:oleObj>
              </mc:Choice>
              <mc:Fallback>
                <p:oleObj name="Equation" r:id="rId18" imgW="333343" imgH="209414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0363" y="1885951"/>
                        <a:ext cx="804862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4" name="Object 33"/>
          <p:cNvGraphicFramePr>
            <a:graphicFrameLocks noChangeAspect="1"/>
          </p:cNvGraphicFramePr>
          <p:nvPr/>
        </p:nvGraphicFramePr>
        <p:xfrm>
          <a:off x="6683375" y="1228726"/>
          <a:ext cx="60325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63" name="Equation" r:id="rId20" imgW="247714" imgH="180941" progId="Equation.DSMT4">
                  <p:embed/>
                </p:oleObj>
              </mc:Choice>
              <mc:Fallback>
                <p:oleObj name="Equation" r:id="rId20" imgW="247714" imgH="180941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3375" y="1228726"/>
                        <a:ext cx="60325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5" name="Line 35"/>
          <p:cNvSpPr>
            <a:spLocks noChangeShapeType="1"/>
          </p:cNvSpPr>
          <p:nvPr/>
        </p:nvSpPr>
        <p:spPr bwMode="auto">
          <a:xfrm flipV="1">
            <a:off x="7175500" y="3365500"/>
            <a:ext cx="0" cy="914400"/>
          </a:xfrm>
          <a:prstGeom prst="line">
            <a:avLst/>
          </a:prstGeom>
          <a:noFill/>
          <a:ln w="57150" cap="sq">
            <a:solidFill>
              <a:srgbClr val="FF0000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8146" name="Line 36"/>
          <p:cNvSpPr>
            <a:spLocks noChangeShapeType="1"/>
          </p:cNvSpPr>
          <p:nvPr/>
        </p:nvSpPr>
        <p:spPr bwMode="auto">
          <a:xfrm>
            <a:off x="7175500" y="4292600"/>
            <a:ext cx="0" cy="635000"/>
          </a:xfrm>
          <a:prstGeom prst="line">
            <a:avLst/>
          </a:prstGeom>
          <a:noFill/>
          <a:ln w="38100" cap="sq">
            <a:solidFill>
              <a:srgbClr val="0000FF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8147" name="Line 37"/>
          <p:cNvSpPr>
            <a:spLocks noChangeShapeType="1"/>
          </p:cNvSpPr>
          <p:nvPr/>
        </p:nvSpPr>
        <p:spPr bwMode="auto">
          <a:xfrm flipV="1">
            <a:off x="7175500" y="3962400"/>
            <a:ext cx="0" cy="304800"/>
          </a:xfrm>
          <a:prstGeom prst="line">
            <a:avLst/>
          </a:prstGeom>
          <a:noFill/>
          <a:ln w="57150" cap="sq">
            <a:solidFill>
              <a:srgbClr val="00FF00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8148" name="Line 38"/>
          <p:cNvSpPr>
            <a:spLocks noChangeShapeType="1"/>
          </p:cNvSpPr>
          <p:nvPr/>
        </p:nvSpPr>
        <p:spPr bwMode="auto">
          <a:xfrm>
            <a:off x="7175500" y="4330700"/>
            <a:ext cx="13716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8149" name="Line 39"/>
          <p:cNvSpPr>
            <a:spLocks noChangeShapeType="1"/>
          </p:cNvSpPr>
          <p:nvPr/>
        </p:nvSpPr>
        <p:spPr bwMode="auto">
          <a:xfrm>
            <a:off x="7175500" y="4254500"/>
            <a:ext cx="2133600" cy="0"/>
          </a:xfrm>
          <a:prstGeom prst="line">
            <a:avLst/>
          </a:prstGeom>
          <a:noFill/>
          <a:ln w="57150" cap="sq">
            <a:solidFill>
              <a:srgbClr val="CC00CC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48150" name="Object 40"/>
          <p:cNvGraphicFramePr>
            <a:graphicFrameLocks noChangeAspect="1"/>
          </p:cNvGraphicFramePr>
          <p:nvPr/>
        </p:nvGraphicFramePr>
        <p:xfrm>
          <a:off x="9247188" y="4362451"/>
          <a:ext cx="63341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64" name="Equation" r:id="rId22" imgW="257194" imgH="209414" progId="Equation.DSMT4">
                  <p:embed/>
                </p:oleObj>
              </mc:Choice>
              <mc:Fallback>
                <p:oleObj name="Equation" r:id="rId22" imgW="257194" imgH="209414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47188" y="4362451"/>
                        <a:ext cx="633412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51" name="Object 41"/>
          <p:cNvGraphicFramePr>
            <a:graphicFrameLocks noChangeAspect="1"/>
          </p:cNvGraphicFramePr>
          <p:nvPr/>
        </p:nvGraphicFramePr>
        <p:xfrm>
          <a:off x="7215189" y="3143251"/>
          <a:ext cx="6318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65" name="Equation" r:id="rId24" imgW="257194" imgH="209414" progId="Equation.DSMT4">
                  <p:embed/>
                </p:oleObj>
              </mc:Choice>
              <mc:Fallback>
                <p:oleObj name="Equation" r:id="rId24" imgW="257194" imgH="209414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5189" y="3143251"/>
                        <a:ext cx="63182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52" name="Object 42"/>
          <p:cNvGraphicFramePr>
            <a:graphicFrameLocks noChangeAspect="1"/>
          </p:cNvGraphicFramePr>
          <p:nvPr/>
        </p:nvGraphicFramePr>
        <p:xfrm>
          <a:off x="7227889" y="4718051"/>
          <a:ext cx="6318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66" name="Equation" r:id="rId26" imgW="257194" imgH="209414" progId="Equation.DSMT4">
                  <p:embed/>
                </p:oleObj>
              </mc:Choice>
              <mc:Fallback>
                <p:oleObj name="Equation" r:id="rId26" imgW="257194" imgH="209414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7889" y="4718051"/>
                        <a:ext cx="63182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53" name="Object 43"/>
          <p:cNvGraphicFramePr>
            <a:graphicFrameLocks noChangeAspect="1"/>
          </p:cNvGraphicFramePr>
          <p:nvPr/>
        </p:nvGraphicFramePr>
        <p:xfrm>
          <a:off x="5834063" y="3816351"/>
          <a:ext cx="123666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67" name="Equation" r:id="rId28" imgW="638245" imgH="209414" progId="Equation.DSMT4">
                  <p:embed/>
                </p:oleObj>
              </mc:Choice>
              <mc:Fallback>
                <p:oleObj name="Equation" r:id="rId28" imgW="638245" imgH="209414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4063" y="3816351"/>
                        <a:ext cx="123666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54" name="Line 44"/>
          <p:cNvSpPr>
            <a:spLocks noChangeShapeType="1"/>
          </p:cNvSpPr>
          <p:nvPr/>
        </p:nvSpPr>
        <p:spPr bwMode="auto">
          <a:xfrm>
            <a:off x="7162800" y="3975100"/>
            <a:ext cx="2082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8155" name="Line 45"/>
          <p:cNvSpPr>
            <a:spLocks noChangeShapeType="1"/>
          </p:cNvSpPr>
          <p:nvPr/>
        </p:nvSpPr>
        <p:spPr bwMode="auto">
          <a:xfrm flipV="1">
            <a:off x="7175500" y="3962400"/>
            <a:ext cx="2120900" cy="317500"/>
          </a:xfrm>
          <a:prstGeom prst="line">
            <a:avLst/>
          </a:prstGeom>
          <a:noFill/>
          <a:ln w="12700" cap="sq">
            <a:solidFill>
              <a:schemeClr val="accent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8156" name="Line 46"/>
          <p:cNvSpPr>
            <a:spLocks noChangeShapeType="1"/>
          </p:cNvSpPr>
          <p:nvPr/>
        </p:nvSpPr>
        <p:spPr bwMode="auto">
          <a:xfrm>
            <a:off x="9283700" y="39751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48157" name="Object 49"/>
          <p:cNvGraphicFramePr>
            <a:graphicFrameLocks noChangeAspect="1"/>
          </p:cNvGraphicFramePr>
          <p:nvPr/>
        </p:nvGraphicFramePr>
        <p:xfrm>
          <a:off x="2274888" y="1428751"/>
          <a:ext cx="3071812" cy="371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68" name="Equation" r:id="rId30" imgW="1343159" imgH="1619284" progId="Equation.DSMT4">
                  <p:embed/>
                </p:oleObj>
              </mc:Choice>
              <mc:Fallback>
                <p:oleObj name="Equation" r:id="rId30" imgW="1343159" imgH="1619284" progId="Equation.DSMT4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4888" y="1428751"/>
                        <a:ext cx="3071812" cy="3719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8" name="Object 34"/>
          <p:cNvGraphicFramePr>
            <a:graphicFrameLocks noChangeAspect="1"/>
          </p:cNvGraphicFramePr>
          <p:nvPr/>
        </p:nvGraphicFramePr>
        <p:xfrm>
          <a:off x="1879601" y="323851"/>
          <a:ext cx="7521575" cy="242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62" name="Equation" r:id="rId4" imgW="3305296" imgH="1047682" progId="Equation.DSMT4">
                  <p:embed/>
                </p:oleObj>
              </mc:Choice>
              <mc:Fallback>
                <p:oleObj name="Equation" r:id="rId4" imgW="3305296" imgH="1047682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1" y="323851"/>
                        <a:ext cx="7521575" cy="242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79" name="Object 47"/>
          <p:cNvGraphicFramePr>
            <a:graphicFrameLocks noChangeAspect="1"/>
          </p:cNvGraphicFramePr>
          <p:nvPr/>
        </p:nvGraphicFramePr>
        <p:xfrm>
          <a:off x="2182813" y="3230563"/>
          <a:ext cx="335915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63" name="Equation" r:id="rId6" imgW="1466710" imgH="209414" progId="Equation.DSMT4">
                  <p:embed/>
                </p:oleObj>
              </mc:Choice>
              <mc:Fallback>
                <p:oleObj name="Equation" r:id="rId6" imgW="1466710" imgH="209414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2813" y="3230563"/>
                        <a:ext cx="3359150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0" name="Object 49"/>
          <p:cNvGraphicFramePr>
            <a:graphicFrameLocks noChangeAspect="1"/>
          </p:cNvGraphicFramePr>
          <p:nvPr/>
        </p:nvGraphicFramePr>
        <p:xfrm>
          <a:off x="1960563" y="3970338"/>
          <a:ext cx="4133850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64" name="Equation" r:id="rId8" imgW="1809839" imgH="371373" progId="Equation.DSMT4">
                  <p:embed/>
                </p:oleObj>
              </mc:Choice>
              <mc:Fallback>
                <p:oleObj name="Equation" r:id="rId8" imgW="1809839" imgH="371373" progId="Equation.DSMT4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0563" y="3970338"/>
                        <a:ext cx="4133850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1" name="Object 50"/>
          <p:cNvGraphicFramePr>
            <a:graphicFrameLocks noChangeAspect="1"/>
          </p:cNvGraphicFramePr>
          <p:nvPr/>
        </p:nvGraphicFramePr>
        <p:xfrm>
          <a:off x="1925639" y="4872038"/>
          <a:ext cx="4306887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65" name="Equation" r:id="rId10" imgW="1885988" imgH="371373" progId="Equation.DSMT4">
                  <p:embed/>
                </p:oleObj>
              </mc:Choice>
              <mc:Fallback>
                <p:oleObj name="Equation" r:id="rId10" imgW="1885988" imgH="371373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5639" y="4872038"/>
                        <a:ext cx="4306887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Line 2"/>
          <p:cNvSpPr>
            <a:spLocks noChangeShapeType="1"/>
          </p:cNvSpPr>
          <p:nvPr/>
        </p:nvSpPr>
        <p:spPr bwMode="auto">
          <a:xfrm>
            <a:off x="6604000" y="4279900"/>
            <a:ext cx="30734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2227" name="Line 3"/>
          <p:cNvSpPr>
            <a:spLocks noChangeShapeType="1"/>
          </p:cNvSpPr>
          <p:nvPr/>
        </p:nvSpPr>
        <p:spPr bwMode="auto">
          <a:xfrm flipV="1">
            <a:off x="7175500" y="3162300"/>
            <a:ext cx="0" cy="22606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1917700" y="158751"/>
            <a:ext cx="353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FF"/>
                </a:solidFill>
              </a:rPr>
              <a:t>RLC</a:t>
            </a:r>
            <a:r>
              <a:rPr lang="zh-CN" altLang="en-US" sz="2800">
                <a:solidFill>
                  <a:srgbClr val="0000FF"/>
                </a:solidFill>
              </a:rPr>
              <a:t>串联电路</a:t>
            </a:r>
          </a:p>
        </p:txBody>
      </p:sp>
      <p:graphicFrame>
        <p:nvGraphicFramePr>
          <p:cNvPr id="52229" name="Object 5"/>
          <p:cNvGraphicFramePr>
            <a:graphicFrameLocks noChangeAspect="1"/>
          </p:cNvGraphicFramePr>
          <p:nvPr/>
        </p:nvGraphicFramePr>
        <p:xfrm>
          <a:off x="8193089" y="4425951"/>
          <a:ext cx="401637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51" name="Equation" r:id="rId4" imgW="161778" imgH="209414" progId="Equation.DSMT4">
                  <p:embed/>
                </p:oleObj>
              </mc:Choice>
              <mc:Fallback>
                <p:oleObj name="Equation" r:id="rId4" imgW="161778" imgH="209414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3089" y="4425951"/>
                        <a:ext cx="401637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0" name="Object 6"/>
          <p:cNvGraphicFramePr>
            <a:graphicFrameLocks noChangeAspect="1"/>
          </p:cNvGraphicFramePr>
          <p:nvPr/>
        </p:nvGraphicFramePr>
        <p:xfrm>
          <a:off x="9305925" y="3511551"/>
          <a:ext cx="48895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52" name="Equation" r:id="rId6" imgW="200006" imgH="209414" progId="Equation.DSMT4">
                  <p:embed/>
                </p:oleObj>
              </mc:Choice>
              <mc:Fallback>
                <p:oleObj name="Equation" r:id="rId6" imgW="200006" imgH="209414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5925" y="3511551"/>
                        <a:ext cx="48895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1" name="Object 7"/>
          <p:cNvGraphicFramePr>
            <a:graphicFrameLocks noChangeAspect="1"/>
          </p:cNvGraphicFramePr>
          <p:nvPr/>
        </p:nvGraphicFramePr>
        <p:xfrm>
          <a:off x="6710364" y="4318001"/>
          <a:ext cx="34448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53" name="Equation" r:id="rId8" imgW="133337" imgH="161959" progId="Equation.DSMT4">
                  <p:embed/>
                </p:oleObj>
              </mc:Choice>
              <mc:Fallback>
                <p:oleObj name="Equation" r:id="rId8" imgW="133337" imgH="161959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0364" y="4318001"/>
                        <a:ext cx="344487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232" name="Group 8"/>
          <p:cNvGrpSpPr>
            <a:grpSpLocks/>
          </p:cNvGrpSpPr>
          <p:nvPr/>
        </p:nvGrpSpPr>
        <p:grpSpPr bwMode="auto">
          <a:xfrm>
            <a:off x="7315200" y="444500"/>
            <a:ext cx="1892300" cy="2171700"/>
            <a:chOff x="3648" y="280"/>
            <a:chExt cx="1192" cy="1368"/>
          </a:xfrm>
        </p:grpSpPr>
        <p:sp>
          <p:nvSpPr>
            <p:cNvPr id="52254" name="Line 9"/>
            <p:cNvSpPr>
              <a:spLocks noChangeShapeType="1"/>
            </p:cNvSpPr>
            <p:nvPr/>
          </p:nvSpPr>
          <p:spPr bwMode="auto">
            <a:xfrm>
              <a:off x="4736" y="1504"/>
              <a:ext cx="0" cy="13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52255" name="Group 10"/>
            <p:cNvGrpSpPr>
              <a:grpSpLocks/>
            </p:cNvGrpSpPr>
            <p:nvPr/>
          </p:nvGrpSpPr>
          <p:grpSpPr bwMode="auto">
            <a:xfrm>
              <a:off x="3648" y="280"/>
              <a:ext cx="1192" cy="1368"/>
              <a:chOff x="3872" y="384"/>
              <a:chExt cx="1192" cy="1368"/>
            </a:xfrm>
          </p:grpSpPr>
          <p:sp>
            <p:nvSpPr>
              <p:cNvPr id="52256" name="Freeform 11"/>
              <p:cNvSpPr>
                <a:spLocks/>
              </p:cNvSpPr>
              <p:nvPr/>
            </p:nvSpPr>
            <p:spPr bwMode="auto">
              <a:xfrm>
                <a:off x="4931" y="384"/>
                <a:ext cx="42" cy="504"/>
              </a:xfrm>
              <a:custGeom>
                <a:avLst/>
                <a:gdLst>
                  <a:gd name="T0" fmla="*/ 0 w 338"/>
                  <a:gd name="T1" fmla="*/ 0 h 1184"/>
                  <a:gd name="T2" fmla="*/ 0 w 338"/>
                  <a:gd name="T3" fmla="*/ 0 h 1184"/>
                  <a:gd name="T4" fmla="*/ 0 w 338"/>
                  <a:gd name="T5" fmla="*/ 0 h 1184"/>
                  <a:gd name="T6" fmla="*/ 0 w 338"/>
                  <a:gd name="T7" fmla="*/ 0 h 1184"/>
                  <a:gd name="T8" fmla="*/ 0 w 338"/>
                  <a:gd name="T9" fmla="*/ 0 h 1184"/>
                  <a:gd name="T10" fmla="*/ 0 w 338"/>
                  <a:gd name="T11" fmla="*/ 0 h 1184"/>
                  <a:gd name="T12" fmla="*/ 0 w 338"/>
                  <a:gd name="T13" fmla="*/ 0 h 1184"/>
                  <a:gd name="T14" fmla="*/ 0 w 338"/>
                  <a:gd name="T15" fmla="*/ 0 h 1184"/>
                  <a:gd name="T16" fmla="*/ 0 w 338"/>
                  <a:gd name="T17" fmla="*/ 0 h 1184"/>
                  <a:gd name="T18" fmla="*/ 0 w 338"/>
                  <a:gd name="T19" fmla="*/ 0 h 1184"/>
                  <a:gd name="T20" fmla="*/ 0 w 338"/>
                  <a:gd name="T21" fmla="*/ 0 h 1184"/>
                  <a:gd name="T22" fmla="*/ 0 w 338"/>
                  <a:gd name="T23" fmla="*/ 0 h 1184"/>
                  <a:gd name="T24" fmla="*/ 0 w 338"/>
                  <a:gd name="T25" fmla="*/ 0 h 1184"/>
                  <a:gd name="T26" fmla="*/ 0 w 338"/>
                  <a:gd name="T27" fmla="*/ 0 h 1184"/>
                  <a:gd name="T28" fmla="*/ 0 w 338"/>
                  <a:gd name="T29" fmla="*/ 0 h 1184"/>
                  <a:gd name="T30" fmla="*/ 0 w 338"/>
                  <a:gd name="T31" fmla="*/ 0 h 1184"/>
                  <a:gd name="T32" fmla="*/ 0 w 338"/>
                  <a:gd name="T33" fmla="*/ 0 h 1184"/>
                  <a:gd name="T34" fmla="*/ 0 w 338"/>
                  <a:gd name="T35" fmla="*/ 0 h 1184"/>
                  <a:gd name="T36" fmla="*/ 0 w 338"/>
                  <a:gd name="T37" fmla="*/ 0 h 1184"/>
                  <a:gd name="T38" fmla="*/ 0 w 338"/>
                  <a:gd name="T39" fmla="*/ 0 h 118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338"/>
                  <a:gd name="T61" fmla="*/ 0 h 1184"/>
                  <a:gd name="T62" fmla="*/ 338 w 338"/>
                  <a:gd name="T63" fmla="*/ 1184 h 118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338" h="1184">
                    <a:moveTo>
                      <a:pt x="165" y="0"/>
                    </a:moveTo>
                    <a:cubicBezTo>
                      <a:pt x="151" y="8"/>
                      <a:pt x="137" y="16"/>
                      <a:pt x="165" y="32"/>
                    </a:cubicBezTo>
                    <a:cubicBezTo>
                      <a:pt x="193" y="48"/>
                      <a:pt x="328" y="74"/>
                      <a:pt x="333" y="96"/>
                    </a:cubicBezTo>
                    <a:cubicBezTo>
                      <a:pt x="338" y="118"/>
                      <a:pt x="252" y="142"/>
                      <a:pt x="197" y="164"/>
                    </a:cubicBezTo>
                    <a:cubicBezTo>
                      <a:pt x="142" y="186"/>
                      <a:pt x="10" y="207"/>
                      <a:pt x="5" y="228"/>
                    </a:cubicBezTo>
                    <a:cubicBezTo>
                      <a:pt x="0" y="249"/>
                      <a:pt x="114" y="271"/>
                      <a:pt x="169" y="292"/>
                    </a:cubicBezTo>
                    <a:cubicBezTo>
                      <a:pt x="224" y="313"/>
                      <a:pt x="334" y="335"/>
                      <a:pt x="333" y="356"/>
                    </a:cubicBezTo>
                    <a:cubicBezTo>
                      <a:pt x="332" y="377"/>
                      <a:pt x="220" y="399"/>
                      <a:pt x="165" y="420"/>
                    </a:cubicBezTo>
                    <a:cubicBezTo>
                      <a:pt x="110" y="441"/>
                      <a:pt x="1" y="463"/>
                      <a:pt x="1" y="484"/>
                    </a:cubicBezTo>
                    <a:cubicBezTo>
                      <a:pt x="1" y="505"/>
                      <a:pt x="110" y="523"/>
                      <a:pt x="165" y="544"/>
                    </a:cubicBezTo>
                    <a:cubicBezTo>
                      <a:pt x="220" y="565"/>
                      <a:pt x="333" y="587"/>
                      <a:pt x="333" y="608"/>
                    </a:cubicBezTo>
                    <a:cubicBezTo>
                      <a:pt x="333" y="629"/>
                      <a:pt x="220" y="651"/>
                      <a:pt x="165" y="672"/>
                    </a:cubicBezTo>
                    <a:cubicBezTo>
                      <a:pt x="110" y="693"/>
                      <a:pt x="5" y="715"/>
                      <a:pt x="5" y="736"/>
                    </a:cubicBezTo>
                    <a:cubicBezTo>
                      <a:pt x="5" y="757"/>
                      <a:pt x="110" y="779"/>
                      <a:pt x="165" y="800"/>
                    </a:cubicBezTo>
                    <a:cubicBezTo>
                      <a:pt x="220" y="821"/>
                      <a:pt x="334" y="842"/>
                      <a:pt x="333" y="864"/>
                    </a:cubicBezTo>
                    <a:cubicBezTo>
                      <a:pt x="332" y="886"/>
                      <a:pt x="216" y="911"/>
                      <a:pt x="161" y="932"/>
                    </a:cubicBezTo>
                    <a:cubicBezTo>
                      <a:pt x="106" y="953"/>
                      <a:pt x="4" y="971"/>
                      <a:pt x="5" y="992"/>
                    </a:cubicBezTo>
                    <a:cubicBezTo>
                      <a:pt x="6" y="1013"/>
                      <a:pt x="110" y="1034"/>
                      <a:pt x="165" y="1056"/>
                    </a:cubicBezTo>
                    <a:cubicBezTo>
                      <a:pt x="220" y="1078"/>
                      <a:pt x="333" y="1103"/>
                      <a:pt x="333" y="1124"/>
                    </a:cubicBezTo>
                    <a:cubicBezTo>
                      <a:pt x="333" y="1145"/>
                      <a:pt x="193" y="1174"/>
                      <a:pt x="165" y="1184"/>
                    </a:cubicBezTo>
                  </a:path>
                </a:pathLst>
              </a:cu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2257" name="Line 12"/>
              <p:cNvSpPr>
                <a:spLocks noChangeShapeType="1"/>
              </p:cNvSpPr>
              <p:nvPr/>
            </p:nvSpPr>
            <p:spPr bwMode="auto">
              <a:xfrm>
                <a:off x="4952" y="888"/>
                <a:ext cx="0" cy="13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2258" name="Rectangle 13"/>
              <p:cNvSpPr>
                <a:spLocks noChangeArrowheads="1"/>
              </p:cNvSpPr>
              <p:nvPr/>
            </p:nvSpPr>
            <p:spPr bwMode="auto">
              <a:xfrm>
                <a:off x="4928" y="1288"/>
                <a:ext cx="64" cy="328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52259" name="Line 14"/>
              <p:cNvSpPr>
                <a:spLocks noChangeShapeType="1"/>
              </p:cNvSpPr>
              <p:nvPr/>
            </p:nvSpPr>
            <p:spPr bwMode="auto">
              <a:xfrm>
                <a:off x="4864" y="1040"/>
                <a:ext cx="200" cy="0"/>
              </a:xfrm>
              <a:prstGeom prst="line">
                <a:avLst/>
              </a:prstGeom>
              <a:noFill/>
              <a:ln w="5715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2260" name="Line 15"/>
              <p:cNvSpPr>
                <a:spLocks noChangeShapeType="1"/>
              </p:cNvSpPr>
              <p:nvPr/>
            </p:nvSpPr>
            <p:spPr bwMode="auto">
              <a:xfrm>
                <a:off x="4864" y="1136"/>
                <a:ext cx="200" cy="0"/>
              </a:xfrm>
              <a:prstGeom prst="line">
                <a:avLst/>
              </a:prstGeom>
              <a:noFill/>
              <a:ln w="5715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2261" name="Line 16"/>
              <p:cNvSpPr>
                <a:spLocks noChangeShapeType="1"/>
              </p:cNvSpPr>
              <p:nvPr/>
            </p:nvSpPr>
            <p:spPr bwMode="auto">
              <a:xfrm>
                <a:off x="4960" y="1152"/>
                <a:ext cx="0" cy="13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2262" name="Line 17"/>
              <p:cNvSpPr>
                <a:spLocks noChangeShapeType="1"/>
              </p:cNvSpPr>
              <p:nvPr/>
            </p:nvSpPr>
            <p:spPr bwMode="auto">
              <a:xfrm flipH="1">
                <a:off x="4024" y="1752"/>
                <a:ext cx="93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2263" name="Line 18"/>
              <p:cNvSpPr>
                <a:spLocks noChangeShapeType="1"/>
              </p:cNvSpPr>
              <p:nvPr/>
            </p:nvSpPr>
            <p:spPr bwMode="auto">
              <a:xfrm flipH="1">
                <a:off x="4568" y="1752"/>
                <a:ext cx="29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2264" name="Line 19"/>
              <p:cNvSpPr>
                <a:spLocks noChangeShapeType="1"/>
              </p:cNvSpPr>
              <p:nvPr/>
            </p:nvSpPr>
            <p:spPr bwMode="auto">
              <a:xfrm flipH="1">
                <a:off x="4008" y="384"/>
                <a:ext cx="93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2265" name="Line 20"/>
              <p:cNvSpPr>
                <a:spLocks noChangeShapeType="1"/>
              </p:cNvSpPr>
              <p:nvPr/>
            </p:nvSpPr>
            <p:spPr bwMode="auto">
              <a:xfrm>
                <a:off x="4272" y="384"/>
                <a:ext cx="368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2266" name="Line 21"/>
              <p:cNvSpPr>
                <a:spLocks noChangeShapeType="1"/>
              </p:cNvSpPr>
              <p:nvPr/>
            </p:nvSpPr>
            <p:spPr bwMode="auto">
              <a:xfrm>
                <a:off x="4008" y="384"/>
                <a:ext cx="0" cy="48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2267" name="Line 22"/>
              <p:cNvSpPr>
                <a:spLocks noChangeShapeType="1"/>
              </p:cNvSpPr>
              <p:nvPr/>
            </p:nvSpPr>
            <p:spPr bwMode="auto">
              <a:xfrm>
                <a:off x="4024" y="1256"/>
                <a:ext cx="0" cy="48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52268" name="Group 23"/>
              <p:cNvGrpSpPr>
                <a:grpSpLocks/>
              </p:cNvGrpSpPr>
              <p:nvPr/>
            </p:nvGrpSpPr>
            <p:grpSpPr bwMode="auto">
              <a:xfrm>
                <a:off x="3872" y="904"/>
                <a:ext cx="296" cy="248"/>
                <a:chOff x="3872" y="904"/>
                <a:chExt cx="296" cy="248"/>
              </a:xfrm>
            </p:grpSpPr>
            <p:sp>
              <p:nvSpPr>
                <p:cNvPr id="52269" name="Oval 24"/>
                <p:cNvSpPr>
                  <a:spLocks noChangeArrowheads="1"/>
                </p:cNvSpPr>
                <p:nvPr/>
              </p:nvSpPr>
              <p:spPr bwMode="auto">
                <a:xfrm>
                  <a:off x="3872" y="904"/>
                  <a:ext cx="296" cy="248"/>
                </a:xfrm>
                <a:prstGeom prst="ellipse">
                  <a:avLst/>
                </a:pr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/>
                </a:p>
              </p:txBody>
            </p:sp>
            <p:sp>
              <p:nvSpPr>
                <p:cNvPr id="52270" name="Freeform 25"/>
                <p:cNvSpPr>
                  <a:spLocks/>
                </p:cNvSpPr>
                <p:nvPr/>
              </p:nvSpPr>
              <p:spPr bwMode="auto">
                <a:xfrm>
                  <a:off x="3904" y="971"/>
                  <a:ext cx="224" cy="124"/>
                </a:xfrm>
                <a:custGeom>
                  <a:avLst/>
                  <a:gdLst>
                    <a:gd name="T0" fmla="*/ 0 w 224"/>
                    <a:gd name="T1" fmla="*/ 85 h 124"/>
                    <a:gd name="T2" fmla="*/ 40 w 224"/>
                    <a:gd name="T3" fmla="*/ 5 h 124"/>
                    <a:gd name="T4" fmla="*/ 88 w 224"/>
                    <a:gd name="T5" fmla="*/ 53 h 124"/>
                    <a:gd name="T6" fmla="*/ 144 w 224"/>
                    <a:gd name="T7" fmla="*/ 117 h 124"/>
                    <a:gd name="T8" fmla="*/ 200 w 224"/>
                    <a:gd name="T9" fmla="*/ 93 h 124"/>
                    <a:gd name="T10" fmla="*/ 224 w 224"/>
                    <a:gd name="T11" fmla="*/ 37 h 12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24"/>
                    <a:gd name="T19" fmla="*/ 0 h 124"/>
                    <a:gd name="T20" fmla="*/ 224 w 224"/>
                    <a:gd name="T21" fmla="*/ 124 h 124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24" h="124">
                      <a:moveTo>
                        <a:pt x="0" y="85"/>
                      </a:moveTo>
                      <a:cubicBezTo>
                        <a:pt x="12" y="47"/>
                        <a:pt x="25" y="10"/>
                        <a:pt x="40" y="5"/>
                      </a:cubicBezTo>
                      <a:cubicBezTo>
                        <a:pt x="55" y="0"/>
                        <a:pt x="71" y="34"/>
                        <a:pt x="88" y="53"/>
                      </a:cubicBezTo>
                      <a:cubicBezTo>
                        <a:pt x="105" y="72"/>
                        <a:pt x="126" y="110"/>
                        <a:pt x="144" y="117"/>
                      </a:cubicBezTo>
                      <a:cubicBezTo>
                        <a:pt x="162" y="124"/>
                        <a:pt x="187" y="106"/>
                        <a:pt x="200" y="93"/>
                      </a:cubicBezTo>
                      <a:cubicBezTo>
                        <a:pt x="213" y="80"/>
                        <a:pt x="220" y="46"/>
                        <a:pt x="224" y="37"/>
                      </a:cubicBezTo>
                    </a:path>
                  </a:pathLst>
                </a:cu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52233" name="Line 26"/>
          <p:cNvSpPr>
            <a:spLocks noChangeShapeType="1"/>
          </p:cNvSpPr>
          <p:nvPr/>
        </p:nvSpPr>
        <p:spPr bwMode="auto">
          <a:xfrm flipV="1">
            <a:off x="7950200" y="444500"/>
            <a:ext cx="0" cy="8763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2234" name="Line 27"/>
          <p:cNvSpPr>
            <a:spLocks noChangeShapeType="1"/>
          </p:cNvSpPr>
          <p:nvPr/>
        </p:nvSpPr>
        <p:spPr bwMode="auto">
          <a:xfrm flipV="1">
            <a:off x="7962900" y="1727200"/>
            <a:ext cx="0" cy="8763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triangle" w="med" len="med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52235" name="Object 28"/>
          <p:cNvGraphicFramePr>
            <a:graphicFrameLocks noChangeAspect="1"/>
          </p:cNvGraphicFramePr>
          <p:nvPr/>
        </p:nvGraphicFramePr>
        <p:xfrm>
          <a:off x="7723189" y="1254126"/>
          <a:ext cx="6318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54" name="Equation" r:id="rId10" imgW="257194" imgH="180941" progId="Equation.DSMT4">
                  <p:embed/>
                </p:oleObj>
              </mc:Choice>
              <mc:Fallback>
                <p:oleObj name="Equation" r:id="rId10" imgW="257194" imgH="180941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3189" y="1254126"/>
                        <a:ext cx="631825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6" name="Object 29"/>
          <p:cNvGraphicFramePr>
            <a:graphicFrameLocks noChangeAspect="1"/>
          </p:cNvGraphicFramePr>
          <p:nvPr/>
        </p:nvGraphicFramePr>
        <p:xfrm>
          <a:off x="8134350" y="504826"/>
          <a:ext cx="5461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55" name="Equation" r:id="rId12" imgW="218967" imgH="180941" progId="Equation.DSMT4">
                  <p:embed/>
                </p:oleObj>
              </mc:Choice>
              <mc:Fallback>
                <p:oleObj name="Equation" r:id="rId12" imgW="218967" imgH="180941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350" y="504826"/>
                        <a:ext cx="54610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7" name="Object 30"/>
          <p:cNvGraphicFramePr>
            <a:graphicFrameLocks noChangeAspect="1"/>
          </p:cNvGraphicFramePr>
          <p:nvPr/>
        </p:nvGraphicFramePr>
        <p:xfrm>
          <a:off x="9099550" y="628651"/>
          <a:ext cx="776288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56" name="Equation" r:id="rId14" imgW="323863" imgH="209414" progId="Equation.DSMT4">
                  <p:embed/>
                </p:oleObj>
              </mc:Choice>
              <mc:Fallback>
                <p:oleObj name="Equation" r:id="rId14" imgW="323863" imgH="209414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9550" y="628651"/>
                        <a:ext cx="776288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8" name="Object 31"/>
          <p:cNvGraphicFramePr>
            <a:graphicFrameLocks noChangeAspect="1"/>
          </p:cNvGraphicFramePr>
          <p:nvPr/>
        </p:nvGraphicFramePr>
        <p:xfrm>
          <a:off x="9250363" y="1301751"/>
          <a:ext cx="8048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57" name="Equation" r:id="rId16" imgW="333343" imgH="209414" progId="Equation.DSMT4">
                  <p:embed/>
                </p:oleObj>
              </mc:Choice>
              <mc:Fallback>
                <p:oleObj name="Equation" r:id="rId16" imgW="333343" imgH="209414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0363" y="1301751"/>
                        <a:ext cx="804862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9" name="Object 32"/>
          <p:cNvGraphicFramePr>
            <a:graphicFrameLocks noChangeAspect="1"/>
          </p:cNvGraphicFramePr>
          <p:nvPr/>
        </p:nvGraphicFramePr>
        <p:xfrm>
          <a:off x="9250363" y="1885951"/>
          <a:ext cx="8048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58" name="Equation" r:id="rId18" imgW="333343" imgH="209414" progId="Equation.DSMT4">
                  <p:embed/>
                </p:oleObj>
              </mc:Choice>
              <mc:Fallback>
                <p:oleObj name="Equation" r:id="rId18" imgW="333343" imgH="209414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0363" y="1885951"/>
                        <a:ext cx="804862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0" name="Object 33"/>
          <p:cNvGraphicFramePr>
            <a:graphicFrameLocks noChangeAspect="1"/>
          </p:cNvGraphicFramePr>
          <p:nvPr/>
        </p:nvGraphicFramePr>
        <p:xfrm>
          <a:off x="6683375" y="1228726"/>
          <a:ext cx="60325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59" name="Equation" r:id="rId20" imgW="247714" imgH="180941" progId="Equation.DSMT4">
                  <p:embed/>
                </p:oleObj>
              </mc:Choice>
              <mc:Fallback>
                <p:oleObj name="Equation" r:id="rId20" imgW="247714" imgH="180941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3375" y="1228726"/>
                        <a:ext cx="60325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1" name="Line 34"/>
          <p:cNvSpPr>
            <a:spLocks noChangeShapeType="1"/>
          </p:cNvSpPr>
          <p:nvPr/>
        </p:nvSpPr>
        <p:spPr bwMode="auto">
          <a:xfrm flipV="1">
            <a:off x="7175500" y="3365500"/>
            <a:ext cx="0" cy="914400"/>
          </a:xfrm>
          <a:prstGeom prst="line">
            <a:avLst/>
          </a:prstGeom>
          <a:noFill/>
          <a:ln w="57150" cap="sq">
            <a:solidFill>
              <a:srgbClr val="FF0000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2242" name="Line 35"/>
          <p:cNvSpPr>
            <a:spLocks noChangeShapeType="1"/>
          </p:cNvSpPr>
          <p:nvPr/>
        </p:nvSpPr>
        <p:spPr bwMode="auto">
          <a:xfrm>
            <a:off x="7175500" y="4292600"/>
            <a:ext cx="0" cy="635000"/>
          </a:xfrm>
          <a:prstGeom prst="line">
            <a:avLst/>
          </a:prstGeom>
          <a:noFill/>
          <a:ln w="38100" cap="sq">
            <a:solidFill>
              <a:srgbClr val="0000FF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2243" name="Line 36"/>
          <p:cNvSpPr>
            <a:spLocks noChangeShapeType="1"/>
          </p:cNvSpPr>
          <p:nvPr/>
        </p:nvSpPr>
        <p:spPr bwMode="auto">
          <a:xfrm flipV="1">
            <a:off x="7175500" y="3962400"/>
            <a:ext cx="0" cy="304800"/>
          </a:xfrm>
          <a:prstGeom prst="line">
            <a:avLst/>
          </a:prstGeom>
          <a:noFill/>
          <a:ln w="57150" cap="sq">
            <a:solidFill>
              <a:srgbClr val="00FF00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2244" name="Line 37"/>
          <p:cNvSpPr>
            <a:spLocks noChangeShapeType="1"/>
          </p:cNvSpPr>
          <p:nvPr/>
        </p:nvSpPr>
        <p:spPr bwMode="auto">
          <a:xfrm>
            <a:off x="7175500" y="4330700"/>
            <a:ext cx="13716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2245" name="Line 38"/>
          <p:cNvSpPr>
            <a:spLocks noChangeShapeType="1"/>
          </p:cNvSpPr>
          <p:nvPr/>
        </p:nvSpPr>
        <p:spPr bwMode="auto">
          <a:xfrm>
            <a:off x="7175500" y="4254500"/>
            <a:ext cx="2133600" cy="0"/>
          </a:xfrm>
          <a:prstGeom prst="line">
            <a:avLst/>
          </a:prstGeom>
          <a:noFill/>
          <a:ln w="57150" cap="sq">
            <a:solidFill>
              <a:srgbClr val="CC00CC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52246" name="Object 39"/>
          <p:cNvGraphicFramePr>
            <a:graphicFrameLocks noChangeAspect="1"/>
          </p:cNvGraphicFramePr>
          <p:nvPr/>
        </p:nvGraphicFramePr>
        <p:xfrm>
          <a:off x="9247188" y="4362451"/>
          <a:ext cx="63341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60" name="Equation" r:id="rId22" imgW="257194" imgH="209414" progId="Equation.DSMT4">
                  <p:embed/>
                </p:oleObj>
              </mc:Choice>
              <mc:Fallback>
                <p:oleObj name="Equation" r:id="rId22" imgW="257194" imgH="209414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47188" y="4362451"/>
                        <a:ext cx="633412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7" name="Object 40"/>
          <p:cNvGraphicFramePr>
            <a:graphicFrameLocks noChangeAspect="1"/>
          </p:cNvGraphicFramePr>
          <p:nvPr/>
        </p:nvGraphicFramePr>
        <p:xfrm>
          <a:off x="7215189" y="3143251"/>
          <a:ext cx="6318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61" name="Equation" r:id="rId24" imgW="257194" imgH="209414" progId="Equation.DSMT4">
                  <p:embed/>
                </p:oleObj>
              </mc:Choice>
              <mc:Fallback>
                <p:oleObj name="Equation" r:id="rId24" imgW="257194" imgH="209414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5189" y="3143251"/>
                        <a:ext cx="63182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8" name="Object 41"/>
          <p:cNvGraphicFramePr>
            <a:graphicFrameLocks noChangeAspect="1"/>
          </p:cNvGraphicFramePr>
          <p:nvPr/>
        </p:nvGraphicFramePr>
        <p:xfrm>
          <a:off x="7227889" y="4718051"/>
          <a:ext cx="6318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62" name="Equation" r:id="rId26" imgW="257194" imgH="209414" progId="Equation.DSMT4">
                  <p:embed/>
                </p:oleObj>
              </mc:Choice>
              <mc:Fallback>
                <p:oleObj name="Equation" r:id="rId26" imgW="257194" imgH="209414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7889" y="4718051"/>
                        <a:ext cx="63182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9" name="Object 42"/>
          <p:cNvGraphicFramePr>
            <a:graphicFrameLocks noChangeAspect="1"/>
          </p:cNvGraphicFramePr>
          <p:nvPr/>
        </p:nvGraphicFramePr>
        <p:xfrm>
          <a:off x="5834063" y="3816351"/>
          <a:ext cx="123666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63" name="Equation" r:id="rId28" imgW="638245" imgH="209414" progId="Equation.DSMT4">
                  <p:embed/>
                </p:oleObj>
              </mc:Choice>
              <mc:Fallback>
                <p:oleObj name="Equation" r:id="rId28" imgW="638245" imgH="209414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4063" y="3816351"/>
                        <a:ext cx="123666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50" name="Line 43"/>
          <p:cNvSpPr>
            <a:spLocks noChangeShapeType="1"/>
          </p:cNvSpPr>
          <p:nvPr/>
        </p:nvSpPr>
        <p:spPr bwMode="auto">
          <a:xfrm>
            <a:off x="7162800" y="3975100"/>
            <a:ext cx="2082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2251" name="Line 44"/>
          <p:cNvSpPr>
            <a:spLocks noChangeShapeType="1"/>
          </p:cNvSpPr>
          <p:nvPr/>
        </p:nvSpPr>
        <p:spPr bwMode="auto">
          <a:xfrm flipV="1">
            <a:off x="7175500" y="3962400"/>
            <a:ext cx="2120900" cy="317500"/>
          </a:xfrm>
          <a:prstGeom prst="line">
            <a:avLst/>
          </a:prstGeom>
          <a:noFill/>
          <a:ln w="12700" cap="sq">
            <a:solidFill>
              <a:schemeClr val="accent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2252" name="Line 45"/>
          <p:cNvSpPr>
            <a:spLocks noChangeShapeType="1"/>
          </p:cNvSpPr>
          <p:nvPr/>
        </p:nvSpPr>
        <p:spPr bwMode="auto">
          <a:xfrm>
            <a:off x="9283700" y="39751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52253" name="Object 46"/>
          <p:cNvGraphicFramePr>
            <a:graphicFrameLocks noChangeAspect="1"/>
          </p:cNvGraphicFramePr>
          <p:nvPr/>
        </p:nvGraphicFramePr>
        <p:xfrm>
          <a:off x="2084388" y="1060451"/>
          <a:ext cx="3071812" cy="371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64" name="Equation" r:id="rId30" imgW="1343159" imgH="1619284" progId="Equation.DSMT4">
                  <p:embed/>
                </p:oleObj>
              </mc:Choice>
              <mc:Fallback>
                <p:oleObj name="Equation" r:id="rId30" imgW="1343159" imgH="1619284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4388" y="1060451"/>
                        <a:ext cx="3071812" cy="3719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4"/>
          <p:cNvSpPr txBox="1">
            <a:spLocks noChangeArrowheads="1"/>
          </p:cNvSpPr>
          <p:nvPr/>
        </p:nvSpPr>
        <p:spPr bwMode="auto">
          <a:xfrm>
            <a:off x="1917700" y="158751"/>
            <a:ext cx="353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讨论：</a:t>
            </a:r>
          </a:p>
        </p:txBody>
      </p:sp>
      <p:grpSp>
        <p:nvGrpSpPr>
          <p:cNvPr id="54275" name="Group 8"/>
          <p:cNvGrpSpPr>
            <a:grpSpLocks/>
          </p:cNvGrpSpPr>
          <p:nvPr/>
        </p:nvGrpSpPr>
        <p:grpSpPr bwMode="auto">
          <a:xfrm>
            <a:off x="7315200" y="444500"/>
            <a:ext cx="1892300" cy="2171700"/>
            <a:chOff x="3648" y="280"/>
            <a:chExt cx="1192" cy="1368"/>
          </a:xfrm>
        </p:grpSpPr>
        <p:sp>
          <p:nvSpPr>
            <p:cNvPr id="54292" name="Line 9"/>
            <p:cNvSpPr>
              <a:spLocks noChangeShapeType="1"/>
            </p:cNvSpPr>
            <p:nvPr/>
          </p:nvSpPr>
          <p:spPr bwMode="auto">
            <a:xfrm>
              <a:off x="4736" y="1504"/>
              <a:ext cx="0" cy="13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54293" name="Group 10"/>
            <p:cNvGrpSpPr>
              <a:grpSpLocks/>
            </p:cNvGrpSpPr>
            <p:nvPr/>
          </p:nvGrpSpPr>
          <p:grpSpPr bwMode="auto">
            <a:xfrm>
              <a:off x="3648" y="280"/>
              <a:ext cx="1192" cy="1368"/>
              <a:chOff x="3872" y="384"/>
              <a:chExt cx="1192" cy="1368"/>
            </a:xfrm>
          </p:grpSpPr>
          <p:sp>
            <p:nvSpPr>
              <p:cNvPr id="54294" name="Freeform 11"/>
              <p:cNvSpPr>
                <a:spLocks/>
              </p:cNvSpPr>
              <p:nvPr/>
            </p:nvSpPr>
            <p:spPr bwMode="auto">
              <a:xfrm>
                <a:off x="4931" y="384"/>
                <a:ext cx="42" cy="504"/>
              </a:xfrm>
              <a:custGeom>
                <a:avLst/>
                <a:gdLst>
                  <a:gd name="T0" fmla="*/ 0 w 338"/>
                  <a:gd name="T1" fmla="*/ 0 h 1184"/>
                  <a:gd name="T2" fmla="*/ 0 w 338"/>
                  <a:gd name="T3" fmla="*/ 0 h 1184"/>
                  <a:gd name="T4" fmla="*/ 0 w 338"/>
                  <a:gd name="T5" fmla="*/ 0 h 1184"/>
                  <a:gd name="T6" fmla="*/ 0 w 338"/>
                  <a:gd name="T7" fmla="*/ 0 h 1184"/>
                  <a:gd name="T8" fmla="*/ 0 w 338"/>
                  <a:gd name="T9" fmla="*/ 0 h 1184"/>
                  <a:gd name="T10" fmla="*/ 0 w 338"/>
                  <a:gd name="T11" fmla="*/ 0 h 1184"/>
                  <a:gd name="T12" fmla="*/ 0 w 338"/>
                  <a:gd name="T13" fmla="*/ 0 h 1184"/>
                  <a:gd name="T14" fmla="*/ 0 w 338"/>
                  <a:gd name="T15" fmla="*/ 0 h 1184"/>
                  <a:gd name="T16" fmla="*/ 0 w 338"/>
                  <a:gd name="T17" fmla="*/ 0 h 1184"/>
                  <a:gd name="T18" fmla="*/ 0 w 338"/>
                  <a:gd name="T19" fmla="*/ 0 h 1184"/>
                  <a:gd name="T20" fmla="*/ 0 w 338"/>
                  <a:gd name="T21" fmla="*/ 0 h 1184"/>
                  <a:gd name="T22" fmla="*/ 0 w 338"/>
                  <a:gd name="T23" fmla="*/ 0 h 1184"/>
                  <a:gd name="T24" fmla="*/ 0 w 338"/>
                  <a:gd name="T25" fmla="*/ 0 h 1184"/>
                  <a:gd name="T26" fmla="*/ 0 w 338"/>
                  <a:gd name="T27" fmla="*/ 0 h 1184"/>
                  <a:gd name="T28" fmla="*/ 0 w 338"/>
                  <a:gd name="T29" fmla="*/ 0 h 1184"/>
                  <a:gd name="T30" fmla="*/ 0 w 338"/>
                  <a:gd name="T31" fmla="*/ 0 h 1184"/>
                  <a:gd name="T32" fmla="*/ 0 w 338"/>
                  <a:gd name="T33" fmla="*/ 0 h 1184"/>
                  <a:gd name="T34" fmla="*/ 0 w 338"/>
                  <a:gd name="T35" fmla="*/ 0 h 1184"/>
                  <a:gd name="T36" fmla="*/ 0 w 338"/>
                  <a:gd name="T37" fmla="*/ 0 h 1184"/>
                  <a:gd name="T38" fmla="*/ 0 w 338"/>
                  <a:gd name="T39" fmla="*/ 0 h 118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338"/>
                  <a:gd name="T61" fmla="*/ 0 h 1184"/>
                  <a:gd name="T62" fmla="*/ 338 w 338"/>
                  <a:gd name="T63" fmla="*/ 1184 h 118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338" h="1184">
                    <a:moveTo>
                      <a:pt x="165" y="0"/>
                    </a:moveTo>
                    <a:cubicBezTo>
                      <a:pt x="151" y="8"/>
                      <a:pt x="137" y="16"/>
                      <a:pt x="165" y="32"/>
                    </a:cubicBezTo>
                    <a:cubicBezTo>
                      <a:pt x="193" y="48"/>
                      <a:pt x="328" y="74"/>
                      <a:pt x="333" y="96"/>
                    </a:cubicBezTo>
                    <a:cubicBezTo>
                      <a:pt x="338" y="118"/>
                      <a:pt x="252" y="142"/>
                      <a:pt x="197" y="164"/>
                    </a:cubicBezTo>
                    <a:cubicBezTo>
                      <a:pt x="142" y="186"/>
                      <a:pt x="10" y="207"/>
                      <a:pt x="5" y="228"/>
                    </a:cubicBezTo>
                    <a:cubicBezTo>
                      <a:pt x="0" y="249"/>
                      <a:pt x="114" y="271"/>
                      <a:pt x="169" y="292"/>
                    </a:cubicBezTo>
                    <a:cubicBezTo>
                      <a:pt x="224" y="313"/>
                      <a:pt x="334" y="335"/>
                      <a:pt x="333" y="356"/>
                    </a:cubicBezTo>
                    <a:cubicBezTo>
                      <a:pt x="332" y="377"/>
                      <a:pt x="220" y="399"/>
                      <a:pt x="165" y="420"/>
                    </a:cubicBezTo>
                    <a:cubicBezTo>
                      <a:pt x="110" y="441"/>
                      <a:pt x="1" y="463"/>
                      <a:pt x="1" y="484"/>
                    </a:cubicBezTo>
                    <a:cubicBezTo>
                      <a:pt x="1" y="505"/>
                      <a:pt x="110" y="523"/>
                      <a:pt x="165" y="544"/>
                    </a:cubicBezTo>
                    <a:cubicBezTo>
                      <a:pt x="220" y="565"/>
                      <a:pt x="333" y="587"/>
                      <a:pt x="333" y="608"/>
                    </a:cubicBezTo>
                    <a:cubicBezTo>
                      <a:pt x="333" y="629"/>
                      <a:pt x="220" y="651"/>
                      <a:pt x="165" y="672"/>
                    </a:cubicBezTo>
                    <a:cubicBezTo>
                      <a:pt x="110" y="693"/>
                      <a:pt x="5" y="715"/>
                      <a:pt x="5" y="736"/>
                    </a:cubicBezTo>
                    <a:cubicBezTo>
                      <a:pt x="5" y="757"/>
                      <a:pt x="110" y="779"/>
                      <a:pt x="165" y="800"/>
                    </a:cubicBezTo>
                    <a:cubicBezTo>
                      <a:pt x="220" y="821"/>
                      <a:pt x="334" y="842"/>
                      <a:pt x="333" y="864"/>
                    </a:cubicBezTo>
                    <a:cubicBezTo>
                      <a:pt x="332" y="886"/>
                      <a:pt x="216" y="911"/>
                      <a:pt x="161" y="932"/>
                    </a:cubicBezTo>
                    <a:cubicBezTo>
                      <a:pt x="106" y="953"/>
                      <a:pt x="4" y="971"/>
                      <a:pt x="5" y="992"/>
                    </a:cubicBezTo>
                    <a:cubicBezTo>
                      <a:pt x="6" y="1013"/>
                      <a:pt x="110" y="1034"/>
                      <a:pt x="165" y="1056"/>
                    </a:cubicBezTo>
                    <a:cubicBezTo>
                      <a:pt x="220" y="1078"/>
                      <a:pt x="333" y="1103"/>
                      <a:pt x="333" y="1124"/>
                    </a:cubicBezTo>
                    <a:cubicBezTo>
                      <a:pt x="333" y="1145"/>
                      <a:pt x="193" y="1174"/>
                      <a:pt x="165" y="1184"/>
                    </a:cubicBezTo>
                  </a:path>
                </a:pathLst>
              </a:cu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4295" name="Line 12"/>
              <p:cNvSpPr>
                <a:spLocks noChangeShapeType="1"/>
              </p:cNvSpPr>
              <p:nvPr/>
            </p:nvSpPr>
            <p:spPr bwMode="auto">
              <a:xfrm>
                <a:off x="4952" y="888"/>
                <a:ext cx="0" cy="13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4296" name="Rectangle 13"/>
              <p:cNvSpPr>
                <a:spLocks noChangeArrowheads="1"/>
              </p:cNvSpPr>
              <p:nvPr/>
            </p:nvSpPr>
            <p:spPr bwMode="auto">
              <a:xfrm>
                <a:off x="4928" y="1288"/>
                <a:ext cx="64" cy="328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54297" name="Line 14"/>
              <p:cNvSpPr>
                <a:spLocks noChangeShapeType="1"/>
              </p:cNvSpPr>
              <p:nvPr/>
            </p:nvSpPr>
            <p:spPr bwMode="auto">
              <a:xfrm>
                <a:off x="4864" y="1040"/>
                <a:ext cx="200" cy="0"/>
              </a:xfrm>
              <a:prstGeom prst="line">
                <a:avLst/>
              </a:prstGeom>
              <a:noFill/>
              <a:ln w="5715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4298" name="Line 15"/>
              <p:cNvSpPr>
                <a:spLocks noChangeShapeType="1"/>
              </p:cNvSpPr>
              <p:nvPr/>
            </p:nvSpPr>
            <p:spPr bwMode="auto">
              <a:xfrm>
                <a:off x="4864" y="1136"/>
                <a:ext cx="200" cy="0"/>
              </a:xfrm>
              <a:prstGeom prst="line">
                <a:avLst/>
              </a:prstGeom>
              <a:noFill/>
              <a:ln w="5715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4299" name="Line 16"/>
              <p:cNvSpPr>
                <a:spLocks noChangeShapeType="1"/>
              </p:cNvSpPr>
              <p:nvPr/>
            </p:nvSpPr>
            <p:spPr bwMode="auto">
              <a:xfrm>
                <a:off x="4960" y="1152"/>
                <a:ext cx="0" cy="13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4300" name="Line 17"/>
              <p:cNvSpPr>
                <a:spLocks noChangeShapeType="1"/>
              </p:cNvSpPr>
              <p:nvPr/>
            </p:nvSpPr>
            <p:spPr bwMode="auto">
              <a:xfrm flipH="1">
                <a:off x="4024" y="1752"/>
                <a:ext cx="93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4301" name="Line 18"/>
              <p:cNvSpPr>
                <a:spLocks noChangeShapeType="1"/>
              </p:cNvSpPr>
              <p:nvPr/>
            </p:nvSpPr>
            <p:spPr bwMode="auto">
              <a:xfrm flipH="1">
                <a:off x="4568" y="1752"/>
                <a:ext cx="29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4302" name="Line 19"/>
              <p:cNvSpPr>
                <a:spLocks noChangeShapeType="1"/>
              </p:cNvSpPr>
              <p:nvPr/>
            </p:nvSpPr>
            <p:spPr bwMode="auto">
              <a:xfrm flipH="1">
                <a:off x="4008" y="384"/>
                <a:ext cx="93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4303" name="Line 20"/>
              <p:cNvSpPr>
                <a:spLocks noChangeShapeType="1"/>
              </p:cNvSpPr>
              <p:nvPr/>
            </p:nvSpPr>
            <p:spPr bwMode="auto">
              <a:xfrm>
                <a:off x="4272" y="384"/>
                <a:ext cx="368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4304" name="Line 21"/>
              <p:cNvSpPr>
                <a:spLocks noChangeShapeType="1"/>
              </p:cNvSpPr>
              <p:nvPr/>
            </p:nvSpPr>
            <p:spPr bwMode="auto">
              <a:xfrm>
                <a:off x="4008" y="384"/>
                <a:ext cx="0" cy="48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4305" name="Line 22"/>
              <p:cNvSpPr>
                <a:spLocks noChangeShapeType="1"/>
              </p:cNvSpPr>
              <p:nvPr/>
            </p:nvSpPr>
            <p:spPr bwMode="auto">
              <a:xfrm>
                <a:off x="4024" y="1256"/>
                <a:ext cx="0" cy="48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54306" name="Group 23"/>
              <p:cNvGrpSpPr>
                <a:grpSpLocks/>
              </p:cNvGrpSpPr>
              <p:nvPr/>
            </p:nvGrpSpPr>
            <p:grpSpPr bwMode="auto">
              <a:xfrm>
                <a:off x="3872" y="904"/>
                <a:ext cx="296" cy="248"/>
                <a:chOff x="3872" y="904"/>
                <a:chExt cx="296" cy="248"/>
              </a:xfrm>
            </p:grpSpPr>
            <p:sp>
              <p:nvSpPr>
                <p:cNvPr id="54307" name="Oval 24"/>
                <p:cNvSpPr>
                  <a:spLocks noChangeArrowheads="1"/>
                </p:cNvSpPr>
                <p:nvPr/>
              </p:nvSpPr>
              <p:spPr bwMode="auto">
                <a:xfrm>
                  <a:off x="3872" y="904"/>
                  <a:ext cx="296" cy="248"/>
                </a:xfrm>
                <a:prstGeom prst="ellipse">
                  <a:avLst/>
                </a:pr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/>
                </a:p>
              </p:txBody>
            </p:sp>
            <p:sp>
              <p:nvSpPr>
                <p:cNvPr id="54308" name="Freeform 25"/>
                <p:cNvSpPr>
                  <a:spLocks/>
                </p:cNvSpPr>
                <p:nvPr/>
              </p:nvSpPr>
              <p:spPr bwMode="auto">
                <a:xfrm>
                  <a:off x="3904" y="971"/>
                  <a:ext cx="224" cy="124"/>
                </a:xfrm>
                <a:custGeom>
                  <a:avLst/>
                  <a:gdLst>
                    <a:gd name="T0" fmla="*/ 0 w 224"/>
                    <a:gd name="T1" fmla="*/ 85 h 124"/>
                    <a:gd name="T2" fmla="*/ 40 w 224"/>
                    <a:gd name="T3" fmla="*/ 5 h 124"/>
                    <a:gd name="T4" fmla="*/ 88 w 224"/>
                    <a:gd name="T5" fmla="*/ 53 h 124"/>
                    <a:gd name="T6" fmla="*/ 144 w 224"/>
                    <a:gd name="T7" fmla="*/ 117 h 124"/>
                    <a:gd name="T8" fmla="*/ 200 w 224"/>
                    <a:gd name="T9" fmla="*/ 93 h 124"/>
                    <a:gd name="T10" fmla="*/ 224 w 224"/>
                    <a:gd name="T11" fmla="*/ 37 h 12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24"/>
                    <a:gd name="T19" fmla="*/ 0 h 124"/>
                    <a:gd name="T20" fmla="*/ 224 w 224"/>
                    <a:gd name="T21" fmla="*/ 124 h 124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24" h="124">
                      <a:moveTo>
                        <a:pt x="0" y="85"/>
                      </a:moveTo>
                      <a:cubicBezTo>
                        <a:pt x="12" y="47"/>
                        <a:pt x="25" y="10"/>
                        <a:pt x="40" y="5"/>
                      </a:cubicBezTo>
                      <a:cubicBezTo>
                        <a:pt x="55" y="0"/>
                        <a:pt x="71" y="34"/>
                        <a:pt x="88" y="53"/>
                      </a:cubicBezTo>
                      <a:cubicBezTo>
                        <a:pt x="105" y="72"/>
                        <a:pt x="126" y="110"/>
                        <a:pt x="144" y="117"/>
                      </a:cubicBezTo>
                      <a:cubicBezTo>
                        <a:pt x="162" y="124"/>
                        <a:pt x="187" y="106"/>
                        <a:pt x="200" y="93"/>
                      </a:cubicBezTo>
                      <a:cubicBezTo>
                        <a:pt x="213" y="80"/>
                        <a:pt x="220" y="46"/>
                        <a:pt x="224" y="37"/>
                      </a:cubicBezTo>
                    </a:path>
                  </a:pathLst>
                </a:cu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54276" name="Line 26"/>
          <p:cNvSpPr>
            <a:spLocks noChangeShapeType="1"/>
          </p:cNvSpPr>
          <p:nvPr/>
        </p:nvSpPr>
        <p:spPr bwMode="auto">
          <a:xfrm flipV="1">
            <a:off x="7950200" y="444500"/>
            <a:ext cx="0" cy="8763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4277" name="Line 27"/>
          <p:cNvSpPr>
            <a:spLocks noChangeShapeType="1"/>
          </p:cNvSpPr>
          <p:nvPr/>
        </p:nvSpPr>
        <p:spPr bwMode="auto">
          <a:xfrm flipV="1">
            <a:off x="7962900" y="1727200"/>
            <a:ext cx="0" cy="8763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triangle" w="med" len="med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54278" name="Object 28"/>
          <p:cNvGraphicFramePr>
            <a:graphicFrameLocks noChangeAspect="1"/>
          </p:cNvGraphicFramePr>
          <p:nvPr/>
        </p:nvGraphicFramePr>
        <p:xfrm>
          <a:off x="7723189" y="1254126"/>
          <a:ext cx="6318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89" name="Equation" r:id="rId4" imgW="257194" imgH="180941" progId="Equation.DSMT4">
                  <p:embed/>
                </p:oleObj>
              </mc:Choice>
              <mc:Fallback>
                <p:oleObj name="Equation" r:id="rId4" imgW="257194" imgH="180941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3189" y="1254126"/>
                        <a:ext cx="631825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9" name="Object 29"/>
          <p:cNvGraphicFramePr>
            <a:graphicFrameLocks noChangeAspect="1"/>
          </p:cNvGraphicFramePr>
          <p:nvPr/>
        </p:nvGraphicFramePr>
        <p:xfrm>
          <a:off x="8134350" y="504826"/>
          <a:ext cx="5461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90" name="Equation" r:id="rId6" imgW="218967" imgH="180941" progId="Equation.DSMT4">
                  <p:embed/>
                </p:oleObj>
              </mc:Choice>
              <mc:Fallback>
                <p:oleObj name="Equation" r:id="rId6" imgW="218967" imgH="180941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350" y="504826"/>
                        <a:ext cx="54610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0" name="Object 30"/>
          <p:cNvGraphicFramePr>
            <a:graphicFrameLocks noChangeAspect="1"/>
          </p:cNvGraphicFramePr>
          <p:nvPr/>
        </p:nvGraphicFramePr>
        <p:xfrm>
          <a:off x="9099550" y="628651"/>
          <a:ext cx="776288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91" name="Equation" r:id="rId8" imgW="323863" imgH="209414" progId="Equation.DSMT4">
                  <p:embed/>
                </p:oleObj>
              </mc:Choice>
              <mc:Fallback>
                <p:oleObj name="Equation" r:id="rId8" imgW="323863" imgH="209414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9550" y="628651"/>
                        <a:ext cx="776288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1" name="Object 31"/>
          <p:cNvGraphicFramePr>
            <a:graphicFrameLocks noChangeAspect="1"/>
          </p:cNvGraphicFramePr>
          <p:nvPr/>
        </p:nvGraphicFramePr>
        <p:xfrm>
          <a:off x="9250363" y="1301751"/>
          <a:ext cx="8048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92" name="Equation" r:id="rId10" imgW="333343" imgH="209414" progId="Equation.DSMT4">
                  <p:embed/>
                </p:oleObj>
              </mc:Choice>
              <mc:Fallback>
                <p:oleObj name="Equation" r:id="rId10" imgW="333343" imgH="209414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0363" y="1301751"/>
                        <a:ext cx="804862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2" name="Object 32"/>
          <p:cNvGraphicFramePr>
            <a:graphicFrameLocks noChangeAspect="1"/>
          </p:cNvGraphicFramePr>
          <p:nvPr/>
        </p:nvGraphicFramePr>
        <p:xfrm>
          <a:off x="9250363" y="1885951"/>
          <a:ext cx="8048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93" name="Equation" r:id="rId12" imgW="333343" imgH="209414" progId="Equation.DSMT4">
                  <p:embed/>
                </p:oleObj>
              </mc:Choice>
              <mc:Fallback>
                <p:oleObj name="Equation" r:id="rId12" imgW="333343" imgH="209414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0363" y="1885951"/>
                        <a:ext cx="804862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3" name="Object 33"/>
          <p:cNvGraphicFramePr>
            <a:graphicFrameLocks noChangeAspect="1"/>
          </p:cNvGraphicFramePr>
          <p:nvPr/>
        </p:nvGraphicFramePr>
        <p:xfrm>
          <a:off x="6683375" y="1228726"/>
          <a:ext cx="60325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94" name="Equation" r:id="rId14" imgW="247714" imgH="180941" progId="Equation.DSMT4">
                  <p:embed/>
                </p:oleObj>
              </mc:Choice>
              <mc:Fallback>
                <p:oleObj name="Equation" r:id="rId14" imgW="247714" imgH="180941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3375" y="1228726"/>
                        <a:ext cx="60325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4" name="Object 46"/>
          <p:cNvGraphicFramePr>
            <a:graphicFrameLocks noChangeAspect="1"/>
          </p:cNvGraphicFramePr>
          <p:nvPr/>
        </p:nvGraphicFramePr>
        <p:xfrm>
          <a:off x="3036888" y="3532189"/>
          <a:ext cx="2411412" cy="273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95" name="Equation" r:id="rId16" imgW="1047737" imgH="1190659" progId="Equation.DSMT4">
                  <p:embed/>
                </p:oleObj>
              </mc:Choice>
              <mc:Fallback>
                <p:oleObj name="Equation" r:id="rId16" imgW="1047737" imgH="1190659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6888" y="3532189"/>
                        <a:ext cx="2411412" cy="273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5" name="Text Box 47"/>
          <p:cNvSpPr txBox="1">
            <a:spLocks noChangeArrowheads="1"/>
          </p:cNvSpPr>
          <p:nvPr/>
        </p:nvSpPr>
        <p:spPr bwMode="auto">
          <a:xfrm>
            <a:off x="1727200" y="692151"/>
            <a:ext cx="541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串联阻抗不等于分立元件阻抗和</a:t>
            </a:r>
          </a:p>
        </p:txBody>
      </p:sp>
      <p:graphicFrame>
        <p:nvGraphicFramePr>
          <p:cNvPr id="54286" name="Object 48"/>
          <p:cNvGraphicFramePr>
            <a:graphicFrameLocks noChangeAspect="1"/>
          </p:cNvGraphicFramePr>
          <p:nvPr/>
        </p:nvGraphicFramePr>
        <p:xfrm>
          <a:off x="1974850" y="2403476"/>
          <a:ext cx="928688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96" name="Equation" r:id="rId18" imgW="476161" imgH="371373" progId="Equation.DSMT4">
                  <p:embed/>
                </p:oleObj>
              </mc:Choice>
              <mc:Fallback>
                <p:oleObj name="Equation" r:id="rId18" imgW="476161" imgH="371373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4850" y="2403476"/>
                        <a:ext cx="928688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7" name="Text Box 49"/>
          <p:cNvSpPr txBox="1">
            <a:spLocks noChangeArrowheads="1"/>
          </p:cNvSpPr>
          <p:nvPr/>
        </p:nvSpPr>
        <p:spPr bwMode="auto">
          <a:xfrm>
            <a:off x="1790700" y="3168651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位相差</a:t>
            </a:r>
          </a:p>
        </p:txBody>
      </p:sp>
      <p:graphicFrame>
        <p:nvGraphicFramePr>
          <p:cNvPr id="54288" name="Object 50"/>
          <p:cNvGraphicFramePr>
            <a:graphicFrameLocks noChangeAspect="1"/>
          </p:cNvGraphicFramePr>
          <p:nvPr/>
        </p:nvGraphicFramePr>
        <p:xfrm>
          <a:off x="1924051" y="1306513"/>
          <a:ext cx="410527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97" name="Equation" r:id="rId20" imgW="1800359" imgH="447607" progId="Equation.DSMT4">
                  <p:embed/>
                </p:oleObj>
              </mc:Choice>
              <mc:Fallback>
                <p:oleObj name="Equation" r:id="rId20" imgW="1800359" imgH="447607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1" y="1306513"/>
                        <a:ext cx="4105275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9" name="Text Box 51"/>
          <p:cNvSpPr txBox="1">
            <a:spLocks noChangeArrowheads="1"/>
          </p:cNvSpPr>
          <p:nvPr/>
        </p:nvSpPr>
        <p:spPr bwMode="auto">
          <a:xfrm>
            <a:off x="7531100" y="3257551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感性</a:t>
            </a:r>
          </a:p>
        </p:txBody>
      </p:sp>
      <p:sp>
        <p:nvSpPr>
          <p:cNvPr id="54290" name="Text Box 52"/>
          <p:cNvSpPr txBox="1">
            <a:spLocks noChangeArrowheads="1"/>
          </p:cNvSpPr>
          <p:nvPr/>
        </p:nvSpPr>
        <p:spPr bwMode="auto">
          <a:xfrm>
            <a:off x="7480300" y="4019551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容性</a:t>
            </a:r>
          </a:p>
        </p:txBody>
      </p:sp>
      <p:sp>
        <p:nvSpPr>
          <p:cNvPr id="54291" name="Text Box 53"/>
          <p:cNvSpPr txBox="1">
            <a:spLocks noChangeArrowheads="1"/>
          </p:cNvSpPr>
          <p:nvPr/>
        </p:nvSpPr>
        <p:spPr bwMode="auto">
          <a:xfrm>
            <a:off x="7404100" y="4730751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纯电阻性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1917700" y="158751"/>
            <a:ext cx="353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讨论：</a:t>
            </a:r>
          </a:p>
        </p:txBody>
      </p:sp>
      <p:grpSp>
        <p:nvGrpSpPr>
          <p:cNvPr id="56323" name="Group 3"/>
          <p:cNvGrpSpPr>
            <a:grpSpLocks/>
          </p:cNvGrpSpPr>
          <p:nvPr/>
        </p:nvGrpSpPr>
        <p:grpSpPr bwMode="auto">
          <a:xfrm>
            <a:off x="7315200" y="444500"/>
            <a:ext cx="1892300" cy="2171700"/>
            <a:chOff x="3648" y="280"/>
            <a:chExt cx="1192" cy="1368"/>
          </a:xfrm>
        </p:grpSpPr>
        <p:sp>
          <p:nvSpPr>
            <p:cNvPr id="56344" name="Line 4"/>
            <p:cNvSpPr>
              <a:spLocks noChangeShapeType="1"/>
            </p:cNvSpPr>
            <p:nvPr/>
          </p:nvSpPr>
          <p:spPr bwMode="auto">
            <a:xfrm>
              <a:off x="4736" y="1504"/>
              <a:ext cx="0" cy="13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56345" name="Group 5"/>
            <p:cNvGrpSpPr>
              <a:grpSpLocks/>
            </p:cNvGrpSpPr>
            <p:nvPr/>
          </p:nvGrpSpPr>
          <p:grpSpPr bwMode="auto">
            <a:xfrm>
              <a:off x="3648" y="280"/>
              <a:ext cx="1192" cy="1368"/>
              <a:chOff x="3872" y="384"/>
              <a:chExt cx="1192" cy="1368"/>
            </a:xfrm>
          </p:grpSpPr>
          <p:sp>
            <p:nvSpPr>
              <p:cNvPr id="56346" name="Freeform 6"/>
              <p:cNvSpPr>
                <a:spLocks/>
              </p:cNvSpPr>
              <p:nvPr/>
            </p:nvSpPr>
            <p:spPr bwMode="auto">
              <a:xfrm>
                <a:off x="4931" y="384"/>
                <a:ext cx="42" cy="504"/>
              </a:xfrm>
              <a:custGeom>
                <a:avLst/>
                <a:gdLst>
                  <a:gd name="T0" fmla="*/ 0 w 338"/>
                  <a:gd name="T1" fmla="*/ 0 h 1184"/>
                  <a:gd name="T2" fmla="*/ 0 w 338"/>
                  <a:gd name="T3" fmla="*/ 0 h 1184"/>
                  <a:gd name="T4" fmla="*/ 0 w 338"/>
                  <a:gd name="T5" fmla="*/ 0 h 1184"/>
                  <a:gd name="T6" fmla="*/ 0 w 338"/>
                  <a:gd name="T7" fmla="*/ 0 h 1184"/>
                  <a:gd name="T8" fmla="*/ 0 w 338"/>
                  <a:gd name="T9" fmla="*/ 0 h 1184"/>
                  <a:gd name="T10" fmla="*/ 0 w 338"/>
                  <a:gd name="T11" fmla="*/ 0 h 1184"/>
                  <a:gd name="T12" fmla="*/ 0 w 338"/>
                  <a:gd name="T13" fmla="*/ 0 h 1184"/>
                  <a:gd name="T14" fmla="*/ 0 w 338"/>
                  <a:gd name="T15" fmla="*/ 0 h 1184"/>
                  <a:gd name="T16" fmla="*/ 0 w 338"/>
                  <a:gd name="T17" fmla="*/ 0 h 1184"/>
                  <a:gd name="T18" fmla="*/ 0 w 338"/>
                  <a:gd name="T19" fmla="*/ 0 h 1184"/>
                  <a:gd name="T20" fmla="*/ 0 w 338"/>
                  <a:gd name="T21" fmla="*/ 0 h 1184"/>
                  <a:gd name="T22" fmla="*/ 0 w 338"/>
                  <a:gd name="T23" fmla="*/ 0 h 1184"/>
                  <a:gd name="T24" fmla="*/ 0 w 338"/>
                  <a:gd name="T25" fmla="*/ 0 h 1184"/>
                  <a:gd name="T26" fmla="*/ 0 w 338"/>
                  <a:gd name="T27" fmla="*/ 0 h 1184"/>
                  <a:gd name="T28" fmla="*/ 0 w 338"/>
                  <a:gd name="T29" fmla="*/ 0 h 1184"/>
                  <a:gd name="T30" fmla="*/ 0 w 338"/>
                  <a:gd name="T31" fmla="*/ 0 h 1184"/>
                  <a:gd name="T32" fmla="*/ 0 w 338"/>
                  <a:gd name="T33" fmla="*/ 0 h 1184"/>
                  <a:gd name="T34" fmla="*/ 0 w 338"/>
                  <a:gd name="T35" fmla="*/ 0 h 1184"/>
                  <a:gd name="T36" fmla="*/ 0 w 338"/>
                  <a:gd name="T37" fmla="*/ 0 h 1184"/>
                  <a:gd name="T38" fmla="*/ 0 w 338"/>
                  <a:gd name="T39" fmla="*/ 0 h 118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338"/>
                  <a:gd name="T61" fmla="*/ 0 h 1184"/>
                  <a:gd name="T62" fmla="*/ 338 w 338"/>
                  <a:gd name="T63" fmla="*/ 1184 h 118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338" h="1184">
                    <a:moveTo>
                      <a:pt x="165" y="0"/>
                    </a:moveTo>
                    <a:cubicBezTo>
                      <a:pt x="151" y="8"/>
                      <a:pt x="137" y="16"/>
                      <a:pt x="165" y="32"/>
                    </a:cubicBezTo>
                    <a:cubicBezTo>
                      <a:pt x="193" y="48"/>
                      <a:pt x="328" y="74"/>
                      <a:pt x="333" y="96"/>
                    </a:cubicBezTo>
                    <a:cubicBezTo>
                      <a:pt x="338" y="118"/>
                      <a:pt x="252" y="142"/>
                      <a:pt x="197" y="164"/>
                    </a:cubicBezTo>
                    <a:cubicBezTo>
                      <a:pt x="142" y="186"/>
                      <a:pt x="10" y="207"/>
                      <a:pt x="5" y="228"/>
                    </a:cubicBezTo>
                    <a:cubicBezTo>
                      <a:pt x="0" y="249"/>
                      <a:pt x="114" y="271"/>
                      <a:pt x="169" y="292"/>
                    </a:cubicBezTo>
                    <a:cubicBezTo>
                      <a:pt x="224" y="313"/>
                      <a:pt x="334" y="335"/>
                      <a:pt x="333" y="356"/>
                    </a:cubicBezTo>
                    <a:cubicBezTo>
                      <a:pt x="332" y="377"/>
                      <a:pt x="220" y="399"/>
                      <a:pt x="165" y="420"/>
                    </a:cubicBezTo>
                    <a:cubicBezTo>
                      <a:pt x="110" y="441"/>
                      <a:pt x="1" y="463"/>
                      <a:pt x="1" y="484"/>
                    </a:cubicBezTo>
                    <a:cubicBezTo>
                      <a:pt x="1" y="505"/>
                      <a:pt x="110" y="523"/>
                      <a:pt x="165" y="544"/>
                    </a:cubicBezTo>
                    <a:cubicBezTo>
                      <a:pt x="220" y="565"/>
                      <a:pt x="333" y="587"/>
                      <a:pt x="333" y="608"/>
                    </a:cubicBezTo>
                    <a:cubicBezTo>
                      <a:pt x="333" y="629"/>
                      <a:pt x="220" y="651"/>
                      <a:pt x="165" y="672"/>
                    </a:cubicBezTo>
                    <a:cubicBezTo>
                      <a:pt x="110" y="693"/>
                      <a:pt x="5" y="715"/>
                      <a:pt x="5" y="736"/>
                    </a:cubicBezTo>
                    <a:cubicBezTo>
                      <a:pt x="5" y="757"/>
                      <a:pt x="110" y="779"/>
                      <a:pt x="165" y="800"/>
                    </a:cubicBezTo>
                    <a:cubicBezTo>
                      <a:pt x="220" y="821"/>
                      <a:pt x="334" y="842"/>
                      <a:pt x="333" y="864"/>
                    </a:cubicBezTo>
                    <a:cubicBezTo>
                      <a:pt x="332" y="886"/>
                      <a:pt x="216" y="911"/>
                      <a:pt x="161" y="932"/>
                    </a:cubicBezTo>
                    <a:cubicBezTo>
                      <a:pt x="106" y="953"/>
                      <a:pt x="4" y="971"/>
                      <a:pt x="5" y="992"/>
                    </a:cubicBezTo>
                    <a:cubicBezTo>
                      <a:pt x="6" y="1013"/>
                      <a:pt x="110" y="1034"/>
                      <a:pt x="165" y="1056"/>
                    </a:cubicBezTo>
                    <a:cubicBezTo>
                      <a:pt x="220" y="1078"/>
                      <a:pt x="333" y="1103"/>
                      <a:pt x="333" y="1124"/>
                    </a:cubicBezTo>
                    <a:cubicBezTo>
                      <a:pt x="333" y="1145"/>
                      <a:pt x="193" y="1174"/>
                      <a:pt x="165" y="1184"/>
                    </a:cubicBezTo>
                  </a:path>
                </a:pathLst>
              </a:cu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6347" name="Line 7"/>
              <p:cNvSpPr>
                <a:spLocks noChangeShapeType="1"/>
              </p:cNvSpPr>
              <p:nvPr/>
            </p:nvSpPr>
            <p:spPr bwMode="auto">
              <a:xfrm>
                <a:off x="4952" y="888"/>
                <a:ext cx="0" cy="13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6348" name="Rectangle 8"/>
              <p:cNvSpPr>
                <a:spLocks noChangeArrowheads="1"/>
              </p:cNvSpPr>
              <p:nvPr/>
            </p:nvSpPr>
            <p:spPr bwMode="auto">
              <a:xfrm>
                <a:off x="4928" y="1288"/>
                <a:ext cx="64" cy="328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56349" name="Line 9"/>
              <p:cNvSpPr>
                <a:spLocks noChangeShapeType="1"/>
              </p:cNvSpPr>
              <p:nvPr/>
            </p:nvSpPr>
            <p:spPr bwMode="auto">
              <a:xfrm>
                <a:off x="4864" y="1040"/>
                <a:ext cx="200" cy="0"/>
              </a:xfrm>
              <a:prstGeom prst="line">
                <a:avLst/>
              </a:prstGeom>
              <a:noFill/>
              <a:ln w="5715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6350" name="Line 10"/>
              <p:cNvSpPr>
                <a:spLocks noChangeShapeType="1"/>
              </p:cNvSpPr>
              <p:nvPr/>
            </p:nvSpPr>
            <p:spPr bwMode="auto">
              <a:xfrm>
                <a:off x="4864" y="1136"/>
                <a:ext cx="200" cy="0"/>
              </a:xfrm>
              <a:prstGeom prst="line">
                <a:avLst/>
              </a:prstGeom>
              <a:noFill/>
              <a:ln w="5715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6351" name="Line 11"/>
              <p:cNvSpPr>
                <a:spLocks noChangeShapeType="1"/>
              </p:cNvSpPr>
              <p:nvPr/>
            </p:nvSpPr>
            <p:spPr bwMode="auto">
              <a:xfrm>
                <a:off x="4960" y="1152"/>
                <a:ext cx="0" cy="13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6352" name="Line 12"/>
              <p:cNvSpPr>
                <a:spLocks noChangeShapeType="1"/>
              </p:cNvSpPr>
              <p:nvPr/>
            </p:nvSpPr>
            <p:spPr bwMode="auto">
              <a:xfrm flipH="1">
                <a:off x="4024" y="1752"/>
                <a:ext cx="93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6353" name="Line 13"/>
              <p:cNvSpPr>
                <a:spLocks noChangeShapeType="1"/>
              </p:cNvSpPr>
              <p:nvPr/>
            </p:nvSpPr>
            <p:spPr bwMode="auto">
              <a:xfrm flipH="1">
                <a:off x="4568" y="1752"/>
                <a:ext cx="29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6354" name="Line 14"/>
              <p:cNvSpPr>
                <a:spLocks noChangeShapeType="1"/>
              </p:cNvSpPr>
              <p:nvPr/>
            </p:nvSpPr>
            <p:spPr bwMode="auto">
              <a:xfrm flipH="1">
                <a:off x="4008" y="384"/>
                <a:ext cx="93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6355" name="Line 15"/>
              <p:cNvSpPr>
                <a:spLocks noChangeShapeType="1"/>
              </p:cNvSpPr>
              <p:nvPr/>
            </p:nvSpPr>
            <p:spPr bwMode="auto">
              <a:xfrm>
                <a:off x="4272" y="384"/>
                <a:ext cx="368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6356" name="Line 16"/>
              <p:cNvSpPr>
                <a:spLocks noChangeShapeType="1"/>
              </p:cNvSpPr>
              <p:nvPr/>
            </p:nvSpPr>
            <p:spPr bwMode="auto">
              <a:xfrm>
                <a:off x="4008" y="384"/>
                <a:ext cx="0" cy="48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6357" name="Line 17"/>
              <p:cNvSpPr>
                <a:spLocks noChangeShapeType="1"/>
              </p:cNvSpPr>
              <p:nvPr/>
            </p:nvSpPr>
            <p:spPr bwMode="auto">
              <a:xfrm>
                <a:off x="4024" y="1256"/>
                <a:ext cx="0" cy="48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56358" name="Group 18"/>
              <p:cNvGrpSpPr>
                <a:grpSpLocks/>
              </p:cNvGrpSpPr>
              <p:nvPr/>
            </p:nvGrpSpPr>
            <p:grpSpPr bwMode="auto">
              <a:xfrm>
                <a:off x="3872" y="904"/>
                <a:ext cx="296" cy="248"/>
                <a:chOff x="3872" y="904"/>
                <a:chExt cx="296" cy="248"/>
              </a:xfrm>
            </p:grpSpPr>
            <p:sp>
              <p:nvSpPr>
                <p:cNvPr id="56359" name="Oval 19"/>
                <p:cNvSpPr>
                  <a:spLocks noChangeArrowheads="1"/>
                </p:cNvSpPr>
                <p:nvPr/>
              </p:nvSpPr>
              <p:spPr bwMode="auto">
                <a:xfrm>
                  <a:off x="3872" y="904"/>
                  <a:ext cx="296" cy="248"/>
                </a:xfrm>
                <a:prstGeom prst="ellipse">
                  <a:avLst/>
                </a:pr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/>
                </a:p>
              </p:txBody>
            </p:sp>
            <p:sp>
              <p:nvSpPr>
                <p:cNvPr id="56360" name="Freeform 20"/>
                <p:cNvSpPr>
                  <a:spLocks/>
                </p:cNvSpPr>
                <p:nvPr/>
              </p:nvSpPr>
              <p:spPr bwMode="auto">
                <a:xfrm>
                  <a:off x="3904" y="971"/>
                  <a:ext cx="224" cy="124"/>
                </a:xfrm>
                <a:custGeom>
                  <a:avLst/>
                  <a:gdLst>
                    <a:gd name="T0" fmla="*/ 0 w 224"/>
                    <a:gd name="T1" fmla="*/ 85 h 124"/>
                    <a:gd name="T2" fmla="*/ 40 w 224"/>
                    <a:gd name="T3" fmla="*/ 5 h 124"/>
                    <a:gd name="T4" fmla="*/ 88 w 224"/>
                    <a:gd name="T5" fmla="*/ 53 h 124"/>
                    <a:gd name="T6" fmla="*/ 144 w 224"/>
                    <a:gd name="T7" fmla="*/ 117 h 124"/>
                    <a:gd name="T8" fmla="*/ 200 w 224"/>
                    <a:gd name="T9" fmla="*/ 93 h 124"/>
                    <a:gd name="T10" fmla="*/ 224 w 224"/>
                    <a:gd name="T11" fmla="*/ 37 h 12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24"/>
                    <a:gd name="T19" fmla="*/ 0 h 124"/>
                    <a:gd name="T20" fmla="*/ 224 w 224"/>
                    <a:gd name="T21" fmla="*/ 124 h 124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24" h="124">
                      <a:moveTo>
                        <a:pt x="0" y="85"/>
                      </a:moveTo>
                      <a:cubicBezTo>
                        <a:pt x="12" y="47"/>
                        <a:pt x="25" y="10"/>
                        <a:pt x="40" y="5"/>
                      </a:cubicBezTo>
                      <a:cubicBezTo>
                        <a:pt x="55" y="0"/>
                        <a:pt x="71" y="34"/>
                        <a:pt x="88" y="53"/>
                      </a:cubicBezTo>
                      <a:cubicBezTo>
                        <a:pt x="105" y="72"/>
                        <a:pt x="126" y="110"/>
                        <a:pt x="144" y="117"/>
                      </a:cubicBezTo>
                      <a:cubicBezTo>
                        <a:pt x="162" y="124"/>
                        <a:pt x="187" y="106"/>
                        <a:pt x="200" y="93"/>
                      </a:cubicBezTo>
                      <a:cubicBezTo>
                        <a:pt x="213" y="80"/>
                        <a:pt x="220" y="46"/>
                        <a:pt x="224" y="37"/>
                      </a:cubicBezTo>
                    </a:path>
                  </a:pathLst>
                </a:cu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56324" name="Line 21"/>
          <p:cNvSpPr>
            <a:spLocks noChangeShapeType="1"/>
          </p:cNvSpPr>
          <p:nvPr/>
        </p:nvSpPr>
        <p:spPr bwMode="auto">
          <a:xfrm flipV="1">
            <a:off x="7950200" y="444500"/>
            <a:ext cx="0" cy="8763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325" name="Line 22"/>
          <p:cNvSpPr>
            <a:spLocks noChangeShapeType="1"/>
          </p:cNvSpPr>
          <p:nvPr/>
        </p:nvSpPr>
        <p:spPr bwMode="auto">
          <a:xfrm flipV="1">
            <a:off x="7962900" y="1727200"/>
            <a:ext cx="0" cy="8763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triangle" w="med" len="med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56326" name="Object 23"/>
          <p:cNvGraphicFramePr>
            <a:graphicFrameLocks noChangeAspect="1"/>
          </p:cNvGraphicFramePr>
          <p:nvPr/>
        </p:nvGraphicFramePr>
        <p:xfrm>
          <a:off x="7723189" y="1254126"/>
          <a:ext cx="6318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41" name="Equation" r:id="rId4" imgW="257194" imgH="180941" progId="Equation.DSMT4">
                  <p:embed/>
                </p:oleObj>
              </mc:Choice>
              <mc:Fallback>
                <p:oleObj name="Equation" r:id="rId4" imgW="257194" imgH="180941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3189" y="1254126"/>
                        <a:ext cx="631825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7" name="Object 24"/>
          <p:cNvGraphicFramePr>
            <a:graphicFrameLocks noChangeAspect="1"/>
          </p:cNvGraphicFramePr>
          <p:nvPr/>
        </p:nvGraphicFramePr>
        <p:xfrm>
          <a:off x="8134350" y="504826"/>
          <a:ext cx="5461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42" name="Equation" r:id="rId6" imgW="218967" imgH="180941" progId="Equation.DSMT4">
                  <p:embed/>
                </p:oleObj>
              </mc:Choice>
              <mc:Fallback>
                <p:oleObj name="Equation" r:id="rId6" imgW="218967" imgH="180941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350" y="504826"/>
                        <a:ext cx="54610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8" name="Object 25"/>
          <p:cNvGraphicFramePr>
            <a:graphicFrameLocks noChangeAspect="1"/>
          </p:cNvGraphicFramePr>
          <p:nvPr/>
        </p:nvGraphicFramePr>
        <p:xfrm>
          <a:off x="9099550" y="628651"/>
          <a:ext cx="776288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43" name="Equation" r:id="rId8" imgW="323863" imgH="209414" progId="Equation.DSMT4">
                  <p:embed/>
                </p:oleObj>
              </mc:Choice>
              <mc:Fallback>
                <p:oleObj name="Equation" r:id="rId8" imgW="323863" imgH="209414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9550" y="628651"/>
                        <a:ext cx="776288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9" name="Object 26"/>
          <p:cNvGraphicFramePr>
            <a:graphicFrameLocks noChangeAspect="1"/>
          </p:cNvGraphicFramePr>
          <p:nvPr/>
        </p:nvGraphicFramePr>
        <p:xfrm>
          <a:off x="9250363" y="1301751"/>
          <a:ext cx="8048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44" name="Equation" r:id="rId10" imgW="333343" imgH="209414" progId="Equation.DSMT4">
                  <p:embed/>
                </p:oleObj>
              </mc:Choice>
              <mc:Fallback>
                <p:oleObj name="Equation" r:id="rId10" imgW="333343" imgH="209414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0363" y="1301751"/>
                        <a:ext cx="804862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0" name="Object 27"/>
          <p:cNvGraphicFramePr>
            <a:graphicFrameLocks noChangeAspect="1"/>
          </p:cNvGraphicFramePr>
          <p:nvPr/>
        </p:nvGraphicFramePr>
        <p:xfrm>
          <a:off x="9250363" y="1885951"/>
          <a:ext cx="8048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45" name="Equation" r:id="rId12" imgW="333343" imgH="209414" progId="Equation.DSMT4">
                  <p:embed/>
                </p:oleObj>
              </mc:Choice>
              <mc:Fallback>
                <p:oleObj name="Equation" r:id="rId12" imgW="333343" imgH="209414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0363" y="1885951"/>
                        <a:ext cx="804862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1" name="Object 28"/>
          <p:cNvGraphicFramePr>
            <a:graphicFrameLocks noChangeAspect="1"/>
          </p:cNvGraphicFramePr>
          <p:nvPr/>
        </p:nvGraphicFramePr>
        <p:xfrm>
          <a:off x="6683375" y="1228726"/>
          <a:ext cx="60325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46" name="Equation" r:id="rId14" imgW="247714" imgH="180941" progId="Equation.DSMT4">
                  <p:embed/>
                </p:oleObj>
              </mc:Choice>
              <mc:Fallback>
                <p:oleObj name="Equation" r:id="rId14" imgW="247714" imgH="180941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3375" y="1228726"/>
                        <a:ext cx="60325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2" name="Text Box 30"/>
          <p:cNvSpPr txBox="1">
            <a:spLocks noChangeArrowheads="1"/>
          </p:cNvSpPr>
          <p:nvPr/>
        </p:nvSpPr>
        <p:spPr bwMode="auto">
          <a:xfrm>
            <a:off x="1727200" y="692151"/>
            <a:ext cx="2095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串联共振</a:t>
            </a:r>
          </a:p>
        </p:txBody>
      </p:sp>
      <p:graphicFrame>
        <p:nvGraphicFramePr>
          <p:cNvPr id="56333" name="Object 33"/>
          <p:cNvGraphicFramePr>
            <a:graphicFrameLocks noChangeAspect="1"/>
          </p:cNvGraphicFramePr>
          <p:nvPr/>
        </p:nvGraphicFramePr>
        <p:xfrm>
          <a:off x="1814514" y="1270000"/>
          <a:ext cx="4503737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47" name="Equation" r:id="rId16" imgW="2257559" imgH="600075" progId="Equation.DSMT4">
                  <p:embed/>
                </p:oleObj>
              </mc:Choice>
              <mc:Fallback>
                <p:oleObj name="Equation" r:id="rId16" imgW="2257559" imgH="600075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4514" y="1270000"/>
                        <a:ext cx="4503737" cy="123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4" name="Text Box 34"/>
          <p:cNvSpPr txBox="1">
            <a:spLocks noChangeArrowheads="1"/>
          </p:cNvSpPr>
          <p:nvPr/>
        </p:nvSpPr>
        <p:spPr bwMode="auto">
          <a:xfrm>
            <a:off x="1841500" y="4006851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特征：</a:t>
            </a:r>
          </a:p>
        </p:txBody>
      </p:sp>
      <p:graphicFrame>
        <p:nvGraphicFramePr>
          <p:cNvPr id="56335" name="Object 37"/>
          <p:cNvGraphicFramePr>
            <a:graphicFrameLocks noChangeAspect="1"/>
          </p:cNvGraphicFramePr>
          <p:nvPr/>
        </p:nvGraphicFramePr>
        <p:xfrm>
          <a:off x="1989139" y="2779714"/>
          <a:ext cx="1233487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48" name="Equation" r:id="rId18" imgW="600018" imgH="371373" progId="Equation.DSMT4">
                  <p:embed/>
                </p:oleObj>
              </mc:Choice>
              <mc:Fallback>
                <p:oleObj name="Equation" r:id="rId18" imgW="600018" imgH="371373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139" y="2779714"/>
                        <a:ext cx="1233487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6" name="Object 38"/>
          <p:cNvGraphicFramePr>
            <a:graphicFrameLocks noChangeAspect="1"/>
          </p:cNvGraphicFramePr>
          <p:nvPr/>
        </p:nvGraphicFramePr>
        <p:xfrm>
          <a:off x="3309939" y="2741614"/>
          <a:ext cx="1284287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49" name="Equation" r:id="rId20" imgW="628765" imgH="428625" progId="Equation.DSMT4">
                  <p:embed/>
                </p:oleObj>
              </mc:Choice>
              <mc:Fallback>
                <p:oleObj name="Equation" r:id="rId20" imgW="628765" imgH="428625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9939" y="2741614"/>
                        <a:ext cx="1284287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7" name="Object 39"/>
          <p:cNvGraphicFramePr>
            <a:graphicFrameLocks noChangeAspect="1"/>
          </p:cNvGraphicFramePr>
          <p:nvPr/>
        </p:nvGraphicFramePr>
        <p:xfrm>
          <a:off x="4987926" y="2805114"/>
          <a:ext cx="1712913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50" name="Equation" r:id="rId22" imgW="847731" imgH="428625" progId="Equation.DSMT4">
                  <p:embed/>
                </p:oleObj>
              </mc:Choice>
              <mc:Fallback>
                <p:oleObj name="Equation" r:id="rId22" imgW="847731" imgH="428625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7926" y="2805114"/>
                        <a:ext cx="1712913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8" name="Object 40"/>
          <p:cNvGraphicFramePr>
            <a:graphicFrameLocks noChangeAspect="1"/>
          </p:cNvGraphicFramePr>
          <p:nvPr/>
        </p:nvGraphicFramePr>
        <p:xfrm>
          <a:off x="3181351" y="4098926"/>
          <a:ext cx="1109663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51" name="Equation" r:id="rId24" imgW="542829" imgH="209414" progId="Equation.DSMT4">
                  <p:embed/>
                </p:oleObj>
              </mc:Choice>
              <mc:Fallback>
                <p:oleObj name="Equation" r:id="rId24" imgW="542829" imgH="209414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351" y="4098926"/>
                        <a:ext cx="1109663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9" name="Object 41"/>
          <p:cNvGraphicFramePr>
            <a:graphicFrameLocks noChangeAspect="1"/>
          </p:cNvGraphicFramePr>
          <p:nvPr/>
        </p:nvGraphicFramePr>
        <p:xfrm>
          <a:off x="4641851" y="4098926"/>
          <a:ext cx="1033463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52" name="Equation" r:id="rId26" imgW="504908" imgH="209414" progId="Equation.DSMT4">
                  <p:embed/>
                </p:oleObj>
              </mc:Choice>
              <mc:Fallback>
                <p:oleObj name="Equation" r:id="rId26" imgW="504908" imgH="209414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1851" y="4098926"/>
                        <a:ext cx="1033463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40" name="Text Box 42"/>
          <p:cNvSpPr txBox="1">
            <a:spLocks noChangeArrowheads="1"/>
          </p:cNvSpPr>
          <p:nvPr/>
        </p:nvSpPr>
        <p:spPr bwMode="auto">
          <a:xfrm>
            <a:off x="1803400" y="5784851"/>
            <a:ext cx="2019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电压共振</a:t>
            </a:r>
          </a:p>
        </p:txBody>
      </p:sp>
      <p:graphicFrame>
        <p:nvGraphicFramePr>
          <p:cNvPr id="56341" name="Object 43"/>
          <p:cNvGraphicFramePr>
            <a:graphicFrameLocks noChangeAspect="1"/>
          </p:cNvGraphicFramePr>
          <p:nvPr/>
        </p:nvGraphicFramePr>
        <p:xfrm>
          <a:off x="3894139" y="4710113"/>
          <a:ext cx="1387475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53" name="Equation" r:id="rId28" imgW="676167" imgH="428625" progId="Equation.DSMT4">
                  <p:embed/>
                </p:oleObj>
              </mc:Choice>
              <mc:Fallback>
                <p:oleObj name="Equation" r:id="rId28" imgW="676167" imgH="428625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4139" y="4710113"/>
                        <a:ext cx="1387475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2" name="Object 44"/>
          <p:cNvGraphicFramePr>
            <a:graphicFrameLocks noChangeAspect="1"/>
          </p:cNvGraphicFramePr>
          <p:nvPr/>
        </p:nvGraphicFramePr>
        <p:xfrm>
          <a:off x="6272214" y="4975226"/>
          <a:ext cx="21431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54" name="Equation" r:id="rId30" imgW="1057218" imgH="209414" progId="Equation.DSMT4">
                  <p:embed/>
                </p:oleObj>
              </mc:Choice>
              <mc:Fallback>
                <p:oleObj name="Equation" r:id="rId30" imgW="1057218" imgH="209414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2214" y="4975226"/>
                        <a:ext cx="21431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43" name="Text Box 45"/>
          <p:cNvSpPr txBox="1">
            <a:spLocks noChangeArrowheads="1"/>
          </p:cNvSpPr>
          <p:nvPr/>
        </p:nvSpPr>
        <p:spPr bwMode="auto">
          <a:xfrm>
            <a:off x="1739900" y="4857751"/>
            <a:ext cx="2019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品质因数：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1917700" y="158751"/>
            <a:ext cx="353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讨论：</a:t>
            </a:r>
          </a:p>
        </p:txBody>
      </p:sp>
      <p:sp>
        <p:nvSpPr>
          <p:cNvPr id="58371" name="Text Box 29"/>
          <p:cNvSpPr txBox="1">
            <a:spLocks noChangeArrowheads="1"/>
          </p:cNvSpPr>
          <p:nvPr/>
        </p:nvSpPr>
        <p:spPr bwMode="auto">
          <a:xfrm>
            <a:off x="1790700" y="1276351"/>
            <a:ext cx="2095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FF"/>
                </a:solidFill>
              </a:rPr>
              <a:t>Q</a:t>
            </a:r>
            <a:r>
              <a:rPr lang="zh-CN" altLang="en-US" sz="2800">
                <a:solidFill>
                  <a:srgbClr val="0000FF"/>
                </a:solidFill>
              </a:rPr>
              <a:t>值意义</a:t>
            </a:r>
          </a:p>
        </p:txBody>
      </p:sp>
      <p:graphicFrame>
        <p:nvGraphicFramePr>
          <p:cNvPr id="58372" name="Object 35"/>
          <p:cNvGraphicFramePr>
            <a:graphicFrameLocks noChangeAspect="1"/>
          </p:cNvGraphicFramePr>
          <p:nvPr/>
        </p:nvGraphicFramePr>
        <p:xfrm>
          <a:off x="1979614" y="2487613"/>
          <a:ext cx="2497137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81" name="Equation" r:id="rId4" imgW="1238263" imgH="371373" progId="Equation.DSMT4">
                  <p:embed/>
                </p:oleObj>
              </mc:Choice>
              <mc:Fallback>
                <p:oleObj name="Equation" r:id="rId4" imgW="1238263" imgH="371373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4" y="2487613"/>
                        <a:ext cx="2497137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3" name="Object 36"/>
          <p:cNvGraphicFramePr>
            <a:graphicFrameLocks noChangeAspect="1"/>
          </p:cNvGraphicFramePr>
          <p:nvPr/>
        </p:nvGraphicFramePr>
        <p:xfrm>
          <a:off x="2090739" y="3338514"/>
          <a:ext cx="1387475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82" name="Equation" r:id="rId6" imgW="676167" imgH="400152" progId="Equation.DSMT4">
                  <p:embed/>
                </p:oleObj>
              </mc:Choice>
              <mc:Fallback>
                <p:oleObj name="Equation" r:id="rId6" imgW="676167" imgH="400152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0739" y="3338514"/>
                        <a:ext cx="1387475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4" name="Object 38"/>
          <p:cNvGraphicFramePr>
            <a:graphicFrameLocks noChangeAspect="1"/>
          </p:cNvGraphicFramePr>
          <p:nvPr/>
        </p:nvGraphicFramePr>
        <p:xfrm>
          <a:off x="1938339" y="4441826"/>
          <a:ext cx="13874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83" name="Equation" r:id="rId8" imgW="676167" imgH="219211" progId="Equation.DSMT4">
                  <p:embed/>
                </p:oleObj>
              </mc:Choice>
              <mc:Fallback>
                <p:oleObj name="Equation" r:id="rId8" imgW="676167" imgH="219211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8339" y="4441826"/>
                        <a:ext cx="138747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5" name="Object 39"/>
          <p:cNvGraphicFramePr>
            <a:graphicFrameLocks noChangeAspect="1"/>
          </p:cNvGraphicFramePr>
          <p:nvPr/>
        </p:nvGraphicFramePr>
        <p:xfrm>
          <a:off x="2146300" y="5205413"/>
          <a:ext cx="2725738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84" name="Equation" r:id="rId10" imgW="1352639" imgH="447607" progId="Equation.DSMT4">
                  <p:embed/>
                </p:oleObj>
              </mc:Choice>
              <mc:Fallback>
                <p:oleObj name="Equation" r:id="rId10" imgW="1352639" imgH="447607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300" y="5205413"/>
                        <a:ext cx="2725738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6" name="Text Box 41"/>
          <p:cNvSpPr txBox="1">
            <a:spLocks noChangeArrowheads="1"/>
          </p:cNvSpPr>
          <p:nvPr/>
        </p:nvSpPr>
        <p:spPr bwMode="auto">
          <a:xfrm>
            <a:off x="4025900" y="374651"/>
            <a:ext cx="6299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dirty="0">
                <a:solidFill>
                  <a:srgbClr val="0000FF"/>
                </a:solidFill>
              </a:rPr>
              <a:t>共振时电感、电容两端电压比电源电动势增大的倍数</a:t>
            </a:r>
          </a:p>
        </p:txBody>
      </p:sp>
      <p:sp>
        <p:nvSpPr>
          <p:cNvPr id="58377" name="Text Box 42"/>
          <p:cNvSpPr txBox="1">
            <a:spLocks noChangeArrowheads="1"/>
          </p:cNvSpPr>
          <p:nvPr/>
        </p:nvSpPr>
        <p:spPr bwMode="auto">
          <a:xfrm>
            <a:off x="3937000" y="1123950"/>
            <a:ext cx="6299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dirty="0">
                <a:solidFill>
                  <a:srgbClr val="0000FF"/>
                </a:solidFill>
              </a:rPr>
              <a:t>谐振电路中储存能量和每个周期消耗能量之比的</a:t>
            </a:r>
            <a:r>
              <a:rPr lang="en-US" altLang="zh-CN" sz="2000" dirty="0">
                <a:solidFill>
                  <a:srgbClr val="0000FF"/>
                </a:solidFill>
              </a:rPr>
              <a:t>2</a:t>
            </a:r>
            <a:r>
              <a:rPr lang="el-GR" altLang="zh-CN" sz="2000" b="1" dirty="0">
                <a:solidFill>
                  <a:srgbClr val="0000FF"/>
                </a:solidFill>
              </a:rPr>
              <a:t>π</a:t>
            </a:r>
            <a:r>
              <a:rPr lang="zh-CN" altLang="en-US" sz="2000" dirty="0">
                <a:solidFill>
                  <a:srgbClr val="0000FF"/>
                </a:solidFill>
              </a:rPr>
              <a:t>倍</a:t>
            </a:r>
          </a:p>
        </p:txBody>
      </p:sp>
      <p:sp>
        <p:nvSpPr>
          <p:cNvPr id="58378" name="Text Box 43"/>
          <p:cNvSpPr txBox="1">
            <a:spLocks noChangeArrowheads="1"/>
          </p:cNvSpPr>
          <p:nvPr/>
        </p:nvSpPr>
        <p:spPr bwMode="auto">
          <a:xfrm>
            <a:off x="3949700" y="2000251"/>
            <a:ext cx="6299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</a:rPr>
              <a:t>Q</a:t>
            </a:r>
            <a:r>
              <a:rPr lang="zh-CN" altLang="en-US" sz="2000" dirty="0">
                <a:solidFill>
                  <a:srgbClr val="0000FF"/>
                </a:solidFill>
              </a:rPr>
              <a:t>值越大，电路选择性越好</a:t>
            </a:r>
          </a:p>
        </p:txBody>
      </p:sp>
      <p:sp>
        <p:nvSpPr>
          <p:cNvPr id="58379" name="AutoShape 44"/>
          <p:cNvSpPr>
            <a:spLocks/>
          </p:cNvSpPr>
          <p:nvPr/>
        </p:nvSpPr>
        <p:spPr bwMode="auto">
          <a:xfrm>
            <a:off x="3898900" y="520700"/>
            <a:ext cx="88900" cy="1727200"/>
          </a:xfrm>
          <a:prstGeom prst="leftBrace">
            <a:avLst>
              <a:gd name="adj1" fmla="val 161905"/>
              <a:gd name="adj2" fmla="val 50000"/>
            </a:avLst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aphicFrame>
        <p:nvGraphicFramePr>
          <p:cNvPr id="58380" name="Object 45"/>
          <p:cNvGraphicFramePr>
            <a:graphicFrameLocks noChangeAspect="1"/>
          </p:cNvGraphicFramePr>
          <p:nvPr/>
        </p:nvGraphicFramePr>
        <p:xfrm>
          <a:off x="5160964" y="2527301"/>
          <a:ext cx="4338637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85" name="Equation" r:id="rId12" imgW="2162143" imgH="409643" progId="Equation.DSMT4">
                  <p:embed/>
                </p:oleObj>
              </mc:Choice>
              <mc:Fallback>
                <p:oleObj name="Equation" r:id="rId12" imgW="2162143" imgH="409643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0964" y="2527301"/>
                        <a:ext cx="4338637" cy="855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Text Box 88"/>
          <p:cNvSpPr txBox="1">
            <a:spLocks noChangeArrowheads="1"/>
          </p:cNvSpPr>
          <p:nvPr/>
        </p:nvSpPr>
        <p:spPr bwMode="gray">
          <a:xfrm>
            <a:off x="5323899" y="587400"/>
            <a:ext cx="5362575" cy="500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ts val="3600"/>
              </a:lnSpc>
              <a:defRPr/>
            </a:pPr>
            <a:r>
              <a:rPr kumimoji="0" lang="zh-CN" altLang="en-US" sz="2800" b="1" dirty="0">
                <a:solidFill>
                  <a:prstClr val="white"/>
                </a:solidFill>
                <a:latin typeface="黑体" panose="02010609060101010101" pitchFamily="49" charset="-122"/>
              </a:rPr>
              <a:t>实验原理</a:t>
            </a:r>
            <a:endParaRPr kumimoji="0" lang="en-US" altLang="zh-CN" sz="2800" b="1" dirty="0">
              <a:solidFill>
                <a:prstClr val="white"/>
              </a:solidFill>
              <a:latin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>
              <a:xfrm>
                <a:off x="1932923" y="883154"/>
                <a:ext cx="3785706" cy="5725465"/>
              </a:xfrm>
            </p:spPr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RLC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串联</a:t>
                </a:r>
                <a:r>
                  <a:rPr lang="zh-CN" altLang="en-US" dirty="0"/>
                  <a:t>谐振电路的特性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 lvl="1">
                  <a:lnSpc>
                    <a:spcPct val="150000"/>
                  </a:lnSpc>
                </a:pPr>
                <a:r>
                  <a:rPr lang="zh-CN" altLang="en-US" dirty="0"/>
                  <a:t>总阻抗随信号源频率的变化而变化（有极小值）</a:t>
                </a:r>
                <a:endParaRPr lang="en-US" altLang="zh-CN" dirty="0"/>
              </a:p>
              <a:p>
                <a:pPr lvl="1">
                  <a:lnSpc>
                    <a:spcPct val="150000"/>
                  </a:lnSpc>
                </a:pPr>
                <a:endParaRPr lang="en-US" altLang="zh-CN" dirty="0"/>
              </a:p>
              <a:p>
                <a:pPr lvl="1">
                  <a:lnSpc>
                    <a:spcPct val="150000"/>
                  </a:lnSpc>
                </a:pPr>
                <a:r>
                  <a:rPr lang="zh-CN" altLang="en-US" dirty="0"/>
                  <a:t>回路电流随信号源频率的变化而变化（有极大值）。电路中电阻</a:t>
                </a:r>
                <a:r>
                  <a:rPr lang="en-US" altLang="zh-CN" dirty="0"/>
                  <a:t>R</a:t>
                </a:r>
                <a:r>
                  <a:rPr lang="zh-CN" altLang="en-US" dirty="0"/>
                  <a:t>的大小不同，曲线的形状的不同</a:t>
                </a:r>
                <a:endParaRPr lang="en-US" altLang="zh-CN" dirty="0"/>
              </a:p>
              <a:p>
                <a:pPr lvl="1">
                  <a:lnSpc>
                    <a:spcPct val="150000"/>
                  </a:lnSpc>
                </a:pPr>
                <a:endParaRPr lang="en-US" altLang="zh-CN" dirty="0"/>
              </a:p>
              <a:p>
                <a:pPr lvl="1">
                  <a:lnSpc>
                    <a:spcPct val="150000"/>
                  </a:lnSpc>
                </a:pPr>
                <a:r>
                  <a:rPr lang="zh-CN" altLang="en-US" dirty="0"/>
                  <a:t>回路电流与信号源输出电压之间的位相差，随信号源频率的变化而变化（从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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到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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1"/>
                <a:endParaRPr lang="en-US" altLang="zh-CN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32923" y="883154"/>
                <a:ext cx="3785706" cy="5725465"/>
              </a:xfrm>
              <a:blipFill>
                <a:blip r:embed="rId2"/>
                <a:stretch>
                  <a:fillRect l="-1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6279" y="719150"/>
            <a:ext cx="3001049" cy="6001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" name="直接箭头连接符 3"/>
          <p:cNvCxnSpPr/>
          <p:nvPr/>
        </p:nvCxnSpPr>
        <p:spPr>
          <a:xfrm flipV="1">
            <a:off x="4702911" y="1726508"/>
            <a:ext cx="2808232" cy="813493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4920343" y="3485048"/>
            <a:ext cx="2590800" cy="470094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V="1">
            <a:off x="5323899" y="5427995"/>
            <a:ext cx="2187245" cy="640296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32440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2"/>
          <p:cNvSpPr txBox="1">
            <a:spLocks noChangeArrowheads="1"/>
          </p:cNvSpPr>
          <p:nvPr/>
        </p:nvSpPr>
        <p:spPr bwMode="auto">
          <a:xfrm>
            <a:off x="1917700" y="158751"/>
            <a:ext cx="353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并联谐振电路</a:t>
            </a:r>
          </a:p>
        </p:txBody>
      </p:sp>
      <p:graphicFrame>
        <p:nvGraphicFramePr>
          <p:cNvPr id="60419" name="Object 4"/>
          <p:cNvGraphicFramePr>
            <a:graphicFrameLocks noChangeAspect="1"/>
          </p:cNvGraphicFramePr>
          <p:nvPr/>
        </p:nvGraphicFramePr>
        <p:xfrm>
          <a:off x="2009775" y="736601"/>
          <a:ext cx="3530600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45" name="Equation" r:id="rId4" imgW="1762131" imgH="590584" progId="Equation.DSMT4">
                  <p:embed/>
                </p:oleObj>
              </mc:Choice>
              <mc:Fallback>
                <p:oleObj name="Equation" r:id="rId4" imgW="1762131" imgH="590584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9775" y="736601"/>
                        <a:ext cx="3530600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0" name="Object 5"/>
          <p:cNvGraphicFramePr>
            <a:graphicFrameLocks noChangeAspect="1"/>
          </p:cNvGraphicFramePr>
          <p:nvPr/>
        </p:nvGraphicFramePr>
        <p:xfrm>
          <a:off x="2163763" y="2284414"/>
          <a:ext cx="3986212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46" name="Equation" r:id="rId6" imgW="1990578" imgH="485877" progId="Equation.DSMT4">
                  <p:embed/>
                </p:oleObj>
              </mc:Choice>
              <mc:Fallback>
                <p:oleObj name="Equation" r:id="rId6" imgW="1990578" imgH="485877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3763" y="2284414"/>
                        <a:ext cx="3986212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1" name="Object 6"/>
          <p:cNvGraphicFramePr>
            <a:graphicFrameLocks noChangeAspect="1"/>
          </p:cNvGraphicFramePr>
          <p:nvPr/>
        </p:nvGraphicFramePr>
        <p:xfrm>
          <a:off x="5294314" y="4938713"/>
          <a:ext cx="2320925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47" name="Equation" r:id="rId8" imgW="1152633" imgH="485877" progId="Equation.DSMT4">
                  <p:embed/>
                </p:oleObj>
              </mc:Choice>
              <mc:Fallback>
                <p:oleObj name="Equation" r:id="rId8" imgW="1152633" imgH="485877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4314" y="4938713"/>
                        <a:ext cx="2320925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2" name="Line 14"/>
          <p:cNvSpPr>
            <a:spLocks noChangeShapeType="1"/>
          </p:cNvSpPr>
          <p:nvPr/>
        </p:nvSpPr>
        <p:spPr bwMode="auto">
          <a:xfrm rot="16200000">
            <a:off x="9226550" y="639763"/>
            <a:ext cx="0" cy="2159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0423" name="Freeform 16"/>
          <p:cNvSpPr>
            <a:spLocks/>
          </p:cNvSpPr>
          <p:nvPr/>
        </p:nvSpPr>
        <p:spPr bwMode="auto">
          <a:xfrm rot="16200000">
            <a:off x="7542213" y="360363"/>
            <a:ext cx="66675" cy="800100"/>
          </a:xfrm>
          <a:custGeom>
            <a:avLst/>
            <a:gdLst>
              <a:gd name="T0" fmla="*/ 2147483646 w 338"/>
              <a:gd name="T1" fmla="*/ 0 h 1184"/>
              <a:gd name="T2" fmla="*/ 2147483646 w 338"/>
              <a:gd name="T3" fmla="*/ 2147483646 h 1184"/>
              <a:gd name="T4" fmla="*/ 2147483646 w 338"/>
              <a:gd name="T5" fmla="*/ 2147483646 h 1184"/>
              <a:gd name="T6" fmla="*/ 2147483646 w 338"/>
              <a:gd name="T7" fmla="*/ 2147483646 h 1184"/>
              <a:gd name="T8" fmla="*/ 2147483646 w 338"/>
              <a:gd name="T9" fmla="*/ 2147483646 h 1184"/>
              <a:gd name="T10" fmla="*/ 2147483646 w 338"/>
              <a:gd name="T11" fmla="*/ 2147483646 h 1184"/>
              <a:gd name="T12" fmla="*/ 2147483646 w 338"/>
              <a:gd name="T13" fmla="*/ 2147483646 h 1184"/>
              <a:gd name="T14" fmla="*/ 2147483646 w 338"/>
              <a:gd name="T15" fmla="*/ 2147483646 h 1184"/>
              <a:gd name="T16" fmla="*/ 2147483646 w 338"/>
              <a:gd name="T17" fmla="*/ 2147483646 h 1184"/>
              <a:gd name="T18" fmla="*/ 2147483646 w 338"/>
              <a:gd name="T19" fmla="*/ 2147483646 h 1184"/>
              <a:gd name="T20" fmla="*/ 2147483646 w 338"/>
              <a:gd name="T21" fmla="*/ 2147483646 h 1184"/>
              <a:gd name="T22" fmla="*/ 2147483646 w 338"/>
              <a:gd name="T23" fmla="*/ 2147483646 h 1184"/>
              <a:gd name="T24" fmla="*/ 2147483646 w 338"/>
              <a:gd name="T25" fmla="*/ 2147483646 h 1184"/>
              <a:gd name="T26" fmla="*/ 2147483646 w 338"/>
              <a:gd name="T27" fmla="*/ 2147483646 h 1184"/>
              <a:gd name="T28" fmla="*/ 2147483646 w 338"/>
              <a:gd name="T29" fmla="*/ 2147483646 h 1184"/>
              <a:gd name="T30" fmla="*/ 2147483646 w 338"/>
              <a:gd name="T31" fmla="*/ 2147483646 h 1184"/>
              <a:gd name="T32" fmla="*/ 2147483646 w 338"/>
              <a:gd name="T33" fmla="*/ 2147483646 h 1184"/>
              <a:gd name="T34" fmla="*/ 2147483646 w 338"/>
              <a:gd name="T35" fmla="*/ 2147483646 h 1184"/>
              <a:gd name="T36" fmla="*/ 2147483646 w 338"/>
              <a:gd name="T37" fmla="*/ 2147483646 h 1184"/>
              <a:gd name="T38" fmla="*/ 2147483646 w 338"/>
              <a:gd name="T39" fmla="*/ 2147483646 h 1184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338"/>
              <a:gd name="T61" fmla="*/ 0 h 1184"/>
              <a:gd name="T62" fmla="*/ 338 w 338"/>
              <a:gd name="T63" fmla="*/ 1184 h 1184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338" h="1184">
                <a:moveTo>
                  <a:pt x="165" y="0"/>
                </a:moveTo>
                <a:cubicBezTo>
                  <a:pt x="151" y="8"/>
                  <a:pt x="137" y="16"/>
                  <a:pt x="165" y="32"/>
                </a:cubicBezTo>
                <a:cubicBezTo>
                  <a:pt x="193" y="48"/>
                  <a:pt x="328" y="74"/>
                  <a:pt x="333" y="96"/>
                </a:cubicBezTo>
                <a:cubicBezTo>
                  <a:pt x="338" y="118"/>
                  <a:pt x="252" y="142"/>
                  <a:pt x="197" y="164"/>
                </a:cubicBezTo>
                <a:cubicBezTo>
                  <a:pt x="142" y="186"/>
                  <a:pt x="10" y="207"/>
                  <a:pt x="5" y="228"/>
                </a:cubicBezTo>
                <a:cubicBezTo>
                  <a:pt x="0" y="249"/>
                  <a:pt x="114" y="271"/>
                  <a:pt x="169" y="292"/>
                </a:cubicBezTo>
                <a:cubicBezTo>
                  <a:pt x="224" y="313"/>
                  <a:pt x="334" y="335"/>
                  <a:pt x="333" y="356"/>
                </a:cubicBezTo>
                <a:cubicBezTo>
                  <a:pt x="332" y="377"/>
                  <a:pt x="220" y="399"/>
                  <a:pt x="165" y="420"/>
                </a:cubicBezTo>
                <a:cubicBezTo>
                  <a:pt x="110" y="441"/>
                  <a:pt x="1" y="463"/>
                  <a:pt x="1" y="484"/>
                </a:cubicBezTo>
                <a:cubicBezTo>
                  <a:pt x="1" y="505"/>
                  <a:pt x="110" y="523"/>
                  <a:pt x="165" y="544"/>
                </a:cubicBezTo>
                <a:cubicBezTo>
                  <a:pt x="220" y="565"/>
                  <a:pt x="333" y="587"/>
                  <a:pt x="333" y="608"/>
                </a:cubicBezTo>
                <a:cubicBezTo>
                  <a:pt x="333" y="629"/>
                  <a:pt x="220" y="651"/>
                  <a:pt x="165" y="672"/>
                </a:cubicBezTo>
                <a:cubicBezTo>
                  <a:pt x="110" y="693"/>
                  <a:pt x="5" y="715"/>
                  <a:pt x="5" y="736"/>
                </a:cubicBezTo>
                <a:cubicBezTo>
                  <a:pt x="5" y="757"/>
                  <a:pt x="110" y="779"/>
                  <a:pt x="165" y="800"/>
                </a:cubicBezTo>
                <a:cubicBezTo>
                  <a:pt x="220" y="821"/>
                  <a:pt x="334" y="842"/>
                  <a:pt x="333" y="864"/>
                </a:cubicBezTo>
                <a:cubicBezTo>
                  <a:pt x="332" y="886"/>
                  <a:pt x="216" y="911"/>
                  <a:pt x="161" y="932"/>
                </a:cubicBezTo>
                <a:cubicBezTo>
                  <a:pt x="106" y="953"/>
                  <a:pt x="4" y="971"/>
                  <a:pt x="5" y="992"/>
                </a:cubicBezTo>
                <a:cubicBezTo>
                  <a:pt x="6" y="1013"/>
                  <a:pt x="110" y="1034"/>
                  <a:pt x="165" y="1056"/>
                </a:cubicBezTo>
                <a:cubicBezTo>
                  <a:pt x="220" y="1078"/>
                  <a:pt x="333" y="1103"/>
                  <a:pt x="333" y="1124"/>
                </a:cubicBezTo>
                <a:cubicBezTo>
                  <a:pt x="333" y="1145"/>
                  <a:pt x="193" y="1174"/>
                  <a:pt x="165" y="1184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0424" name="Line 17"/>
          <p:cNvSpPr>
            <a:spLocks noChangeShapeType="1"/>
          </p:cNvSpPr>
          <p:nvPr/>
        </p:nvSpPr>
        <p:spPr bwMode="auto">
          <a:xfrm rot="16200000">
            <a:off x="8083550" y="652463"/>
            <a:ext cx="0" cy="2159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0425" name="Rectangle 18"/>
          <p:cNvSpPr>
            <a:spLocks noChangeArrowheads="1"/>
          </p:cNvSpPr>
          <p:nvPr/>
        </p:nvSpPr>
        <p:spPr bwMode="auto">
          <a:xfrm rot="16200000">
            <a:off x="8820150" y="487363"/>
            <a:ext cx="101600" cy="5207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60426" name="Line 19"/>
          <p:cNvSpPr>
            <a:spLocks noChangeShapeType="1"/>
          </p:cNvSpPr>
          <p:nvPr/>
        </p:nvSpPr>
        <p:spPr bwMode="auto">
          <a:xfrm rot="16200000">
            <a:off x="8045450" y="1198563"/>
            <a:ext cx="3175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0427" name="Line 20"/>
          <p:cNvSpPr>
            <a:spLocks noChangeShapeType="1"/>
          </p:cNvSpPr>
          <p:nvPr/>
        </p:nvSpPr>
        <p:spPr bwMode="auto">
          <a:xfrm rot="16200000">
            <a:off x="8197850" y="1198563"/>
            <a:ext cx="3175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0428" name="Line 21"/>
          <p:cNvSpPr>
            <a:spLocks noChangeShapeType="1"/>
          </p:cNvSpPr>
          <p:nvPr/>
        </p:nvSpPr>
        <p:spPr bwMode="auto">
          <a:xfrm rot="16200000">
            <a:off x="8369300" y="519113"/>
            <a:ext cx="0" cy="4826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0429" name="Line 22"/>
          <p:cNvSpPr>
            <a:spLocks noChangeShapeType="1"/>
          </p:cNvSpPr>
          <p:nvPr/>
        </p:nvSpPr>
        <p:spPr bwMode="auto">
          <a:xfrm rot="16200000" flipH="1">
            <a:off x="8604250" y="1490663"/>
            <a:ext cx="14859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0430" name="Line 23"/>
          <p:cNvSpPr>
            <a:spLocks noChangeShapeType="1"/>
          </p:cNvSpPr>
          <p:nvPr/>
        </p:nvSpPr>
        <p:spPr bwMode="auto">
          <a:xfrm rot="16200000" flipH="1">
            <a:off x="9112250" y="1135063"/>
            <a:ext cx="4699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0431" name="Line 24"/>
          <p:cNvSpPr>
            <a:spLocks noChangeShapeType="1"/>
          </p:cNvSpPr>
          <p:nvPr/>
        </p:nvSpPr>
        <p:spPr bwMode="auto">
          <a:xfrm rot="16200000" flipH="1">
            <a:off x="6432550" y="1517650"/>
            <a:ext cx="14859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0432" name="Line 25"/>
          <p:cNvSpPr>
            <a:spLocks noChangeShapeType="1"/>
          </p:cNvSpPr>
          <p:nvPr/>
        </p:nvSpPr>
        <p:spPr bwMode="auto">
          <a:xfrm rot="16200000">
            <a:off x="6883400" y="1549400"/>
            <a:ext cx="5842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0433" name="Line 26"/>
          <p:cNvSpPr>
            <a:spLocks noChangeShapeType="1"/>
          </p:cNvSpPr>
          <p:nvPr/>
        </p:nvSpPr>
        <p:spPr bwMode="auto">
          <a:xfrm rot="16200000">
            <a:off x="7556500" y="1879600"/>
            <a:ext cx="0" cy="7620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0434" name="Line 27"/>
          <p:cNvSpPr>
            <a:spLocks noChangeShapeType="1"/>
          </p:cNvSpPr>
          <p:nvPr/>
        </p:nvSpPr>
        <p:spPr bwMode="auto">
          <a:xfrm rot="16200000">
            <a:off x="8940800" y="1852613"/>
            <a:ext cx="0" cy="7620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60435" name="Group 28"/>
          <p:cNvGrpSpPr>
            <a:grpSpLocks/>
          </p:cNvGrpSpPr>
          <p:nvPr/>
        </p:nvGrpSpPr>
        <p:grpSpPr bwMode="auto">
          <a:xfrm rot="808670">
            <a:off x="7962900" y="2043113"/>
            <a:ext cx="469900" cy="393700"/>
            <a:chOff x="3872" y="904"/>
            <a:chExt cx="296" cy="248"/>
          </a:xfrm>
        </p:grpSpPr>
        <p:sp>
          <p:nvSpPr>
            <p:cNvPr id="60443" name="Oval 29"/>
            <p:cNvSpPr>
              <a:spLocks noChangeArrowheads="1"/>
            </p:cNvSpPr>
            <p:nvPr/>
          </p:nvSpPr>
          <p:spPr bwMode="auto">
            <a:xfrm>
              <a:off x="3872" y="904"/>
              <a:ext cx="296" cy="248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0444" name="Freeform 30"/>
            <p:cNvSpPr>
              <a:spLocks/>
            </p:cNvSpPr>
            <p:nvPr/>
          </p:nvSpPr>
          <p:spPr bwMode="auto">
            <a:xfrm>
              <a:off x="3904" y="971"/>
              <a:ext cx="224" cy="124"/>
            </a:xfrm>
            <a:custGeom>
              <a:avLst/>
              <a:gdLst>
                <a:gd name="T0" fmla="*/ 0 w 224"/>
                <a:gd name="T1" fmla="*/ 85 h 124"/>
                <a:gd name="T2" fmla="*/ 40 w 224"/>
                <a:gd name="T3" fmla="*/ 5 h 124"/>
                <a:gd name="T4" fmla="*/ 88 w 224"/>
                <a:gd name="T5" fmla="*/ 53 h 124"/>
                <a:gd name="T6" fmla="*/ 144 w 224"/>
                <a:gd name="T7" fmla="*/ 117 h 124"/>
                <a:gd name="T8" fmla="*/ 200 w 224"/>
                <a:gd name="T9" fmla="*/ 93 h 124"/>
                <a:gd name="T10" fmla="*/ 224 w 224"/>
                <a:gd name="T11" fmla="*/ 37 h 1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24"/>
                <a:gd name="T19" fmla="*/ 0 h 124"/>
                <a:gd name="T20" fmla="*/ 224 w 224"/>
                <a:gd name="T21" fmla="*/ 124 h 12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24" h="124">
                  <a:moveTo>
                    <a:pt x="0" y="85"/>
                  </a:moveTo>
                  <a:cubicBezTo>
                    <a:pt x="12" y="47"/>
                    <a:pt x="25" y="10"/>
                    <a:pt x="40" y="5"/>
                  </a:cubicBezTo>
                  <a:cubicBezTo>
                    <a:pt x="55" y="0"/>
                    <a:pt x="71" y="34"/>
                    <a:pt x="88" y="53"/>
                  </a:cubicBezTo>
                  <a:cubicBezTo>
                    <a:pt x="105" y="72"/>
                    <a:pt x="126" y="110"/>
                    <a:pt x="144" y="117"/>
                  </a:cubicBezTo>
                  <a:cubicBezTo>
                    <a:pt x="162" y="124"/>
                    <a:pt x="187" y="106"/>
                    <a:pt x="200" y="93"/>
                  </a:cubicBezTo>
                  <a:cubicBezTo>
                    <a:pt x="213" y="80"/>
                    <a:pt x="220" y="46"/>
                    <a:pt x="224" y="37"/>
                  </a:cubicBezTo>
                </a:path>
              </a:pathLst>
            </a:cu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60436" name="Line 31"/>
          <p:cNvSpPr>
            <a:spLocks noChangeShapeType="1"/>
          </p:cNvSpPr>
          <p:nvPr/>
        </p:nvSpPr>
        <p:spPr bwMode="auto">
          <a:xfrm flipH="1">
            <a:off x="7175500" y="1193800"/>
            <a:ext cx="990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0437" name="Line 32"/>
          <p:cNvSpPr>
            <a:spLocks noChangeShapeType="1"/>
          </p:cNvSpPr>
          <p:nvPr/>
        </p:nvSpPr>
        <p:spPr bwMode="auto">
          <a:xfrm>
            <a:off x="8369300" y="1181100"/>
            <a:ext cx="990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0438" name="Text Box 33"/>
          <p:cNvSpPr txBox="1">
            <a:spLocks noChangeArrowheads="1"/>
          </p:cNvSpPr>
          <p:nvPr/>
        </p:nvSpPr>
        <p:spPr bwMode="auto">
          <a:xfrm>
            <a:off x="1828800" y="3473451"/>
            <a:ext cx="2501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FF"/>
                </a:solidFill>
              </a:rPr>
              <a:t>Z</a:t>
            </a:r>
            <a:r>
              <a:rPr lang="zh-CN" altLang="en-US" sz="2800">
                <a:solidFill>
                  <a:srgbClr val="0000FF"/>
                </a:solidFill>
              </a:rPr>
              <a:t>极大，</a:t>
            </a:r>
            <a:r>
              <a:rPr lang="en-US" altLang="zh-CN" sz="2800">
                <a:solidFill>
                  <a:srgbClr val="0000FF"/>
                </a:solidFill>
              </a:rPr>
              <a:t>I</a:t>
            </a:r>
            <a:r>
              <a:rPr lang="zh-CN" altLang="en-US" sz="2800">
                <a:solidFill>
                  <a:srgbClr val="0000FF"/>
                </a:solidFill>
              </a:rPr>
              <a:t>极小</a:t>
            </a:r>
          </a:p>
        </p:txBody>
      </p:sp>
      <p:graphicFrame>
        <p:nvGraphicFramePr>
          <p:cNvPr id="60439" name="Object 34"/>
          <p:cNvGraphicFramePr>
            <a:graphicFrameLocks noChangeAspect="1"/>
          </p:cNvGraphicFramePr>
          <p:nvPr/>
        </p:nvGraphicFramePr>
        <p:xfrm>
          <a:off x="5195889" y="4175126"/>
          <a:ext cx="3279775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48" name="Equation" r:id="rId10" imgW="1628794" imgH="314427" progId="Equation.DSMT4">
                  <p:embed/>
                </p:oleObj>
              </mc:Choice>
              <mc:Fallback>
                <p:oleObj name="Equation" r:id="rId10" imgW="1628794" imgH="314427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5889" y="4175126"/>
                        <a:ext cx="3279775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40" name="Text Box 35"/>
          <p:cNvSpPr txBox="1">
            <a:spLocks noChangeArrowheads="1"/>
          </p:cNvSpPr>
          <p:nvPr/>
        </p:nvSpPr>
        <p:spPr bwMode="auto">
          <a:xfrm>
            <a:off x="1905000" y="4718051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谐振条件</a:t>
            </a:r>
          </a:p>
        </p:txBody>
      </p:sp>
      <p:sp>
        <p:nvSpPr>
          <p:cNvPr id="60441" name="AutoShape 36"/>
          <p:cNvSpPr>
            <a:spLocks/>
          </p:cNvSpPr>
          <p:nvPr/>
        </p:nvSpPr>
        <p:spPr bwMode="auto">
          <a:xfrm>
            <a:off x="4914900" y="4483100"/>
            <a:ext cx="228600" cy="1104900"/>
          </a:xfrm>
          <a:prstGeom prst="leftBrace">
            <a:avLst>
              <a:gd name="adj1" fmla="val 40278"/>
              <a:gd name="adj2" fmla="val 50000"/>
            </a:avLst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aphicFrame>
        <p:nvGraphicFramePr>
          <p:cNvPr id="60442" name="Object 37"/>
          <p:cNvGraphicFramePr>
            <a:graphicFrameLocks noChangeAspect="1"/>
          </p:cNvGraphicFramePr>
          <p:nvPr/>
        </p:nvGraphicFramePr>
        <p:xfrm>
          <a:off x="2254251" y="5635625"/>
          <a:ext cx="1135063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49" name="Equation" r:id="rId12" imgW="552310" imgH="371373" progId="Equation.DSMT4">
                  <p:embed/>
                </p:oleObj>
              </mc:Choice>
              <mc:Fallback>
                <p:oleObj name="Equation" r:id="rId12" imgW="552310" imgH="371373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4251" y="5635625"/>
                        <a:ext cx="1135063" cy="78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>
              <a:xfrm>
                <a:off x="1932923" y="883154"/>
                <a:ext cx="3705877" cy="5430561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RLC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并联</a:t>
                </a:r>
                <a:r>
                  <a:rPr lang="zh-CN" altLang="en-US" dirty="0"/>
                  <a:t>谐振电路的特性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 lvl="1">
                  <a:lnSpc>
                    <a:spcPct val="150000"/>
                  </a:lnSpc>
                </a:pPr>
                <a:r>
                  <a:rPr lang="zh-CN" altLang="en-US" dirty="0"/>
                  <a:t>总阻抗随信号源频率的变化而变化（有极大值）</a:t>
                </a:r>
                <a:endParaRPr lang="en-US" altLang="zh-CN" dirty="0"/>
              </a:p>
              <a:p>
                <a:pPr lvl="1">
                  <a:lnSpc>
                    <a:spcPct val="150000"/>
                  </a:lnSpc>
                </a:pPr>
                <a:endParaRPr lang="en-US" altLang="zh-CN" dirty="0"/>
              </a:p>
              <a:p>
                <a:pPr lvl="1">
                  <a:lnSpc>
                    <a:spcPct val="150000"/>
                  </a:lnSpc>
                </a:pPr>
                <a:r>
                  <a:rPr lang="zh-CN" altLang="en-US" dirty="0"/>
                  <a:t>总回路电流随信号源频率的变化而变化（有极小值）</a:t>
                </a:r>
                <a:endParaRPr lang="en-US" altLang="zh-CN" dirty="0"/>
              </a:p>
              <a:p>
                <a:pPr lvl="1">
                  <a:lnSpc>
                    <a:spcPct val="150000"/>
                  </a:lnSpc>
                </a:pPr>
                <a:endParaRPr lang="en-US" altLang="zh-CN" dirty="0"/>
              </a:p>
              <a:p>
                <a:pPr lvl="1">
                  <a:lnSpc>
                    <a:spcPct val="150000"/>
                  </a:lnSpc>
                </a:pPr>
                <a:r>
                  <a:rPr lang="zh-CN" altLang="en-US" dirty="0"/>
                  <a:t>总回路电流与信号源输出电压之间的位相差，随信号源频率的变化而变化（从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到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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1"/>
                <a:endParaRPr lang="en-US" altLang="zh-CN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32923" y="883154"/>
                <a:ext cx="3705877" cy="5430561"/>
              </a:xfrm>
              <a:blipFill>
                <a:blip r:embed="rId2"/>
                <a:stretch>
                  <a:fillRect l="-1809" r="-3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4253" y="826649"/>
            <a:ext cx="3155493" cy="5932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7" name="直接箭头连接符 16"/>
          <p:cNvCxnSpPr/>
          <p:nvPr/>
        </p:nvCxnSpPr>
        <p:spPr>
          <a:xfrm flipV="1">
            <a:off x="4734722" y="1748212"/>
            <a:ext cx="2808232" cy="813493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V="1">
            <a:off x="5126183" y="5620617"/>
            <a:ext cx="2384115" cy="295275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V="1">
            <a:off x="4909960" y="3386012"/>
            <a:ext cx="2632995" cy="644951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65582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Text Box 88"/>
          <p:cNvSpPr txBox="1">
            <a:spLocks noChangeArrowheads="1"/>
          </p:cNvSpPr>
          <p:nvPr/>
        </p:nvSpPr>
        <p:spPr bwMode="gray">
          <a:xfrm>
            <a:off x="5323899" y="587400"/>
            <a:ext cx="5362575" cy="500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ts val="3600"/>
              </a:lnSpc>
              <a:defRPr/>
            </a:pPr>
            <a:r>
              <a:rPr kumimoji="0" lang="zh-CN" altLang="en-US" sz="2800" b="1" dirty="0">
                <a:solidFill>
                  <a:prstClr val="white"/>
                </a:solidFill>
                <a:latin typeface="黑体" panose="02010609060101010101" pitchFamily="49" charset="-122"/>
              </a:rPr>
              <a:t>实验原理</a:t>
            </a:r>
            <a:endParaRPr kumimoji="0" lang="en-US" altLang="zh-CN" sz="2800" b="1" dirty="0">
              <a:solidFill>
                <a:prstClr val="white"/>
              </a:solidFill>
              <a:latin typeface="黑体" panose="02010609060101010101" pitchFamily="49" charset="-122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932923" y="883153"/>
            <a:ext cx="7886700" cy="159879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RLC</a:t>
            </a:r>
            <a:r>
              <a:rPr lang="zh-CN" altLang="en-US" dirty="0"/>
              <a:t>串联谐振电路 </a:t>
            </a:r>
            <a:endParaRPr lang="en-US" altLang="zh-CN" dirty="0"/>
          </a:p>
          <a:p>
            <a:pPr lvl="1"/>
            <a:r>
              <a:rPr lang="zh-CN" altLang="en-US" dirty="0"/>
              <a:t>由电感</a:t>
            </a:r>
            <a:r>
              <a:rPr lang="en-US" altLang="zh-CN" dirty="0"/>
              <a:t>L</a:t>
            </a:r>
            <a:r>
              <a:rPr lang="zh-CN" altLang="en-US" dirty="0"/>
              <a:t>、电容</a:t>
            </a:r>
            <a:r>
              <a:rPr lang="en-US" altLang="zh-CN" dirty="0"/>
              <a:t>C</a:t>
            </a:r>
            <a:r>
              <a:rPr lang="zh-CN" altLang="en-US" dirty="0"/>
              <a:t>以及电阻</a:t>
            </a:r>
            <a:r>
              <a:rPr lang="en-US" altLang="zh-CN" dirty="0"/>
              <a:t>R</a:t>
            </a:r>
            <a:r>
              <a:rPr lang="zh-CN" altLang="en-US" dirty="0"/>
              <a:t>，串联在一起的电路</a:t>
            </a:r>
            <a:endParaRPr lang="en-US" altLang="zh-CN" dirty="0"/>
          </a:p>
          <a:p>
            <a:r>
              <a:rPr lang="en-US" altLang="zh-CN" dirty="0"/>
              <a:t>RLC</a:t>
            </a:r>
            <a:r>
              <a:rPr lang="zh-CN" altLang="en-US" dirty="0"/>
              <a:t>并联谐振电路</a:t>
            </a:r>
            <a:endParaRPr lang="en-US" altLang="zh-CN" dirty="0"/>
          </a:p>
          <a:p>
            <a:pPr lvl="1"/>
            <a:r>
              <a:rPr lang="zh-CN" altLang="en-US" dirty="0"/>
              <a:t>由电感</a:t>
            </a:r>
            <a:r>
              <a:rPr lang="en-US" altLang="zh-CN" dirty="0"/>
              <a:t>L</a:t>
            </a:r>
            <a:r>
              <a:rPr lang="zh-CN" altLang="en-US" dirty="0"/>
              <a:t>、电容</a:t>
            </a:r>
            <a:r>
              <a:rPr lang="en-US" altLang="zh-CN" dirty="0"/>
              <a:t>C</a:t>
            </a:r>
            <a:r>
              <a:rPr lang="zh-CN" altLang="en-US" dirty="0"/>
              <a:t>以及电阻</a:t>
            </a:r>
            <a:r>
              <a:rPr lang="en-US" altLang="zh-CN" dirty="0"/>
              <a:t>R</a:t>
            </a:r>
            <a:r>
              <a:rPr lang="zh-CN" altLang="en-US" dirty="0"/>
              <a:t>，并联在一起的电路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1539" y="2699658"/>
            <a:ext cx="3814734" cy="3368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3054035" y="6169914"/>
            <a:ext cx="1952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800" dirty="0">
                <a:solidFill>
                  <a:prstClr val="black"/>
                </a:solidFill>
                <a:latin typeface="等线"/>
                <a:ea typeface="等线" panose="02010600030101010101" pitchFamily="2" charset="-122"/>
              </a:rPr>
              <a:t>RLC</a:t>
            </a:r>
            <a:r>
              <a:rPr kumimoji="0" lang="zh-CN" altLang="en-US" sz="1800" dirty="0">
                <a:solidFill>
                  <a:prstClr val="black"/>
                </a:solidFill>
                <a:latin typeface="等线"/>
                <a:ea typeface="等线" panose="02010600030101010101" pitchFamily="2" charset="-122"/>
              </a:rPr>
              <a:t>串联谐振电路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231267" y="5883648"/>
            <a:ext cx="1952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800" dirty="0">
                <a:solidFill>
                  <a:prstClr val="black"/>
                </a:solidFill>
                <a:latin typeface="等线"/>
                <a:ea typeface="等线" panose="02010600030101010101" pitchFamily="2" charset="-122"/>
              </a:rPr>
              <a:t>RLC</a:t>
            </a:r>
            <a:r>
              <a:rPr kumimoji="0" lang="zh-CN" altLang="en-US" sz="1800" dirty="0">
                <a:solidFill>
                  <a:prstClr val="black"/>
                </a:solidFill>
                <a:latin typeface="等线"/>
                <a:ea typeface="等线" panose="02010600030101010101" pitchFamily="2" charset="-122"/>
              </a:rPr>
              <a:t>并联谐振电路</a:t>
            </a:r>
          </a:p>
        </p:txBody>
      </p:sp>
      <p:sp>
        <p:nvSpPr>
          <p:cNvPr id="8" name="矩形 7"/>
          <p:cNvSpPr/>
          <p:nvPr/>
        </p:nvSpPr>
        <p:spPr>
          <a:xfrm>
            <a:off x="3082420" y="2569029"/>
            <a:ext cx="886486" cy="3164114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80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978662" y="643094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1800" dirty="0">
                <a:solidFill>
                  <a:prstClr val="black"/>
                </a:solidFill>
                <a:latin typeface="等线"/>
                <a:ea typeface="等线" panose="02010600030101010101" pitchFamily="2" charset="-122"/>
              </a:rPr>
              <a:t>双踪示波器</a:t>
            </a:r>
          </a:p>
        </p:txBody>
      </p:sp>
      <p:cxnSp>
        <p:nvCxnSpPr>
          <p:cNvPr id="20" name="直接箭头连接符 19"/>
          <p:cNvCxnSpPr/>
          <p:nvPr/>
        </p:nvCxnSpPr>
        <p:spPr>
          <a:xfrm flipH="1" flipV="1">
            <a:off x="5323900" y="4934858"/>
            <a:ext cx="152793" cy="1419722"/>
          </a:xfrm>
          <a:prstGeom prst="straightConnector1">
            <a:avLst/>
          </a:prstGeom>
          <a:ln w="635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6345642" y="643094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1800" dirty="0">
                <a:solidFill>
                  <a:prstClr val="black"/>
                </a:solidFill>
                <a:latin typeface="等线"/>
                <a:ea typeface="等线" panose="02010600030101010101" pitchFamily="2" charset="-122"/>
              </a:rPr>
              <a:t>正弦交流信号源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2055" y="2595397"/>
            <a:ext cx="4582260" cy="3110282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261" y="5687230"/>
            <a:ext cx="695325" cy="342900"/>
          </a:xfrm>
          <a:prstGeom prst="rect">
            <a:avLst/>
          </a:prstGeom>
        </p:spPr>
      </p:pic>
      <p:sp>
        <p:nvSpPr>
          <p:cNvPr id="33" name="矩形 32"/>
          <p:cNvSpPr/>
          <p:nvPr/>
        </p:nvSpPr>
        <p:spPr>
          <a:xfrm>
            <a:off x="7119032" y="2801258"/>
            <a:ext cx="1473426" cy="1785257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80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cxnSp>
        <p:nvCxnSpPr>
          <p:cNvPr id="35" name="直接箭头连接符 34"/>
          <p:cNvCxnSpPr/>
          <p:nvPr/>
        </p:nvCxnSpPr>
        <p:spPr>
          <a:xfrm flipH="1" flipV="1">
            <a:off x="6633051" y="4383985"/>
            <a:ext cx="280199" cy="1970596"/>
          </a:xfrm>
          <a:prstGeom prst="straightConnector1">
            <a:avLst/>
          </a:prstGeom>
          <a:ln w="635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7102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8229" y="186201"/>
            <a:ext cx="8229600" cy="1143000"/>
          </a:xfrm>
        </p:spPr>
        <p:txBody>
          <a:bodyPr/>
          <a:lstStyle/>
          <a:p>
            <a:r>
              <a:rPr lang="en-US" altLang="zh-CN" dirty="0"/>
              <a:t>RLC</a:t>
            </a:r>
            <a:r>
              <a:rPr lang="zh-CN" altLang="en-US" dirty="0"/>
              <a:t>串联电路谐振状态的判断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4145" y="1202688"/>
            <a:ext cx="4008210" cy="1840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3692" y="3109826"/>
            <a:ext cx="3849117" cy="1703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6086" y="1202688"/>
            <a:ext cx="3393236" cy="184024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6086" y="3109827"/>
            <a:ext cx="3393236" cy="1727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895" y="4941169"/>
            <a:ext cx="3363725" cy="1760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4145" y="4941168"/>
            <a:ext cx="3894272" cy="1708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524000" y="2001149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800" b="1" dirty="0">
                <a:solidFill>
                  <a:prstClr val="black"/>
                </a:solidFill>
                <a:latin typeface="Calibri"/>
              </a:rPr>
              <a:t>   </a:t>
            </a:r>
            <a:r>
              <a:rPr kumimoji="0" lang="zh-CN" altLang="en-US" sz="1800" b="1" dirty="0">
                <a:solidFill>
                  <a:prstClr val="black"/>
                </a:solidFill>
                <a:latin typeface="Calibri"/>
              </a:rPr>
              <a:t>较低时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7377" y="5610724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800" b="1" dirty="0">
                <a:solidFill>
                  <a:srgbClr val="FF0000"/>
                </a:solidFill>
                <a:latin typeface="Calibri"/>
              </a:rPr>
              <a:t>   </a:t>
            </a:r>
            <a:r>
              <a:rPr kumimoji="0" lang="zh-CN" altLang="en-US" sz="1800" b="1" dirty="0">
                <a:solidFill>
                  <a:prstClr val="black"/>
                </a:solidFill>
                <a:latin typeface="Calibri"/>
              </a:rPr>
              <a:t>较高时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556429" y="3763506"/>
          <a:ext cx="864322" cy="4575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42" name="Equation" r:id="rId9" imgW="431640" imgH="228600" progId="Equation.DSMT4">
                  <p:embed/>
                </p:oleObj>
              </mc:Choice>
              <mc:Fallback>
                <p:oleObj name="Equation" r:id="rId9" imgW="431640" imgH="22860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56429" y="3763506"/>
                        <a:ext cx="864322" cy="4575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箭头连接符 6"/>
          <p:cNvCxnSpPr/>
          <p:nvPr/>
        </p:nvCxnSpPr>
        <p:spPr>
          <a:xfrm>
            <a:off x="1775521" y="3501008"/>
            <a:ext cx="676939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663260" y="2919252"/>
          <a:ext cx="182086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43" name="Equation" r:id="rId11" imgW="761760" imgH="241200" progId="Equation.DSMT4">
                  <p:embed/>
                </p:oleObj>
              </mc:Choice>
              <mc:Fallback>
                <p:oleObj name="Equation" r:id="rId11" imgW="761760" imgH="24120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63260" y="2919252"/>
                        <a:ext cx="1820863" cy="577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497377" y="4221088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1800" b="1" dirty="0">
                <a:solidFill>
                  <a:srgbClr val="FF0000"/>
                </a:solidFill>
                <a:latin typeface="Calibri"/>
              </a:rPr>
              <a:t>电路谐振状态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534998" y="2025980"/>
          <a:ext cx="240522" cy="3202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44" name="Equation" r:id="rId13" imgW="152280" imgH="203040" progId="Equation.DSMT4">
                  <p:embed/>
                </p:oleObj>
              </mc:Choice>
              <mc:Fallback>
                <p:oleObj name="Equation" r:id="rId13" imgW="152280" imgH="203040" progId="Equation.DSMT4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34998" y="2025980"/>
                        <a:ext cx="240522" cy="3202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1524000" y="5610725"/>
          <a:ext cx="240522" cy="3202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45" name="Equation" r:id="rId15" imgW="152280" imgH="203040" progId="Equation.DSMT4">
                  <p:embed/>
                </p:oleObj>
              </mc:Choice>
              <mc:Fallback>
                <p:oleObj name="Equation" r:id="rId15" imgW="152280" imgH="203040" progId="Equation.DSMT4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24000" y="5610725"/>
                        <a:ext cx="240522" cy="3202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65581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2"/>
          <p:cNvSpPr txBox="1">
            <a:spLocks noChangeArrowheads="1"/>
          </p:cNvSpPr>
          <p:nvPr/>
        </p:nvSpPr>
        <p:spPr bwMode="auto">
          <a:xfrm>
            <a:off x="1917700" y="158751"/>
            <a:ext cx="353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交流电路的复数解法</a:t>
            </a:r>
          </a:p>
        </p:txBody>
      </p:sp>
      <p:graphicFrame>
        <p:nvGraphicFramePr>
          <p:cNvPr id="62467" name="Object 4"/>
          <p:cNvGraphicFramePr>
            <a:graphicFrameLocks noChangeAspect="1"/>
          </p:cNvGraphicFramePr>
          <p:nvPr/>
        </p:nvGraphicFramePr>
        <p:xfrm>
          <a:off x="5573714" y="3603625"/>
          <a:ext cx="2624137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81" name="Equation" r:id="rId4" imgW="1304931" imgH="209414" progId="Equation.DSMT4">
                  <p:embed/>
                </p:oleObj>
              </mc:Choice>
              <mc:Fallback>
                <p:oleObj name="Equation" r:id="rId4" imgW="1304931" imgH="209414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3714" y="3603625"/>
                        <a:ext cx="2624137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8" name="Object 13"/>
          <p:cNvGraphicFramePr>
            <a:graphicFrameLocks noChangeAspect="1"/>
          </p:cNvGraphicFramePr>
          <p:nvPr/>
        </p:nvGraphicFramePr>
        <p:xfrm>
          <a:off x="2282825" y="1203325"/>
          <a:ext cx="53975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82" name="Equation" r:id="rId6" imgW="2695492" imgH="219211" progId="Equation.DSMT4">
                  <p:embed/>
                </p:oleObj>
              </mc:Choice>
              <mc:Fallback>
                <p:oleObj name="Equation" r:id="rId6" imgW="2695492" imgH="219211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2825" y="1203325"/>
                        <a:ext cx="5397500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9" name="Object 14"/>
          <p:cNvGraphicFramePr>
            <a:graphicFrameLocks noChangeAspect="1"/>
          </p:cNvGraphicFramePr>
          <p:nvPr/>
        </p:nvGraphicFramePr>
        <p:xfrm>
          <a:off x="2035175" y="1866901"/>
          <a:ext cx="6961188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83" name="Equation" r:id="rId8" imgW="3486035" imgH="400152" progId="Equation.DSMT4">
                  <p:embed/>
                </p:oleObj>
              </mc:Choice>
              <mc:Fallback>
                <p:oleObj name="Equation" r:id="rId8" imgW="3486035" imgH="400152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5175" y="1866901"/>
                        <a:ext cx="6961188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0" name="Object 15"/>
          <p:cNvGraphicFramePr>
            <a:graphicFrameLocks noChangeAspect="1"/>
          </p:cNvGraphicFramePr>
          <p:nvPr/>
        </p:nvGraphicFramePr>
        <p:xfrm>
          <a:off x="2033589" y="2868613"/>
          <a:ext cx="3379787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84" name="Equation" r:id="rId10" imgW="1685982" imgH="371373" progId="Equation.DSMT4">
                  <p:embed/>
                </p:oleObj>
              </mc:Choice>
              <mc:Fallback>
                <p:oleObj name="Equation" r:id="rId10" imgW="1685982" imgH="371373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589" y="2868613"/>
                        <a:ext cx="3379787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1" name="Text Box 16"/>
          <p:cNvSpPr txBox="1">
            <a:spLocks noChangeArrowheads="1"/>
          </p:cNvSpPr>
          <p:nvPr/>
        </p:nvSpPr>
        <p:spPr bwMode="auto">
          <a:xfrm>
            <a:off x="1879600" y="3968751"/>
            <a:ext cx="254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交流电动势</a:t>
            </a:r>
          </a:p>
        </p:txBody>
      </p:sp>
      <p:graphicFrame>
        <p:nvGraphicFramePr>
          <p:cNvPr id="62472" name="Object 17"/>
          <p:cNvGraphicFramePr>
            <a:graphicFrameLocks noChangeAspect="1"/>
          </p:cNvGraphicFramePr>
          <p:nvPr/>
        </p:nvGraphicFramePr>
        <p:xfrm>
          <a:off x="5337176" y="4200525"/>
          <a:ext cx="4113213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85" name="Equation" r:id="rId12" imgW="2047767" imgH="219211" progId="Equation.DSMT4">
                  <p:embed/>
                </p:oleObj>
              </mc:Choice>
              <mc:Fallback>
                <p:oleObj name="Equation" r:id="rId12" imgW="2047767" imgH="219211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7176" y="4200525"/>
                        <a:ext cx="4113213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3" name="Object 18"/>
          <p:cNvGraphicFramePr>
            <a:graphicFrameLocks noChangeAspect="1"/>
          </p:cNvGraphicFramePr>
          <p:nvPr/>
        </p:nvGraphicFramePr>
        <p:xfrm>
          <a:off x="5378451" y="4772025"/>
          <a:ext cx="138747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86" name="Equation" r:id="rId14" imgW="676167" imgH="219211" progId="Equation.DSMT4">
                  <p:embed/>
                </p:oleObj>
              </mc:Choice>
              <mc:Fallback>
                <p:oleObj name="Equation" r:id="rId14" imgW="676167" imgH="219211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451" y="4772025"/>
                        <a:ext cx="1387475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4" name="Text Box 19"/>
          <p:cNvSpPr txBox="1">
            <a:spLocks noChangeArrowheads="1"/>
          </p:cNvSpPr>
          <p:nvPr/>
        </p:nvSpPr>
        <p:spPr bwMode="auto">
          <a:xfrm>
            <a:off x="6845300" y="4743451"/>
            <a:ext cx="254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复数振幅</a:t>
            </a:r>
          </a:p>
        </p:txBody>
      </p:sp>
      <p:sp>
        <p:nvSpPr>
          <p:cNvPr id="62475" name="Text Box 20"/>
          <p:cNvSpPr txBox="1">
            <a:spLocks noChangeArrowheads="1"/>
          </p:cNvSpPr>
          <p:nvPr/>
        </p:nvSpPr>
        <p:spPr bwMode="auto">
          <a:xfrm>
            <a:off x="1841500" y="5264151"/>
            <a:ext cx="254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交流电压</a:t>
            </a:r>
          </a:p>
        </p:txBody>
      </p:sp>
      <p:graphicFrame>
        <p:nvGraphicFramePr>
          <p:cNvPr id="62476" name="Object 21"/>
          <p:cNvGraphicFramePr>
            <a:graphicFrameLocks noChangeAspect="1"/>
          </p:cNvGraphicFramePr>
          <p:nvPr/>
        </p:nvGraphicFramePr>
        <p:xfrm>
          <a:off x="3619500" y="5381625"/>
          <a:ext cx="267335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87" name="Equation" r:id="rId16" imgW="1323892" imgH="209414" progId="Equation.DSMT4">
                  <p:embed/>
                </p:oleObj>
              </mc:Choice>
              <mc:Fallback>
                <p:oleObj name="Equation" r:id="rId16" imgW="1323892" imgH="209414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0" y="5381625"/>
                        <a:ext cx="2673350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7" name="Object 22"/>
          <p:cNvGraphicFramePr>
            <a:graphicFrameLocks noChangeAspect="1"/>
          </p:cNvGraphicFramePr>
          <p:nvPr/>
        </p:nvGraphicFramePr>
        <p:xfrm>
          <a:off x="6356351" y="5356225"/>
          <a:ext cx="131127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88" name="Equation" r:id="rId18" imgW="638245" imgH="219211" progId="Equation.DSMT4">
                  <p:embed/>
                </p:oleObj>
              </mc:Choice>
              <mc:Fallback>
                <p:oleObj name="Equation" r:id="rId18" imgW="638245" imgH="219211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6351" y="5356225"/>
                        <a:ext cx="1311275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8" name="Text Box 23"/>
          <p:cNvSpPr txBox="1">
            <a:spLocks noChangeArrowheads="1"/>
          </p:cNvSpPr>
          <p:nvPr/>
        </p:nvSpPr>
        <p:spPr bwMode="auto">
          <a:xfrm>
            <a:off x="1765300" y="6102351"/>
            <a:ext cx="254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交流电流</a:t>
            </a:r>
          </a:p>
        </p:txBody>
      </p:sp>
      <p:graphicFrame>
        <p:nvGraphicFramePr>
          <p:cNvPr id="62479" name="Object 24"/>
          <p:cNvGraphicFramePr>
            <a:graphicFrameLocks noChangeAspect="1"/>
          </p:cNvGraphicFramePr>
          <p:nvPr/>
        </p:nvGraphicFramePr>
        <p:xfrm>
          <a:off x="3668714" y="6080125"/>
          <a:ext cx="2547937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89" name="Equation" r:id="rId20" imgW="1266704" imgH="209414" progId="Equation.DSMT4">
                  <p:embed/>
                </p:oleObj>
              </mc:Choice>
              <mc:Fallback>
                <p:oleObj name="Equation" r:id="rId20" imgW="1266704" imgH="209414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8714" y="6080125"/>
                        <a:ext cx="2547937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0" name="Object 25"/>
          <p:cNvGraphicFramePr>
            <a:graphicFrameLocks noChangeAspect="1"/>
          </p:cNvGraphicFramePr>
          <p:nvPr/>
        </p:nvGraphicFramePr>
        <p:xfrm>
          <a:off x="6977063" y="6118225"/>
          <a:ext cx="118586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90" name="Equation" r:id="rId22" imgW="581057" imgH="238193" progId="Equation.DSMT4">
                  <p:embed/>
                </p:oleObj>
              </mc:Choice>
              <mc:Fallback>
                <p:oleObj name="Equation" r:id="rId22" imgW="581057" imgH="238193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7063" y="6118225"/>
                        <a:ext cx="1185862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1917700" y="158751"/>
            <a:ext cx="353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阻抗 </a:t>
            </a:r>
          </a:p>
        </p:txBody>
      </p:sp>
      <p:sp>
        <p:nvSpPr>
          <p:cNvPr id="64515" name="Text Box 10"/>
          <p:cNvSpPr txBox="1">
            <a:spLocks noChangeArrowheads="1"/>
          </p:cNvSpPr>
          <p:nvPr/>
        </p:nvSpPr>
        <p:spPr bwMode="auto">
          <a:xfrm>
            <a:off x="1727200" y="3498851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电阻</a:t>
            </a:r>
            <a:r>
              <a:rPr lang="en-US" altLang="zh-CN" sz="2800">
                <a:solidFill>
                  <a:srgbClr val="0000FF"/>
                </a:solidFill>
              </a:rPr>
              <a:t>R</a:t>
            </a:r>
            <a:r>
              <a:rPr lang="zh-CN" altLang="en-US" sz="2800">
                <a:solidFill>
                  <a:srgbClr val="0000FF"/>
                </a:solidFill>
              </a:rPr>
              <a:t>的复阻抗 </a:t>
            </a:r>
          </a:p>
        </p:txBody>
      </p:sp>
      <p:sp>
        <p:nvSpPr>
          <p:cNvPr id="64516" name="Text Box 11"/>
          <p:cNvSpPr txBox="1">
            <a:spLocks noChangeArrowheads="1"/>
          </p:cNvSpPr>
          <p:nvPr/>
        </p:nvSpPr>
        <p:spPr bwMode="auto">
          <a:xfrm>
            <a:off x="1727200" y="2355851"/>
            <a:ext cx="254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欧姆定律</a:t>
            </a:r>
          </a:p>
        </p:txBody>
      </p:sp>
      <p:graphicFrame>
        <p:nvGraphicFramePr>
          <p:cNvPr id="64517" name="Object 15"/>
          <p:cNvGraphicFramePr>
            <a:graphicFrameLocks noChangeAspect="1"/>
          </p:cNvGraphicFramePr>
          <p:nvPr/>
        </p:nvGraphicFramePr>
        <p:xfrm>
          <a:off x="3954463" y="292101"/>
          <a:ext cx="103505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66" name="Equation" r:id="rId4" imgW="504908" imgH="409643" progId="Equation.DSMT4">
                  <p:embed/>
                </p:oleObj>
              </mc:Choice>
              <mc:Fallback>
                <p:oleObj name="Equation" r:id="rId4" imgW="504908" imgH="409643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4463" y="292101"/>
                        <a:ext cx="1035050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8" name="Object 16"/>
          <p:cNvGraphicFramePr>
            <a:graphicFrameLocks noChangeAspect="1"/>
          </p:cNvGraphicFramePr>
          <p:nvPr/>
        </p:nvGraphicFramePr>
        <p:xfrm>
          <a:off x="3632201" y="1206501"/>
          <a:ext cx="3205163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67" name="Equation" r:id="rId6" imgW="1590567" imgH="438116" progId="Equation.DSMT4">
                  <p:embed/>
                </p:oleObj>
              </mc:Choice>
              <mc:Fallback>
                <p:oleObj name="Equation" r:id="rId6" imgW="1590567" imgH="438116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2201" y="1206501"/>
                        <a:ext cx="3205163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9" name="Object 17"/>
          <p:cNvGraphicFramePr>
            <a:graphicFrameLocks noChangeAspect="1"/>
          </p:cNvGraphicFramePr>
          <p:nvPr/>
        </p:nvGraphicFramePr>
        <p:xfrm>
          <a:off x="3767139" y="2413001"/>
          <a:ext cx="1589087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68" name="Equation" r:id="rId8" imgW="781063" imgH="438116" progId="Equation.DSMT4">
                  <p:embed/>
                </p:oleObj>
              </mc:Choice>
              <mc:Fallback>
                <p:oleObj name="Equation" r:id="rId8" imgW="781063" imgH="438116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7139" y="2413001"/>
                        <a:ext cx="1589087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0" name="Object 18"/>
          <p:cNvGraphicFramePr>
            <a:graphicFrameLocks noChangeAspect="1"/>
          </p:cNvGraphicFramePr>
          <p:nvPr/>
        </p:nvGraphicFramePr>
        <p:xfrm>
          <a:off x="6519863" y="2663825"/>
          <a:ext cx="933450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69" name="Equation" r:id="rId10" imgW="447720" imgH="180941" progId="Equation.DSMT4">
                  <p:embed/>
                </p:oleObj>
              </mc:Choice>
              <mc:Fallback>
                <p:oleObj name="Equation" r:id="rId10" imgW="447720" imgH="180941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9863" y="2663825"/>
                        <a:ext cx="933450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1" name="Object 19"/>
          <p:cNvGraphicFramePr>
            <a:graphicFrameLocks noChangeAspect="1"/>
          </p:cNvGraphicFramePr>
          <p:nvPr/>
        </p:nvGraphicFramePr>
        <p:xfrm>
          <a:off x="4818064" y="3870325"/>
          <a:ext cx="782637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70" name="Equation" r:id="rId12" imgW="371571" imgH="171450" progId="Equation.DSMT4">
                  <p:embed/>
                </p:oleObj>
              </mc:Choice>
              <mc:Fallback>
                <p:oleObj name="Equation" r:id="rId12" imgW="371571" imgH="17145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8064" y="3870325"/>
                        <a:ext cx="782637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2" name="Text Box 20"/>
          <p:cNvSpPr txBox="1">
            <a:spLocks noChangeArrowheads="1"/>
          </p:cNvSpPr>
          <p:nvPr/>
        </p:nvSpPr>
        <p:spPr bwMode="auto">
          <a:xfrm>
            <a:off x="1727200" y="4438651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电感</a:t>
            </a:r>
            <a:r>
              <a:rPr lang="en-US" altLang="zh-CN" sz="2800">
                <a:solidFill>
                  <a:srgbClr val="0000FF"/>
                </a:solidFill>
              </a:rPr>
              <a:t>L</a:t>
            </a:r>
            <a:r>
              <a:rPr lang="zh-CN" altLang="en-US" sz="2800">
                <a:solidFill>
                  <a:srgbClr val="0000FF"/>
                </a:solidFill>
              </a:rPr>
              <a:t>的复阻抗 </a:t>
            </a:r>
          </a:p>
        </p:txBody>
      </p:sp>
      <p:graphicFrame>
        <p:nvGraphicFramePr>
          <p:cNvPr id="64523" name="Object 21"/>
          <p:cNvGraphicFramePr>
            <a:graphicFrameLocks noChangeAspect="1"/>
          </p:cNvGraphicFramePr>
          <p:nvPr/>
        </p:nvGraphicFramePr>
        <p:xfrm>
          <a:off x="4692651" y="4670425"/>
          <a:ext cx="1135063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71" name="Equation" r:id="rId14" imgW="552310" imgH="209414" progId="Equation.DSMT4">
                  <p:embed/>
                </p:oleObj>
              </mc:Choice>
              <mc:Fallback>
                <p:oleObj name="Equation" r:id="rId14" imgW="552310" imgH="209414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2651" y="4670425"/>
                        <a:ext cx="1135063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4" name="Text Box 22"/>
          <p:cNvSpPr txBox="1">
            <a:spLocks noChangeArrowheads="1"/>
          </p:cNvSpPr>
          <p:nvPr/>
        </p:nvSpPr>
        <p:spPr bwMode="auto">
          <a:xfrm>
            <a:off x="1778000" y="5251451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电容</a:t>
            </a:r>
            <a:r>
              <a:rPr lang="en-US" altLang="zh-CN" sz="2800">
                <a:solidFill>
                  <a:srgbClr val="0000FF"/>
                </a:solidFill>
              </a:rPr>
              <a:t>C</a:t>
            </a:r>
            <a:r>
              <a:rPr lang="zh-CN" altLang="en-US" sz="2800">
                <a:solidFill>
                  <a:srgbClr val="0000FF"/>
                </a:solidFill>
              </a:rPr>
              <a:t>的复阻抗 </a:t>
            </a:r>
          </a:p>
        </p:txBody>
      </p:sp>
      <p:graphicFrame>
        <p:nvGraphicFramePr>
          <p:cNvPr id="64525" name="Object 23"/>
          <p:cNvGraphicFramePr>
            <a:graphicFrameLocks noChangeAspect="1"/>
          </p:cNvGraphicFramePr>
          <p:nvPr/>
        </p:nvGraphicFramePr>
        <p:xfrm>
          <a:off x="4654551" y="5154613"/>
          <a:ext cx="1211263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72" name="Equation" r:id="rId16" imgW="590537" imgH="400152" progId="Equation.DSMT4">
                  <p:embed/>
                </p:oleObj>
              </mc:Choice>
              <mc:Fallback>
                <p:oleObj name="Equation" r:id="rId16" imgW="590537" imgH="400152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4551" y="5154613"/>
                        <a:ext cx="1211263" cy="830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2"/>
          <p:cNvSpPr txBox="1">
            <a:spLocks noChangeArrowheads="1"/>
          </p:cNvSpPr>
          <p:nvPr/>
        </p:nvSpPr>
        <p:spPr bwMode="auto">
          <a:xfrm>
            <a:off x="1917700" y="158751"/>
            <a:ext cx="353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串联电路</a:t>
            </a:r>
          </a:p>
        </p:txBody>
      </p:sp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1739900" y="3587751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节点定律</a:t>
            </a:r>
          </a:p>
        </p:txBody>
      </p:sp>
      <p:sp>
        <p:nvSpPr>
          <p:cNvPr id="66564" name="Text Box 4"/>
          <p:cNvSpPr txBox="1">
            <a:spLocks noChangeArrowheads="1"/>
          </p:cNvSpPr>
          <p:nvPr/>
        </p:nvSpPr>
        <p:spPr bwMode="auto">
          <a:xfrm>
            <a:off x="1727200" y="2355851"/>
            <a:ext cx="254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并联电路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65" name="Object 6"/>
              <p:cNvSpPr txBox="1"/>
              <p:nvPr/>
            </p:nvSpPr>
            <p:spPr bwMode="auto">
              <a:xfrm>
                <a:off x="4679951" y="911225"/>
                <a:ext cx="1336675" cy="4778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zh-CN" alt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acc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zh-CN" altLang="en-US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acc>
                        </m:e>
                        <m:sub>
                          <m:r>
                            <a:rPr lang="zh-CN" alt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zh-CN" alt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acc>
                        </m:e>
                        <m:sub>
                          <m:r>
                            <a:rPr lang="zh-CN" alt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6565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9951" y="911225"/>
                <a:ext cx="1336675" cy="477838"/>
              </a:xfrm>
              <a:prstGeom prst="rect">
                <a:avLst/>
              </a:prstGeom>
              <a:blipFill>
                <a:blip r:embed="rId3"/>
                <a:stretch>
                  <a:fillRect t="-1266" r="-867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566" name="Text Box 10"/>
          <p:cNvSpPr txBox="1">
            <a:spLocks noChangeArrowheads="1"/>
          </p:cNvSpPr>
          <p:nvPr/>
        </p:nvSpPr>
        <p:spPr bwMode="auto">
          <a:xfrm>
            <a:off x="1727200" y="4438651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回路定律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67" name="Object 11"/>
              <p:cNvSpPr txBox="1"/>
              <p:nvPr/>
            </p:nvSpPr>
            <p:spPr bwMode="auto">
              <a:xfrm>
                <a:off x="4641851" y="3730625"/>
                <a:ext cx="1160463" cy="5032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4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6567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1851" y="3730625"/>
                <a:ext cx="1160463" cy="503238"/>
              </a:xfrm>
              <a:prstGeom prst="rect">
                <a:avLst/>
              </a:prstGeom>
              <a:blipFill>
                <a:blip r:embed="rId4"/>
                <a:stretch>
                  <a:fillRect l="-21466" t="-114458" r="-31937" b="-1578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568" name="Object 14"/>
              <p:cNvSpPr txBox="1"/>
              <p:nvPr/>
            </p:nvSpPr>
            <p:spPr bwMode="auto">
              <a:xfrm>
                <a:off x="4427539" y="2235201"/>
                <a:ext cx="1589087" cy="8540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acc>
                            <m:accPr>
                              <m:chr m:val="̃"/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zh-CN" altLang="en-US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</m:acc>
                        </m:den>
                      </m:f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zh-CN" alt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6568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27539" y="2235201"/>
                <a:ext cx="1589087" cy="8540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569" name="Object 15"/>
              <p:cNvSpPr txBox="1"/>
              <p:nvPr/>
            </p:nvSpPr>
            <p:spPr bwMode="auto">
              <a:xfrm>
                <a:off x="4098926" y="4748213"/>
                <a:ext cx="2170113" cy="8556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𝑘𝑚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6569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98926" y="4748213"/>
                <a:ext cx="2170113" cy="8556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1917700" y="158751"/>
            <a:ext cx="353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串联</a:t>
            </a:r>
            <a:r>
              <a:rPr lang="en-US" altLang="zh-CN" sz="2800">
                <a:solidFill>
                  <a:srgbClr val="0000FF"/>
                </a:solidFill>
              </a:rPr>
              <a:t>RLC</a:t>
            </a:r>
            <a:r>
              <a:rPr lang="zh-CN" altLang="en-US" sz="2800">
                <a:solidFill>
                  <a:srgbClr val="0000FF"/>
                </a:solidFill>
              </a:rPr>
              <a:t>电路</a:t>
            </a:r>
          </a:p>
        </p:txBody>
      </p:sp>
      <p:sp>
        <p:nvSpPr>
          <p:cNvPr id="68611" name="Text Box 3"/>
          <p:cNvSpPr txBox="1">
            <a:spLocks noChangeArrowheads="1"/>
          </p:cNvSpPr>
          <p:nvPr/>
        </p:nvSpPr>
        <p:spPr bwMode="auto">
          <a:xfrm>
            <a:off x="2095500" y="2736851"/>
            <a:ext cx="254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并联</a:t>
            </a:r>
            <a:r>
              <a:rPr lang="en-US" altLang="zh-CN" sz="2800">
                <a:solidFill>
                  <a:srgbClr val="0000FF"/>
                </a:solidFill>
              </a:rPr>
              <a:t>RLC</a:t>
            </a:r>
            <a:r>
              <a:rPr lang="zh-CN" altLang="en-US" sz="2800">
                <a:solidFill>
                  <a:srgbClr val="0000FF"/>
                </a:solidFill>
              </a:rPr>
              <a:t>电路</a:t>
            </a:r>
          </a:p>
        </p:txBody>
      </p:sp>
      <p:graphicFrame>
        <p:nvGraphicFramePr>
          <p:cNvPr id="68612" name="Object 4"/>
          <p:cNvGraphicFramePr>
            <a:graphicFrameLocks noChangeAspect="1"/>
          </p:cNvGraphicFramePr>
          <p:nvPr/>
        </p:nvGraphicFramePr>
        <p:xfrm>
          <a:off x="4552951" y="314325"/>
          <a:ext cx="133667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05" name="Equation" r:id="rId4" imgW="657206" imgH="219211" progId="Equation.DSMT4">
                  <p:embed/>
                </p:oleObj>
              </mc:Choice>
              <mc:Fallback>
                <p:oleObj name="Equation" r:id="rId4" imgW="657206" imgH="219211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2951" y="314325"/>
                        <a:ext cx="1336675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3" name="Object 5"/>
          <p:cNvGraphicFramePr>
            <a:graphicFrameLocks noChangeAspect="1"/>
          </p:cNvGraphicFramePr>
          <p:nvPr/>
        </p:nvGraphicFramePr>
        <p:xfrm>
          <a:off x="4808539" y="2730501"/>
          <a:ext cx="1589087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06" name="Equation" r:id="rId6" imgW="781063" imgH="409643" progId="Equation.DSMT4">
                  <p:embed/>
                </p:oleObj>
              </mc:Choice>
              <mc:Fallback>
                <p:oleObj name="Equation" r:id="rId6" imgW="781063" imgH="409643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8539" y="2730501"/>
                        <a:ext cx="1589087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8614" name="Group 6"/>
          <p:cNvGrpSpPr>
            <a:grpSpLocks/>
          </p:cNvGrpSpPr>
          <p:nvPr/>
        </p:nvGrpSpPr>
        <p:grpSpPr bwMode="auto">
          <a:xfrm>
            <a:off x="6734175" y="330200"/>
            <a:ext cx="3371850" cy="2171700"/>
            <a:chOff x="3250" y="280"/>
            <a:chExt cx="2124" cy="1368"/>
          </a:xfrm>
        </p:grpSpPr>
        <p:grpSp>
          <p:nvGrpSpPr>
            <p:cNvPr id="68639" name="Group 7"/>
            <p:cNvGrpSpPr>
              <a:grpSpLocks/>
            </p:cNvGrpSpPr>
            <p:nvPr/>
          </p:nvGrpSpPr>
          <p:grpSpPr bwMode="auto">
            <a:xfrm>
              <a:off x="3648" y="280"/>
              <a:ext cx="1192" cy="1368"/>
              <a:chOff x="3648" y="280"/>
              <a:chExt cx="1192" cy="1368"/>
            </a:xfrm>
          </p:grpSpPr>
          <p:sp>
            <p:nvSpPr>
              <p:cNvPr id="68648" name="Line 8"/>
              <p:cNvSpPr>
                <a:spLocks noChangeShapeType="1"/>
              </p:cNvSpPr>
              <p:nvPr/>
            </p:nvSpPr>
            <p:spPr bwMode="auto">
              <a:xfrm>
                <a:off x="4736" y="1504"/>
                <a:ext cx="0" cy="13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68649" name="Group 9"/>
              <p:cNvGrpSpPr>
                <a:grpSpLocks/>
              </p:cNvGrpSpPr>
              <p:nvPr/>
            </p:nvGrpSpPr>
            <p:grpSpPr bwMode="auto">
              <a:xfrm>
                <a:off x="3648" y="280"/>
                <a:ext cx="1192" cy="1368"/>
                <a:chOff x="3872" y="384"/>
                <a:chExt cx="1192" cy="1368"/>
              </a:xfrm>
            </p:grpSpPr>
            <p:sp>
              <p:nvSpPr>
                <p:cNvPr id="68650" name="Freeform 10"/>
                <p:cNvSpPr>
                  <a:spLocks/>
                </p:cNvSpPr>
                <p:nvPr/>
              </p:nvSpPr>
              <p:spPr bwMode="auto">
                <a:xfrm>
                  <a:off x="4931" y="384"/>
                  <a:ext cx="42" cy="504"/>
                </a:xfrm>
                <a:custGeom>
                  <a:avLst/>
                  <a:gdLst>
                    <a:gd name="T0" fmla="*/ 0 w 338"/>
                    <a:gd name="T1" fmla="*/ 0 h 1184"/>
                    <a:gd name="T2" fmla="*/ 0 w 338"/>
                    <a:gd name="T3" fmla="*/ 0 h 1184"/>
                    <a:gd name="T4" fmla="*/ 0 w 338"/>
                    <a:gd name="T5" fmla="*/ 0 h 1184"/>
                    <a:gd name="T6" fmla="*/ 0 w 338"/>
                    <a:gd name="T7" fmla="*/ 0 h 1184"/>
                    <a:gd name="T8" fmla="*/ 0 w 338"/>
                    <a:gd name="T9" fmla="*/ 0 h 1184"/>
                    <a:gd name="T10" fmla="*/ 0 w 338"/>
                    <a:gd name="T11" fmla="*/ 0 h 1184"/>
                    <a:gd name="T12" fmla="*/ 0 w 338"/>
                    <a:gd name="T13" fmla="*/ 0 h 1184"/>
                    <a:gd name="T14" fmla="*/ 0 w 338"/>
                    <a:gd name="T15" fmla="*/ 0 h 1184"/>
                    <a:gd name="T16" fmla="*/ 0 w 338"/>
                    <a:gd name="T17" fmla="*/ 0 h 1184"/>
                    <a:gd name="T18" fmla="*/ 0 w 338"/>
                    <a:gd name="T19" fmla="*/ 0 h 1184"/>
                    <a:gd name="T20" fmla="*/ 0 w 338"/>
                    <a:gd name="T21" fmla="*/ 0 h 1184"/>
                    <a:gd name="T22" fmla="*/ 0 w 338"/>
                    <a:gd name="T23" fmla="*/ 0 h 1184"/>
                    <a:gd name="T24" fmla="*/ 0 w 338"/>
                    <a:gd name="T25" fmla="*/ 0 h 1184"/>
                    <a:gd name="T26" fmla="*/ 0 w 338"/>
                    <a:gd name="T27" fmla="*/ 0 h 1184"/>
                    <a:gd name="T28" fmla="*/ 0 w 338"/>
                    <a:gd name="T29" fmla="*/ 0 h 1184"/>
                    <a:gd name="T30" fmla="*/ 0 w 338"/>
                    <a:gd name="T31" fmla="*/ 0 h 1184"/>
                    <a:gd name="T32" fmla="*/ 0 w 338"/>
                    <a:gd name="T33" fmla="*/ 0 h 1184"/>
                    <a:gd name="T34" fmla="*/ 0 w 338"/>
                    <a:gd name="T35" fmla="*/ 0 h 1184"/>
                    <a:gd name="T36" fmla="*/ 0 w 338"/>
                    <a:gd name="T37" fmla="*/ 0 h 1184"/>
                    <a:gd name="T38" fmla="*/ 0 w 338"/>
                    <a:gd name="T39" fmla="*/ 0 h 1184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338"/>
                    <a:gd name="T61" fmla="*/ 0 h 1184"/>
                    <a:gd name="T62" fmla="*/ 338 w 338"/>
                    <a:gd name="T63" fmla="*/ 1184 h 1184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338" h="1184">
                      <a:moveTo>
                        <a:pt x="165" y="0"/>
                      </a:moveTo>
                      <a:cubicBezTo>
                        <a:pt x="151" y="8"/>
                        <a:pt x="137" y="16"/>
                        <a:pt x="165" y="32"/>
                      </a:cubicBezTo>
                      <a:cubicBezTo>
                        <a:pt x="193" y="48"/>
                        <a:pt x="328" y="74"/>
                        <a:pt x="333" y="96"/>
                      </a:cubicBezTo>
                      <a:cubicBezTo>
                        <a:pt x="338" y="118"/>
                        <a:pt x="252" y="142"/>
                        <a:pt x="197" y="164"/>
                      </a:cubicBezTo>
                      <a:cubicBezTo>
                        <a:pt x="142" y="186"/>
                        <a:pt x="10" y="207"/>
                        <a:pt x="5" y="228"/>
                      </a:cubicBezTo>
                      <a:cubicBezTo>
                        <a:pt x="0" y="249"/>
                        <a:pt x="114" y="271"/>
                        <a:pt x="169" y="292"/>
                      </a:cubicBezTo>
                      <a:cubicBezTo>
                        <a:pt x="224" y="313"/>
                        <a:pt x="334" y="335"/>
                        <a:pt x="333" y="356"/>
                      </a:cubicBezTo>
                      <a:cubicBezTo>
                        <a:pt x="332" y="377"/>
                        <a:pt x="220" y="399"/>
                        <a:pt x="165" y="420"/>
                      </a:cubicBezTo>
                      <a:cubicBezTo>
                        <a:pt x="110" y="441"/>
                        <a:pt x="1" y="463"/>
                        <a:pt x="1" y="484"/>
                      </a:cubicBezTo>
                      <a:cubicBezTo>
                        <a:pt x="1" y="505"/>
                        <a:pt x="110" y="523"/>
                        <a:pt x="165" y="544"/>
                      </a:cubicBezTo>
                      <a:cubicBezTo>
                        <a:pt x="220" y="565"/>
                        <a:pt x="333" y="587"/>
                        <a:pt x="333" y="608"/>
                      </a:cubicBezTo>
                      <a:cubicBezTo>
                        <a:pt x="333" y="629"/>
                        <a:pt x="220" y="651"/>
                        <a:pt x="165" y="672"/>
                      </a:cubicBezTo>
                      <a:cubicBezTo>
                        <a:pt x="110" y="693"/>
                        <a:pt x="5" y="715"/>
                        <a:pt x="5" y="736"/>
                      </a:cubicBezTo>
                      <a:cubicBezTo>
                        <a:pt x="5" y="757"/>
                        <a:pt x="110" y="779"/>
                        <a:pt x="165" y="800"/>
                      </a:cubicBezTo>
                      <a:cubicBezTo>
                        <a:pt x="220" y="821"/>
                        <a:pt x="334" y="842"/>
                        <a:pt x="333" y="864"/>
                      </a:cubicBezTo>
                      <a:cubicBezTo>
                        <a:pt x="332" y="886"/>
                        <a:pt x="216" y="911"/>
                        <a:pt x="161" y="932"/>
                      </a:cubicBezTo>
                      <a:cubicBezTo>
                        <a:pt x="106" y="953"/>
                        <a:pt x="4" y="971"/>
                        <a:pt x="5" y="992"/>
                      </a:cubicBezTo>
                      <a:cubicBezTo>
                        <a:pt x="6" y="1013"/>
                        <a:pt x="110" y="1034"/>
                        <a:pt x="165" y="1056"/>
                      </a:cubicBezTo>
                      <a:cubicBezTo>
                        <a:pt x="220" y="1078"/>
                        <a:pt x="333" y="1103"/>
                        <a:pt x="333" y="1124"/>
                      </a:cubicBezTo>
                      <a:cubicBezTo>
                        <a:pt x="333" y="1145"/>
                        <a:pt x="193" y="1174"/>
                        <a:pt x="165" y="1184"/>
                      </a:cubicBezTo>
                    </a:path>
                  </a:pathLst>
                </a:cu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8651" name="Line 11"/>
                <p:cNvSpPr>
                  <a:spLocks noChangeShapeType="1"/>
                </p:cNvSpPr>
                <p:nvPr/>
              </p:nvSpPr>
              <p:spPr bwMode="auto">
                <a:xfrm>
                  <a:off x="4952" y="888"/>
                  <a:ext cx="0" cy="136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8652" name="Rectangle 12"/>
                <p:cNvSpPr>
                  <a:spLocks noChangeArrowheads="1"/>
                </p:cNvSpPr>
                <p:nvPr/>
              </p:nvSpPr>
              <p:spPr bwMode="auto">
                <a:xfrm>
                  <a:off x="4928" y="1288"/>
                  <a:ext cx="64" cy="328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/>
                </a:p>
              </p:txBody>
            </p:sp>
            <p:sp>
              <p:nvSpPr>
                <p:cNvPr id="68653" name="Line 13"/>
                <p:cNvSpPr>
                  <a:spLocks noChangeShapeType="1"/>
                </p:cNvSpPr>
                <p:nvPr/>
              </p:nvSpPr>
              <p:spPr bwMode="auto">
                <a:xfrm>
                  <a:off x="4864" y="1040"/>
                  <a:ext cx="200" cy="0"/>
                </a:xfrm>
                <a:prstGeom prst="line">
                  <a:avLst/>
                </a:prstGeom>
                <a:noFill/>
                <a:ln w="571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8654" name="Line 14"/>
                <p:cNvSpPr>
                  <a:spLocks noChangeShapeType="1"/>
                </p:cNvSpPr>
                <p:nvPr/>
              </p:nvSpPr>
              <p:spPr bwMode="auto">
                <a:xfrm>
                  <a:off x="4864" y="1136"/>
                  <a:ext cx="200" cy="0"/>
                </a:xfrm>
                <a:prstGeom prst="line">
                  <a:avLst/>
                </a:prstGeom>
                <a:noFill/>
                <a:ln w="571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8655" name="Line 15"/>
                <p:cNvSpPr>
                  <a:spLocks noChangeShapeType="1"/>
                </p:cNvSpPr>
                <p:nvPr/>
              </p:nvSpPr>
              <p:spPr bwMode="auto">
                <a:xfrm>
                  <a:off x="4960" y="1152"/>
                  <a:ext cx="0" cy="136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8656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4024" y="1752"/>
                  <a:ext cx="936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8657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4568" y="1752"/>
                  <a:ext cx="296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8658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4008" y="384"/>
                  <a:ext cx="936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8659" name="Line 19"/>
                <p:cNvSpPr>
                  <a:spLocks noChangeShapeType="1"/>
                </p:cNvSpPr>
                <p:nvPr/>
              </p:nvSpPr>
              <p:spPr bwMode="auto">
                <a:xfrm>
                  <a:off x="4272" y="384"/>
                  <a:ext cx="368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8660" name="Line 20"/>
                <p:cNvSpPr>
                  <a:spLocks noChangeShapeType="1"/>
                </p:cNvSpPr>
                <p:nvPr/>
              </p:nvSpPr>
              <p:spPr bwMode="auto">
                <a:xfrm>
                  <a:off x="4008" y="384"/>
                  <a:ext cx="0" cy="48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8661" name="Line 21"/>
                <p:cNvSpPr>
                  <a:spLocks noChangeShapeType="1"/>
                </p:cNvSpPr>
                <p:nvPr/>
              </p:nvSpPr>
              <p:spPr bwMode="auto">
                <a:xfrm>
                  <a:off x="4024" y="1256"/>
                  <a:ext cx="0" cy="48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pSp>
              <p:nvGrpSpPr>
                <p:cNvPr id="68662" name="Group 22"/>
                <p:cNvGrpSpPr>
                  <a:grpSpLocks/>
                </p:cNvGrpSpPr>
                <p:nvPr/>
              </p:nvGrpSpPr>
              <p:grpSpPr bwMode="auto">
                <a:xfrm>
                  <a:off x="3872" y="904"/>
                  <a:ext cx="296" cy="248"/>
                  <a:chOff x="3872" y="904"/>
                  <a:chExt cx="296" cy="248"/>
                </a:xfrm>
              </p:grpSpPr>
              <p:sp>
                <p:nvSpPr>
                  <p:cNvPr id="68663" name="Oval 23"/>
                  <p:cNvSpPr>
                    <a:spLocks noChangeArrowheads="1"/>
                  </p:cNvSpPr>
                  <p:nvPr/>
                </p:nvSpPr>
                <p:spPr bwMode="auto">
                  <a:xfrm>
                    <a:off x="3872" y="904"/>
                    <a:ext cx="296" cy="248"/>
                  </a:xfrm>
                  <a:prstGeom prst="ellips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400"/>
                  </a:p>
                </p:txBody>
              </p:sp>
              <p:sp>
                <p:nvSpPr>
                  <p:cNvPr id="68664" name="Freeform 24"/>
                  <p:cNvSpPr>
                    <a:spLocks/>
                  </p:cNvSpPr>
                  <p:nvPr/>
                </p:nvSpPr>
                <p:spPr bwMode="auto">
                  <a:xfrm>
                    <a:off x="3904" y="971"/>
                    <a:ext cx="224" cy="124"/>
                  </a:xfrm>
                  <a:custGeom>
                    <a:avLst/>
                    <a:gdLst>
                      <a:gd name="T0" fmla="*/ 0 w 224"/>
                      <a:gd name="T1" fmla="*/ 85 h 124"/>
                      <a:gd name="T2" fmla="*/ 40 w 224"/>
                      <a:gd name="T3" fmla="*/ 5 h 124"/>
                      <a:gd name="T4" fmla="*/ 88 w 224"/>
                      <a:gd name="T5" fmla="*/ 53 h 124"/>
                      <a:gd name="T6" fmla="*/ 144 w 224"/>
                      <a:gd name="T7" fmla="*/ 117 h 124"/>
                      <a:gd name="T8" fmla="*/ 200 w 224"/>
                      <a:gd name="T9" fmla="*/ 93 h 124"/>
                      <a:gd name="T10" fmla="*/ 224 w 224"/>
                      <a:gd name="T11" fmla="*/ 37 h 124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24"/>
                      <a:gd name="T19" fmla="*/ 0 h 124"/>
                      <a:gd name="T20" fmla="*/ 224 w 224"/>
                      <a:gd name="T21" fmla="*/ 124 h 124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24" h="124">
                        <a:moveTo>
                          <a:pt x="0" y="85"/>
                        </a:moveTo>
                        <a:cubicBezTo>
                          <a:pt x="12" y="47"/>
                          <a:pt x="25" y="10"/>
                          <a:pt x="40" y="5"/>
                        </a:cubicBezTo>
                        <a:cubicBezTo>
                          <a:pt x="55" y="0"/>
                          <a:pt x="71" y="34"/>
                          <a:pt x="88" y="53"/>
                        </a:cubicBezTo>
                        <a:cubicBezTo>
                          <a:pt x="105" y="72"/>
                          <a:pt x="126" y="110"/>
                          <a:pt x="144" y="117"/>
                        </a:cubicBezTo>
                        <a:cubicBezTo>
                          <a:pt x="162" y="124"/>
                          <a:pt x="187" y="106"/>
                          <a:pt x="200" y="93"/>
                        </a:cubicBezTo>
                        <a:cubicBezTo>
                          <a:pt x="213" y="80"/>
                          <a:pt x="220" y="46"/>
                          <a:pt x="224" y="37"/>
                        </a:cubicBezTo>
                      </a:path>
                    </a:pathLst>
                  </a:custGeom>
                  <a:noFill/>
                  <a:ln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68640" name="Line 25"/>
            <p:cNvSpPr>
              <a:spLocks noChangeShapeType="1"/>
            </p:cNvSpPr>
            <p:nvPr/>
          </p:nvSpPr>
          <p:spPr bwMode="auto">
            <a:xfrm flipV="1">
              <a:off x="4048" y="280"/>
              <a:ext cx="0" cy="55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8641" name="Line 26"/>
            <p:cNvSpPr>
              <a:spLocks noChangeShapeType="1"/>
            </p:cNvSpPr>
            <p:nvPr/>
          </p:nvSpPr>
          <p:spPr bwMode="auto">
            <a:xfrm flipV="1">
              <a:off x="4056" y="1088"/>
              <a:ext cx="0" cy="55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triangle" w="med" len="med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68642" name="Object 27"/>
            <p:cNvGraphicFramePr>
              <a:graphicFrameLocks noChangeAspect="1"/>
            </p:cNvGraphicFramePr>
            <p:nvPr/>
          </p:nvGraphicFramePr>
          <p:xfrm>
            <a:off x="3905" y="790"/>
            <a:ext cx="398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907" name="Equation" r:id="rId8" imgW="257194" imgH="180941" progId="Equation.DSMT4">
                    <p:embed/>
                  </p:oleObj>
                </mc:Choice>
                <mc:Fallback>
                  <p:oleObj name="Equation" r:id="rId8" imgW="257194" imgH="180941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5" y="790"/>
                          <a:ext cx="398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643" name="Object 28"/>
            <p:cNvGraphicFramePr>
              <a:graphicFrameLocks noChangeAspect="1"/>
            </p:cNvGraphicFramePr>
            <p:nvPr/>
          </p:nvGraphicFramePr>
          <p:xfrm>
            <a:off x="4164" y="318"/>
            <a:ext cx="344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908" name="Equation" r:id="rId10" imgW="218967" imgH="180941" progId="Equation.DSMT4">
                    <p:embed/>
                  </p:oleObj>
                </mc:Choice>
                <mc:Fallback>
                  <p:oleObj name="Equation" r:id="rId10" imgW="218967" imgH="180941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4" y="318"/>
                          <a:ext cx="344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644" name="Object 29"/>
            <p:cNvGraphicFramePr>
              <a:graphicFrameLocks noChangeAspect="1"/>
            </p:cNvGraphicFramePr>
            <p:nvPr/>
          </p:nvGraphicFramePr>
          <p:xfrm>
            <a:off x="4772" y="396"/>
            <a:ext cx="489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909" name="Equation" r:id="rId12" imgW="323863" imgH="209414" progId="Equation.DSMT4">
                    <p:embed/>
                  </p:oleObj>
                </mc:Choice>
                <mc:Fallback>
                  <p:oleObj name="Equation" r:id="rId12" imgW="323863" imgH="209414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2" y="396"/>
                          <a:ext cx="489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645" name="Object 30"/>
            <p:cNvGraphicFramePr>
              <a:graphicFrameLocks noChangeAspect="1"/>
            </p:cNvGraphicFramePr>
            <p:nvPr/>
          </p:nvGraphicFramePr>
          <p:xfrm>
            <a:off x="4867" y="820"/>
            <a:ext cx="507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910" name="Equation" r:id="rId14" imgW="333343" imgH="209414" progId="Equation.DSMT4">
                    <p:embed/>
                  </p:oleObj>
                </mc:Choice>
                <mc:Fallback>
                  <p:oleObj name="Equation" r:id="rId14" imgW="333343" imgH="209414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7" y="820"/>
                          <a:ext cx="507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646" name="Object 31"/>
            <p:cNvGraphicFramePr>
              <a:graphicFrameLocks noChangeAspect="1"/>
            </p:cNvGraphicFramePr>
            <p:nvPr/>
          </p:nvGraphicFramePr>
          <p:xfrm>
            <a:off x="4867" y="1188"/>
            <a:ext cx="507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911" name="Equation" r:id="rId16" imgW="333343" imgH="209414" progId="Equation.DSMT4">
                    <p:embed/>
                  </p:oleObj>
                </mc:Choice>
                <mc:Fallback>
                  <p:oleObj name="Equation" r:id="rId16" imgW="333343" imgH="209414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7" y="1188"/>
                          <a:ext cx="507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647" name="Object 32"/>
            <p:cNvGraphicFramePr>
              <a:graphicFrameLocks noChangeAspect="1"/>
            </p:cNvGraphicFramePr>
            <p:nvPr/>
          </p:nvGraphicFramePr>
          <p:xfrm>
            <a:off x="3250" y="774"/>
            <a:ext cx="380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912" name="Equation" r:id="rId18" imgW="247714" imgH="180941" progId="Equation.DSMT4">
                    <p:embed/>
                  </p:oleObj>
                </mc:Choice>
                <mc:Fallback>
                  <p:oleObj name="Equation" r:id="rId18" imgW="247714" imgH="180941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0" y="774"/>
                          <a:ext cx="380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8615" name="Group 33"/>
          <p:cNvGrpSpPr>
            <a:grpSpLocks/>
          </p:cNvGrpSpPr>
          <p:nvPr/>
        </p:nvGrpSpPr>
        <p:grpSpPr bwMode="auto">
          <a:xfrm>
            <a:off x="7683500" y="3821113"/>
            <a:ext cx="2184400" cy="1739900"/>
            <a:chOff x="3560" y="439"/>
            <a:chExt cx="1376" cy="1096"/>
          </a:xfrm>
        </p:grpSpPr>
        <p:sp>
          <p:nvSpPr>
            <p:cNvPr id="68620" name="Line 34"/>
            <p:cNvSpPr>
              <a:spLocks noChangeShapeType="1"/>
            </p:cNvSpPr>
            <p:nvPr/>
          </p:nvSpPr>
          <p:spPr bwMode="auto">
            <a:xfrm rot="-5400000">
              <a:off x="4132" y="411"/>
              <a:ext cx="0" cy="13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68621" name="Group 35"/>
            <p:cNvGrpSpPr>
              <a:grpSpLocks/>
            </p:cNvGrpSpPr>
            <p:nvPr/>
          </p:nvGrpSpPr>
          <p:grpSpPr bwMode="auto">
            <a:xfrm>
              <a:off x="3560" y="439"/>
              <a:ext cx="1376" cy="1096"/>
              <a:chOff x="3560" y="439"/>
              <a:chExt cx="1376" cy="1096"/>
            </a:xfrm>
          </p:grpSpPr>
          <p:sp>
            <p:nvSpPr>
              <p:cNvPr id="68622" name="Line 36"/>
              <p:cNvSpPr>
                <a:spLocks noChangeShapeType="1"/>
              </p:cNvSpPr>
              <p:nvPr/>
            </p:nvSpPr>
            <p:spPr bwMode="auto">
              <a:xfrm rot="-5400000">
                <a:off x="4852" y="403"/>
                <a:ext cx="0" cy="13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8623" name="Freeform 37"/>
              <p:cNvSpPr>
                <a:spLocks/>
              </p:cNvSpPr>
              <p:nvPr/>
            </p:nvSpPr>
            <p:spPr bwMode="auto">
              <a:xfrm rot="-5400000">
                <a:off x="3791" y="227"/>
                <a:ext cx="42" cy="504"/>
              </a:xfrm>
              <a:custGeom>
                <a:avLst/>
                <a:gdLst>
                  <a:gd name="T0" fmla="*/ 0 w 338"/>
                  <a:gd name="T1" fmla="*/ 0 h 1184"/>
                  <a:gd name="T2" fmla="*/ 0 w 338"/>
                  <a:gd name="T3" fmla="*/ 0 h 1184"/>
                  <a:gd name="T4" fmla="*/ 0 w 338"/>
                  <a:gd name="T5" fmla="*/ 0 h 1184"/>
                  <a:gd name="T6" fmla="*/ 0 w 338"/>
                  <a:gd name="T7" fmla="*/ 0 h 1184"/>
                  <a:gd name="T8" fmla="*/ 0 w 338"/>
                  <a:gd name="T9" fmla="*/ 0 h 1184"/>
                  <a:gd name="T10" fmla="*/ 0 w 338"/>
                  <a:gd name="T11" fmla="*/ 0 h 1184"/>
                  <a:gd name="T12" fmla="*/ 0 w 338"/>
                  <a:gd name="T13" fmla="*/ 0 h 1184"/>
                  <a:gd name="T14" fmla="*/ 0 w 338"/>
                  <a:gd name="T15" fmla="*/ 0 h 1184"/>
                  <a:gd name="T16" fmla="*/ 0 w 338"/>
                  <a:gd name="T17" fmla="*/ 0 h 1184"/>
                  <a:gd name="T18" fmla="*/ 0 w 338"/>
                  <a:gd name="T19" fmla="*/ 0 h 1184"/>
                  <a:gd name="T20" fmla="*/ 0 w 338"/>
                  <a:gd name="T21" fmla="*/ 0 h 1184"/>
                  <a:gd name="T22" fmla="*/ 0 w 338"/>
                  <a:gd name="T23" fmla="*/ 0 h 1184"/>
                  <a:gd name="T24" fmla="*/ 0 w 338"/>
                  <a:gd name="T25" fmla="*/ 0 h 1184"/>
                  <a:gd name="T26" fmla="*/ 0 w 338"/>
                  <a:gd name="T27" fmla="*/ 0 h 1184"/>
                  <a:gd name="T28" fmla="*/ 0 w 338"/>
                  <a:gd name="T29" fmla="*/ 0 h 1184"/>
                  <a:gd name="T30" fmla="*/ 0 w 338"/>
                  <a:gd name="T31" fmla="*/ 0 h 1184"/>
                  <a:gd name="T32" fmla="*/ 0 w 338"/>
                  <a:gd name="T33" fmla="*/ 0 h 1184"/>
                  <a:gd name="T34" fmla="*/ 0 w 338"/>
                  <a:gd name="T35" fmla="*/ 0 h 1184"/>
                  <a:gd name="T36" fmla="*/ 0 w 338"/>
                  <a:gd name="T37" fmla="*/ 0 h 1184"/>
                  <a:gd name="T38" fmla="*/ 0 w 338"/>
                  <a:gd name="T39" fmla="*/ 0 h 118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338"/>
                  <a:gd name="T61" fmla="*/ 0 h 1184"/>
                  <a:gd name="T62" fmla="*/ 338 w 338"/>
                  <a:gd name="T63" fmla="*/ 1184 h 118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338" h="1184">
                    <a:moveTo>
                      <a:pt x="165" y="0"/>
                    </a:moveTo>
                    <a:cubicBezTo>
                      <a:pt x="151" y="8"/>
                      <a:pt x="137" y="16"/>
                      <a:pt x="165" y="32"/>
                    </a:cubicBezTo>
                    <a:cubicBezTo>
                      <a:pt x="193" y="48"/>
                      <a:pt x="328" y="74"/>
                      <a:pt x="333" y="96"/>
                    </a:cubicBezTo>
                    <a:cubicBezTo>
                      <a:pt x="338" y="118"/>
                      <a:pt x="252" y="142"/>
                      <a:pt x="197" y="164"/>
                    </a:cubicBezTo>
                    <a:cubicBezTo>
                      <a:pt x="142" y="186"/>
                      <a:pt x="10" y="207"/>
                      <a:pt x="5" y="228"/>
                    </a:cubicBezTo>
                    <a:cubicBezTo>
                      <a:pt x="0" y="249"/>
                      <a:pt x="114" y="271"/>
                      <a:pt x="169" y="292"/>
                    </a:cubicBezTo>
                    <a:cubicBezTo>
                      <a:pt x="224" y="313"/>
                      <a:pt x="334" y="335"/>
                      <a:pt x="333" y="356"/>
                    </a:cubicBezTo>
                    <a:cubicBezTo>
                      <a:pt x="332" y="377"/>
                      <a:pt x="220" y="399"/>
                      <a:pt x="165" y="420"/>
                    </a:cubicBezTo>
                    <a:cubicBezTo>
                      <a:pt x="110" y="441"/>
                      <a:pt x="1" y="463"/>
                      <a:pt x="1" y="484"/>
                    </a:cubicBezTo>
                    <a:cubicBezTo>
                      <a:pt x="1" y="505"/>
                      <a:pt x="110" y="523"/>
                      <a:pt x="165" y="544"/>
                    </a:cubicBezTo>
                    <a:cubicBezTo>
                      <a:pt x="220" y="565"/>
                      <a:pt x="333" y="587"/>
                      <a:pt x="333" y="608"/>
                    </a:cubicBezTo>
                    <a:cubicBezTo>
                      <a:pt x="333" y="629"/>
                      <a:pt x="220" y="651"/>
                      <a:pt x="165" y="672"/>
                    </a:cubicBezTo>
                    <a:cubicBezTo>
                      <a:pt x="110" y="693"/>
                      <a:pt x="5" y="715"/>
                      <a:pt x="5" y="736"/>
                    </a:cubicBezTo>
                    <a:cubicBezTo>
                      <a:pt x="5" y="757"/>
                      <a:pt x="110" y="779"/>
                      <a:pt x="165" y="800"/>
                    </a:cubicBezTo>
                    <a:cubicBezTo>
                      <a:pt x="220" y="821"/>
                      <a:pt x="334" y="842"/>
                      <a:pt x="333" y="864"/>
                    </a:cubicBezTo>
                    <a:cubicBezTo>
                      <a:pt x="332" y="886"/>
                      <a:pt x="216" y="911"/>
                      <a:pt x="161" y="932"/>
                    </a:cubicBezTo>
                    <a:cubicBezTo>
                      <a:pt x="106" y="953"/>
                      <a:pt x="4" y="971"/>
                      <a:pt x="5" y="992"/>
                    </a:cubicBezTo>
                    <a:cubicBezTo>
                      <a:pt x="6" y="1013"/>
                      <a:pt x="110" y="1034"/>
                      <a:pt x="165" y="1056"/>
                    </a:cubicBezTo>
                    <a:cubicBezTo>
                      <a:pt x="220" y="1078"/>
                      <a:pt x="333" y="1103"/>
                      <a:pt x="333" y="1124"/>
                    </a:cubicBezTo>
                    <a:cubicBezTo>
                      <a:pt x="333" y="1145"/>
                      <a:pt x="193" y="1174"/>
                      <a:pt x="165" y="1184"/>
                    </a:cubicBezTo>
                  </a:path>
                </a:pathLst>
              </a:cu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8624" name="Rectangle 38"/>
              <p:cNvSpPr>
                <a:spLocks noChangeArrowheads="1"/>
              </p:cNvSpPr>
              <p:nvPr/>
            </p:nvSpPr>
            <p:spPr bwMode="auto">
              <a:xfrm rot="-5400000">
                <a:off x="4596" y="307"/>
                <a:ext cx="64" cy="328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68625" name="Line 39"/>
              <p:cNvSpPr>
                <a:spLocks noChangeShapeType="1"/>
              </p:cNvSpPr>
              <p:nvPr/>
            </p:nvSpPr>
            <p:spPr bwMode="auto">
              <a:xfrm rot="-5400000">
                <a:off x="4108" y="755"/>
                <a:ext cx="200" cy="0"/>
              </a:xfrm>
              <a:prstGeom prst="line">
                <a:avLst/>
              </a:prstGeom>
              <a:noFill/>
              <a:ln w="5715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8626" name="Line 40"/>
              <p:cNvSpPr>
                <a:spLocks noChangeShapeType="1"/>
              </p:cNvSpPr>
              <p:nvPr/>
            </p:nvSpPr>
            <p:spPr bwMode="auto">
              <a:xfrm rot="-5400000">
                <a:off x="4204" y="755"/>
                <a:ext cx="200" cy="0"/>
              </a:xfrm>
              <a:prstGeom prst="line">
                <a:avLst/>
              </a:prstGeom>
              <a:noFill/>
              <a:ln w="5715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8627" name="Line 41"/>
              <p:cNvSpPr>
                <a:spLocks noChangeShapeType="1"/>
              </p:cNvSpPr>
              <p:nvPr/>
            </p:nvSpPr>
            <p:spPr bwMode="auto">
              <a:xfrm rot="-5400000">
                <a:off x="4312" y="327"/>
                <a:ext cx="0" cy="304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8628" name="Line 42"/>
              <p:cNvSpPr>
                <a:spLocks noChangeShapeType="1"/>
              </p:cNvSpPr>
              <p:nvPr/>
            </p:nvSpPr>
            <p:spPr bwMode="auto">
              <a:xfrm rot="16200000" flipH="1">
                <a:off x="4460" y="939"/>
                <a:ext cx="93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8629" name="Line 43"/>
              <p:cNvSpPr>
                <a:spLocks noChangeShapeType="1"/>
              </p:cNvSpPr>
              <p:nvPr/>
            </p:nvSpPr>
            <p:spPr bwMode="auto">
              <a:xfrm rot="16200000" flipH="1">
                <a:off x="4780" y="715"/>
                <a:ext cx="29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8630" name="Line 44"/>
              <p:cNvSpPr>
                <a:spLocks noChangeShapeType="1"/>
              </p:cNvSpPr>
              <p:nvPr/>
            </p:nvSpPr>
            <p:spPr bwMode="auto">
              <a:xfrm rot="16200000" flipH="1">
                <a:off x="3092" y="956"/>
                <a:ext cx="93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8631" name="Line 45"/>
              <p:cNvSpPr>
                <a:spLocks noChangeShapeType="1"/>
              </p:cNvSpPr>
              <p:nvPr/>
            </p:nvSpPr>
            <p:spPr bwMode="auto">
              <a:xfrm rot="-5400000">
                <a:off x="3376" y="976"/>
                <a:ext cx="368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8632" name="Line 46"/>
              <p:cNvSpPr>
                <a:spLocks noChangeShapeType="1"/>
              </p:cNvSpPr>
              <p:nvPr/>
            </p:nvSpPr>
            <p:spPr bwMode="auto">
              <a:xfrm rot="-5400000">
                <a:off x="3800" y="1184"/>
                <a:ext cx="0" cy="48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8633" name="Line 47"/>
              <p:cNvSpPr>
                <a:spLocks noChangeShapeType="1"/>
              </p:cNvSpPr>
              <p:nvPr/>
            </p:nvSpPr>
            <p:spPr bwMode="auto">
              <a:xfrm rot="-5400000">
                <a:off x="4672" y="1167"/>
                <a:ext cx="0" cy="48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68634" name="Group 48"/>
              <p:cNvGrpSpPr>
                <a:grpSpLocks/>
              </p:cNvGrpSpPr>
              <p:nvPr/>
            </p:nvGrpSpPr>
            <p:grpSpPr bwMode="auto">
              <a:xfrm rot="808670">
                <a:off x="4056" y="1287"/>
                <a:ext cx="296" cy="248"/>
                <a:chOff x="3872" y="904"/>
                <a:chExt cx="296" cy="248"/>
              </a:xfrm>
            </p:grpSpPr>
            <p:sp>
              <p:nvSpPr>
                <p:cNvPr id="68637" name="Oval 49"/>
                <p:cNvSpPr>
                  <a:spLocks noChangeArrowheads="1"/>
                </p:cNvSpPr>
                <p:nvPr/>
              </p:nvSpPr>
              <p:spPr bwMode="auto">
                <a:xfrm>
                  <a:off x="3872" y="904"/>
                  <a:ext cx="296" cy="248"/>
                </a:xfrm>
                <a:prstGeom prst="ellipse">
                  <a:avLst/>
                </a:pr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/>
                </a:p>
              </p:txBody>
            </p:sp>
            <p:sp>
              <p:nvSpPr>
                <p:cNvPr id="68638" name="Freeform 50"/>
                <p:cNvSpPr>
                  <a:spLocks/>
                </p:cNvSpPr>
                <p:nvPr/>
              </p:nvSpPr>
              <p:spPr bwMode="auto">
                <a:xfrm>
                  <a:off x="3904" y="971"/>
                  <a:ext cx="224" cy="124"/>
                </a:xfrm>
                <a:custGeom>
                  <a:avLst/>
                  <a:gdLst>
                    <a:gd name="T0" fmla="*/ 0 w 224"/>
                    <a:gd name="T1" fmla="*/ 85 h 124"/>
                    <a:gd name="T2" fmla="*/ 40 w 224"/>
                    <a:gd name="T3" fmla="*/ 5 h 124"/>
                    <a:gd name="T4" fmla="*/ 88 w 224"/>
                    <a:gd name="T5" fmla="*/ 53 h 124"/>
                    <a:gd name="T6" fmla="*/ 144 w 224"/>
                    <a:gd name="T7" fmla="*/ 117 h 124"/>
                    <a:gd name="T8" fmla="*/ 200 w 224"/>
                    <a:gd name="T9" fmla="*/ 93 h 124"/>
                    <a:gd name="T10" fmla="*/ 224 w 224"/>
                    <a:gd name="T11" fmla="*/ 37 h 12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24"/>
                    <a:gd name="T19" fmla="*/ 0 h 124"/>
                    <a:gd name="T20" fmla="*/ 224 w 224"/>
                    <a:gd name="T21" fmla="*/ 124 h 124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24" h="124">
                      <a:moveTo>
                        <a:pt x="0" y="85"/>
                      </a:moveTo>
                      <a:cubicBezTo>
                        <a:pt x="12" y="47"/>
                        <a:pt x="25" y="10"/>
                        <a:pt x="40" y="5"/>
                      </a:cubicBezTo>
                      <a:cubicBezTo>
                        <a:pt x="55" y="0"/>
                        <a:pt x="71" y="34"/>
                        <a:pt x="88" y="53"/>
                      </a:cubicBezTo>
                      <a:cubicBezTo>
                        <a:pt x="105" y="72"/>
                        <a:pt x="126" y="110"/>
                        <a:pt x="144" y="117"/>
                      </a:cubicBezTo>
                      <a:cubicBezTo>
                        <a:pt x="162" y="124"/>
                        <a:pt x="187" y="106"/>
                        <a:pt x="200" y="93"/>
                      </a:cubicBezTo>
                      <a:cubicBezTo>
                        <a:pt x="213" y="80"/>
                        <a:pt x="220" y="46"/>
                        <a:pt x="224" y="37"/>
                      </a:cubicBezTo>
                    </a:path>
                  </a:pathLst>
                </a:cu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68635" name="Line 51"/>
              <p:cNvSpPr>
                <a:spLocks noChangeShapeType="1"/>
              </p:cNvSpPr>
              <p:nvPr/>
            </p:nvSpPr>
            <p:spPr bwMode="auto">
              <a:xfrm flipH="1">
                <a:off x="3560" y="752"/>
                <a:ext cx="624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8636" name="Line 52"/>
              <p:cNvSpPr>
                <a:spLocks noChangeShapeType="1"/>
              </p:cNvSpPr>
              <p:nvPr/>
            </p:nvSpPr>
            <p:spPr bwMode="auto">
              <a:xfrm>
                <a:off x="4312" y="744"/>
                <a:ext cx="624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68616" name="Object 53"/>
          <p:cNvGraphicFramePr>
            <a:graphicFrameLocks noChangeAspect="1"/>
          </p:cNvGraphicFramePr>
          <p:nvPr/>
        </p:nvGraphicFramePr>
        <p:xfrm>
          <a:off x="2378075" y="3733801"/>
          <a:ext cx="3530600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13" name="Equation" r:id="rId20" imgW="1762131" imgH="590584" progId="Equation.DSMT4">
                  <p:embed/>
                </p:oleObj>
              </mc:Choice>
              <mc:Fallback>
                <p:oleObj name="Equation" r:id="rId20" imgW="1762131" imgH="590584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8075" y="3733801"/>
                        <a:ext cx="3530600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7" name="Object 54"/>
          <p:cNvGraphicFramePr>
            <a:graphicFrameLocks noChangeAspect="1"/>
          </p:cNvGraphicFramePr>
          <p:nvPr/>
        </p:nvGraphicFramePr>
        <p:xfrm>
          <a:off x="2532063" y="5281614"/>
          <a:ext cx="3986212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14" name="Equation" r:id="rId22" imgW="1990578" imgH="485877" progId="Equation.DSMT4">
                  <p:embed/>
                </p:oleObj>
              </mc:Choice>
              <mc:Fallback>
                <p:oleObj name="Equation" r:id="rId22" imgW="1990578" imgH="485877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2063" y="5281614"/>
                        <a:ext cx="3986212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8" name="Object 55"/>
          <p:cNvGraphicFramePr>
            <a:graphicFrameLocks noChangeAspect="1"/>
          </p:cNvGraphicFramePr>
          <p:nvPr/>
        </p:nvGraphicFramePr>
        <p:xfrm>
          <a:off x="2200275" y="692150"/>
          <a:ext cx="2598738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15" name="Equation" r:id="rId24" imgW="1428788" imgH="428625" progId="Equation.DSMT4">
                  <p:embed/>
                </p:oleObj>
              </mc:Choice>
              <mc:Fallback>
                <p:oleObj name="Equation" r:id="rId24" imgW="1428788" imgH="428625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0275" y="692150"/>
                        <a:ext cx="2598738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9" name="Object 56"/>
          <p:cNvGraphicFramePr>
            <a:graphicFrameLocks noChangeAspect="1"/>
          </p:cNvGraphicFramePr>
          <p:nvPr/>
        </p:nvGraphicFramePr>
        <p:xfrm>
          <a:off x="4125913" y="1241426"/>
          <a:ext cx="2468562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16" name="Equation" r:id="rId26" imgW="1076178" imgH="552314" progId="Equation.DSMT4">
                  <p:embed/>
                </p:oleObj>
              </mc:Choice>
              <mc:Fallback>
                <p:oleObj name="Equation" r:id="rId26" imgW="1076178" imgH="552314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5913" y="1241426"/>
                        <a:ext cx="2468562" cy="1298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 Box 2"/>
          <p:cNvSpPr txBox="1">
            <a:spLocks noChangeArrowheads="1"/>
          </p:cNvSpPr>
          <p:nvPr/>
        </p:nvSpPr>
        <p:spPr bwMode="auto">
          <a:xfrm>
            <a:off x="1917700" y="158751"/>
            <a:ext cx="353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串并联电路阻抗 </a:t>
            </a:r>
          </a:p>
        </p:txBody>
      </p:sp>
      <p:graphicFrame>
        <p:nvGraphicFramePr>
          <p:cNvPr id="70659" name="Object 3"/>
          <p:cNvGraphicFramePr>
            <a:graphicFrameLocks noChangeAspect="1"/>
          </p:cNvGraphicFramePr>
          <p:nvPr/>
        </p:nvGraphicFramePr>
        <p:xfrm>
          <a:off x="4383089" y="3098801"/>
          <a:ext cx="3025775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89" name="Equation" r:id="rId4" imgW="1504937" imgH="590584" progId="Equation.DSMT4">
                  <p:embed/>
                </p:oleObj>
              </mc:Choice>
              <mc:Fallback>
                <p:oleObj name="Equation" r:id="rId4" imgW="1504937" imgH="590584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3089" y="3098801"/>
                        <a:ext cx="3025775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0" name="Text Box 4"/>
          <p:cNvSpPr txBox="1">
            <a:spLocks noChangeArrowheads="1"/>
          </p:cNvSpPr>
          <p:nvPr/>
        </p:nvSpPr>
        <p:spPr bwMode="auto">
          <a:xfrm>
            <a:off x="5994400" y="311151"/>
            <a:ext cx="86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FF"/>
                </a:solidFill>
              </a:rPr>
              <a:t>Z</a:t>
            </a:r>
          </a:p>
        </p:txBody>
      </p:sp>
      <p:graphicFrame>
        <p:nvGraphicFramePr>
          <p:cNvPr id="70661" name="Object 5"/>
          <p:cNvGraphicFramePr>
            <a:graphicFrameLocks noChangeAspect="1"/>
          </p:cNvGraphicFramePr>
          <p:nvPr/>
        </p:nvGraphicFramePr>
        <p:xfrm>
          <a:off x="5557839" y="949326"/>
          <a:ext cx="1665287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90" name="Equation" r:id="rId6" imgW="819290" imgH="314427" progId="Equation.DSMT4">
                  <p:embed/>
                </p:oleObj>
              </mc:Choice>
              <mc:Fallback>
                <p:oleObj name="Equation" r:id="rId6" imgW="819290" imgH="314427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7839" y="949326"/>
                        <a:ext cx="1665287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0662" name="Group 6"/>
          <p:cNvGrpSpPr>
            <a:grpSpLocks/>
          </p:cNvGrpSpPr>
          <p:nvPr/>
        </p:nvGrpSpPr>
        <p:grpSpPr bwMode="auto">
          <a:xfrm>
            <a:off x="2514600" y="1204913"/>
            <a:ext cx="1308100" cy="101600"/>
            <a:chOff x="440" y="775"/>
            <a:chExt cx="1248" cy="64"/>
          </a:xfrm>
        </p:grpSpPr>
        <p:grpSp>
          <p:nvGrpSpPr>
            <p:cNvPr id="70720" name="Group 7"/>
            <p:cNvGrpSpPr>
              <a:grpSpLocks/>
            </p:cNvGrpSpPr>
            <p:nvPr/>
          </p:nvGrpSpPr>
          <p:grpSpPr bwMode="auto">
            <a:xfrm>
              <a:off x="440" y="778"/>
              <a:ext cx="672" cy="42"/>
              <a:chOff x="440" y="778"/>
              <a:chExt cx="672" cy="42"/>
            </a:xfrm>
          </p:grpSpPr>
          <p:grpSp>
            <p:nvGrpSpPr>
              <p:cNvPr id="70725" name="Group 8"/>
              <p:cNvGrpSpPr>
                <a:grpSpLocks/>
              </p:cNvGrpSpPr>
              <p:nvPr/>
            </p:nvGrpSpPr>
            <p:grpSpPr bwMode="auto">
              <a:xfrm>
                <a:off x="440" y="778"/>
                <a:ext cx="608" cy="42"/>
                <a:chOff x="440" y="778"/>
                <a:chExt cx="608" cy="42"/>
              </a:xfrm>
            </p:grpSpPr>
            <p:sp>
              <p:nvSpPr>
                <p:cNvPr id="70727" name="Freeform 9"/>
                <p:cNvSpPr>
                  <a:spLocks/>
                </p:cNvSpPr>
                <p:nvPr/>
              </p:nvSpPr>
              <p:spPr bwMode="auto">
                <a:xfrm rot="-5400000">
                  <a:off x="775" y="547"/>
                  <a:ext cx="42" cy="504"/>
                </a:xfrm>
                <a:custGeom>
                  <a:avLst/>
                  <a:gdLst>
                    <a:gd name="T0" fmla="*/ 0 w 338"/>
                    <a:gd name="T1" fmla="*/ 0 h 1184"/>
                    <a:gd name="T2" fmla="*/ 0 w 338"/>
                    <a:gd name="T3" fmla="*/ 0 h 1184"/>
                    <a:gd name="T4" fmla="*/ 0 w 338"/>
                    <a:gd name="T5" fmla="*/ 0 h 1184"/>
                    <a:gd name="T6" fmla="*/ 0 w 338"/>
                    <a:gd name="T7" fmla="*/ 0 h 1184"/>
                    <a:gd name="T8" fmla="*/ 0 w 338"/>
                    <a:gd name="T9" fmla="*/ 0 h 1184"/>
                    <a:gd name="T10" fmla="*/ 0 w 338"/>
                    <a:gd name="T11" fmla="*/ 0 h 1184"/>
                    <a:gd name="T12" fmla="*/ 0 w 338"/>
                    <a:gd name="T13" fmla="*/ 0 h 1184"/>
                    <a:gd name="T14" fmla="*/ 0 w 338"/>
                    <a:gd name="T15" fmla="*/ 0 h 1184"/>
                    <a:gd name="T16" fmla="*/ 0 w 338"/>
                    <a:gd name="T17" fmla="*/ 0 h 1184"/>
                    <a:gd name="T18" fmla="*/ 0 w 338"/>
                    <a:gd name="T19" fmla="*/ 0 h 1184"/>
                    <a:gd name="T20" fmla="*/ 0 w 338"/>
                    <a:gd name="T21" fmla="*/ 0 h 1184"/>
                    <a:gd name="T22" fmla="*/ 0 w 338"/>
                    <a:gd name="T23" fmla="*/ 0 h 1184"/>
                    <a:gd name="T24" fmla="*/ 0 w 338"/>
                    <a:gd name="T25" fmla="*/ 0 h 1184"/>
                    <a:gd name="T26" fmla="*/ 0 w 338"/>
                    <a:gd name="T27" fmla="*/ 0 h 1184"/>
                    <a:gd name="T28" fmla="*/ 0 w 338"/>
                    <a:gd name="T29" fmla="*/ 0 h 1184"/>
                    <a:gd name="T30" fmla="*/ 0 w 338"/>
                    <a:gd name="T31" fmla="*/ 0 h 1184"/>
                    <a:gd name="T32" fmla="*/ 0 w 338"/>
                    <a:gd name="T33" fmla="*/ 0 h 1184"/>
                    <a:gd name="T34" fmla="*/ 0 w 338"/>
                    <a:gd name="T35" fmla="*/ 0 h 1184"/>
                    <a:gd name="T36" fmla="*/ 0 w 338"/>
                    <a:gd name="T37" fmla="*/ 0 h 1184"/>
                    <a:gd name="T38" fmla="*/ 0 w 338"/>
                    <a:gd name="T39" fmla="*/ 0 h 1184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338"/>
                    <a:gd name="T61" fmla="*/ 0 h 1184"/>
                    <a:gd name="T62" fmla="*/ 338 w 338"/>
                    <a:gd name="T63" fmla="*/ 1184 h 1184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338" h="1184">
                      <a:moveTo>
                        <a:pt x="165" y="0"/>
                      </a:moveTo>
                      <a:cubicBezTo>
                        <a:pt x="151" y="8"/>
                        <a:pt x="137" y="16"/>
                        <a:pt x="165" y="32"/>
                      </a:cubicBezTo>
                      <a:cubicBezTo>
                        <a:pt x="193" y="48"/>
                        <a:pt x="328" y="74"/>
                        <a:pt x="333" y="96"/>
                      </a:cubicBezTo>
                      <a:cubicBezTo>
                        <a:pt x="338" y="118"/>
                        <a:pt x="252" y="142"/>
                        <a:pt x="197" y="164"/>
                      </a:cubicBezTo>
                      <a:cubicBezTo>
                        <a:pt x="142" y="186"/>
                        <a:pt x="10" y="207"/>
                        <a:pt x="5" y="228"/>
                      </a:cubicBezTo>
                      <a:cubicBezTo>
                        <a:pt x="0" y="249"/>
                        <a:pt x="114" y="271"/>
                        <a:pt x="169" y="292"/>
                      </a:cubicBezTo>
                      <a:cubicBezTo>
                        <a:pt x="224" y="313"/>
                        <a:pt x="334" y="335"/>
                        <a:pt x="333" y="356"/>
                      </a:cubicBezTo>
                      <a:cubicBezTo>
                        <a:pt x="332" y="377"/>
                        <a:pt x="220" y="399"/>
                        <a:pt x="165" y="420"/>
                      </a:cubicBezTo>
                      <a:cubicBezTo>
                        <a:pt x="110" y="441"/>
                        <a:pt x="1" y="463"/>
                        <a:pt x="1" y="484"/>
                      </a:cubicBezTo>
                      <a:cubicBezTo>
                        <a:pt x="1" y="505"/>
                        <a:pt x="110" y="523"/>
                        <a:pt x="165" y="544"/>
                      </a:cubicBezTo>
                      <a:cubicBezTo>
                        <a:pt x="220" y="565"/>
                        <a:pt x="333" y="587"/>
                        <a:pt x="333" y="608"/>
                      </a:cubicBezTo>
                      <a:cubicBezTo>
                        <a:pt x="333" y="629"/>
                        <a:pt x="220" y="651"/>
                        <a:pt x="165" y="672"/>
                      </a:cubicBezTo>
                      <a:cubicBezTo>
                        <a:pt x="110" y="693"/>
                        <a:pt x="5" y="715"/>
                        <a:pt x="5" y="736"/>
                      </a:cubicBezTo>
                      <a:cubicBezTo>
                        <a:pt x="5" y="757"/>
                        <a:pt x="110" y="779"/>
                        <a:pt x="165" y="800"/>
                      </a:cubicBezTo>
                      <a:cubicBezTo>
                        <a:pt x="220" y="821"/>
                        <a:pt x="334" y="842"/>
                        <a:pt x="333" y="864"/>
                      </a:cubicBezTo>
                      <a:cubicBezTo>
                        <a:pt x="332" y="886"/>
                        <a:pt x="216" y="911"/>
                        <a:pt x="161" y="932"/>
                      </a:cubicBezTo>
                      <a:cubicBezTo>
                        <a:pt x="106" y="953"/>
                        <a:pt x="4" y="971"/>
                        <a:pt x="5" y="992"/>
                      </a:cubicBezTo>
                      <a:cubicBezTo>
                        <a:pt x="6" y="1013"/>
                        <a:pt x="110" y="1034"/>
                        <a:pt x="165" y="1056"/>
                      </a:cubicBezTo>
                      <a:cubicBezTo>
                        <a:pt x="220" y="1078"/>
                        <a:pt x="333" y="1103"/>
                        <a:pt x="333" y="1124"/>
                      </a:cubicBezTo>
                      <a:cubicBezTo>
                        <a:pt x="333" y="1145"/>
                        <a:pt x="193" y="1174"/>
                        <a:pt x="165" y="1184"/>
                      </a:cubicBezTo>
                    </a:path>
                  </a:pathLst>
                </a:cu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70728" name="Line 10"/>
                <p:cNvSpPr>
                  <a:spLocks noChangeShapeType="1"/>
                </p:cNvSpPr>
                <p:nvPr/>
              </p:nvSpPr>
              <p:spPr bwMode="auto">
                <a:xfrm>
                  <a:off x="440" y="800"/>
                  <a:ext cx="96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70726" name="Line 11"/>
              <p:cNvSpPr>
                <a:spLocks noChangeShapeType="1"/>
              </p:cNvSpPr>
              <p:nvPr/>
            </p:nvSpPr>
            <p:spPr bwMode="auto">
              <a:xfrm>
                <a:off x="1040" y="800"/>
                <a:ext cx="72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70721" name="Group 12"/>
            <p:cNvGrpSpPr>
              <a:grpSpLocks/>
            </p:cNvGrpSpPr>
            <p:nvPr/>
          </p:nvGrpSpPr>
          <p:grpSpPr bwMode="auto">
            <a:xfrm>
              <a:off x="1080" y="775"/>
              <a:ext cx="608" cy="64"/>
              <a:chOff x="1776" y="567"/>
              <a:chExt cx="608" cy="64"/>
            </a:xfrm>
          </p:grpSpPr>
          <p:sp>
            <p:nvSpPr>
              <p:cNvPr id="70722" name="Rectangle 13"/>
              <p:cNvSpPr>
                <a:spLocks noChangeArrowheads="1"/>
              </p:cNvSpPr>
              <p:nvPr/>
            </p:nvSpPr>
            <p:spPr bwMode="auto">
              <a:xfrm rot="-5400000">
                <a:off x="2052" y="435"/>
                <a:ext cx="64" cy="328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70723" name="Line 14"/>
              <p:cNvSpPr>
                <a:spLocks noChangeShapeType="1"/>
              </p:cNvSpPr>
              <p:nvPr/>
            </p:nvSpPr>
            <p:spPr bwMode="auto">
              <a:xfrm flipH="1">
                <a:off x="1776" y="592"/>
                <a:ext cx="13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0724" name="Line 15"/>
              <p:cNvSpPr>
                <a:spLocks noChangeShapeType="1"/>
              </p:cNvSpPr>
              <p:nvPr/>
            </p:nvSpPr>
            <p:spPr bwMode="auto">
              <a:xfrm flipH="1">
                <a:off x="2248" y="592"/>
                <a:ext cx="13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70663" name="Group 16"/>
          <p:cNvGrpSpPr>
            <a:grpSpLocks/>
          </p:cNvGrpSpPr>
          <p:nvPr/>
        </p:nvGrpSpPr>
        <p:grpSpPr bwMode="auto">
          <a:xfrm>
            <a:off x="2628900" y="2098675"/>
            <a:ext cx="1117600" cy="338138"/>
            <a:chOff x="528" y="1098"/>
            <a:chExt cx="1008" cy="301"/>
          </a:xfrm>
        </p:grpSpPr>
        <p:grpSp>
          <p:nvGrpSpPr>
            <p:cNvPr id="70707" name="Group 17"/>
            <p:cNvGrpSpPr>
              <a:grpSpLocks/>
            </p:cNvGrpSpPr>
            <p:nvPr/>
          </p:nvGrpSpPr>
          <p:grpSpPr bwMode="auto">
            <a:xfrm>
              <a:off x="696" y="1098"/>
              <a:ext cx="672" cy="42"/>
              <a:chOff x="440" y="778"/>
              <a:chExt cx="672" cy="42"/>
            </a:xfrm>
          </p:grpSpPr>
          <p:grpSp>
            <p:nvGrpSpPr>
              <p:cNvPr id="70716" name="Group 18"/>
              <p:cNvGrpSpPr>
                <a:grpSpLocks/>
              </p:cNvGrpSpPr>
              <p:nvPr/>
            </p:nvGrpSpPr>
            <p:grpSpPr bwMode="auto">
              <a:xfrm>
                <a:off x="440" y="778"/>
                <a:ext cx="608" cy="42"/>
                <a:chOff x="440" y="778"/>
                <a:chExt cx="608" cy="42"/>
              </a:xfrm>
            </p:grpSpPr>
            <p:sp>
              <p:nvSpPr>
                <p:cNvPr id="70718" name="Freeform 19"/>
                <p:cNvSpPr>
                  <a:spLocks/>
                </p:cNvSpPr>
                <p:nvPr/>
              </p:nvSpPr>
              <p:spPr bwMode="auto">
                <a:xfrm rot="-5400000">
                  <a:off x="775" y="547"/>
                  <a:ext cx="42" cy="504"/>
                </a:xfrm>
                <a:custGeom>
                  <a:avLst/>
                  <a:gdLst>
                    <a:gd name="T0" fmla="*/ 0 w 338"/>
                    <a:gd name="T1" fmla="*/ 0 h 1184"/>
                    <a:gd name="T2" fmla="*/ 0 w 338"/>
                    <a:gd name="T3" fmla="*/ 0 h 1184"/>
                    <a:gd name="T4" fmla="*/ 0 w 338"/>
                    <a:gd name="T5" fmla="*/ 0 h 1184"/>
                    <a:gd name="T6" fmla="*/ 0 w 338"/>
                    <a:gd name="T7" fmla="*/ 0 h 1184"/>
                    <a:gd name="T8" fmla="*/ 0 w 338"/>
                    <a:gd name="T9" fmla="*/ 0 h 1184"/>
                    <a:gd name="T10" fmla="*/ 0 w 338"/>
                    <a:gd name="T11" fmla="*/ 0 h 1184"/>
                    <a:gd name="T12" fmla="*/ 0 w 338"/>
                    <a:gd name="T13" fmla="*/ 0 h 1184"/>
                    <a:gd name="T14" fmla="*/ 0 w 338"/>
                    <a:gd name="T15" fmla="*/ 0 h 1184"/>
                    <a:gd name="T16" fmla="*/ 0 w 338"/>
                    <a:gd name="T17" fmla="*/ 0 h 1184"/>
                    <a:gd name="T18" fmla="*/ 0 w 338"/>
                    <a:gd name="T19" fmla="*/ 0 h 1184"/>
                    <a:gd name="T20" fmla="*/ 0 w 338"/>
                    <a:gd name="T21" fmla="*/ 0 h 1184"/>
                    <a:gd name="T22" fmla="*/ 0 w 338"/>
                    <a:gd name="T23" fmla="*/ 0 h 1184"/>
                    <a:gd name="T24" fmla="*/ 0 w 338"/>
                    <a:gd name="T25" fmla="*/ 0 h 1184"/>
                    <a:gd name="T26" fmla="*/ 0 w 338"/>
                    <a:gd name="T27" fmla="*/ 0 h 1184"/>
                    <a:gd name="T28" fmla="*/ 0 w 338"/>
                    <a:gd name="T29" fmla="*/ 0 h 1184"/>
                    <a:gd name="T30" fmla="*/ 0 w 338"/>
                    <a:gd name="T31" fmla="*/ 0 h 1184"/>
                    <a:gd name="T32" fmla="*/ 0 w 338"/>
                    <a:gd name="T33" fmla="*/ 0 h 1184"/>
                    <a:gd name="T34" fmla="*/ 0 w 338"/>
                    <a:gd name="T35" fmla="*/ 0 h 1184"/>
                    <a:gd name="T36" fmla="*/ 0 w 338"/>
                    <a:gd name="T37" fmla="*/ 0 h 1184"/>
                    <a:gd name="T38" fmla="*/ 0 w 338"/>
                    <a:gd name="T39" fmla="*/ 0 h 1184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338"/>
                    <a:gd name="T61" fmla="*/ 0 h 1184"/>
                    <a:gd name="T62" fmla="*/ 338 w 338"/>
                    <a:gd name="T63" fmla="*/ 1184 h 1184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338" h="1184">
                      <a:moveTo>
                        <a:pt x="165" y="0"/>
                      </a:moveTo>
                      <a:cubicBezTo>
                        <a:pt x="151" y="8"/>
                        <a:pt x="137" y="16"/>
                        <a:pt x="165" y="32"/>
                      </a:cubicBezTo>
                      <a:cubicBezTo>
                        <a:pt x="193" y="48"/>
                        <a:pt x="328" y="74"/>
                        <a:pt x="333" y="96"/>
                      </a:cubicBezTo>
                      <a:cubicBezTo>
                        <a:pt x="338" y="118"/>
                        <a:pt x="252" y="142"/>
                        <a:pt x="197" y="164"/>
                      </a:cubicBezTo>
                      <a:cubicBezTo>
                        <a:pt x="142" y="186"/>
                        <a:pt x="10" y="207"/>
                        <a:pt x="5" y="228"/>
                      </a:cubicBezTo>
                      <a:cubicBezTo>
                        <a:pt x="0" y="249"/>
                        <a:pt x="114" y="271"/>
                        <a:pt x="169" y="292"/>
                      </a:cubicBezTo>
                      <a:cubicBezTo>
                        <a:pt x="224" y="313"/>
                        <a:pt x="334" y="335"/>
                        <a:pt x="333" y="356"/>
                      </a:cubicBezTo>
                      <a:cubicBezTo>
                        <a:pt x="332" y="377"/>
                        <a:pt x="220" y="399"/>
                        <a:pt x="165" y="420"/>
                      </a:cubicBezTo>
                      <a:cubicBezTo>
                        <a:pt x="110" y="441"/>
                        <a:pt x="1" y="463"/>
                        <a:pt x="1" y="484"/>
                      </a:cubicBezTo>
                      <a:cubicBezTo>
                        <a:pt x="1" y="505"/>
                        <a:pt x="110" y="523"/>
                        <a:pt x="165" y="544"/>
                      </a:cubicBezTo>
                      <a:cubicBezTo>
                        <a:pt x="220" y="565"/>
                        <a:pt x="333" y="587"/>
                        <a:pt x="333" y="608"/>
                      </a:cubicBezTo>
                      <a:cubicBezTo>
                        <a:pt x="333" y="629"/>
                        <a:pt x="220" y="651"/>
                        <a:pt x="165" y="672"/>
                      </a:cubicBezTo>
                      <a:cubicBezTo>
                        <a:pt x="110" y="693"/>
                        <a:pt x="5" y="715"/>
                        <a:pt x="5" y="736"/>
                      </a:cubicBezTo>
                      <a:cubicBezTo>
                        <a:pt x="5" y="757"/>
                        <a:pt x="110" y="779"/>
                        <a:pt x="165" y="800"/>
                      </a:cubicBezTo>
                      <a:cubicBezTo>
                        <a:pt x="220" y="821"/>
                        <a:pt x="334" y="842"/>
                        <a:pt x="333" y="864"/>
                      </a:cubicBezTo>
                      <a:cubicBezTo>
                        <a:pt x="332" y="886"/>
                        <a:pt x="216" y="911"/>
                        <a:pt x="161" y="932"/>
                      </a:cubicBezTo>
                      <a:cubicBezTo>
                        <a:pt x="106" y="953"/>
                        <a:pt x="4" y="971"/>
                        <a:pt x="5" y="992"/>
                      </a:cubicBezTo>
                      <a:cubicBezTo>
                        <a:pt x="6" y="1013"/>
                        <a:pt x="110" y="1034"/>
                        <a:pt x="165" y="1056"/>
                      </a:cubicBezTo>
                      <a:cubicBezTo>
                        <a:pt x="220" y="1078"/>
                        <a:pt x="333" y="1103"/>
                        <a:pt x="333" y="1124"/>
                      </a:cubicBezTo>
                      <a:cubicBezTo>
                        <a:pt x="333" y="1145"/>
                        <a:pt x="193" y="1174"/>
                        <a:pt x="165" y="1184"/>
                      </a:cubicBezTo>
                    </a:path>
                  </a:pathLst>
                </a:cu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70719" name="Line 20"/>
                <p:cNvSpPr>
                  <a:spLocks noChangeShapeType="1"/>
                </p:cNvSpPr>
                <p:nvPr/>
              </p:nvSpPr>
              <p:spPr bwMode="auto">
                <a:xfrm>
                  <a:off x="440" y="800"/>
                  <a:ext cx="96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70717" name="Line 21"/>
              <p:cNvSpPr>
                <a:spLocks noChangeShapeType="1"/>
              </p:cNvSpPr>
              <p:nvPr/>
            </p:nvSpPr>
            <p:spPr bwMode="auto">
              <a:xfrm>
                <a:off x="1040" y="800"/>
                <a:ext cx="72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70708" name="Group 22"/>
            <p:cNvGrpSpPr>
              <a:grpSpLocks/>
            </p:cNvGrpSpPr>
            <p:nvPr/>
          </p:nvGrpSpPr>
          <p:grpSpPr bwMode="auto">
            <a:xfrm>
              <a:off x="704" y="1335"/>
              <a:ext cx="664" cy="64"/>
              <a:chOff x="1776" y="567"/>
              <a:chExt cx="608" cy="64"/>
            </a:xfrm>
          </p:grpSpPr>
          <p:sp>
            <p:nvSpPr>
              <p:cNvPr id="70713" name="Rectangle 23"/>
              <p:cNvSpPr>
                <a:spLocks noChangeArrowheads="1"/>
              </p:cNvSpPr>
              <p:nvPr/>
            </p:nvSpPr>
            <p:spPr bwMode="auto">
              <a:xfrm rot="-5400000">
                <a:off x="2052" y="435"/>
                <a:ext cx="64" cy="328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70714" name="Line 24"/>
              <p:cNvSpPr>
                <a:spLocks noChangeShapeType="1"/>
              </p:cNvSpPr>
              <p:nvPr/>
            </p:nvSpPr>
            <p:spPr bwMode="auto">
              <a:xfrm flipH="1">
                <a:off x="1776" y="592"/>
                <a:ext cx="13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0715" name="Line 25"/>
              <p:cNvSpPr>
                <a:spLocks noChangeShapeType="1"/>
              </p:cNvSpPr>
              <p:nvPr/>
            </p:nvSpPr>
            <p:spPr bwMode="auto">
              <a:xfrm flipH="1">
                <a:off x="2248" y="592"/>
                <a:ext cx="13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70709" name="Line 26"/>
            <p:cNvSpPr>
              <a:spLocks noChangeShapeType="1"/>
            </p:cNvSpPr>
            <p:nvPr/>
          </p:nvSpPr>
          <p:spPr bwMode="auto">
            <a:xfrm>
              <a:off x="696" y="1120"/>
              <a:ext cx="0" cy="24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0710" name="Line 27"/>
            <p:cNvSpPr>
              <a:spLocks noChangeShapeType="1"/>
            </p:cNvSpPr>
            <p:nvPr/>
          </p:nvSpPr>
          <p:spPr bwMode="auto">
            <a:xfrm>
              <a:off x="1368" y="1120"/>
              <a:ext cx="0" cy="24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0711" name="Line 28"/>
            <p:cNvSpPr>
              <a:spLocks noChangeShapeType="1"/>
            </p:cNvSpPr>
            <p:nvPr/>
          </p:nvSpPr>
          <p:spPr bwMode="auto">
            <a:xfrm flipH="1">
              <a:off x="528" y="1232"/>
              <a:ext cx="16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0712" name="Line 29"/>
            <p:cNvSpPr>
              <a:spLocks noChangeShapeType="1"/>
            </p:cNvSpPr>
            <p:nvPr/>
          </p:nvSpPr>
          <p:spPr bwMode="auto">
            <a:xfrm flipH="1">
              <a:off x="1368" y="1240"/>
              <a:ext cx="16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0664" name="Group 30"/>
          <p:cNvGrpSpPr>
            <a:grpSpLocks/>
          </p:cNvGrpSpPr>
          <p:nvPr/>
        </p:nvGrpSpPr>
        <p:grpSpPr bwMode="auto">
          <a:xfrm>
            <a:off x="2552700" y="3465513"/>
            <a:ext cx="1308100" cy="469900"/>
            <a:chOff x="288" y="1679"/>
            <a:chExt cx="1448" cy="344"/>
          </a:xfrm>
        </p:grpSpPr>
        <p:grpSp>
          <p:nvGrpSpPr>
            <p:cNvPr id="70690" name="Group 31"/>
            <p:cNvGrpSpPr>
              <a:grpSpLocks/>
            </p:cNvGrpSpPr>
            <p:nvPr/>
          </p:nvGrpSpPr>
          <p:grpSpPr bwMode="auto">
            <a:xfrm>
              <a:off x="392" y="1682"/>
              <a:ext cx="672" cy="42"/>
              <a:chOff x="440" y="778"/>
              <a:chExt cx="672" cy="42"/>
            </a:xfrm>
          </p:grpSpPr>
          <p:grpSp>
            <p:nvGrpSpPr>
              <p:cNvPr id="70703" name="Group 32"/>
              <p:cNvGrpSpPr>
                <a:grpSpLocks/>
              </p:cNvGrpSpPr>
              <p:nvPr/>
            </p:nvGrpSpPr>
            <p:grpSpPr bwMode="auto">
              <a:xfrm>
                <a:off x="440" y="778"/>
                <a:ext cx="608" cy="42"/>
                <a:chOff x="440" y="778"/>
                <a:chExt cx="608" cy="42"/>
              </a:xfrm>
            </p:grpSpPr>
            <p:sp>
              <p:nvSpPr>
                <p:cNvPr id="70705" name="Freeform 33"/>
                <p:cNvSpPr>
                  <a:spLocks/>
                </p:cNvSpPr>
                <p:nvPr/>
              </p:nvSpPr>
              <p:spPr bwMode="auto">
                <a:xfrm rot="-5400000">
                  <a:off x="775" y="547"/>
                  <a:ext cx="42" cy="504"/>
                </a:xfrm>
                <a:custGeom>
                  <a:avLst/>
                  <a:gdLst>
                    <a:gd name="T0" fmla="*/ 0 w 338"/>
                    <a:gd name="T1" fmla="*/ 0 h 1184"/>
                    <a:gd name="T2" fmla="*/ 0 w 338"/>
                    <a:gd name="T3" fmla="*/ 0 h 1184"/>
                    <a:gd name="T4" fmla="*/ 0 w 338"/>
                    <a:gd name="T5" fmla="*/ 0 h 1184"/>
                    <a:gd name="T6" fmla="*/ 0 w 338"/>
                    <a:gd name="T7" fmla="*/ 0 h 1184"/>
                    <a:gd name="T8" fmla="*/ 0 w 338"/>
                    <a:gd name="T9" fmla="*/ 0 h 1184"/>
                    <a:gd name="T10" fmla="*/ 0 w 338"/>
                    <a:gd name="T11" fmla="*/ 0 h 1184"/>
                    <a:gd name="T12" fmla="*/ 0 w 338"/>
                    <a:gd name="T13" fmla="*/ 0 h 1184"/>
                    <a:gd name="T14" fmla="*/ 0 w 338"/>
                    <a:gd name="T15" fmla="*/ 0 h 1184"/>
                    <a:gd name="T16" fmla="*/ 0 w 338"/>
                    <a:gd name="T17" fmla="*/ 0 h 1184"/>
                    <a:gd name="T18" fmla="*/ 0 w 338"/>
                    <a:gd name="T19" fmla="*/ 0 h 1184"/>
                    <a:gd name="T20" fmla="*/ 0 w 338"/>
                    <a:gd name="T21" fmla="*/ 0 h 1184"/>
                    <a:gd name="T22" fmla="*/ 0 w 338"/>
                    <a:gd name="T23" fmla="*/ 0 h 1184"/>
                    <a:gd name="T24" fmla="*/ 0 w 338"/>
                    <a:gd name="T25" fmla="*/ 0 h 1184"/>
                    <a:gd name="T26" fmla="*/ 0 w 338"/>
                    <a:gd name="T27" fmla="*/ 0 h 1184"/>
                    <a:gd name="T28" fmla="*/ 0 w 338"/>
                    <a:gd name="T29" fmla="*/ 0 h 1184"/>
                    <a:gd name="T30" fmla="*/ 0 w 338"/>
                    <a:gd name="T31" fmla="*/ 0 h 1184"/>
                    <a:gd name="T32" fmla="*/ 0 w 338"/>
                    <a:gd name="T33" fmla="*/ 0 h 1184"/>
                    <a:gd name="T34" fmla="*/ 0 w 338"/>
                    <a:gd name="T35" fmla="*/ 0 h 1184"/>
                    <a:gd name="T36" fmla="*/ 0 w 338"/>
                    <a:gd name="T37" fmla="*/ 0 h 1184"/>
                    <a:gd name="T38" fmla="*/ 0 w 338"/>
                    <a:gd name="T39" fmla="*/ 0 h 1184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338"/>
                    <a:gd name="T61" fmla="*/ 0 h 1184"/>
                    <a:gd name="T62" fmla="*/ 338 w 338"/>
                    <a:gd name="T63" fmla="*/ 1184 h 1184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338" h="1184">
                      <a:moveTo>
                        <a:pt x="165" y="0"/>
                      </a:moveTo>
                      <a:cubicBezTo>
                        <a:pt x="151" y="8"/>
                        <a:pt x="137" y="16"/>
                        <a:pt x="165" y="32"/>
                      </a:cubicBezTo>
                      <a:cubicBezTo>
                        <a:pt x="193" y="48"/>
                        <a:pt x="328" y="74"/>
                        <a:pt x="333" y="96"/>
                      </a:cubicBezTo>
                      <a:cubicBezTo>
                        <a:pt x="338" y="118"/>
                        <a:pt x="252" y="142"/>
                        <a:pt x="197" y="164"/>
                      </a:cubicBezTo>
                      <a:cubicBezTo>
                        <a:pt x="142" y="186"/>
                        <a:pt x="10" y="207"/>
                        <a:pt x="5" y="228"/>
                      </a:cubicBezTo>
                      <a:cubicBezTo>
                        <a:pt x="0" y="249"/>
                        <a:pt x="114" y="271"/>
                        <a:pt x="169" y="292"/>
                      </a:cubicBezTo>
                      <a:cubicBezTo>
                        <a:pt x="224" y="313"/>
                        <a:pt x="334" y="335"/>
                        <a:pt x="333" y="356"/>
                      </a:cubicBezTo>
                      <a:cubicBezTo>
                        <a:pt x="332" y="377"/>
                        <a:pt x="220" y="399"/>
                        <a:pt x="165" y="420"/>
                      </a:cubicBezTo>
                      <a:cubicBezTo>
                        <a:pt x="110" y="441"/>
                        <a:pt x="1" y="463"/>
                        <a:pt x="1" y="484"/>
                      </a:cubicBezTo>
                      <a:cubicBezTo>
                        <a:pt x="1" y="505"/>
                        <a:pt x="110" y="523"/>
                        <a:pt x="165" y="544"/>
                      </a:cubicBezTo>
                      <a:cubicBezTo>
                        <a:pt x="220" y="565"/>
                        <a:pt x="333" y="587"/>
                        <a:pt x="333" y="608"/>
                      </a:cubicBezTo>
                      <a:cubicBezTo>
                        <a:pt x="333" y="629"/>
                        <a:pt x="220" y="651"/>
                        <a:pt x="165" y="672"/>
                      </a:cubicBezTo>
                      <a:cubicBezTo>
                        <a:pt x="110" y="693"/>
                        <a:pt x="5" y="715"/>
                        <a:pt x="5" y="736"/>
                      </a:cubicBezTo>
                      <a:cubicBezTo>
                        <a:pt x="5" y="757"/>
                        <a:pt x="110" y="779"/>
                        <a:pt x="165" y="800"/>
                      </a:cubicBezTo>
                      <a:cubicBezTo>
                        <a:pt x="220" y="821"/>
                        <a:pt x="334" y="842"/>
                        <a:pt x="333" y="864"/>
                      </a:cubicBezTo>
                      <a:cubicBezTo>
                        <a:pt x="332" y="886"/>
                        <a:pt x="216" y="911"/>
                        <a:pt x="161" y="932"/>
                      </a:cubicBezTo>
                      <a:cubicBezTo>
                        <a:pt x="106" y="953"/>
                        <a:pt x="4" y="971"/>
                        <a:pt x="5" y="992"/>
                      </a:cubicBezTo>
                      <a:cubicBezTo>
                        <a:pt x="6" y="1013"/>
                        <a:pt x="110" y="1034"/>
                        <a:pt x="165" y="1056"/>
                      </a:cubicBezTo>
                      <a:cubicBezTo>
                        <a:pt x="220" y="1078"/>
                        <a:pt x="333" y="1103"/>
                        <a:pt x="333" y="1124"/>
                      </a:cubicBezTo>
                      <a:cubicBezTo>
                        <a:pt x="333" y="1145"/>
                        <a:pt x="193" y="1174"/>
                        <a:pt x="165" y="1184"/>
                      </a:cubicBezTo>
                    </a:path>
                  </a:pathLst>
                </a:cu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70706" name="Line 34"/>
                <p:cNvSpPr>
                  <a:spLocks noChangeShapeType="1"/>
                </p:cNvSpPr>
                <p:nvPr/>
              </p:nvSpPr>
              <p:spPr bwMode="auto">
                <a:xfrm>
                  <a:off x="440" y="800"/>
                  <a:ext cx="96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70704" name="Line 35"/>
              <p:cNvSpPr>
                <a:spLocks noChangeShapeType="1"/>
              </p:cNvSpPr>
              <p:nvPr/>
            </p:nvSpPr>
            <p:spPr bwMode="auto">
              <a:xfrm>
                <a:off x="1040" y="800"/>
                <a:ext cx="72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70691" name="Group 36"/>
            <p:cNvGrpSpPr>
              <a:grpSpLocks/>
            </p:cNvGrpSpPr>
            <p:nvPr/>
          </p:nvGrpSpPr>
          <p:grpSpPr bwMode="auto">
            <a:xfrm>
              <a:off x="1032" y="1679"/>
              <a:ext cx="608" cy="64"/>
              <a:chOff x="1776" y="567"/>
              <a:chExt cx="608" cy="64"/>
            </a:xfrm>
          </p:grpSpPr>
          <p:sp>
            <p:nvSpPr>
              <p:cNvPr id="70700" name="Rectangle 37"/>
              <p:cNvSpPr>
                <a:spLocks noChangeArrowheads="1"/>
              </p:cNvSpPr>
              <p:nvPr/>
            </p:nvSpPr>
            <p:spPr bwMode="auto">
              <a:xfrm rot="-5400000">
                <a:off x="2052" y="435"/>
                <a:ext cx="64" cy="328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70701" name="Line 38"/>
              <p:cNvSpPr>
                <a:spLocks noChangeShapeType="1"/>
              </p:cNvSpPr>
              <p:nvPr/>
            </p:nvSpPr>
            <p:spPr bwMode="auto">
              <a:xfrm flipH="1">
                <a:off x="1776" y="592"/>
                <a:ext cx="13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0702" name="Line 39"/>
              <p:cNvSpPr>
                <a:spLocks noChangeShapeType="1"/>
              </p:cNvSpPr>
              <p:nvPr/>
            </p:nvSpPr>
            <p:spPr bwMode="auto">
              <a:xfrm flipH="1">
                <a:off x="2248" y="592"/>
                <a:ext cx="13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70692" name="Line 40"/>
            <p:cNvSpPr>
              <a:spLocks noChangeShapeType="1"/>
            </p:cNvSpPr>
            <p:nvPr/>
          </p:nvSpPr>
          <p:spPr bwMode="auto">
            <a:xfrm rot="-5400000">
              <a:off x="820" y="1923"/>
              <a:ext cx="200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0693" name="Line 41"/>
            <p:cNvSpPr>
              <a:spLocks noChangeShapeType="1"/>
            </p:cNvSpPr>
            <p:nvPr/>
          </p:nvSpPr>
          <p:spPr bwMode="auto">
            <a:xfrm rot="-5400000">
              <a:off x="916" y="1923"/>
              <a:ext cx="200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0694" name="Line 42"/>
            <p:cNvSpPr>
              <a:spLocks noChangeShapeType="1"/>
            </p:cNvSpPr>
            <p:nvPr/>
          </p:nvSpPr>
          <p:spPr bwMode="auto">
            <a:xfrm flipH="1">
              <a:off x="384" y="1928"/>
              <a:ext cx="52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0695" name="Line 43"/>
            <p:cNvSpPr>
              <a:spLocks noChangeShapeType="1"/>
            </p:cNvSpPr>
            <p:nvPr/>
          </p:nvSpPr>
          <p:spPr bwMode="auto">
            <a:xfrm flipH="1">
              <a:off x="1024" y="1928"/>
              <a:ext cx="62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0696" name="Line 44"/>
            <p:cNvSpPr>
              <a:spLocks noChangeShapeType="1"/>
            </p:cNvSpPr>
            <p:nvPr/>
          </p:nvSpPr>
          <p:spPr bwMode="auto">
            <a:xfrm>
              <a:off x="1640" y="1704"/>
              <a:ext cx="0" cy="22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0697" name="Line 45"/>
            <p:cNvSpPr>
              <a:spLocks noChangeShapeType="1"/>
            </p:cNvSpPr>
            <p:nvPr/>
          </p:nvSpPr>
          <p:spPr bwMode="auto">
            <a:xfrm>
              <a:off x="392" y="1704"/>
              <a:ext cx="0" cy="22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0698" name="Line 46"/>
            <p:cNvSpPr>
              <a:spLocks noChangeShapeType="1"/>
            </p:cNvSpPr>
            <p:nvPr/>
          </p:nvSpPr>
          <p:spPr bwMode="auto">
            <a:xfrm flipH="1">
              <a:off x="288" y="1808"/>
              <a:ext cx="10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0699" name="Line 47"/>
            <p:cNvSpPr>
              <a:spLocks noChangeShapeType="1"/>
            </p:cNvSpPr>
            <p:nvPr/>
          </p:nvSpPr>
          <p:spPr bwMode="auto">
            <a:xfrm flipH="1">
              <a:off x="1632" y="1816"/>
              <a:ext cx="10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0665" name="Group 48"/>
          <p:cNvGrpSpPr>
            <a:grpSpLocks/>
          </p:cNvGrpSpPr>
          <p:nvPr/>
        </p:nvGrpSpPr>
        <p:grpSpPr bwMode="auto">
          <a:xfrm>
            <a:off x="2336800" y="4968875"/>
            <a:ext cx="1168400" cy="617538"/>
            <a:chOff x="584" y="2170"/>
            <a:chExt cx="936" cy="621"/>
          </a:xfrm>
        </p:grpSpPr>
        <p:grpSp>
          <p:nvGrpSpPr>
            <p:cNvPr id="70673" name="Group 49"/>
            <p:cNvGrpSpPr>
              <a:grpSpLocks/>
            </p:cNvGrpSpPr>
            <p:nvPr/>
          </p:nvGrpSpPr>
          <p:grpSpPr bwMode="auto">
            <a:xfrm>
              <a:off x="704" y="2407"/>
              <a:ext cx="664" cy="64"/>
              <a:chOff x="1776" y="567"/>
              <a:chExt cx="608" cy="64"/>
            </a:xfrm>
          </p:grpSpPr>
          <p:sp>
            <p:nvSpPr>
              <p:cNvPr id="70687" name="Rectangle 50"/>
              <p:cNvSpPr>
                <a:spLocks noChangeArrowheads="1"/>
              </p:cNvSpPr>
              <p:nvPr/>
            </p:nvSpPr>
            <p:spPr bwMode="auto">
              <a:xfrm rot="-5400000">
                <a:off x="2052" y="435"/>
                <a:ext cx="64" cy="328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70688" name="Line 51"/>
              <p:cNvSpPr>
                <a:spLocks noChangeShapeType="1"/>
              </p:cNvSpPr>
              <p:nvPr/>
            </p:nvSpPr>
            <p:spPr bwMode="auto">
              <a:xfrm flipH="1">
                <a:off x="1776" y="592"/>
                <a:ext cx="13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0689" name="Line 52"/>
              <p:cNvSpPr>
                <a:spLocks noChangeShapeType="1"/>
              </p:cNvSpPr>
              <p:nvPr/>
            </p:nvSpPr>
            <p:spPr bwMode="auto">
              <a:xfrm flipH="1">
                <a:off x="2248" y="592"/>
                <a:ext cx="136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70674" name="Group 53"/>
            <p:cNvGrpSpPr>
              <a:grpSpLocks/>
            </p:cNvGrpSpPr>
            <p:nvPr/>
          </p:nvGrpSpPr>
          <p:grpSpPr bwMode="auto">
            <a:xfrm>
              <a:off x="704" y="2170"/>
              <a:ext cx="672" cy="42"/>
              <a:chOff x="440" y="778"/>
              <a:chExt cx="672" cy="42"/>
            </a:xfrm>
          </p:grpSpPr>
          <p:grpSp>
            <p:nvGrpSpPr>
              <p:cNvPr id="70683" name="Group 54"/>
              <p:cNvGrpSpPr>
                <a:grpSpLocks/>
              </p:cNvGrpSpPr>
              <p:nvPr/>
            </p:nvGrpSpPr>
            <p:grpSpPr bwMode="auto">
              <a:xfrm>
                <a:off x="440" y="778"/>
                <a:ext cx="608" cy="42"/>
                <a:chOff x="440" y="778"/>
                <a:chExt cx="608" cy="42"/>
              </a:xfrm>
            </p:grpSpPr>
            <p:sp>
              <p:nvSpPr>
                <p:cNvPr id="70685" name="Freeform 55"/>
                <p:cNvSpPr>
                  <a:spLocks/>
                </p:cNvSpPr>
                <p:nvPr/>
              </p:nvSpPr>
              <p:spPr bwMode="auto">
                <a:xfrm rot="-5400000">
                  <a:off x="775" y="547"/>
                  <a:ext cx="42" cy="504"/>
                </a:xfrm>
                <a:custGeom>
                  <a:avLst/>
                  <a:gdLst>
                    <a:gd name="T0" fmla="*/ 0 w 338"/>
                    <a:gd name="T1" fmla="*/ 0 h 1184"/>
                    <a:gd name="T2" fmla="*/ 0 w 338"/>
                    <a:gd name="T3" fmla="*/ 0 h 1184"/>
                    <a:gd name="T4" fmla="*/ 0 w 338"/>
                    <a:gd name="T5" fmla="*/ 0 h 1184"/>
                    <a:gd name="T6" fmla="*/ 0 w 338"/>
                    <a:gd name="T7" fmla="*/ 0 h 1184"/>
                    <a:gd name="T8" fmla="*/ 0 w 338"/>
                    <a:gd name="T9" fmla="*/ 0 h 1184"/>
                    <a:gd name="T10" fmla="*/ 0 w 338"/>
                    <a:gd name="T11" fmla="*/ 0 h 1184"/>
                    <a:gd name="T12" fmla="*/ 0 w 338"/>
                    <a:gd name="T13" fmla="*/ 0 h 1184"/>
                    <a:gd name="T14" fmla="*/ 0 w 338"/>
                    <a:gd name="T15" fmla="*/ 0 h 1184"/>
                    <a:gd name="T16" fmla="*/ 0 w 338"/>
                    <a:gd name="T17" fmla="*/ 0 h 1184"/>
                    <a:gd name="T18" fmla="*/ 0 w 338"/>
                    <a:gd name="T19" fmla="*/ 0 h 1184"/>
                    <a:gd name="T20" fmla="*/ 0 w 338"/>
                    <a:gd name="T21" fmla="*/ 0 h 1184"/>
                    <a:gd name="T22" fmla="*/ 0 w 338"/>
                    <a:gd name="T23" fmla="*/ 0 h 1184"/>
                    <a:gd name="T24" fmla="*/ 0 w 338"/>
                    <a:gd name="T25" fmla="*/ 0 h 1184"/>
                    <a:gd name="T26" fmla="*/ 0 w 338"/>
                    <a:gd name="T27" fmla="*/ 0 h 1184"/>
                    <a:gd name="T28" fmla="*/ 0 w 338"/>
                    <a:gd name="T29" fmla="*/ 0 h 1184"/>
                    <a:gd name="T30" fmla="*/ 0 w 338"/>
                    <a:gd name="T31" fmla="*/ 0 h 1184"/>
                    <a:gd name="T32" fmla="*/ 0 w 338"/>
                    <a:gd name="T33" fmla="*/ 0 h 1184"/>
                    <a:gd name="T34" fmla="*/ 0 w 338"/>
                    <a:gd name="T35" fmla="*/ 0 h 1184"/>
                    <a:gd name="T36" fmla="*/ 0 w 338"/>
                    <a:gd name="T37" fmla="*/ 0 h 1184"/>
                    <a:gd name="T38" fmla="*/ 0 w 338"/>
                    <a:gd name="T39" fmla="*/ 0 h 1184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338"/>
                    <a:gd name="T61" fmla="*/ 0 h 1184"/>
                    <a:gd name="T62" fmla="*/ 338 w 338"/>
                    <a:gd name="T63" fmla="*/ 1184 h 1184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338" h="1184">
                      <a:moveTo>
                        <a:pt x="165" y="0"/>
                      </a:moveTo>
                      <a:cubicBezTo>
                        <a:pt x="151" y="8"/>
                        <a:pt x="137" y="16"/>
                        <a:pt x="165" y="32"/>
                      </a:cubicBezTo>
                      <a:cubicBezTo>
                        <a:pt x="193" y="48"/>
                        <a:pt x="328" y="74"/>
                        <a:pt x="333" y="96"/>
                      </a:cubicBezTo>
                      <a:cubicBezTo>
                        <a:pt x="338" y="118"/>
                        <a:pt x="252" y="142"/>
                        <a:pt x="197" y="164"/>
                      </a:cubicBezTo>
                      <a:cubicBezTo>
                        <a:pt x="142" y="186"/>
                        <a:pt x="10" y="207"/>
                        <a:pt x="5" y="228"/>
                      </a:cubicBezTo>
                      <a:cubicBezTo>
                        <a:pt x="0" y="249"/>
                        <a:pt x="114" y="271"/>
                        <a:pt x="169" y="292"/>
                      </a:cubicBezTo>
                      <a:cubicBezTo>
                        <a:pt x="224" y="313"/>
                        <a:pt x="334" y="335"/>
                        <a:pt x="333" y="356"/>
                      </a:cubicBezTo>
                      <a:cubicBezTo>
                        <a:pt x="332" y="377"/>
                        <a:pt x="220" y="399"/>
                        <a:pt x="165" y="420"/>
                      </a:cubicBezTo>
                      <a:cubicBezTo>
                        <a:pt x="110" y="441"/>
                        <a:pt x="1" y="463"/>
                        <a:pt x="1" y="484"/>
                      </a:cubicBezTo>
                      <a:cubicBezTo>
                        <a:pt x="1" y="505"/>
                        <a:pt x="110" y="523"/>
                        <a:pt x="165" y="544"/>
                      </a:cubicBezTo>
                      <a:cubicBezTo>
                        <a:pt x="220" y="565"/>
                        <a:pt x="333" y="587"/>
                        <a:pt x="333" y="608"/>
                      </a:cubicBezTo>
                      <a:cubicBezTo>
                        <a:pt x="333" y="629"/>
                        <a:pt x="220" y="651"/>
                        <a:pt x="165" y="672"/>
                      </a:cubicBezTo>
                      <a:cubicBezTo>
                        <a:pt x="110" y="693"/>
                        <a:pt x="5" y="715"/>
                        <a:pt x="5" y="736"/>
                      </a:cubicBezTo>
                      <a:cubicBezTo>
                        <a:pt x="5" y="757"/>
                        <a:pt x="110" y="779"/>
                        <a:pt x="165" y="800"/>
                      </a:cubicBezTo>
                      <a:cubicBezTo>
                        <a:pt x="220" y="821"/>
                        <a:pt x="334" y="842"/>
                        <a:pt x="333" y="864"/>
                      </a:cubicBezTo>
                      <a:cubicBezTo>
                        <a:pt x="332" y="886"/>
                        <a:pt x="216" y="911"/>
                        <a:pt x="161" y="932"/>
                      </a:cubicBezTo>
                      <a:cubicBezTo>
                        <a:pt x="106" y="953"/>
                        <a:pt x="4" y="971"/>
                        <a:pt x="5" y="992"/>
                      </a:cubicBezTo>
                      <a:cubicBezTo>
                        <a:pt x="6" y="1013"/>
                        <a:pt x="110" y="1034"/>
                        <a:pt x="165" y="1056"/>
                      </a:cubicBezTo>
                      <a:cubicBezTo>
                        <a:pt x="220" y="1078"/>
                        <a:pt x="333" y="1103"/>
                        <a:pt x="333" y="1124"/>
                      </a:cubicBezTo>
                      <a:cubicBezTo>
                        <a:pt x="333" y="1145"/>
                        <a:pt x="193" y="1174"/>
                        <a:pt x="165" y="1184"/>
                      </a:cubicBezTo>
                    </a:path>
                  </a:pathLst>
                </a:cu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70686" name="Line 56"/>
                <p:cNvSpPr>
                  <a:spLocks noChangeShapeType="1"/>
                </p:cNvSpPr>
                <p:nvPr/>
              </p:nvSpPr>
              <p:spPr bwMode="auto">
                <a:xfrm>
                  <a:off x="440" y="800"/>
                  <a:ext cx="96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70684" name="Line 57"/>
              <p:cNvSpPr>
                <a:spLocks noChangeShapeType="1"/>
              </p:cNvSpPr>
              <p:nvPr/>
            </p:nvSpPr>
            <p:spPr bwMode="auto">
              <a:xfrm>
                <a:off x="1040" y="800"/>
                <a:ext cx="72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70675" name="Line 58"/>
            <p:cNvSpPr>
              <a:spLocks noChangeShapeType="1"/>
            </p:cNvSpPr>
            <p:nvPr/>
          </p:nvSpPr>
          <p:spPr bwMode="auto">
            <a:xfrm rot="-5400000">
              <a:off x="892" y="2691"/>
              <a:ext cx="200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0676" name="Line 59"/>
            <p:cNvSpPr>
              <a:spLocks noChangeShapeType="1"/>
            </p:cNvSpPr>
            <p:nvPr/>
          </p:nvSpPr>
          <p:spPr bwMode="auto">
            <a:xfrm rot="-5400000">
              <a:off x="988" y="2691"/>
              <a:ext cx="200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0677" name="Line 60"/>
            <p:cNvSpPr>
              <a:spLocks noChangeShapeType="1"/>
            </p:cNvSpPr>
            <p:nvPr/>
          </p:nvSpPr>
          <p:spPr bwMode="auto">
            <a:xfrm>
              <a:off x="696" y="2696"/>
              <a:ext cx="272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0678" name="Line 61"/>
            <p:cNvSpPr>
              <a:spLocks noChangeShapeType="1"/>
            </p:cNvSpPr>
            <p:nvPr/>
          </p:nvSpPr>
          <p:spPr bwMode="auto">
            <a:xfrm>
              <a:off x="1104" y="2704"/>
              <a:ext cx="272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0679" name="Line 62"/>
            <p:cNvSpPr>
              <a:spLocks noChangeShapeType="1"/>
            </p:cNvSpPr>
            <p:nvPr/>
          </p:nvSpPr>
          <p:spPr bwMode="auto">
            <a:xfrm>
              <a:off x="704" y="2184"/>
              <a:ext cx="0" cy="51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0680" name="Line 63"/>
            <p:cNvSpPr>
              <a:spLocks noChangeShapeType="1"/>
            </p:cNvSpPr>
            <p:nvPr/>
          </p:nvSpPr>
          <p:spPr bwMode="auto">
            <a:xfrm>
              <a:off x="1376" y="2192"/>
              <a:ext cx="0" cy="51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0681" name="Line 64"/>
            <p:cNvSpPr>
              <a:spLocks noChangeShapeType="1"/>
            </p:cNvSpPr>
            <p:nvPr/>
          </p:nvSpPr>
          <p:spPr bwMode="auto">
            <a:xfrm>
              <a:off x="1376" y="2432"/>
              <a:ext cx="14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0682" name="Line 65"/>
            <p:cNvSpPr>
              <a:spLocks noChangeShapeType="1"/>
            </p:cNvSpPr>
            <p:nvPr/>
          </p:nvSpPr>
          <p:spPr bwMode="auto">
            <a:xfrm>
              <a:off x="584" y="2432"/>
              <a:ext cx="14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70666" name="Object 66"/>
          <p:cNvGraphicFramePr>
            <a:graphicFrameLocks noChangeAspect="1"/>
          </p:cNvGraphicFramePr>
          <p:nvPr/>
        </p:nvGraphicFramePr>
        <p:xfrm>
          <a:off x="5468939" y="1776414"/>
          <a:ext cx="1716087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91" name="Equation" r:id="rId8" imgW="847731" imgH="485877" progId="Equation.DSMT4">
                  <p:embed/>
                </p:oleObj>
              </mc:Choice>
              <mc:Fallback>
                <p:oleObj name="Equation" r:id="rId8" imgW="847731" imgH="485877" progId="Equation.DSMT4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8939" y="1776414"/>
                        <a:ext cx="1716087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7" name="Text Box 67"/>
          <p:cNvSpPr txBox="1">
            <a:spLocks noChangeArrowheads="1"/>
          </p:cNvSpPr>
          <p:nvPr/>
        </p:nvSpPr>
        <p:spPr bwMode="auto">
          <a:xfrm>
            <a:off x="8864600" y="273051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FF"/>
                </a:solidFill>
              </a:rPr>
              <a:t>tanPHI</a:t>
            </a:r>
          </a:p>
        </p:txBody>
      </p:sp>
      <p:graphicFrame>
        <p:nvGraphicFramePr>
          <p:cNvPr id="70668" name="Object 68"/>
          <p:cNvGraphicFramePr>
            <a:graphicFrameLocks noChangeAspect="1"/>
          </p:cNvGraphicFramePr>
          <p:nvPr/>
        </p:nvGraphicFramePr>
        <p:xfrm>
          <a:off x="4421189" y="4684713"/>
          <a:ext cx="3201987" cy="108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92" name="Equation" r:id="rId10" imgW="1590567" imgH="523841" progId="Equation.DSMT4">
                  <p:embed/>
                </p:oleObj>
              </mc:Choice>
              <mc:Fallback>
                <p:oleObj name="Equation" r:id="rId10" imgW="1590567" imgH="523841" progId="Equation.DSMT4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1189" y="4684713"/>
                        <a:ext cx="3201987" cy="1084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9" name="Object 69"/>
          <p:cNvGraphicFramePr>
            <a:graphicFrameLocks noChangeAspect="1"/>
          </p:cNvGraphicFramePr>
          <p:nvPr/>
        </p:nvGraphicFramePr>
        <p:xfrm>
          <a:off x="9047163" y="985838"/>
          <a:ext cx="857250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93" name="Equation" r:id="rId12" imgW="409492" imgH="161959" progId="Equation.DSMT4">
                  <p:embed/>
                </p:oleObj>
              </mc:Choice>
              <mc:Fallback>
                <p:oleObj name="Equation" r:id="rId12" imgW="409492" imgH="161959" progId="Equation.DSMT4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7163" y="985838"/>
                        <a:ext cx="857250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0" name="Object 70"/>
          <p:cNvGraphicFramePr>
            <a:graphicFrameLocks noChangeAspect="1"/>
          </p:cNvGraphicFramePr>
          <p:nvPr/>
        </p:nvGraphicFramePr>
        <p:xfrm>
          <a:off x="9034463" y="2065338"/>
          <a:ext cx="857250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94" name="Equation" r:id="rId14" imgW="409492" imgH="161959" progId="Equation.DSMT4">
                  <p:embed/>
                </p:oleObj>
              </mc:Choice>
              <mc:Fallback>
                <p:oleObj name="Equation" r:id="rId14" imgW="409492" imgH="161959" progId="Equation.DSMT4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34463" y="2065338"/>
                        <a:ext cx="857250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1" name="Object 71"/>
          <p:cNvGraphicFramePr>
            <a:graphicFrameLocks noChangeAspect="1"/>
          </p:cNvGraphicFramePr>
          <p:nvPr/>
        </p:nvGraphicFramePr>
        <p:xfrm>
          <a:off x="8047038" y="3262313"/>
          <a:ext cx="2620962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95" name="Equation" r:id="rId16" imgW="1428788" imgH="485877" progId="Equation.DSMT4">
                  <p:embed/>
                </p:oleObj>
              </mc:Choice>
              <mc:Fallback>
                <p:oleObj name="Equation" r:id="rId16" imgW="1428788" imgH="485877" progId="Equation.DSMT4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7038" y="3262313"/>
                        <a:ext cx="2620962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2" name="Object 72"/>
          <p:cNvGraphicFramePr>
            <a:graphicFrameLocks noChangeAspect="1"/>
          </p:cNvGraphicFramePr>
          <p:nvPr/>
        </p:nvGraphicFramePr>
        <p:xfrm>
          <a:off x="8577263" y="4773613"/>
          <a:ext cx="1689100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96" name="Equation" r:id="rId18" imgW="828771" imgH="438116" progId="Equation.DSMT4">
                  <p:embed/>
                </p:oleObj>
              </mc:Choice>
              <mc:Fallback>
                <p:oleObj name="Equation" r:id="rId18" imgW="828771" imgH="438116" progId="Equation.DSMT4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7263" y="4773613"/>
                        <a:ext cx="1689100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3FE767D-6F9C-4CC1-9116-1A96083F5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039" y="172779"/>
            <a:ext cx="3272350" cy="256975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A00A94A-88F0-46B9-B7E5-C23EBE907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0819" y="1248745"/>
            <a:ext cx="3895725" cy="12382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CE5E97B-37C4-4855-8A30-7A29C81D4F2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535" t="42703" r="29768" b="11024"/>
          <a:stretch/>
        </p:blipFill>
        <p:spPr>
          <a:xfrm>
            <a:off x="1751715" y="3977574"/>
            <a:ext cx="3721395" cy="270764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BD9DBD4-A4F4-4A43-BC8E-D37C3AE75B02}"/>
              </a:ext>
            </a:extLst>
          </p:cNvPr>
          <p:cNvSpPr/>
          <p:nvPr/>
        </p:nvSpPr>
        <p:spPr>
          <a:xfrm>
            <a:off x="2302698" y="3285634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麦克斯韦电桥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A8A561E-987C-405E-91CC-C6DF79C03EA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230" b="10046"/>
          <a:stretch/>
        </p:blipFill>
        <p:spPr>
          <a:xfrm>
            <a:off x="5413054" y="4093204"/>
            <a:ext cx="5254946" cy="2476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9171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2"/>
          <p:cNvSpPr txBox="1">
            <a:spLocks noChangeArrowheads="1"/>
          </p:cNvSpPr>
          <p:nvPr/>
        </p:nvSpPr>
        <p:spPr bwMode="auto">
          <a:xfrm>
            <a:off x="1917700" y="158751"/>
            <a:ext cx="353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交流电路电功率</a:t>
            </a:r>
          </a:p>
        </p:txBody>
      </p:sp>
      <p:graphicFrame>
        <p:nvGraphicFramePr>
          <p:cNvPr id="72707" name="Object 3"/>
          <p:cNvGraphicFramePr>
            <a:graphicFrameLocks noChangeAspect="1"/>
          </p:cNvGraphicFramePr>
          <p:nvPr/>
        </p:nvGraphicFramePr>
        <p:xfrm>
          <a:off x="2395538" y="909639"/>
          <a:ext cx="17653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36" name="Equation" r:id="rId4" imgW="866692" imgH="180941" progId="Equation.DSMT4">
                  <p:embed/>
                </p:oleObj>
              </mc:Choice>
              <mc:Fallback>
                <p:oleObj name="Equation" r:id="rId4" imgW="866692" imgH="180941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5538" y="909639"/>
                        <a:ext cx="176530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08" name="Text Box 4"/>
          <p:cNvSpPr txBox="1">
            <a:spLocks noChangeArrowheads="1"/>
          </p:cNvSpPr>
          <p:nvPr/>
        </p:nvSpPr>
        <p:spPr bwMode="auto">
          <a:xfrm>
            <a:off x="1778000" y="3536951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平均功率</a:t>
            </a:r>
          </a:p>
        </p:txBody>
      </p:sp>
      <p:graphicFrame>
        <p:nvGraphicFramePr>
          <p:cNvPr id="72709" name="Object 5"/>
          <p:cNvGraphicFramePr>
            <a:graphicFrameLocks noChangeAspect="1"/>
          </p:cNvGraphicFramePr>
          <p:nvPr/>
        </p:nvGraphicFramePr>
        <p:xfrm>
          <a:off x="2235200" y="1690689"/>
          <a:ext cx="2749550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37" name="Equation" r:id="rId6" imgW="1362120" imgH="438116" progId="Equation.DSMT4">
                  <p:embed/>
                </p:oleObj>
              </mc:Choice>
              <mc:Fallback>
                <p:oleObj name="Equation" r:id="rId6" imgW="1362120" imgH="438116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200" y="1690689"/>
                        <a:ext cx="2749550" cy="903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0" name="Text Box 6"/>
          <p:cNvSpPr txBox="1">
            <a:spLocks noChangeArrowheads="1"/>
          </p:cNvSpPr>
          <p:nvPr/>
        </p:nvSpPr>
        <p:spPr bwMode="auto">
          <a:xfrm>
            <a:off x="5257800" y="476251"/>
            <a:ext cx="254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瞬时功率</a:t>
            </a:r>
          </a:p>
        </p:txBody>
      </p:sp>
      <p:sp>
        <p:nvSpPr>
          <p:cNvPr id="72711" name="Text Box 7"/>
          <p:cNvSpPr txBox="1">
            <a:spLocks noChangeArrowheads="1"/>
          </p:cNvSpPr>
          <p:nvPr/>
        </p:nvSpPr>
        <p:spPr bwMode="auto">
          <a:xfrm>
            <a:off x="5143500" y="1111251"/>
            <a:ext cx="254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可正，可负</a:t>
            </a:r>
          </a:p>
        </p:txBody>
      </p:sp>
      <p:graphicFrame>
        <p:nvGraphicFramePr>
          <p:cNvPr id="72712" name="Object 8"/>
          <p:cNvGraphicFramePr>
            <a:graphicFrameLocks noChangeAspect="1"/>
          </p:cNvGraphicFramePr>
          <p:nvPr/>
        </p:nvGraphicFramePr>
        <p:xfrm>
          <a:off x="5873750" y="1979613"/>
          <a:ext cx="45402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38" name="Equation" r:id="rId8" imgW="2267039" imgH="209414" progId="Equation.DSMT4">
                  <p:embed/>
                </p:oleObj>
              </mc:Choice>
              <mc:Fallback>
                <p:oleObj name="Equation" r:id="rId8" imgW="2267039" imgH="209414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3750" y="1979613"/>
                        <a:ext cx="454025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3" name="Object 9"/>
          <p:cNvGraphicFramePr>
            <a:graphicFrameLocks noChangeAspect="1"/>
          </p:cNvGraphicFramePr>
          <p:nvPr/>
        </p:nvGraphicFramePr>
        <p:xfrm>
          <a:off x="3441701" y="3749675"/>
          <a:ext cx="5749925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39" name="Equation" r:id="rId10" imgW="2876537" imgH="447607" progId="Equation.DSMT4">
                  <p:embed/>
                </p:oleObj>
              </mc:Choice>
              <mc:Fallback>
                <p:oleObj name="Equation" r:id="rId10" imgW="2876537" imgH="447607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1701" y="3749675"/>
                        <a:ext cx="5749925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4" name="Object 10"/>
          <p:cNvGraphicFramePr>
            <a:graphicFrameLocks noChangeAspect="1"/>
          </p:cNvGraphicFramePr>
          <p:nvPr/>
        </p:nvGraphicFramePr>
        <p:xfrm>
          <a:off x="2295525" y="2744789"/>
          <a:ext cx="5068888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40" name="Equation" r:id="rId12" imgW="2533714" imgH="371373" progId="Equation.DSMT4">
                  <p:embed/>
                </p:oleObj>
              </mc:Choice>
              <mc:Fallback>
                <p:oleObj name="Equation" r:id="rId12" imgW="2533714" imgH="371373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525" y="2744789"/>
                        <a:ext cx="5068888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5" name="Object 11"/>
          <p:cNvGraphicFramePr>
            <a:graphicFrameLocks noChangeAspect="1"/>
          </p:cNvGraphicFramePr>
          <p:nvPr/>
        </p:nvGraphicFramePr>
        <p:xfrm>
          <a:off x="3397251" y="5221289"/>
          <a:ext cx="3959225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41" name="Equation" r:id="rId14" imgW="1971618" imgH="371373" progId="Equation.DSMT4">
                  <p:embed/>
                </p:oleObj>
              </mc:Choice>
              <mc:Fallback>
                <p:oleObj name="Equation" r:id="rId14" imgW="1971618" imgH="371373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7251" y="5221289"/>
                        <a:ext cx="3959225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2"/>
          <p:cNvSpPr txBox="1">
            <a:spLocks noChangeArrowheads="1"/>
          </p:cNvSpPr>
          <p:nvPr/>
        </p:nvSpPr>
        <p:spPr bwMode="auto">
          <a:xfrm>
            <a:off x="1917700" y="1454151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纯电感元件：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755" name="Object 3"/>
              <p:cNvSpPr txBox="1"/>
              <p:nvPr/>
            </p:nvSpPr>
            <p:spPr bwMode="auto">
              <a:xfrm>
                <a:off x="1768475" y="801689"/>
                <a:ext cx="3278188" cy="7778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̄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func>
                        <m:funcPr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475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68475" y="801689"/>
                <a:ext cx="3278188" cy="7778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1879600" y="247651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纯电阻元件：</a:t>
            </a:r>
          </a:p>
        </p:txBody>
      </p:sp>
      <p:graphicFrame>
        <p:nvGraphicFramePr>
          <p:cNvPr id="74757" name="Object 5"/>
          <p:cNvGraphicFramePr>
            <a:graphicFrameLocks noChangeAspect="1"/>
          </p:cNvGraphicFramePr>
          <p:nvPr/>
        </p:nvGraphicFramePr>
        <p:xfrm>
          <a:off x="1827213" y="2147889"/>
          <a:ext cx="1941512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54" name="Equation" r:id="rId5" imgW="962108" imgH="371373" progId="Equation.DSMT4">
                  <p:embed/>
                </p:oleObj>
              </mc:Choice>
              <mc:Fallback>
                <p:oleObj name="Equation" r:id="rId5" imgW="962108" imgH="371373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7213" y="2147889"/>
                        <a:ext cx="1941512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8" name="Text Box 6"/>
          <p:cNvSpPr txBox="1">
            <a:spLocks noChangeArrowheads="1"/>
          </p:cNvSpPr>
          <p:nvPr/>
        </p:nvSpPr>
        <p:spPr bwMode="auto">
          <a:xfrm>
            <a:off x="1943100" y="3371851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纯电容元件：</a:t>
            </a:r>
          </a:p>
        </p:txBody>
      </p:sp>
      <p:graphicFrame>
        <p:nvGraphicFramePr>
          <p:cNvPr id="74759" name="Object 7"/>
          <p:cNvGraphicFramePr>
            <a:graphicFrameLocks noChangeAspect="1"/>
          </p:cNvGraphicFramePr>
          <p:nvPr/>
        </p:nvGraphicFramePr>
        <p:xfrm>
          <a:off x="4286250" y="4811714"/>
          <a:ext cx="706438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55" name="Equation" r:id="rId7" imgW="333343" imgH="142977" progId="Equation.DSMT4">
                  <p:embed/>
                </p:oleObj>
              </mc:Choice>
              <mc:Fallback>
                <p:oleObj name="Equation" r:id="rId7" imgW="333343" imgH="142977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0" y="4811714"/>
                        <a:ext cx="706438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0" name="Text Box 8"/>
          <p:cNvSpPr txBox="1">
            <a:spLocks noChangeArrowheads="1"/>
          </p:cNvSpPr>
          <p:nvPr/>
        </p:nvSpPr>
        <p:spPr bwMode="auto">
          <a:xfrm>
            <a:off x="1778000" y="4603751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功率因数：</a:t>
            </a:r>
          </a:p>
        </p:txBody>
      </p:sp>
      <p:graphicFrame>
        <p:nvGraphicFramePr>
          <p:cNvPr id="74761" name="Object 9"/>
          <p:cNvGraphicFramePr>
            <a:graphicFrameLocks noChangeAspect="1"/>
          </p:cNvGraphicFramePr>
          <p:nvPr/>
        </p:nvGraphicFramePr>
        <p:xfrm>
          <a:off x="4394201" y="3354389"/>
          <a:ext cx="2143125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56" name="Equation" r:id="rId9" imgW="1057218" imgH="371373" progId="Equation.DSMT4">
                  <p:embed/>
                </p:oleObj>
              </mc:Choice>
              <mc:Fallback>
                <p:oleObj name="Equation" r:id="rId9" imgW="1057218" imgH="371373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4201" y="3354389"/>
                        <a:ext cx="2143125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2" name="Text Box 10"/>
          <p:cNvSpPr txBox="1">
            <a:spLocks noChangeArrowheads="1"/>
          </p:cNvSpPr>
          <p:nvPr/>
        </p:nvSpPr>
        <p:spPr bwMode="auto">
          <a:xfrm>
            <a:off x="1905000" y="5899151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国家标准：</a:t>
            </a:r>
          </a:p>
        </p:txBody>
      </p:sp>
      <p:graphicFrame>
        <p:nvGraphicFramePr>
          <p:cNvPr id="74763" name="Object 11"/>
          <p:cNvGraphicFramePr>
            <a:graphicFrameLocks noChangeAspect="1"/>
          </p:cNvGraphicFramePr>
          <p:nvPr/>
        </p:nvGraphicFramePr>
        <p:xfrm>
          <a:off x="3844926" y="5981700"/>
          <a:ext cx="1387475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57" name="Equation" r:id="rId11" imgW="676167" imgH="180941" progId="Equation.DSMT4">
                  <p:embed/>
                </p:oleObj>
              </mc:Choice>
              <mc:Fallback>
                <p:oleObj name="Equation" r:id="rId11" imgW="676167" imgH="180941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4926" y="5981700"/>
                        <a:ext cx="1387475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4764" name="Picture 12" descr="D:\zmzhang\电磁学\第二版图\图7-20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91" t="-273" r="-104" b="14590"/>
          <a:stretch>
            <a:fillRect/>
          </a:stretch>
        </p:blipFill>
        <p:spPr bwMode="auto">
          <a:xfrm>
            <a:off x="6908800" y="4000500"/>
            <a:ext cx="3416300" cy="248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65" name="Picture 12" descr="D:\zmzhang\电磁学\第二版图\图7-20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381" b="16066"/>
          <a:stretch>
            <a:fillRect/>
          </a:stretch>
        </p:blipFill>
        <p:spPr bwMode="auto">
          <a:xfrm>
            <a:off x="6692900" y="0"/>
            <a:ext cx="35941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66" name="Picture 12" descr="D:\zmzhang\电磁学\第二版图\图7-20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05" t="2350" r="31020" b="16339"/>
          <a:stretch>
            <a:fillRect/>
          </a:stretch>
        </p:blipFill>
        <p:spPr bwMode="auto">
          <a:xfrm>
            <a:off x="6985000" y="1701800"/>
            <a:ext cx="3073400" cy="214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802" name="Object 2"/>
          <p:cNvGraphicFramePr>
            <a:graphicFrameLocks noChangeAspect="1"/>
          </p:cNvGraphicFramePr>
          <p:nvPr/>
        </p:nvGraphicFramePr>
        <p:xfrm>
          <a:off x="3465513" y="1458914"/>
          <a:ext cx="1916112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84" name="Equation" r:id="rId4" imgW="942841" imgH="219211" progId="Equation.DSMT4">
                  <p:embed/>
                </p:oleObj>
              </mc:Choice>
              <mc:Fallback>
                <p:oleObj name="Equation" r:id="rId4" imgW="942841" imgH="219211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5513" y="1458914"/>
                        <a:ext cx="1916112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3" name="Text Box 3"/>
          <p:cNvSpPr txBox="1">
            <a:spLocks noChangeArrowheads="1"/>
          </p:cNvSpPr>
          <p:nvPr/>
        </p:nvSpPr>
        <p:spPr bwMode="auto">
          <a:xfrm>
            <a:off x="2743200" y="171451"/>
            <a:ext cx="4889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视在功率和无功功率</a:t>
            </a:r>
          </a:p>
        </p:txBody>
      </p:sp>
      <p:sp>
        <p:nvSpPr>
          <p:cNvPr id="76804" name="Line 4"/>
          <p:cNvSpPr>
            <a:spLocks noChangeShapeType="1"/>
          </p:cNvSpPr>
          <p:nvPr/>
        </p:nvSpPr>
        <p:spPr bwMode="auto">
          <a:xfrm>
            <a:off x="7366000" y="838200"/>
            <a:ext cx="2679700" cy="0"/>
          </a:xfrm>
          <a:prstGeom prst="line">
            <a:avLst/>
          </a:prstGeom>
          <a:noFill/>
          <a:ln w="57150" cap="sq">
            <a:solidFill>
              <a:srgbClr val="FF0000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76805" name="Object 5"/>
          <p:cNvGraphicFramePr>
            <a:graphicFrameLocks noChangeAspect="1"/>
          </p:cNvGraphicFramePr>
          <p:nvPr/>
        </p:nvGraphicFramePr>
        <p:xfrm>
          <a:off x="9237664" y="379414"/>
          <a:ext cx="4286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85" name="Equation" r:id="rId6" imgW="200006" imgH="209414" progId="Equation.DSMT4">
                  <p:embed/>
                </p:oleObj>
              </mc:Choice>
              <mc:Fallback>
                <p:oleObj name="Equation" r:id="rId6" imgW="200006" imgH="209414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7664" y="379414"/>
                        <a:ext cx="4286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6" name="Line 6"/>
          <p:cNvSpPr>
            <a:spLocks noChangeShapeType="1"/>
          </p:cNvSpPr>
          <p:nvPr/>
        </p:nvSpPr>
        <p:spPr bwMode="auto">
          <a:xfrm>
            <a:off x="7340600" y="952500"/>
            <a:ext cx="2095500" cy="0"/>
          </a:xfrm>
          <a:prstGeom prst="line">
            <a:avLst/>
          </a:prstGeom>
          <a:noFill/>
          <a:ln w="38100" cap="sq">
            <a:solidFill>
              <a:srgbClr val="0000FF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6807" name="Line 7"/>
          <p:cNvSpPr>
            <a:spLocks noChangeShapeType="1"/>
          </p:cNvSpPr>
          <p:nvPr/>
        </p:nvSpPr>
        <p:spPr bwMode="auto">
          <a:xfrm>
            <a:off x="9423400" y="939800"/>
            <a:ext cx="0" cy="13843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6808" name="Line 8"/>
          <p:cNvSpPr>
            <a:spLocks noChangeShapeType="1"/>
          </p:cNvSpPr>
          <p:nvPr/>
        </p:nvSpPr>
        <p:spPr bwMode="auto">
          <a:xfrm>
            <a:off x="7327900" y="939800"/>
            <a:ext cx="2108200" cy="1397000"/>
          </a:xfrm>
          <a:prstGeom prst="line">
            <a:avLst/>
          </a:prstGeom>
          <a:noFill/>
          <a:ln w="38100" cap="sq">
            <a:solidFill>
              <a:srgbClr val="CC00CC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6809" name="Line 9"/>
          <p:cNvSpPr>
            <a:spLocks noChangeShapeType="1"/>
          </p:cNvSpPr>
          <p:nvPr/>
        </p:nvSpPr>
        <p:spPr bwMode="auto">
          <a:xfrm flipH="1">
            <a:off x="7302500" y="2349500"/>
            <a:ext cx="2133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6810" name="Line 10"/>
          <p:cNvSpPr>
            <a:spLocks noChangeShapeType="1"/>
          </p:cNvSpPr>
          <p:nvPr/>
        </p:nvSpPr>
        <p:spPr bwMode="auto">
          <a:xfrm>
            <a:off x="7327900" y="939800"/>
            <a:ext cx="0" cy="1409700"/>
          </a:xfrm>
          <a:prstGeom prst="line">
            <a:avLst/>
          </a:prstGeom>
          <a:noFill/>
          <a:ln w="38100" cap="sq">
            <a:solidFill>
              <a:srgbClr val="0000FF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76811" name="Object 11"/>
          <p:cNvGraphicFramePr>
            <a:graphicFrameLocks noChangeAspect="1"/>
          </p:cNvGraphicFramePr>
          <p:nvPr/>
        </p:nvGraphicFramePr>
        <p:xfrm>
          <a:off x="8791576" y="1016000"/>
          <a:ext cx="354013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86" name="Equation" r:id="rId8" imgW="161778" imgH="209414" progId="Equation.DSMT4">
                  <p:embed/>
                </p:oleObj>
              </mc:Choice>
              <mc:Fallback>
                <p:oleObj name="Equation" r:id="rId8" imgW="161778" imgH="209414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1576" y="1016000"/>
                        <a:ext cx="354013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2" name="Object 12"/>
          <p:cNvGraphicFramePr>
            <a:graphicFrameLocks noChangeAspect="1"/>
          </p:cNvGraphicFramePr>
          <p:nvPr/>
        </p:nvGraphicFramePr>
        <p:xfrm>
          <a:off x="7204076" y="2438400"/>
          <a:ext cx="354013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87" name="Equation" r:id="rId10" imgW="161778" imgH="209414" progId="Equation.DSMT4">
                  <p:embed/>
                </p:oleObj>
              </mc:Choice>
              <mc:Fallback>
                <p:oleObj name="Equation" r:id="rId10" imgW="161778" imgH="209414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4076" y="2438400"/>
                        <a:ext cx="354013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3" name="Object 13"/>
          <p:cNvGraphicFramePr>
            <a:graphicFrameLocks noChangeAspect="1"/>
          </p:cNvGraphicFramePr>
          <p:nvPr/>
        </p:nvGraphicFramePr>
        <p:xfrm>
          <a:off x="9504364" y="2297114"/>
          <a:ext cx="3524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88" name="Equation" r:id="rId12" imgW="161778" imgH="209414" progId="Equation.DSMT4">
                  <p:embed/>
                </p:oleObj>
              </mc:Choice>
              <mc:Fallback>
                <p:oleObj name="Equation" r:id="rId12" imgW="161778" imgH="209414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04364" y="2297114"/>
                        <a:ext cx="3524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4" name="Object 14"/>
          <p:cNvGraphicFramePr>
            <a:graphicFrameLocks noChangeAspect="1"/>
          </p:cNvGraphicFramePr>
          <p:nvPr/>
        </p:nvGraphicFramePr>
        <p:xfrm>
          <a:off x="8004176" y="1014414"/>
          <a:ext cx="277813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89" name="Equation" r:id="rId14" imgW="123857" imgH="142977" progId="Equation.DSMT4">
                  <p:embed/>
                </p:oleObj>
              </mc:Choice>
              <mc:Fallback>
                <p:oleObj name="Equation" r:id="rId14" imgW="123857" imgH="142977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4176" y="1014414"/>
                        <a:ext cx="277813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5" name="Text Box 15"/>
          <p:cNvSpPr txBox="1">
            <a:spLocks noChangeArrowheads="1"/>
          </p:cNvSpPr>
          <p:nvPr/>
        </p:nvSpPr>
        <p:spPr bwMode="auto">
          <a:xfrm>
            <a:off x="2070100" y="831851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有功功率</a:t>
            </a:r>
          </a:p>
        </p:txBody>
      </p:sp>
      <p:sp>
        <p:nvSpPr>
          <p:cNvPr id="76816" name="Text Box 16"/>
          <p:cNvSpPr txBox="1">
            <a:spLocks noChangeArrowheads="1"/>
          </p:cNvSpPr>
          <p:nvPr/>
        </p:nvSpPr>
        <p:spPr bwMode="auto">
          <a:xfrm>
            <a:off x="1854200" y="1936751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无功功率</a:t>
            </a:r>
          </a:p>
        </p:txBody>
      </p:sp>
      <p:graphicFrame>
        <p:nvGraphicFramePr>
          <p:cNvPr id="76817" name="Object 17"/>
          <p:cNvGraphicFramePr>
            <a:graphicFrameLocks noChangeAspect="1"/>
          </p:cNvGraphicFramePr>
          <p:nvPr/>
        </p:nvGraphicFramePr>
        <p:xfrm>
          <a:off x="3543301" y="2628900"/>
          <a:ext cx="18637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90" name="Equation" r:id="rId16" imgW="923880" imgH="219211" progId="Equation.DSMT4">
                  <p:embed/>
                </p:oleObj>
              </mc:Choice>
              <mc:Fallback>
                <p:oleObj name="Equation" r:id="rId16" imgW="923880" imgH="219211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3301" y="2628900"/>
                        <a:ext cx="18637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8" name="Text Box 18"/>
          <p:cNvSpPr txBox="1">
            <a:spLocks noChangeArrowheads="1"/>
          </p:cNvSpPr>
          <p:nvPr/>
        </p:nvSpPr>
        <p:spPr bwMode="auto">
          <a:xfrm>
            <a:off x="1892300" y="3473451"/>
            <a:ext cx="1714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视在功率</a:t>
            </a:r>
          </a:p>
        </p:txBody>
      </p:sp>
      <p:graphicFrame>
        <p:nvGraphicFramePr>
          <p:cNvPr id="76819" name="Object 19"/>
          <p:cNvGraphicFramePr>
            <a:graphicFrameLocks noChangeAspect="1"/>
          </p:cNvGraphicFramePr>
          <p:nvPr/>
        </p:nvGraphicFramePr>
        <p:xfrm>
          <a:off x="3762376" y="3836988"/>
          <a:ext cx="272097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91" name="Equation" r:id="rId18" imgW="1352639" imgH="276157" progId="Equation.DSMT4">
                  <p:embed/>
                </p:oleObj>
              </mc:Choice>
              <mc:Fallback>
                <p:oleObj name="Equation" r:id="rId18" imgW="1352639" imgH="276157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2376" y="3836988"/>
                        <a:ext cx="2720975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20" name="Text Box 20"/>
          <p:cNvSpPr txBox="1">
            <a:spLocks noChangeArrowheads="1"/>
          </p:cNvSpPr>
          <p:nvPr/>
        </p:nvSpPr>
        <p:spPr bwMode="auto">
          <a:xfrm>
            <a:off x="2197100" y="4984751"/>
            <a:ext cx="1714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视在功率</a:t>
            </a:r>
          </a:p>
        </p:txBody>
      </p:sp>
      <p:sp>
        <p:nvSpPr>
          <p:cNvPr id="76821" name="Text Box 21"/>
          <p:cNvSpPr txBox="1">
            <a:spLocks noChangeArrowheads="1"/>
          </p:cNvSpPr>
          <p:nvPr/>
        </p:nvSpPr>
        <p:spPr bwMode="auto">
          <a:xfrm>
            <a:off x="4267200" y="4641851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无功功率</a:t>
            </a:r>
          </a:p>
        </p:txBody>
      </p:sp>
      <p:sp>
        <p:nvSpPr>
          <p:cNvPr id="76822" name="Text Box 22"/>
          <p:cNvSpPr txBox="1">
            <a:spLocks noChangeArrowheads="1"/>
          </p:cNvSpPr>
          <p:nvPr/>
        </p:nvSpPr>
        <p:spPr bwMode="auto">
          <a:xfrm>
            <a:off x="4279900" y="5353051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有功功率</a:t>
            </a:r>
          </a:p>
        </p:txBody>
      </p:sp>
      <p:sp>
        <p:nvSpPr>
          <p:cNvPr id="76823" name="AutoShape 23"/>
          <p:cNvSpPr>
            <a:spLocks/>
          </p:cNvSpPr>
          <p:nvPr/>
        </p:nvSpPr>
        <p:spPr bwMode="auto">
          <a:xfrm>
            <a:off x="4025900" y="4826000"/>
            <a:ext cx="177800" cy="927100"/>
          </a:xfrm>
          <a:prstGeom prst="leftBrace">
            <a:avLst>
              <a:gd name="adj1" fmla="val 43452"/>
              <a:gd name="adj2" fmla="val 50000"/>
            </a:avLst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850" name="Object 2"/>
          <p:cNvGraphicFramePr>
            <a:graphicFrameLocks noChangeAspect="1"/>
          </p:cNvGraphicFramePr>
          <p:nvPr/>
        </p:nvGraphicFramePr>
        <p:xfrm>
          <a:off x="3082925" y="950914"/>
          <a:ext cx="1436688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69" name="Equation" r:id="rId4" imgW="704914" imgH="180941" progId="Equation.DSMT4">
                  <p:embed/>
                </p:oleObj>
              </mc:Choice>
              <mc:Fallback>
                <p:oleObj name="Equation" r:id="rId4" imgW="704914" imgH="180941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2925" y="950914"/>
                        <a:ext cx="1436688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1" name="Text Box 3"/>
          <p:cNvSpPr txBox="1">
            <a:spLocks noChangeArrowheads="1"/>
          </p:cNvSpPr>
          <p:nvPr/>
        </p:nvSpPr>
        <p:spPr bwMode="auto">
          <a:xfrm>
            <a:off x="2070100" y="831851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电阻</a:t>
            </a:r>
          </a:p>
        </p:txBody>
      </p:sp>
      <p:sp>
        <p:nvSpPr>
          <p:cNvPr id="78852" name="Text Box 4"/>
          <p:cNvSpPr txBox="1">
            <a:spLocks noChangeArrowheads="1"/>
          </p:cNvSpPr>
          <p:nvPr/>
        </p:nvSpPr>
        <p:spPr bwMode="auto">
          <a:xfrm>
            <a:off x="4521200" y="933451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电抗</a:t>
            </a:r>
          </a:p>
        </p:txBody>
      </p:sp>
      <p:graphicFrame>
        <p:nvGraphicFramePr>
          <p:cNvPr id="78853" name="Object 5"/>
          <p:cNvGraphicFramePr>
            <a:graphicFrameLocks noChangeAspect="1"/>
          </p:cNvGraphicFramePr>
          <p:nvPr/>
        </p:nvGraphicFramePr>
        <p:xfrm>
          <a:off x="5446713" y="1001714"/>
          <a:ext cx="1485900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70" name="Equation" r:id="rId6" imgW="733355" imgH="180941" progId="Equation.DSMT4">
                  <p:embed/>
                </p:oleObj>
              </mc:Choice>
              <mc:Fallback>
                <p:oleObj name="Equation" r:id="rId6" imgW="733355" imgH="180941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6713" y="1001714"/>
                        <a:ext cx="1485900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4" name="Text Box 6"/>
          <p:cNvSpPr txBox="1">
            <a:spLocks noChangeArrowheads="1"/>
          </p:cNvSpPr>
          <p:nvPr/>
        </p:nvSpPr>
        <p:spPr bwMode="auto">
          <a:xfrm>
            <a:off x="1905000" y="1441451"/>
            <a:ext cx="1714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平均功率</a:t>
            </a:r>
          </a:p>
        </p:txBody>
      </p:sp>
      <p:graphicFrame>
        <p:nvGraphicFramePr>
          <p:cNvPr id="78855" name="Object 7"/>
          <p:cNvGraphicFramePr>
            <a:graphicFrameLocks noChangeAspect="1"/>
          </p:cNvGraphicFramePr>
          <p:nvPr/>
        </p:nvGraphicFramePr>
        <p:xfrm>
          <a:off x="3522664" y="1536700"/>
          <a:ext cx="5792787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71" name="Equation" r:id="rId8" imgW="2904978" imgH="219211" progId="Equation.DSMT4">
                  <p:embed/>
                </p:oleObj>
              </mc:Choice>
              <mc:Fallback>
                <p:oleObj name="Equation" r:id="rId8" imgW="2904978" imgH="219211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2664" y="1536700"/>
                        <a:ext cx="5792787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6" name="Text Box 8"/>
          <p:cNvSpPr txBox="1">
            <a:spLocks noChangeArrowheads="1"/>
          </p:cNvSpPr>
          <p:nvPr/>
        </p:nvSpPr>
        <p:spPr bwMode="auto">
          <a:xfrm>
            <a:off x="2044700" y="4095751"/>
            <a:ext cx="1714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纯电阻</a:t>
            </a:r>
          </a:p>
        </p:txBody>
      </p:sp>
      <p:graphicFrame>
        <p:nvGraphicFramePr>
          <p:cNvPr id="78857" name="Object 9"/>
          <p:cNvGraphicFramePr>
            <a:graphicFrameLocks noChangeAspect="1"/>
          </p:cNvGraphicFramePr>
          <p:nvPr/>
        </p:nvGraphicFramePr>
        <p:xfrm>
          <a:off x="3159125" y="354014"/>
          <a:ext cx="4662488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72" name="Equation" r:id="rId10" imgW="2333708" imgH="209414" progId="Equation.DSMT4">
                  <p:embed/>
                </p:oleObj>
              </mc:Choice>
              <mc:Fallback>
                <p:oleObj name="Equation" r:id="rId10" imgW="2333708" imgH="209414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9125" y="354014"/>
                        <a:ext cx="4662488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8" name="Object 10"/>
          <p:cNvGraphicFramePr>
            <a:graphicFrameLocks noChangeAspect="1"/>
          </p:cNvGraphicFramePr>
          <p:nvPr/>
        </p:nvGraphicFramePr>
        <p:xfrm>
          <a:off x="2155825" y="2081214"/>
          <a:ext cx="1436688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73" name="Equation" r:id="rId12" imgW="704914" imgH="180941" progId="Equation.DSMT4">
                  <p:embed/>
                </p:oleObj>
              </mc:Choice>
              <mc:Fallback>
                <p:oleObj name="Equation" r:id="rId12" imgW="704914" imgH="180941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5825" y="2081214"/>
                        <a:ext cx="1436688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9" name="Text Box 11"/>
          <p:cNvSpPr txBox="1">
            <a:spLocks noChangeArrowheads="1"/>
          </p:cNvSpPr>
          <p:nvPr/>
        </p:nvSpPr>
        <p:spPr bwMode="auto">
          <a:xfrm>
            <a:off x="3771900" y="2063751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有功电阻</a:t>
            </a:r>
          </a:p>
        </p:txBody>
      </p:sp>
      <p:sp>
        <p:nvSpPr>
          <p:cNvPr id="78860" name="Text Box 12"/>
          <p:cNvSpPr txBox="1">
            <a:spLocks noChangeArrowheads="1"/>
          </p:cNvSpPr>
          <p:nvPr/>
        </p:nvSpPr>
        <p:spPr bwMode="auto">
          <a:xfrm>
            <a:off x="1866900" y="2647951"/>
            <a:ext cx="1714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无功功率</a:t>
            </a:r>
          </a:p>
        </p:txBody>
      </p:sp>
      <p:graphicFrame>
        <p:nvGraphicFramePr>
          <p:cNvPr id="78861" name="Object 13"/>
          <p:cNvGraphicFramePr>
            <a:graphicFrameLocks noChangeAspect="1"/>
          </p:cNvGraphicFramePr>
          <p:nvPr/>
        </p:nvGraphicFramePr>
        <p:xfrm>
          <a:off x="3806826" y="2692400"/>
          <a:ext cx="40544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74" name="Equation" r:id="rId14" imgW="2028806" imgH="219211" progId="Equation.DSMT4">
                  <p:embed/>
                </p:oleObj>
              </mc:Choice>
              <mc:Fallback>
                <p:oleObj name="Equation" r:id="rId14" imgW="2028806" imgH="219211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6826" y="2692400"/>
                        <a:ext cx="405447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2" name="Object 14"/>
          <p:cNvGraphicFramePr>
            <a:graphicFrameLocks noChangeAspect="1"/>
          </p:cNvGraphicFramePr>
          <p:nvPr/>
        </p:nvGraphicFramePr>
        <p:xfrm>
          <a:off x="2043113" y="3465514"/>
          <a:ext cx="1485900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75" name="Equation" r:id="rId16" imgW="733355" imgH="180941" progId="Equation.DSMT4">
                  <p:embed/>
                </p:oleObj>
              </mc:Choice>
              <mc:Fallback>
                <p:oleObj name="Equation" r:id="rId16" imgW="733355" imgH="180941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3113" y="3465514"/>
                        <a:ext cx="1485900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63" name="Text Box 15"/>
          <p:cNvSpPr txBox="1">
            <a:spLocks noChangeArrowheads="1"/>
          </p:cNvSpPr>
          <p:nvPr/>
        </p:nvSpPr>
        <p:spPr bwMode="auto">
          <a:xfrm>
            <a:off x="3898900" y="3397251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无功电抗</a:t>
            </a:r>
          </a:p>
        </p:txBody>
      </p:sp>
      <p:sp>
        <p:nvSpPr>
          <p:cNvPr id="78864" name="Text Box 16"/>
          <p:cNvSpPr txBox="1">
            <a:spLocks noChangeArrowheads="1"/>
          </p:cNvSpPr>
          <p:nvPr/>
        </p:nvSpPr>
        <p:spPr bwMode="auto">
          <a:xfrm>
            <a:off x="1993900" y="4819651"/>
            <a:ext cx="1714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纯电感</a:t>
            </a:r>
          </a:p>
        </p:txBody>
      </p:sp>
      <p:sp>
        <p:nvSpPr>
          <p:cNvPr id="78865" name="Text Box 17"/>
          <p:cNvSpPr txBox="1">
            <a:spLocks noChangeArrowheads="1"/>
          </p:cNvSpPr>
          <p:nvPr/>
        </p:nvSpPr>
        <p:spPr bwMode="auto">
          <a:xfrm>
            <a:off x="2006600" y="5480051"/>
            <a:ext cx="1714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纯电容</a:t>
            </a:r>
          </a:p>
        </p:txBody>
      </p:sp>
      <p:graphicFrame>
        <p:nvGraphicFramePr>
          <p:cNvPr id="78866" name="Object 18"/>
          <p:cNvGraphicFramePr>
            <a:graphicFrameLocks noChangeAspect="1"/>
          </p:cNvGraphicFramePr>
          <p:nvPr/>
        </p:nvGraphicFramePr>
        <p:xfrm>
          <a:off x="3949701" y="4051300"/>
          <a:ext cx="191452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76" name="Equation" r:id="rId18" imgW="942841" imgH="219211" progId="Equation.DSMT4">
                  <p:embed/>
                </p:oleObj>
              </mc:Choice>
              <mc:Fallback>
                <p:oleObj name="Equation" r:id="rId18" imgW="942841" imgH="219211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9701" y="4051300"/>
                        <a:ext cx="1914525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7" name="Object 19"/>
          <p:cNvGraphicFramePr>
            <a:graphicFrameLocks noChangeAspect="1"/>
          </p:cNvGraphicFramePr>
          <p:nvPr/>
        </p:nvGraphicFramePr>
        <p:xfrm>
          <a:off x="3862389" y="4851400"/>
          <a:ext cx="2090737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77" name="Equation" r:id="rId20" imgW="1038257" imgH="219211" progId="Equation.DSMT4">
                  <p:embed/>
                </p:oleObj>
              </mc:Choice>
              <mc:Fallback>
                <p:oleObj name="Equation" r:id="rId20" imgW="1038257" imgH="219211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2389" y="4851400"/>
                        <a:ext cx="2090737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8" name="Object 20"/>
          <p:cNvGraphicFramePr>
            <a:graphicFrameLocks noChangeAspect="1"/>
          </p:cNvGraphicFramePr>
          <p:nvPr/>
        </p:nvGraphicFramePr>
        <p:xfrm>
          <a:off x="3673476" y="5386388"/>
          <a:ext cx="2417763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78" name="Equation" r:id="rId22" imgW="1200035" imgH="371373" progId="Equation.DSMT4">
                  <p:embed/>
                </p:oleObj>
              </mc:Choice>
              <mc:Fallback>
                <p:oleObj name="Equation" r:id="rId22" imgW="1200035" imgH="371373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3476" y="5386388"/>
                        <a:ext cx="2417763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1703388" y="260350"/>
            <a:ext cx="5795962" cy="1373188"/>
          </a:xfrm>
        </p:spPr>
        <p:txBody>
          <a:bodyPr/>
          <a:lstStyle/>
          <a:p>
            <a:pPr algn="l" eaLnBrk="1" hangingPunct="1"/>
            <a:r>
              <a:rPr lang="zh-CN" altLang="en-US" sz="2800" b="1">
                <a:latin typeface="华文中宋" panose="02010600040101010101" pitchFamily="2" charset="-122"/>
                <a:ea typeface="华文中宋" panose="02010600040101010101" pitchFamily="2" charset="-122"/>
              </a:rPr>
              <a:t>例题</a:t>
            </a:r>
            <a:r>
              <a:rPr lang="en-US" altLang="zh-CN" sz="2800" b="1">
                <a:latin typeface="华文中宋" panose="02010600040101010101" pitchFamily="2" charset="-122"/>
                <a:ea typeface="华文中宋" panose="02010600040101010101" pitchFamily="2" charset="-122"/>
              </a:rPr>
              <a:t>:</a:t>
            </a:r>
            <a:r>
              <a:rPr lang="zh-CN" altLang="en-US" sz="2800" b="1">
                <a:latin typeface="华文中宋" panose="02010600040101010101" pitchFamily="2" charset="-122"/>
                <a:ea typeface="华文中宋" panose="02010600040101010101" pitchFamily="2" charset="-122"/>
              </a:rPr>
              <a:t>已知</a:t>
            </a:r>
            <a:r>
              <a:rPr lang="en-US" altLang="zh-CN" sz="2800" b="1">
                <a:ea typeface="华文中宋" panose="02010600040101010101" pitchFamily="2" charset="-122"/>
              </a:rPr>
              <a:t>U</a:t>
            </a:r>
            <a:r>
              <a:rPr lang="en-US" altLang="zh-CN" sz="2800" b="1" baseline="-30000">
                <a:ea typeface="华文中宋" panose="02010600040101010101" pitchFamily="2" charset="-122"/>
              </a:rPr>
              <a:t>1</a:t>
            </a:r>
            <a:r>
              <a:rPr lang="en-US" altLang="zh-CN" sz="2800" b="1">
                <a:ea typeface="华文中宋" panose="02010600040101010101" pitchFamily="2" charset="-122"/>
              </a:rPr>
              <a:t>=60V,U</a:t>
            </a:r>
            <a:r>
              <a:rPr lang="en-US" altLang="zh-CN" sz="2800" b="1" baseline="-30000">
                <a:ea typeface="华文中宋" panose="02010600040101010101" pitchFamily="2" charset="-122"/>
              </a:rPr>
              <a:t>2</a:t>
            </a:r>
            <a:r>
              <a:rPr lang="en-US" altLang="zh-CN" sz="2800" b="1">
                <a:ea typeface="华文中宋" panose="02010600040101010101" pitchFamily="2" charset="-122"/>
              </a:rPr>
              <a:t>=100V,U=120V, R=20</a:t>
            </a:r>
            <a:r>
              <a:rPr lang="en-US" altLang="zh-CN" sz="2800" b="1">
                <a:ea typeface="华文中宋" panose="02010600040101010101" pitchFamily="2" charset="-122"/>
                <a:sym typeface="Symbol" panose="05050102010706020507" pitchFamily="18" charset="2"/>
              </a:rPr>
              <a:t>,</a:t>
            </a:r>
            <a:r>
              <a:rPr lang="zh-CN" altLang="en-US" sz="2800" b="1">
                <a:ea typeface="华文中宋" panose="02010600040101010101" pitchFamily="2" charset="-122"/>
              </a:rPr>
              <a:t>求抗流圈所消耗的功率和抗流圈的等效串联电阻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4826" y="1773238"/>
            <a:ext cx="5834063" cy="1905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1">
                <a:latin typeface="宋体" panose="02010600030101010101" pitchFamily="2" charset="-122"/>
              </a:rPr>
              <a:t>矢量图解：</a:t>
            </a:r>
            <a:endParaRPr lang="zh-CN" altLang="en-US" sz="2800" b="1"/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>
                <a:latin typeface="宋体" panose="02010600030101010101" pitchFamily="2" charset="-122"/>
              </a:rPr>
              <a:t>与一般的矢量图画法不同，设抗流圈上的电压</a:t>
            </a:r>
            <a:r>
              <a:rPr lang="en-US" altLang="zh-CN" sz="2400" b="1"/>
              <a:t>U</a:t>
            </a:r>
            <a:r>
              <a:rPr lang="en-US" altLang="zh-CN" sz="2400" b="1" baseline="-30000"/>
              <a:t>2</a:t>
            </a:r>
            <a:r>
              <a:rPr lang="zh-CN" altLang="en-US" sz="2400" b="1">
                <a:latin typeface="宋体" panose="02010600030101010101" pitchFamily="2" charset="-122"/>
              </a:rPr>
              <a:t>与电流（总电流）的相位差为，画出电压三角形</a:t>
            </a:r>
            <a:r>
              <a:rPr lang="zh-CN" altLang="en-US" sz="2400" b="1">
                <a:ea typeface="华文中宋" panose="02010600040101010101" pitchFamily="2" charset="-122"/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>
                <a:latin typeface="宋体" panose="02010600030101010101" pitchFamily="2" charset="-122"/>
              </a:rPr>
              <a:t>用余弦定理求出功率因数</a:t>
            </a:r>
            <a:r>
              <a:rPr lang="zh-CN" altLang="en-US" sz="2400">
                <a:ea typeface="华文中宋" panose="02010600040101010101" pitchFamily="2" charset="-122"/>
              </a:rPr>
              <a:t>  </a:t>
            </a:r>
          </a:p>
        </p:txBody>
      </p:sp>
      <p:graphicFrame>
        <p:nvGraphicFramePr>
          <p:cNvPr id="80900" name="Object 4"/>
          <p:cNvGraphicFramePr>
            <a:graphicFrameLocks noChangeAspect="1"/>
          </p:cNvGraphicFramePr>
          <p:nvPr/>
        </p:nvGraphicFramePr>
        <p:xfrm>
          <a:off x="7535864" y="188914"/>
          <a:ext cx="2979737" cy="166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33" name="位图图像" r:id="rId3" imgW="2057143" imgH="1142857" progId="Paint.Picture">
                  <p:embed/>
                </p:oleObj>
              </mc:Choice>
              <mc:Fallback>
                <p:oleObj name="位图图像" r:id="rId3" imgW="2057143" imgH="1142857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5864" y="188914"/>
                        <a:ext cx="2979737" cy="166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0901" name="Picture 5" descr="msotw9_temp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905001"/>
            <a:ext cx="2743200" cy="173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902" name="Rectangle 7"/>
          <p:cNvSpPr>
            <a:spLocks noChangeArrowheads="1"/>
          </p:cNvSpPr>
          <p:nvPr/>
        </p:nvSpPr>
        <p:spPr bwMode="auto">
          <a:xfrm>
            <a:off x="3600450" y="3276601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aphicFrame>
        <p:nvGraphicFramePr>
          <p:cNvPr id="80903" name="Object 6"/>
          <p:cNvGraphicFramePr>
            <a:graphicFrameLocks noChangeAspect="1"/>
          </p:cNvGraphicFramePr>
          <p:nvPr/>
        </p:nvGraphicFramePr>
        <p:xfrm>
          <a:off x="2312989" y="3886201"/>
          <a:ext cx="779462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34" name="Equation" r:id="rId6" imgW="3581400" imgH="228600" progId="Equation.3">
                  <p:embed/>
                </p:oleObj>
              </mc:Choice>
              <mc:Fallback>
                <p:oleObj name="Equation" r:id="rId6" imgW="35814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2989" y="3886201"/>
                        <a:ext cx="7794625" cy="498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4" name="Rectangle 9"/>
          <p:cNvSpPr>
            <a:spLocks noChangeArrowheads="1"/>
          </p:cNvSpPr>
          <p:nvPr/>
        </p:nvSpPr>
        <p:spPr bwMode="auto">
          <a:xfrm>
            <a:off x="5172075" y="3124201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aphicFrame>
        <p:nvGraphicFramePr>
          <p:cNvPr id="80905" name="Object 8"/>
          <p:cNvGraphicFramePr>
            <a:graphicFrameLocks noChangeAspect="1"/>
          </p:cNvGraphicFramePr>
          <p:nvPr/>
        </p:nvGraphicFramePr>
        <p:xfrm>
          <a:off x="2209800" y="4495800"/>
          <a:ext cx="327660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35" r:id="rId8" imgW="1384300" imgH="457200" progId="Equation.3">
                  <p:embed/>
                </p:oleObj>
              </mc:Choice>
              <mc:Fallback>
                <p:oleObj r:id="rId8" imgW="1384300" imgH="457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495800"/>
                        <a:ext cx="3276600" cy="1081088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6" name="Rectangle 11"/>
          <p:cNvSpPr>
            <a:spLocks noChangeArrowheads="1"/>
          </p:cNvSpPr>
          <p:nvPr/>
        </p:nvSpPr>
        <p:spPr bwMode="auto">
          <a:xfrm>
            <a:off x="3500438" y="3124201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aphicFrame>
        <p:nvGraphicFramePr>
          <p:cNvPr id="80907" name="Object 10"/>
          <p:cNvGraphicFramePr>
            <a:graphicFrameLocks noChangeAspect="1"/>
          </p:cNvGraphicFramePr>
          <p:nvPr/>
        </p:nvGraphicFramePr>
        <p:xfrm>
          <a:off x="1949450" y="5613400"/>
          <a:ext cx="81915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36" name="Equation" r:id="rId10" imgW="3810000" imgH="457200" progId="Equation.3">
                  <p:embed/>
                </p:oleObj>
              </mc:Choice>
              <mc:Fallback>
                <p:oleObj name="Equation" r:id="rId10" imgW="3810000" imgH="457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9450" y="5613400"/>
                        <a:ext cx="8191500" cy="9842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8" name="Rectangle 13"/>
          <p:cNvSpPr>
            <a:spLocks noChangeArrowheads="1"/>
          </p:cNvSpPr>
          <p:nvPr/>
        </p:nvSpPr>
        <p:spPr bwMode="auto">
          <a:xfrm>
            <a:off x="5705475" y="325278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aphicFrame>
        <p:nvGraphicFramePr>
          <p:cNvPr id="80909" name="Object 12"/>
          <p:cNvGraphicFramePr>
            <a:graphicFrameLocks noChangeAspect="1"/>
          </p:cNvGraphicFramePr>
          <p:nvPr/>
        </p:nvGraphicFramePr>
        <p:xfrm>
          <a:off x="8915401" y="4724401"/>
          <a:ext cx="152082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37" name="Equation" r:id="rId12" imgW="698500" imgH="241300" progId="Equation.3">
                  <p:embed/>
                </p:oleObj>
              </mc:Choice>
              <mc:Fallback>
                <p:oleObj name="Equation" r:id="rId12" imgW="698500" imgH="2413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1" y="4724401"/>
                        <a:ext cx="1520825" cy="52387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10" name="Rectangle 15"/>
          <p:cNvSpPr>
            <a:spLocks noChangeArrowheads="1"/>
          </p:cNvSpPr>
          <p:nvPr/>
        </p:nvSpPr>
        <p:spPr bwMode="auto">
          <a:xfrm>
            <a:off x="5172075" y="3124201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aphicFrame>
        <p:nvGraphicFramePr>
          <p:cNvPr id="80911" name="Object 14"/>
          <p:cNvGraphicFramePr>
            <a:graphicFrameLocks noChangeAspect="1"/>
          </p:cNvGraphicFramePr>
          <p:nvPr/>
        </p:nvGraphicFramePr>
        <p:xfrm>
          <a:off x="5695950" y="4495801"/>
          <a:ext cx="3009900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38" name="公式" r:id="rId14" imgW="1333500" imgH="457200" progId="Equation.3">
                  <p:embed/>
                </p:oleObj>
              </mc:Choice>
              <mc:Fallback>
                <p:oleObj name="公式" r:id="rId14" imgW="1333500" imgH="457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5950" y="4495801"/>
                        <a:ext cx="3009900" cy="103187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12" name="Line 16"/>
          <p:cNvSpPr>
            <a:spLocks noChangeShapeType="1"/>
          </p:cNvSpPr>
          <p:nvPr/>
        </p:nvSpPr>
        <p:spPr bwMode="auto">
          <a:xfrm flipV="1">
            <a:off x="10058400" y="5257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1" y="228600"/>
            <a:ext cx="4462463" cy="762000"/>
          </a:xfrm>
        </p:spPr>
        <p:txBody>
          <a:bodyPr/>
          <a:lstStyle/>
          <a:p>
            <a:pPr eaLnBrk="1" hangingPunct="1"/>
            <a:r>
              <a:rPr lang="zh-CN" altLang="en-US" sz="3600" b="1">
                <a:latin typeface="华文中宋" panose="02010600040101010101" pitchFamily="2" charset="-122"/>
                <a:ea typeface="华文中宋" panose="02010600040101010101" pitchFamily="2" charset="-122"/>
              </a:rPr>
              <a:t>提高功率因数的意义</a:t>
            </a:r>
            <a:r>
              <a:rPr lang="zh-CN" altLang="en-US"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143000"/>
            <a:ext cx="8110538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ea typeface="华文中宋" panose="02010600040101010101" pitchFamily="2" charset="-122"/>
              </a:rPr>
              <a:t>提高功率因数可充分发挥电器设备潜力</a:t>
            </a:r>
            <a:r>
              <a:rPr lang="zh-CN" altLang="en-US">
                <a:ea typeface="华文中宋" panose="02010600040101010101" pitchFamily="2" charset="-122"/>
              </a:rPr>
              <a:t> </a:t>
            </a:r>
          </a:p>
          <a:p>
            <a:pPr lvl="1" eaLnBrk="1" hangingPunct="1"/>
            <a:r>
              <a:rPr lang="zh-CN" altLang="en-US" b="1">
                <a:ea typeface="华文中宋" panose="02010600040101010101" pitchFamily="2" charset="-122"/>
              </a:rPr>
              <a:t>例： 一台发电机装机容量为</a:t>
            </a:r>
            <a:r>
              <a:rPr lang="en-US" altLang="zh-CN" b="1">
                <a:ea typeface="华文中宋" panose="02010600040101010101" pitchFamily="2" charset="-122"/>
              </a:rPr>
              <a:t>S</a:t>
            </a:r>
            <a:r>
              <a:rPr lang="zh-CN" altLang="en-US" b="1">
                <a:ea typeface="华文中宋" panose="02010600040101010101" pitchFamily="2" charset="-122"/>
              </a:rPr>
              <a:t>＝</a:t>
            </a:r>
            <a:r>
              <a:rPr lang="en-US" altLang="zh-CN" b="1">
                <a:ea typeface="华文中宋" panose="02010600040101010101" pitchFamily="2" charset="-122"/>
              </a:rPr>
              <a:t>15000</a:t>
            </a:r>
            <a:r>
              <a:rPr lang="zh-CN" altLang="en-US" b="1">
                <a:ea typeface="华文中宋" panose="02010600040101010101" pitchFamily="2" charset="-122"/>
              </a:rPr>
              <a:t>千伏安</a:t>
            </a:r>
          </a:p>
        </p:txBody>
      </p:sp>
      <p:sp>
        <p:nvSpPr>
          <p:cNvPr id="81924" name="Rectangle 5"/>
          <p:cNvSpPr>
            <a:spLocks noChangeArrowheads="1"/>
          </p:cNvSpPr>
          <p:nvPr/>
        </p:nvSpPr>
        <p:spPr bwMode="auto">
          <a:xfrm>
            <a:off x="5586413" y="3295651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aphicFrame>
        <p:nvGraphicFramePr>
          <p:cNvPr id="81925" name="Object 4"/>
          <p:cNvGraphicFramePr>
            <a:graphicFrameLocks noChangeAspect="1"/>
          </p:cNvGraphicFramePr>
          <p:nvPr/>
        </p:nvGraphicFramePr>
        <p:xfrm>
          <a:off x="2819401" y="2286001"/>
          <a:ext cx="6310313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3" name="Equation" r:id="rId3" imgW="2095500" imgH="228600" progId="Equation.3">
                  <p:embed/>
                </p:oleObj>
              </mc:Choice>
              <mc:Fallback>
                <p:oleObj name="Equation" r:id="rId3" imgW="20955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1" y="2286001"/>
                        <a:ext cx="6310313" cy="68897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6" name="Object 6"/>
          <p:cNvGraphicFramePr>
            <a:graphicFrameLocks noChangeAspect="1"/>
          </p:cNvGraphicFramePr>
          <p:nvPr/>
        </p:nvGraphicFramePr>
        <p:xfrm>
          <a:off x="2819401" y="2895601"/>
          <a:ext cx="6462713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4" name="Equation" r:id="rId5" imgW="2146300" imgH="228600" progId="Equation.3">
                  <p:embed/>
                </p:oleObj>
              </mc:Choice>
              <mc:Fallback>
                <p:oleObj name="Equation" r:id="rId5" imgW="21463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1" y="2895601"/>
                        <a:ext cx="6462713" cy="6889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Rectangle 7"/>
          <p:cNvSpPr>
            <a:spLocks noChangeArrowheads="1"/>
          </p:cNvSpPr>
          <p:nvPr/>
        </p:nvSpPr>
        <p:spPr bwMode="auto">
          <a:xfrm>
            <a:off x="2209800" y="3657600"/>
            <a:ext cx="81105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b="1">
                <a:latin typeface="宋体" panose="02010600030101010101" pitchFamily="2" charset="-122"/>
              </a:rPr>
              <a:t>提高功率因数可减少输电耗能</a:t>
            </a:r>
            <a:r>
              <a:rPr lang="zh-CN" altLang="en-US"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81928" name="Rectangle 9"/>
          <p:cNvSpPr>
            <a:spLocks noChangeArrowheads="1"/>
          </p:cNvSpPr>
          <p:nvPr/>
        </p:nvSpPr>
        <p:spPr bwMode="auto">
          <a:xfrm>
            <a:off x="5557838" y="3109914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aphicFrame>
        <p:nvGraphicFramePr>
          <p:cNvPr id="81929" name="Object 8"/>
          <p:cNvGraphicFramePr>
            <a:graphicFrameLocks noChangeAspect="1"/>
          </p:cNvGraphicFramePr>
          <p:nvPr/>
        </p:nvGraphicFramePr>
        <p:xfrm>
          <a:off x="4724400" y="4419601"/>
          <a:ext cx="167640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5" r:id="rId7" imgW="1079032" imgH="634725" progId="Equation.3">
                  <p:embed/>
                </p:oleObj>
              </mc:Choice>
              <mc:Fallback>
                <p:oleObj r:id="rId7" imgW="1079032" imgH="63472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419601"/>
                        <a:ext cx="1676400" cy="9937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4" name="AutoShape 10"/>
          <p:cNvSpPr>
            <a:spLocks/>
          </p:cNvSpPr>
          <p:nvPr/>
        </p:nvSpPr>
        <p:spPr bwMode="auto">
          <a:xfrm>
            <a:off x="8382000" y="4267200"/>
            <a:ext cx="914400" cy="6096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30037"/>
              <a:gd name="adj5" fmla="val 66667"/>
              <a:gd name="adj6" fmla="val -256426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ea typeface="华文中宋" pitchFamily="2" charset="-122"/>
              </a:rPr>
              <a:t>一定</a:t>
            </a:r>
          </a:p>
        </p:txBody>
      </p:sp>
      <p:sp>
        <p:nvSpPr>
          <p:cNvPr id="21515" name="AutoShape 11"/>
          <p:cNvSpPr>
            <a:spLocks/>
          </p:cNvSpPr>
          <p:nvPr/>
        </p:nvSpPr>
        <p:spPr bwMode="auto">
          <a:xfrm>
            <a:off x="8077200" y="5029200"/>
            <a:ext cx="914400" cy="6096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8333"/>
              <a:gd name="adj5" fmla="val 23440"/>
              <a:gd name="adj6" fmla="val -202083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zh-CN" altLang="en-US" b="1">
                <a:ea typeface="华文中宋" pitchFamily="2" charset="-122"/>
              </a:rPr>
              <a:t>越大</a:t>
            </a:r>
          </a:p>
        </p:txBody>
      </p:sp>
      <p:sp>
        <p:nvSpPr>
          <p:cNvPr id="21516" name="AutoShape 12"/>
          <p:cNvSpPr>
            <a:spLocks/>
          </p:cNvSpPr>
          <p:nvPr/>
        </p:nvSpPr>
        <p:spPr bwMode="auto">
          <a:xfrm>
            <a:off x="1739900" y="4254500"/>
            <a:ext cx="2133600" cy="1981200"/>
          </a:xfrm>
          <a:prstGeom prst="borderCallout2">
            <a:avLst>
              <a:gd name="adj1" fmla="val 5769"/>
              <a:gd name="adj2" fmla="val 103569"/>
              <a:gd name="adj3" fmla="val 5769"/>
              <a:gd name="adj4" fmla="val 123514"/>
              <a:gd name="adj5" fmla="val 30046"/>
              <a:gd name="adj6" fmla="val 144194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en-US" altLang="zh-CN" b="1" dirty="0">
                <a:latin typeface="华文中宋" pitchFamily="2" charset="-122"/>
                <a:ea typeface="华文中宋" pitchFamily="2" charset="-122"/>
              </a:rPr>
              <a:t>I</a:t>
            </a:r>
            <a:r>
              <a:rPr lang="zh-CN" altLang="en-US" b="1" dirty="0">
                <a:latin typeface="华文中宋" pitchFamily="2" charset="-122"/>
                <a:ea typeface="华文中宋" pitchFamily="2" charset="-122"/>
              </a:rPr>
              <a:t>越小，输电线上的电能损失越小，因为无功电流对传输能量无贡献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1" y="304800"/>
            <a:ext cx="4462463" cy="762000"/>
          </a:xfrm>
        </p:spPr>
        <p:txBody>
          <a:bodyPr/>
          <a:lstStyle/>
          <a:p>
            <a:pPr eaLnBrk="1" hangingPunct="1"/>
            <a:r>
              <a:rPr lang="zh-CN" altLang="en-US" sz="3600" b="1">
                <a:latin typeface="华文中宋" panose="02010600040101010101" pitchFamily="2" charset="-122"/>
                <a:ea typeface="华文中宋" panose="02010600040101010101" pitchFamily="2" charset="-122"/>
              </a:rPr>
              <a:t>提高功率因数的方法</a:t>
            </a:r>
            <a:r>
              <a:rPr lang="zh-CN" altLang="en-US"/>
              <a:t> 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066800"/>
            <a:ext cx="5334000" cy="4343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b="1">
                <a:ea typeface="华文中宋" panose="02010600040101010101" pitchFamily="2" charset="-122"/>
              </a:rPr>
              <a:t>日光灯附有镇流器，为</a:t>
            </a:r>
            <a:r>
              <a:rPr lang="en-US" altLang="zh-CN" sz="2400" b="1">
                <a:ea typeface="华文中宋" panose="02010600040101010101" pitchFamily="2" charset="-122"/>
              </a:rPr>
              <a:t>L</a:t>
            </a:r>
            <a:r>
              <a:rPr lang="zh-CN" altLang="en-US" sz="2400" b="1">
                <a:ea typeface="华文中宋" panose="02010600040101010101" pitchFamily="2" charset="-122"/>
              </a:rPr>
              <a:t>、</a:t>
            </a:r>
            <a:r>
              <a:rPr lang="en-US" altLang="zh-CN" sz="2400" b="1">
                <a:ea typeface="华文中宋" panose="02010600040101010101" pitchFamily="2" charset="-122"/>
              </a:rPr>
              <a:t>R</a:t>
            </a:r>
            <a:r>
              <a:rPr lang="zh-CN" altLang="en-US" sz="2400" b="1">
                <a:ea typeface="华文中宋" panose="02010600040101010101" pitchFamily="2" charset="-122"/>
              </a:rPr>
              <a:t>串联电路，一般</a:t>
            </a:r>
            <a:r>
              <a:rPr lang="en-US" altLang="zh-CN" sz="2400" b="1" i="1">
                <a:ea typeface="华文中宋" panose="02010600040101010101" pitchFamily="2" charset="-122"/>
              </a:rPr>
              <a:t>cos</a:t>
            </a:r>
            <a:r>
              <a:rPr lang="en-US" altLang="zh-CN" sz="2400" b="1" i="1">
                <a:ea typeface="华文中宋" panose="02010600040101010101" pitchFamily="2" charset="-122"/>
                <a:sym typeface="Symbol" panose="05050102010706020507" pitchFamily="18" charset="2"/>
              </a:rPr>
              <a:t> </a:t>
            </a:r>
            <a:r>
              <a:rPr lang="zh-CN" altLang="en-US" sz="2400" b="1">
                <a:ea typeface="华文中宋" panose="02010600040101010101" pitchFamily="2" charset="-122"/>
                <a:sym typeface="Symbol" panose="05050102010706020507" pitchFamily="18" charset="2"/>
              </a:rPr>
              <a:t>＝</a:t>
            </a:r>
            <a:r>
              <a:rPr lang="en-US" altLang="zh-CN" sz="2400" b="1">
                <a:ea typeface="华文中宋" panose="02010600040101010101" pitchFamily="2" charset="-122"/>
                <a:sym typeface="Symbol" panose="05050102010706020507" pitchFamily="18" charset="2"/>
              </a:rPr>
              <a:t>0.4</a:t>
            </a:r>
            <a:r>
              <a:rPr lang="zh-CN" altLang="en-US" sz="2400" b="1">
                <a:ea typeface="华文中宋" panose="02010600040101010101" pitchFamily="2" charset="-122"/>
                <a:sym typeface="Symbol" panose="05050102010706020507" pitchFamily="18" charset="2"/>
              </a:rPr>
              <a:t>，如何提高</a:t>
            </a:r>
            <a:r>
              <a:rPr lang="en-US" altLang="zh-CN" sz="2400" b="1" i="1">
                <a:ea typeface="华文中宋" panose="02010600040101010101" pitchFamily="2" charset="-122"/>
              </a:rPr>
              <a:t>cos</a:t>
            </a:r>
            <a:r>
              <a:rPr lang="en-US" altLang="zh-CN" sz="2400" b="1" i="1">
                <a:ea typeface="华文中宋" panose="02010600040101010101" pitchFamily="2" charset="-122"/>
                <a:sym typeface="Symbol" panose="05050102010706020507" pitchFamily="18" charset="2"/>
              </a:rPr>
              <a:t> </a:t>
            </a:r>
            <a:r>
              <a:rPr lang="zh-CN" altLang="en-US" sz="2400" b="1">
                <a:ea typeface="华文中宋" panose="02010600040101010101" pitchFamily="2" charset="-122"/>
                <a:sym typeface="Symbol" panose="05050102010706020507" pitchFamily="18" charset="2"/>
              </a:rPr>
              <a:t>？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b="1">
                <a:ea typeface="华文中宋" panose="02010600040101010101" pitchFamily="2" charset="-122"/>
                <a:sym typeface="Symbol" panose="05050102010706020507" pitchFamily="18" charset="2"/>
              </a:rPr>
              <a:t>只要并联适当的电容</a:t>
            </a:r>
            <a:r>
              <a:rPr lang="en-US" altLang="zh-CN" sz="2400" b="1">
                <a:ea typeface="华文中宋" panose="02010600040101010101" pitchFamily="2" charset="-122"/>
                <a:sym typeface="Symbol" panose="05050102010706020507" pitchFamily="18" charset="2"/>
              </a:rPr>
              <a:t>C</a:t>
            </a:r>
            <a:r>
              <a:rPr lang="zh-CN" altLang="en-US" sz="2400" b="1">
                <a:ea typeface="华文中宋" panose="02010600040101010101" pitchFamily="2" charset="-122"/>
                <a:sym typeface="Symbol" panose="05050102010706020507" pitchFamily="18" charset="2"/>
              </a:rPr>
              <a:t>，使电路的</a:t>
            </a:r>
            <a:r>
              <a:rPr lang="en-US" altLang="zh-CN" sz="2400" b="1" i="1">
                <a:ea typeface="华文中宋" panose="02010600040101010101" pitchFamily="2" charset="-122"/>
              </a:rPr>
              <a:t>cos</a:t>
            </a:r>
            <a:r>
              <a:rPr lang="en-US" altLang="zh-CN" sz="2400" b="1" i="1">
                <a:ea typeface="华文中宋" panose="02010600040101010101" pitchFamily="2" charset="-122"/>
                <a:sym typeface="Symbol" panose="05050102010706020507" pitchFamily="18" charset="2"/>
              </a:rPr>
              <a:t></a:t>
            </a:r>
            <a:r>
              <a:rPr lang="zh-CN" altLang="en-US" sz="2400" b="1">
                <a:ea typeface="华文中宋" panose="02010600040101010101" pitchFamily="2" charset="-122"/>
                <a:sym typeface="Symbol" panose="05050102010706020507" pitchFamily="18" charset="2"/>
              </a:rPr>
              <a:t>＝</a:t>
            </a:r>
            <a:r>
              <a:rPr lang="en-US" altLang="zh-CN" sz="2400" b="1">
                <a:ea typeface="华文中宋" panose="02010600040101010101" pitchFamily="2" charset="-122"/>
                <a:sym typeface="Symbol" panose="05050102010706020507" pitchFamily="18" charset="2"/>
              </a:rPr>
              <a:t>1,</a:t>
            </a:r>
            <a:r>
              <a:rPr lang="zh-CN" altLang="en-US" sz="2400" b="1">
                <a:ea typeface="华文中宋" panose="02010600040101010101" pitchFamily="2" charset="-122"/>
                <a:sym typeface="Symbol" panose="05050102010706020507" pitchFamily="18" charset="2"/>
              </a:rPr>
              <a:t>这样做，可以使日光灯外部输电线和电源中的电流没有无功分量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b="1">
                <a:ea typeface="华文中宋" panose="02010600040101010101" pitchFamily="2" charset="-122"/>
                <a:sym typeface="Symbol" panose="05050102010706020507" pitchFamily="18" charset="2"/>
              </a:rPr>
              <a:t>例：改日光灯（</a:t>
            </a:r>
            <a:r>
              <a:rPr lang="en-US" altLang="zh-CN" sz="2400" b="1">
                <a:ea typeface="华文中宋" panose="02010600040101010101" pitchFamily="2" charset="-122"/>
                <a:sym typeface="Symbol" panose="05050102010706020507" pitchFamily="18" charset="2"/>
              </a:rPr>
              <a:t>40</a:t>
            </a:r>
            <a:r>
              <a:rPr lang="zh-CN" altLang="en-US" sz="2400" b="1">
                <a:ea typeface="华文中宋" panose="02010600040101010101" pitchFamily="2" charset="-122"/>
                <a:sym typeface="Symbol" panose="05050102010706020507" pitchFamily="18" charset="2"/>
              </a:rPr>
              <a:t>瓦）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i="1">
                <a:ea typeface="华文中宋" panose="02010600040101010101" pitchFamily="2" charset="-122"/>
              </a:rPr>
              <a:t>     </a:t>
            </a:r>
            <a:r>
              <a:rPr lang="en-US" altLang="zh-CN" sz="2400" b="1" i="1">
                <a:ea typeface="华文中宋" panose="02010600040101010101" pitchFamily="2" charset="-122"/>
              </a:rPr>
              <a:t>cos</a:t>
            </a:r>
            <a:r>
              <a:rPr lang="en-US" altLang="zh-CN" sz="2400" b="1" i="1">
                <a:ea typeface="华文中宋" panose="02010600040101010101" pitchFamily="2" charset="-122"/>
                <a:sym typeface="Symbol" panose="05050102010706020507" pitchFamily="18" charset="2"/>
              </a:rPr>
              <a:t> </a:t>
            </a:r>
            <a:r>
              <a:rPr lang="zh-CN" altLang="en-US" sz="2400" b="1">
                <a:ea typeface="华文中宋" panose="02010600040101010101" pitchFamily="2" charset="-122"/>
                <a:sym typeface="Symbol" panose="05050102010706020507" pitchFamily="18" charset="2"/>
              </a:rPr>
              <a:t>＝</a:t>
            </a:r>
            <a:r>
              <a:rPr lang="en-US" altLang="zh-CN" sz="2400" b="1">
                <a:ea typeface="华文中宋" panose="02010600040101010101" pitchFamily="2" charset="-122"/>
                <a:sym typeface="Symbol" panose="05050102010706020507" pitchFamily="18" charset="2"/>
              </a:rPr>
              <a:t>0.9</a:t>
            </a:r>
            <a:r>
              <a:rPr lang="zh-CN" altLang="en-US" sz="2400" b="1">
                <a:ea typeface="华文中宋" panose="02010600040101010101" pitchFamily="2" charset="-122"/>
                <a:sym typeface="Symbol" panose="05050102010706020507" pitchFamily="18" charset="2"/>
              </a:rPr>
              <a:t>，要并联多大的电容？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b="1">
                <a:ea typeface="华文中宋" panose="02010600040101010101" pitchFamily="2" charset="-122"/>
                <a:sym typeface="Symbol" panose="05050102010706020507" pitchFamily="18" charset="2"/>
              </a:rPr>
              <a:t>已知电压</a:t>
            </a:r>
            <a:r>
              <a:rPr lang="en-US" altLang="zh-CN" sz="2400" b="1" i="1">
                <a:ea typeface="华文中宋" panose="02010600040101010101" pitchFamily="2" charset="-122"/>
                <a:sym typeface="Symbol" panose="05050102010706020507" pitchFamily="18" charset="2"/>
              </a:rPr>
              <a:t>U</a:t>
            </a:r>
            <a:r>
              <a:rPr lang="en-US" altLang="zh-CN" sz="2400" b="1">
                <a:ea typeface="华文中宋" panose="02010600040101010101" pitchFamily="2" charset="-122"/>
                <a:sym typeface="Symbol" panose="05050102010706020507" pitchFamily="18" charset="2"/>
              </a:rPr>
              <a:t>=220</a:t>
            </a:r>
            <a:r>
              <a:rPr lang="zh-CN" altLang="en-US" sz="2400" b="1">
                <a:ea typeface="华文中宋" panose="02010600040101010101" pitchFamily="2" charset="-122"/>
                <a:sym typeface="Symbol" panose="05050102010706020507" pitchFamily="18" charset="2"/>
              </a:rPr>
              <a:t>伏，</a:t>
            </a:r>
            <a:r>
              <a:rPr lang="en-US" altLang="zh-CN" sz="2400" b="1" i="1">
                <a:ea typeface="华文中宋" panose="0201060004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sz="2400" b="1">
                <a:ea typeface="华文中宋" panose="02010600040101010101" pitchFamily="2" charset="-122"/>
                <a:sym typeface="Symbol" panose="05050102010706020507" pitchFamily="18" charset="2"/>
              </a:rPr>
              <a:t>=50Hz</a:t>
            </a:r>
            <a:endParaRPr lang="en-US" altLang="zh-CN" sz="2400" b="1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400" b="1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电容不消耗有功功率，所以并联电容后，总功率不变，电压不变  </a:t>
            </a:r>
          </a:p>
        </p:txBody>
      </p:sp>
      <p:graphicFrame>
        <p:nvGraphicFramePr>
          <p:cNvPr id="82948" name="Object 4"/>
          <p:cNvGraphicFramePr>
            <a:graphicFrameLocks noChangeAspect="1"/>
          </p:cNvGraphicFramePr>
          <p:nvPr/>
        </p:nvGraphicFramePr>
        <p:xfrm>
          <a:off x="7391400" y="0"/>
          <a:ext cx="3276600" cy="213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94" name="位图图像" r:id="rId3" imgW="2295238" imgH="1495634" progId="Paint.Picture">
                  <p:embed/>
                </p:oleObj>
              </mc:Choice>
              <mc:Fallback>
                <p:oleObj name="位图图像" r:id="rId3" imgW="2295238" imgH="1495634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0"/>
                        <a:ext cx="3276600" cy="213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7"/>
          <p:cNvSpPr>
            <a:spLocks noChangeArrowheads="1"/>
          </p:cNvSpPr>
          <p:nvPr/>
        </p:nvSpPr>
        <p:spPr bwMode="auto">
          <a:xfrm>
            <a:off x="4910138" y="3205164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aphicFrame>
        <p:nvGraphicFramePr>
          <p:cNvPr id="82950" name="Object 6"/>
          <p:cNvGraphicFramePr>
            <a:graphicFrameLocks noChangeAspect="1"/>
          </p:cNvGraphicFramePr>
          <p:nvPr/>
        </p:nvGraphicFramePr>
        <p:xfrm>
          <a:off x="2279650" y="5516564"/>
          <a:ext cx="4114800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95" r:id="rId5" imgW="1612900" imgH="304800" progId="Equation.3">
                  <p:embed/>
                </p:oleObj>
              </mc:Choice>
              <mc:Fallback>
                <p:oleObj r:id="rId5" imgW="1612900" imgH="304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5516564"/>
                        <a:ext cx="4114800" cy="77628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1" name="Rectangle 9"/>
          <p:cNvSpPr>
            <a:spLocks noChangeArrowheads="1"/>
          </p:cNvSpPr>
          <p:nvPr/>
        </p:nvSpPr>
        <p:spPr bwMode="auto">
          <a:xfrm>
            <a:off x="4652963" y="285273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pic>
        <p:nvPicPr>
          <p:cNvPr id="82952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325" y="2133601"/>
            <a:ext cx="2592388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953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326" y="4076700"/>
            <a:ext cx="2519363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5334000"/>
            <a:ext cx="8839200" cy="609600"/>
          </a:xfrm>
        </p:spPr>
        <p:txBody>
          <a:bodyPr/>
          <a:lstStyle/>
          <a:p>
            <a:pPr algn="just" eaLnBrk="1" hangingPunct="1"/>
            <a:r>
              <a:rPr lang="zh-CN" altLang="en-US" sz="2800" b="1">
                <a:latin typeface="宋体" panose="02010600030101010101" pitchFamily="2" charset="-122"/>
                <a:ea typeface="华文中宋" panose="02010600040101010101" pitchFamily="2" charset="-122"/>
              </a:rPr>
              <a:t>思考题：为什么不用串联一个电容来提高功率</a:t>
            </a:r>
            <a:r>
              <a:rPr lang="zh-CN" altLang="en-US" sz="2800">
                <a:ea typeface="华文中宋" panose="02010600040101010101" pitchFamily="2" charset="-122"/>
              </a:rPr>
              <a:t>因数？</a:t>
            </a:r>
            <a:r>
              <a:rPr lang="zh-CN" altLang="en-US" sz="2800"/>
              <a:t> </a:t>
            </a:r>
          </a:p>
        </p:txBody>
      </p:sp>
      <p:sp>
        <p:nvSpPr>
          <p:cNvPr id="83971" name="Rectangle 5"/>
          <p:cNvSpPr>
            <a:spLocks noChangeArrowheads="1"/>
          </p:cNvSpPr>
          <p:nvPr/>
        </p:nvSpPr>
        <p:spPr bwMode="auto">
          <a:xfrm>
            <a:off x="4652963" y="285273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83972" name="Rectangle 7"/>
          <p:cNvSpPr>
            <a:spLocks noChangeArrowheads="1"/>
          </p:cNvSpPr>
          <p:nvPr/>
        </p:nvSpPr>
        <p:spPr bwMode="auto">
          <a:xfrm>
            <a:off x="5105400" y="327183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aphicFrame>
        <p:nvGraphicFramePr>
          <p:cNvPr id="83973" name="Object 6"/>
          <p:cNvGraphicFramePr>
            <a:graphicFrameLocks noChangeAspect="1"/>
          </p:cNvGraphicFramePr>
          <p:nvPr/>
        </p:nvGraphicFramePr>
        <p:xfrm>
          <a:off x="1828800" y="381001"/>
          <a:ext cx="376555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62" name="Equation" r:id="rId3" imgW="1587500" imgH="228600" progId="Equation.3">
                  <p:embed/>
                </p:oleObj>
              </mc:Choice>
              <mc:Fallback>
                <p:oleObj name="Equation" r:id="rId3" imgW="15875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81001"/>
                        <a:ext cx="3765550" cy="5381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4" name="Rectangle 9"/>
          <p:cNvSpPr>
            <a:spLocks noChangeArrowheads="1"/>
          </p:cNvSpPr>
          <p:nvPr/>
        </p:nvSpPr>
        <p:spPr bwMode="auto">
          <a:xfrm>
            <a:off x="5100638" y="327183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aphicFrame>
        <p:nvGraphicFramePr>
          <p:cNvPr id="83975" name="Object 8"/>
          <p:cNvGraphicFramePr>
            <a:graphicFrameLocks noChangeAspect="1"/>
          </p:cNvGraphicFramePr>
          <p:nvPr/>
        </p:nvGraphicFramePr>
        <p:xfrm>
          <a:off x="1828800" y="1066800"/>
          <a:ext cx="38862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63" name="Equation" r:id="rId5" imgW="1587500" imgH="228600" progId="Equation.3">
                  <p:embed/>
                </p:oleObj>
              </mc:Choice>
              <mc:Fallback>
                <p:oleObj name="Equation" r:id="rId5" imgW="15875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066800"/>
                        <a:ext cx="3886200" cy="5524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6" name="Rectangle 11"/>
          <p:cNvSpPr>
            <a:spLocks noChangeArrowheads="1"/>
          </p:cNvSpPr>
          <p:nvPr/>
        </p:nvSpPr>
        <p:spPr bwMode="auto">
          <a:xfrm>
            <a:off x="4157663" y="3109914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83977" name="Rectangle 13"/>
          <p:cNvSpPr>
            <a:spLocks noChangeArrowheads="1"/>
          </p:cNvSpPr>
          <p:nvPr/>
        </p:nvSpPr>
        <p:spPr bwMode="auto">
          <a:xfrm>
            <a:off x="3295650" y="273843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aphicFrame>
        <p:nvGraphicFramePr>
          <p:cNvPr id="83978" name="Object 12"/>
          <p:cNvGraphicFramePr>
            <a:graphicFrameLocks noChangeAspect="1"/>
          </p:cNvGraphicFramePr>
          <p:nvPr/>
        </p:nvGraphicFramePr>
        <p:xfrm>
          <a:off x="1981200" y="3048001"/>
          <a:ext cx="8382000" cy="206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64" r:id="rId7" imgW="5600700" imgH="1384300" progId="Equation.3">
                  <p:embed/>
                </p:oleObj>
              </mc:Choice>
              <mc:Fallback>
                <p:oleObj r:id="rId7" imgW="5600700" imgH="13843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048001"/>
                        <a:ext cx="8382000" cy="20669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3979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8913"/>
            <a:ext cx="4356100" cy="196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3980" name="Object 10"/>
          <p:cNvGraphicFramePr>
            <a:graphicFrameLocks noChangeAspect="1"/>
          </p:cNvGraphicFramePr>
          <p:nvPr/>
        </p:nvGraphicFramePr>
        <p:xfrm>
          <a:off x="1898650" y="1981200"/>
          <a:ext cx="575945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65" name="公式" r:id="rId10" imgW="2679700" imgH="444500" progId="Equation.3">
                  <p:embed/>
                </p:oleObj>
              </mc:Choice>
              <mc:Fallback>
                <p:oleObj name="公式" r:id="rId10" imgW="2679700" imgH="4445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8650" y="1981200"/>
                        <a:ext cx="5759450" cy="95885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1828800" y="60325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714500" lvl="3" indent="-342900" algn="just" eaLnBrk="1" hangingPunct="1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宋体" pitchFamily="2" charset="-122"/>
                <a:ea typeface="华文中宋" pitchFamily="2" charset="-122"/>
              </a:rPr>
              <a:t>		</a:t>
            </a:r>
            <a:r>
              <a:rPr lang="zh-CN" altLang="en-US" sz="2800" b="1" kern="0" dirty="0">
                <a:latin typeface="宋体" pitchFamily="2" charset="-122"/>
                <a:ea typeface="华文中宋" pitchFamily="2" charset="-122"/>
              </a:rPr>
              <a:t>电子镇流器工作原理？优点？</a:t>
            </a:r>
            <a:endParaRPr lang="zh-CN" altLang="en-US" sz="2800" kern="0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2"/>
          <p:cNvSpPr txBox="1">
            <a:spLocks noChangeArrowheads="1"/>
          </p:cNvSpPr>
          <p:nvPr/>
        </p:nvSpPr>
        <p:spPr bwMode="auto">
          <a:xfrm>
            <a:off x="3733800" y="234951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变压器</a:t>
            </a:r>
          </a:p>
        </p:txBody>
      </p:sp>
      <p:sp>
        <p:nvSpPr>
          <p:cNvPr id="84995" name="Text Box 3"/>
          <p:cNvSpPr txBox="1">
            <a:spLocks noChangeArrowheads="1"/>
          </p:cNvSpPr>
          <p:nvPr/>
        </p:nvSpPr>
        <p:spPr bwMode="auto">
          <a:xfrm>
            <a:off x="2044700" y="908051"/>
            <a:ext cx="289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原理：电磁感应</a:t>
            </a:r>
          </a:p>
        </p:txBody>
      </p:sp>
      <p:sp>
        <p:nvSpPr>
          <p:cNvPr id="84996" name="Text Box 4"/>
          <p:cNvSpPr txBox="1">
            <a:spLocks noChangeArrowheads="1"/>
          </p:cNvSpPr>
          <p:nvPr/>
        </p:nvSpPr>
        <p:spPr bwMode="auto">
          <a:xfrm>
            <a:off x="4559300" y="2419351"/>
            <a:ext cx="1714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无铜损</a:t>
            </a:r>
          </a:p>
        </p:txBody>
      </p:sp>
      <p:sp>
        <p:nvSpPr>
          <p:cNvPr id="84997" name="Text Box 5"/>
          <p:cNvSpPr txBox="1">
            <a:spLocks noChangeArrowheads="1"/>
          </p:cNvSpPr>
          <p:nvPr/>
        </p:nvSpPr>
        <p:spPr bwMode="auto">
          <a:xfrm>
            <a:off x="2159000" y="1708151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原线圈 </a:t>
            </a:r>
            <a:r>
              <a:rPr lang="en-US" altLang="zh-CN" sz="2800">
                <a:solidFill>
                  <a:srgbClr val="0000FF"/>
                </a:solidFill>
              </a:rPr>
              <a:t>N1</a:t>
            </a:r>
          </a:p>
        </p:txBody>
      </p:sp>
      <p:sp>
        <p:nvSpPr>
          <p:cNvPr id="84998" name="Text Box 6"/>
          <p:cNvSpPr txBox="1">
            <a:spLocks noChangeArrowheads="1"/>
          </p:cNvSpPr>
          <p:nvPr/>
        </p:nvSpPr>
        <p:spPr bwMode="auto">
          <a:xfrm>
            <a:off x="1752600" y="3321051"/>
            <a:ext cx="2476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理想变压器：</a:t>
            </a:r>
          </a:p>
        </p:txBody>
      </p:sp>
      <p:grpSp>
        <p:nvGrpSpPr>
          <p:cNvPr id="84999" name="Group 7"/>
          <p:cNvGrpSpPr>
            <a:grpSpLocks/>
          </p:cNvGrpSpPr>
          <p:nvPr/>
        </p:nvGrpSpPr>
        <p:grpSpPr bwMode="auto">
          <a:xfrm>
            <a:off x="7315200" y="457200"/>
            <a:ext cx="1536700" cy="1536700"/>
            <a:chOff x="3856" y="608"/>
            <a:chExt cx="968" cy="968"/>
          </a:xfrm>
        </p:grpSpPr>
        <p:sp>
          <p:nvSpPr>
            <p:cNvPr id="85025" name="Rectangle 8"/>
            <p:cNvSpPr>
              <a:spLocks noChangeArrowheads="1"/>
            </p:cNvSpPr>
            <p:nvPr/>
          </p:nvSpPr>
          <p:spPr bwMode="auto">
            <a:xfrm>
              <a:off x="3856" y="608"/>
              <a:ext cx="968" cy="968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85026" name="Rectangle 9"/>
            <p:cNvSpPr>
              <a:spLocks noChangeArrowheads="1"/>
            </p:cNvSpPr>
            <p:nvPr/>
          </p:nvSpPr>
          <p:spPr bwMode="auto">
            <a:xfrm>
              <a:off x="3896" y="680"/>
              <a:ext cx="880" cy="832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85027" name="Rectangle 10"/>
            <p:cNvSpPr>
              <a:spLocks noChangeArrowheads="1"/>
            </p:cNvSpPr>
            <p:nvPr/>
          </p:nvSpPr>
          <p:spPr bwMode="auto">
            <a:xfrm>
              <a:off x="3968" y="744"/>
              <a:ext cx="744" cy="704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85028" name="Rectangle 11"/>
            <p:cNvSpPr>
              <a:spLocks noChangeArrowheads="1"/>
            </p:cNvSpPr>
            <p:nvPr/>
          </p:nvSpPr>
          <p:spPr bwMode="auto">
            <a:xfrm>
              <a:off x="4032" y="792"/>
              <a:ext cx="616" cy="600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85029" name="Rectangle 12"/>
            <p:cNvSpPr>
              <a:spLocks noChangeArrowheads="1"/>
            </p:cNvSpPr>
            <p:nvPr/>
          </p:nvSpPr>
          <p:spPr bwMode="auto">
            <a:xfrm>
              <a:off x="4086" y="848"/>
              <a:ext cx="520" cy="496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85000" name="Line 13"/>
          <p:cNvSpPr>
            <a:spLocks noChangeShapeType="1"/>
          </p:cNvSpPr>
          <p:nvPr/>
        </p:nvSpPr>
        <p:spPr bwMode="auto">
          <a:xfrm>
            <a:off x="6565900" y="914400"/>
            <a:ext cx="11303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5001" name="Freeform 14"/>
          <p:cNvSpPr>
            <a:spLocks/>
          </p:cNvSpPr>
          <p:nvPr/>
        </p:nvSpPr>
        <p:spPr bwMode="auto">
          <a:xfrm>
            <a:off x="7199314" y="10033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5002" name="Freeform 15"/>
          <p:cNvSpPr>
            <a:spLocks/>
          </p:cNvSpPr>
          <p:nvPr/>
        </p:nvSpPr>
        <p:spPr bwMode="auto">
          <a:xfrm>
            <a:off x="7212014" y="11684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5003" name="Freeform 16"/>
          <p:cNvSpPr>
            <a:spLocks/>
          </p:cNvSpPr>
          <p:nvPr/>
        </p:nvSpPr>
        <p:spPr bwMode="auto">
          <a:xfrm>
            <a:off x="7186614" y="13335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5004" name="Line 17"/>
          <p:cNvSpPr>
            <a:spLocks noChangeShapeType="1"/>
          </p:cNvSpPr>
          <p:nvPr/>
        </p:nvSpPr>
        <p:spPr bwMode="auto">
          <a:xfrm flipV="1">
            <a:off x="6591300" y="1473200"/>
            <a:ext cx="723900" cy="127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5005" name="Freeform 18"/>
          <p:cNvSpPr>
            <a:spLocks/>
          </p:cNvSpPr>
          <p:nvPr/>
        </p:nvSpPr>
        <p:spPr bwMode="auto">
          <a:xfrm>
            <a:off x="8355014" y="9144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5006" name="Freeform 19"/>
          <p:cNvSpPr>
            <a:spLocks/>
          </p:cNvSpPr>
          <p:nvPr/>
        </p:nvSpPr>
        <p:spPr bwMode="auto">
          <a:xfrm>
            <a:off x="8355014" y="10414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5007" name="Freeform 20"/>
          <p:cNvSpPr>
            <a:spLocks/>
          </p:cNvSpPr>
          <p:nvPr/>
        </p:nvSpPr>
        <p:spPr bwMode="auto">
          <a:xfrm>
            <a:off x="8342314" y="11303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5008" name="Freeform 21"/>
          <p:cNvSpPr>
            <a:spLocks/>
          </p:cNvSpPr>
          <p:nvPr/>
        </p:nvSpPr>
        <p:spPr bwMode="auto">
          <a:xfrm>
            <a:off x="8342314" y="12573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5009" name="Freeform 22"/>
          <p:cNvSpPr>
            <a:spLocks/>
          </p:cNvSpPr>
          <p:nvPr/>
        </p:nvSpPr>
        <p:spPr bwMode="auto">
          <a:xfrm>
            <a:off x="8342314" y="13335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5010" name="Freeform 23"/>
          <p:cNvSpPr>
            <a:spLocks/>
          </p:cNvSpPr>
          <p:nvPr/>
        </p:nvSpPr>
        <p:spPr bwMode="auto">
          <a:xfrm>
            <a:off x="8342314" y="14351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5011" name="Line 24"/>
          <p:cNvSpPr>
            <a:spLocks noChangeShapeType="1"/>
          </p:cNvSpPr>
          <p:nvPr/>
        </p:nvSpPr>
        <p:spPr bwMode="auto">
          <a:xfrm>
            <a:off x="8864600" y="1485900"/>
            <a:ext cx="990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5012" name="Line 25"/>
          <p:cNvSpPr>
            <a:spLocks noChangeShapeType="1"/>
          </p:cNvSpPr>
          <p:nvPr/>
        </p:nvSpPr>
        <p:spPr bwMode="auto">
          <a:xfrm>
            <a:off x="8864600" y="889000"/>
            <a:ext cx="990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85013" name="Object 26"/>
          <p:cNvGraphicFramePr>
            <a:graphicFrameLocks noChangeAspect="1"/>
          </p:cNvGraphicFramePr>
          <p:nvPr/>
        </p:nvGraphicFramePr>
        <p:xfrm>
          <a:off x="9821863" y="989014"/>
          <a:ext cx="303212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30" name="Equation" r:id="rId4" imgW="133337" imgH="171450" progId="Equation.DSMT4">
                  <p:embed/>
                </p:oleObj>
              </mc:Choice>
              <mc:Fallback>
                <p:oleObj name="Equation" r:id="rId4" imgW="133337" imgH="17145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1863" y="989014"/>
                        <a:ext cx="303212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14" name="Object 27"/>
          <p:cNvGraphicFramePr>
            <a:graphicFrameLocks noChangeAspect="1"/>
          </p:cNvGraphicFramePr>
          <p:nvPr/>
        </p:nvGraphicFramePr>
        <p:xfrm>
          <a:off x="9340851" y="927100"/>
          <a:ext cx="4032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31" name="Equation" r:id="rId6" imgW="181045" imgH="219211" progId="Equation.DSMT4">
                  <p:embed/>
                </p:oleObj>
              </mc:Choice>
              <mc:Fallback>
                <p:oleObj name="Equation" r:id="rId6" imgW="181045" imgH="219211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40851" y="927100"/>
                        <a:ext cx="4032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15" name="Object 28"/>
          <p:cNvGraphicFramePr>
            <a:graphicFrameLocks noChangeAspect="1"/>
          </p:cNvGraphicFramePr>
          <p:nvPr/>
        </p:nvGraphicFramePr>
        <p:xfrm>
          <a:off x="6369051" y="990600"/>
          <a:ext cx="3778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32" name="Equation" r:id="rId8" imgW="171565" imgH="219211" progId="Equation.DSMT4">
                  <p:embed/>
                </p:oleObj>
              </mc:Choice>
              <mc:Fallback>
                <p:oleObj name="Equation" r:id="rId8" imgW="171565" imgH="219211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9051" y="990600"/>
                        <a:ext cx="3778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16" name="Object 29"/>
          <p:cNvGraphicFramePr>
            <a:graphicFrameLocks noChangeAspect="1"/>
          </p:cNvGraphicFramePr>
          <p:nvPr/>
        </p:nvGraphicFramePr>
        <p:xfrm>
          <a:off x="6864351" y="963614"/>
          <a:ext cx="37782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33" name="Equation" r:id="rId10" imgW="171565" imgH="209414" progId="Equation.DSMT4">
                  <p:embed/>
                </p:oleObj>
              </mc:Choice>
              <mc:Fallback>
                <p:oleObj name="Equation" r:id="rId10" imgW="171565" imgH="209414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4351" y="963614"/>
                        <a:ext cx="37782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17" name="Object 30"/>
          <p:cNvGraphicFramePr>
            <a:graphicFrameLocks noChangeAspect="1"/>
          </p:cNvGraphicFramePr>
          <p:nvPr/>
        </p:nvGraphicFramePr>
        <p:xfrm>
          <a:off x="8858251" y="950914"/>
          <a:ext cx="42862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34" name="Equation" r:id="rId12" imgW="200006" imgH="209414" progId="Equation.DSMT4">
                  <p:embed/>
                </p:oleObj>
              </mc:Choice>
              <mc:Fallback>
                <p:oleObj name="Equation" r:id="rId12" imgW="200006" imgH="209414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8251" y="950914"/>
                        <a:ext cx="42862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18" name="Text Box 31"/>
          <p:cNvSpPr txBox="1">
            <a:spLocks noChangeArrowheads="1"/>
          </p:cNvSpPr>
          <p:nvPr/>
        </p:nvSpPr>
        <p:spPr bwMode="auto">
          <a:xfrm>
            <a:off x="4152900" y="1720851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副线圈 </a:t>
            </a:r>
            <a:r>
              <a:rPr lang="en-US" altLang="zh-CN" sz="2800">
                <a:solidFill>
                  <a:srgbClr val="0000FF"/>
                </a:solidFill>
              </a:rPr>
              <a:t>N2</a:t>
            </a:r>
          </a:p>
        </p:txBody>
      </p:sp>
      <p:sp>
        <p:nvSpPr>
          <p:cNvPr id="85019" name="Text Box 32"/>
          <p:cNvSpPr txBox="1">
            <a:spLocks noChangeArrowheads="1"/>
          </p:cNvSpPr>
          <p:nvPr/>
        </p:nvSpPr>
        <p:spPr bwMode="auto">
          <a:xfrm>
            <a:off x="4546600" y="3003551"/>
            <a:ext cx="1714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无铁损</a:t>
            </a:r>
          </a:p>
        </p:txBody>
      </p:sp>
      <p:sp>
        <p:nvSpPr>
          <p:cNvPr id="85020" name="Text Box 33"/>
          <p:cNvSpPr txBox="1">
            <a:spLocks noChangeArrowheads="1"/>
          </p:cNvSpPr>
          <p:nvPr/>
        </p:nvSpPr>
        <p:spPr bwMode="auto">
          <a:xfrm>
            <a:off x="4508500" y="3625851"/>
            <a:ext cx="1714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无漏磁</a:t>
            </a:r>
          </a:p>
        </p:txBody>
      </p:sp>
      <p:sp>
        <p:nvSpPr>
          <p:cNvPr id="85021" name="AutoShape 34"/>
          <p:cNvSpPr>
            <a:spLocks/>
          </p:cNvSpPr>
          <p:nvPr/>
        </p:nvSpPr>
        <p:spPr bwMode="auto">
          <a:xfrm>
            <a:off x="4292600" y="2667000"/>
            <a:ext cx="254000" cy="1778000"/>
          </a:xfrm>
          <a:prstGeom prst="leftBrace">
            <a:avLst>
              <a:gd name="adj1" fmla="val 58333"/>
              <a:gd name="adj2" fmla="val 50000"/>
            </a:avLst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85022" name="Text Box 35"/>
          <p:cNvSpPr txBox="1">
            <a:spLocks noChangeArrowheads="1"/>
          </p:cNvSpPr>
          <p:nvPr/>
        </p:nvSpPr>
        <p:spPr bwMode="auto">
          <a:xfrm>
            <a:off x="4572000" y="4159251"/>
            <a:ext cx="218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感抗无穷大</a:t>
            </a:r>
          </a:p>
        </p:txBody>
      </p:sp>
      <p:sp>
        <p:nvSpPr>
          <p:cNvPr id="85023" name="Text Box 36"/>
          <p:cNvSpPr txBox="1">
            <a:spLocks noChangeArrowheads="1"/>
          </p:cNvSpPr>
          <p:nvPr/>
        </p:nvSpPr>
        <p:spPr bwMode="auto">
          <a:xfrm>
            <a:off x="7188200" y="3028950"/>
            <a:ext cx="3124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电能转换效率：</a:t>
            </a:r>
            <a:r>
              <a:rPr lang="en-US" altLang="zh-CN" sz="2800">
                <a:solidFill>
                  <a:srgbClr val="0000FF"/>
                </a:solidFill>
              </a:rPr>
              <a:t>100%</a:t>
            </a:r>
          </a:p>
        </p:txBody>
      </p:sp>
      <p:sp>
        <p:nvSpPr>
          <p:cNvPr id="85024" name="AutoShape 37"/>
          <p:cNvSpPr>
            <a:spLocks noChangeArrowheads="1"/>
          </p:cNvSpPr>
          <p:nvPr/>
        </p:nvSpPr>
        <p:spPr bwMode="auto">
          <a:xfrm>
            <a:off x="5994400" y="3251200"/>
            <a:ext cx="1054100" cy="469900"/>
          </a:xfrm>
          <a:prstGeom prst="rightArrow">
            <a:avLst>
              <a:gd name="adj1" fmla="val 50000"/>
              <a:gd name="adj2" fmla="val 56081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2"/>
          <p:cNvSpPr txBox="1">
            <a:spLocks noChangeArrowheads="1"/>
          </p:cNvSpPr>
          <p:nvPr/>
        </p:nvSpPr>
        <p:spPr bwMode="auto">
          <a:xfrm>
            <a:off x="2578100" y="260351"/>
            <a:ext cx="2628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变比公式：</a:t>
            </a:r>
          </a:p>
        </p:txBody>
      </p:sp>
      <p:graphicFrame>
        <p:nvGraphicFramePr>
          <p:cNvPr id="87043" name="Object 3"/>
          <p:cNvGraphicFramePr>
            <a:graphicFrameLocks noChangeAspect="1"/>
          </p:cNvGraphicFramePr>
          <p:nvPr/>
        </p:nvGraphicFramePr>
        <p:xfrm>
          <a:off x="3033714" y="866776"/>
          <a:ext cx="1284287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63" name="Equation" r:id="rId4" imgW="628765" imgH="485877" progId="Equation.DSMT4">
                  <p:embed/>
                </p:oleObj>
              </mc:Choice>
              <mc:Fallback>
                <p:oleObj name="Equation" r:id="rId4" imgW="628765" imgH="485877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3714" y="866776"/>
                        <a:ext cx="1284287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7044" name="Group 4"/>
          <p:cNvGrpSpPr>
            <a:grpSpLocks/>
          </p:cNvGrpSpPr>
          <p:nvPr/>
        </p:nvGrpSpPr>
        <p:grpSpPr bwMode="auto">
          <a:xfrm>
            <a:off x="7315200" y="457200"/>
            <a:ext cx="1536700" cy="1536700"/>
            <a:chOff x="3856" y="608"/>
            <a:chExt cx="968" cy="968"/>
          </a:xfrm>
        </p:grpSpPr>
        <p:sp>
          <p:nvSpPr>
            <p:cNvPr id="87078" name="Rectangle 5"/>
            <p:cNvSpPr>
              <a:spLocks noChangeArrowheads="1"/>
            </p:cNvSpPr>
            <p:nvPr/>
          </p:nvSpPr>
          <p:spPr bwMode="auto">
            <a:xfrm>
              <a:off x="3856" y="608"/>
              <a:ext cx="968" cy="968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87079" name="Rectangle 6"/>
            <p:cNvSpPr>
              <a:spLocks noChangeArrowheads="1"/>
            </p:cNvSpPr>
            <p:nvPr/>
          </p:nvSpPr>
          <p:spPr bwMode="auto">
            <a:xfrm>
              <a:off x="3896" y="680"/>
              <a:ext cx="880" cy="832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87080" name="Rectangle 7"/>
            <p:cNvSpPr>
              <a:spLocks noChangeArrowheads="1"/>
            </p:cNvSpPr>
            <p:nvPr/>
          </p:nvSpPr>
          <p:spPr bwMode="auto">
            <a:xfrm>
              <a:off x="3968" y="744"/>
              <a:ext cx="744" cy="704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87081" name="Rectangle 8"/>
            <p:cNvSpPr>
              <a:spLocks noChangeArrowheads="1"/>
            </p:cNvSpPr>
            <p:nvPr/>
          </p:nvSpPr>
          <p:spPr bwMode="auto">
            <a:xfrm>
              <a:off x="4032" y="792"/>
              <a:ext cx="616" cy="600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87082" name="Rectangle 9"/>
            <p:cNvSpPr>
              <a:spLocks noChangeArrowheads="1"/>
            </p:cNvSpPr>
            <p:nvPr/>
          </p:nvSpPr>
          <p:spPr bwMode="auto">
            <a:xfrm>
              <a:off x="4086" y="848"/>
              <a:ext cx="520" cy="496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87045" name="Line 10"/>
          <p:cNvSpPr>
            <a:spLocks noChangeShapeType="1"/>
          </p:cNvSpPr>
          <p:nvPr/>
        </p:nvSpPr>
        <p:spPr bwMode="auto">
          <a:xfrm>
            <a:off x="6565900" y="914400"/>
            <a:ext cx="11303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7046" name="Freeform 11"/>
          <p:cNvSpPr>
            <a:spLocks/>
          </p:cNvSpPr>
          <p:nvPr/>
        </p:nvSpPr>
        <p:spPr bwMode="auto">
          <a:xfrm>
            <a:off x="7199314" y="10033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7047" name="Freeform 12"/>
          <p:cNvSpPr>
            <a:spLocks/>
          </p:cNvSpPr>
          <p:nvPr/>
        </p:nvSpPr>
        <p:spPr bwMode="auto">
          <a:xfrm>
            <a:off x="7212014" y="11684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7048" name="Freeform 13"/>
          <p:cNvSpPr>
            <a:spLocks/>
          </p:cNvSpPr>
          <p:nvPr/>
        </p:nvSpPr>
        <p:spPr bwMode="auto">
          <a:xfrm>
            <a:off x="7186614" y="13335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7049" name="Line 14"/>
          <p:cNvSpPr>
            <a:spLocks noChangeShapeType="1"/>
          </p:cNvSpPr>
          <p:nvPr/>
        </p:nvSpPr>
        <p:spPr bwMode="auto">
          <a:xfrm flipV="1">
            <a:off x="6591300" y="1473200"/>
            <a:ext cx="723900" cy="127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7050" name="Freeform 15"/>
          <p:cNvSpPr>
            <a:spLocks/>
          </p:cNvSpPr>
          <p:nvPr/>
        </p:nvSpPr>
        <p:spPr bwMode="auto">
          <a:xfrm>
            <a:off x="8355014" y="9144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7051" name="Freeform 16"/>
          <p:cNvSpPr>
            <a:spLocks/>
          </p:cNvSpPr>
          <p:nvPr/>
        </p:nvSpPr>
        <p:spPr bwMode="auto">
          <a:xfrm>
            <a:off x="8355014" y="10414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7052" name="Freeform 17"/>
          <p:cNvSpPr>
            <a:spLocks/>
          </p:cNvSpPr>
          <p:nvPr/>
        </p:nvSpPr>
        <p:spPr bwMode="auto">
          <a:xfrm>
            <a:off x="8342314" y="11303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7053" name="Freeform 18"/>
          <p:cNvSpPr>
            <a:spLocks/>
          </p:cNvSpPr>
          <p:nvPr/>
        </p:nvSpPr>
        <p:spPr bwMode="auto">
          <a:xfrm>
            <a:off x="8342314" y="12573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7054" name="Freeform 19"/>
          <p:cNvSpPr>
            <a:spLocks/>
          </p:cNvSpPr>
          <p:nvPr/>
        </p:nvSpPr>
        <p:spPr bwMode="auto">
          <a:xfrm>
            <a:off x="8342314" y="13335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7055" name="Freeform 20"/>
          <p:cNvSpPr>
            <a:spLocks/>
          </p:cNvSpPr>
          <p:nvPr/>
        </p:nvSpPr>
        <p:spPr bwMode="auto">
          <a:xfrm>
            <a:off x="8342314" y="14351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7056" name="Line 21"/>
          <p:cNvSpPr>
            <a:spLocks noChangeShapeType="1"/>
          </p:cNvSpPr>
          <p:nvPr/>
        </p:nvSpPr>
        <p:spPr bwMode="auto">
          <a:xfrm>
            <a:off x="8864600" y="1485900"/>
            <a:ext cx="990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7057" name="Line 22"/>
          <p:cNvSpPr>
            <a:spLocks noChangeShapeType="1"/>
          </p:cNvSpPr>
          <p:nvPr/>
        </p:nvSpPr>
        <p:spPr bwMode="auto">
          <a:xfrm>
            <a:off x="8864600" y="889000"/>
            <a:ext cx="990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87058" name="Object 23"/>
          <p:cNvGraphicFramePr>
            <a:graphicFrameLocks noChangeAspect="1"/>
          </p:cNvGraphicFramePr>
          <p:nvPr/>
        </p:nvGraphicFramePr>
        <p:xfrm>
          <a:off x="9821863" y="989014"/>
          <a:ext cx="303212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64" name="Equation" r:id="rId6" imgW="133337" imgH="171450" progId="Equation.DSMT4">
                  <p:embed/>
                </p:oleObj>
              </mc:Choice>
              <mc:Fallback>
                <p:oleObj name="Equation" r:id="rId6" imgW="133337" imgH="17145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1863" y="989014"/>
                        <a:ext cx="303212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9" name="Object 24"/>
          <p:cNvGraphicFramePr>
            <a:graphicFrameLocks noChangeAspect="1"/>
          </p:cNvGraphicFramePr>
          <p:nvPr/>
        </p:nvGraphicFramePr>
        <p:xfrm>
          <a:off x="9340851" y="927100"/>
          <a:ext cx="4032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65" name="Equation" r:id="rId8" imgW="181045" imgH="219211" progId="Equation.DSMT4">
                  <p:embed/>
                </p:oleObj>
              </mc:Choice>
              <mc:Fallback>
                <p:oleObj name="Equation" r:id="rId8" imgW="181045" imgH="219211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40851" y="927100"/>
                        <a:ext cx="4032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60" name="Object 25"/>
          <p:cNvGraphicFramePr>
            <a:graphicFrameLocks noChangeAspect="1"/>
          </p:cNvGraphicFramePr>
          <p:nvPr/>
        </p:nvGraphicFramePr>
        <p:xfrm>
          <a:off x="6369051" y="990600"/>
          <a:ext cx="3778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66" name="Equation" r:id="rId10" imgW="171565" imgH="219211" progId="Equation.DSMT4">
                  <p:embed/>
                </p:oleObj>
              </mc:Choice>
              <mc:Fallback>
                <p:oleObj name="Equation" r:id="rId10" imgW="171565" imgH="219211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9051" y="990600"/>
                        <a:ext cx="3778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61" name="Object 26"/>
          <p:cNvGraphicFramePr>
            <a:graphicFrameLocks noChangeAspect="1"/>
          </p:cNvGraphicFramePr>
          <p:nvPr/>
        </p:nvGraphicFramePr>
        <p:xfrm>
          <a:off x="6864351" y="963614"/>
          <a:ext cx="37782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67" name="Equation" r:id="rId12" imgW="171565" imgH="209414" progId="Equation.DSMT4">
                  <p:embed/>
                </p:oleObj>
              </mc:Choice>
              <mc:Fallback>
                <p:oleObj name="Equation" r:id="rId12" imgW="171565" imgH="209414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4351" y="963614"/>
                        <a:ext cx="37782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62" name="Object 27"/>
          <p:cNvGraphicFramePr>
            <a:graphicFrameLocks noChangeAspect="1"/>
          </p:cNvGraphicFramePr>
          <p:nvPr/>
        </p:nvGraphicFramePr>
        <p:xfrm>
          <a:off x="8858251" y="950914"/>
          <a:ext cx="42862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68" name="Equation" r:id="rId14" imgW="200006" imgH="209414" progId="Equation.DSMT4">
                  <p:embed/>
                </p:oleObj>
              </mc:Choice>
              <mc:Fallback>
                <p:oleObj name="Equation" r:id="rId14" imgW="200006" imgH="209414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8251" y="950914"/>
                        <a:ext cx="42862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63" name="Text Box 28"/>
          <p:cNvSpPr txBox="1">
            <a:spLocks noChangeArrowheads="1"/>
          </p:cNvSpPr>
          <p:nvPr/>
        </p:nvSpPr>
        <p:spPr bwMode="auto">
          <a:xfrm>
            <a:off x="2959100" y="2000250"/>
            <a:ext cx="4114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磁芯任意截面有磁通量，是自感和互感磁通总和</a:t>
            </a:r>
          </a:p>
        </p:txBody>
      </p:sp>
      <p:sp>
        <p:nvSpPr>
          <p:cNvPr id="87064" name="Line 29"/>
          <p:cNvSpPr>
            <a:spLocks noChangeShapeType="1"/>
          </p:cNvSpPr>
          <p:nvPr/>
        </p:nvSpPr>
        <p:spPr bwMode="auto">
          <a:xfrm>
            <a:off x="6642100" y="914400"/>
            <a:ext cx="5461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7065" name="Line 30"/>
          <p:cNvSpPr>
            <a:spLocks noChangeShapeType="1"/>
          </p:cNvSpPr>
          <p:nvPr/>
        </p:nvSpPr>
        <p:spPr bwMode="auto">
          <a:xfrm>
            <a:off x="9207500" y="889000"/>
            <a:ext cx="4572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7066" name="Text Box 31"/>
          <p:cNvSpPr txBox="1">
            <a:spLocks noChangeArrowheads="1"/>
          </p:cNvSpPr>
          <p:nvPr/>
        </p:nvSpPr>
        <p:spPr bwMode="auto">
          <a:xfrm>
            <a:off x="6794500" y="482600"/>
            <a:ext cx="41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/>
              <a:t>A</a:t>
            </a:r>
          </a:p>
        </p:txBody>
      </p:sp>
      <p:sp>
        <p:nvSpPr>
          <p:cNvPr id="87067" name="Text Box 32"/>
          <p:cNvSpPr txBox="1">
            <a:spLocks noChangeArrowheads="1"/>
          </p:cNvSpPr>
          <p:nvPr/>
        </p:nvSpPr>
        <p:spPr bwMode="auto">
          <a:xfrm>
            <a:off x="6794500" y="1612900"/>
            <a:ext cx="41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/>
              <a:t>B</a:t>
            </a:r>
          </a:p>
        </p:txBody>
      </p:sp>
      <p:sp>
        <p:nvSpPr>
          <p:cNvPr id="87068" name="Text Box 33"/>
          <p:cNvSpPr txBox="1">
            <a:spLocks noChangeArrowheads="1"/>
          </p:cNvSpPr>
          <p:nvPr/>
        </p:nvSpPr>
        <p:spPr bwMode="auto">
          <a:xfrm>
            <a:off x="8966200" y="381000"/>
            <a:ext cx="41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/>
              <a:t>C</a:t>
            </a:r>
          </a:p>
        </p:txBody>
      </p:sp>
      <p:sp>
        <p:nvSpPr>
          <p:cNvPr id="87069" name="Text Box 34"/>
          <p:cNvSpPr txBox="1">
            <a:spLocks noChangeArrowheads="1"/>
          </p:cNvSpPr>
          <p:nvPr/>
        </p:nvSpPr>
        <p:spPr bwMode="auto">
          <a:xfrm>
            <a:off x="8978900" y="1562100"/>
            <a:ext cx="41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/>
              <a:t>D</a:t>
            </a:r>
          </a:p>
        </p:txBody>
      </p:sp>
      <p:sp>
        <p:nvSpPr>
          <p:cNvPr id="87070" name="Oval 35"/>
          <p:cNvSpPr>
            <a:spLocks noChangeArrowheads="1"/>
          </p:cNvSpPr>
          <p:nvPr/>
        </p:nvSpPr>
        <p:spPr bwMode="auto">
          <a:xfrm>
            <a:off x="7188200" y="876300"/>
            <a:ext cx="88900" cy="889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87071" name="Oval 36"/>
          <p:cNvSpPr>
            <a:spLocks noChangeArrowheads="1"/>
          </p:cNvSpPr>
          <p:nvPr/>
        </p:nvSpPr>
        <p:spPr bwMode="auto">
          <a:xfrm>
            <a:off x="7200900" y="1422400"/>
            <a:ext cx="88900" cy="889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87072" name="Oval 37"/>
          <p:cNvSpPr>
            <a:spLocks noChangeArrowheads="1"/>
          </p:cNvSpPr>
          <p:nvPr/>
        </p:nvSpPr>
        <p:spPr bwMode="auto">
          <a:xfrm>
            <a:off x="8978900" y="838200"/>
            <a:ext cx="88900" cy="889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87073" name="Oval 38"/>
          <p:cNvSpPr>
            <a:spLocks noChangeArrowheads="1"/>
          </p:cNvSpPr>
          <p:nvPr/>
        </p:nvSpPr>
        <p:spPr bwMode="auto">
          <a:xfrm>
            <a:off x="9017000" y="1435100"/>
            <a:ext cx="88900" cy="889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aphicFrame>
        <p:nvGraphicFramePr>
          <p:cNvPr id="87074" name="Object 39"/>
          <p:cNvGraphicFramePr>
            <a:graphicFrameLocks noChangeAspect="1"/>
          </p:cNvGraphicFramePr>
          <p:nvPr/>
        </p:nvGraphicFramePr>
        <p:xfrm>
          <a:off x="2635251" y="2184400"/>
          <a:ext cx="277813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69" name="Equation" r:id="rId16" imgW="123857" imgH="219211" progId="Equation.DSMT4">
                  <p:embed/>
                </p:oleObj>
              </mc:Choice>
              <mc:Fallback>
                <p:oleObj name="Equation" r:id="rId16" imgW="123857" imgH="219211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5251" y="2184400"/>
                        <a:ext cx="277813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75" name="Object 40"/>
          <p:cNvGraphicFramePr>
            <a:graphicFrameLocks noChangeAspect="1"/>
          </p:cNvGraphicFramePr>
          <p:nvPr/>
        </p:nvGraphicFramePr>
        <p:xfrm>
          <a:off x="2590800" y="3038476"/>
          <a:ext cx="450850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70" name="Equation" r:id="rId18" imgW="2257559" imgH="485877" progId="Equation.DSMT4">
                  <p:embed/>
                </p:oleObj>
              </mc:Choice>
              <mc:Fallback>
                <p:oleObj name="Equation" r:id="rId18" imgW="2257559" imgH="485877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038476"/>
                        <a:ext cx="4508500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76" name="Object 41"/>
          <p:cNvGraphicFramePr>
            <a:graphicFrameLocks noChangeAspect="1"/>
          </p:cNvGraphicFramePr>
          <p:nvPr/>
        </p:nvGraphicFramePr>
        <p:xfrm>
          <a:off x="2278064" y="4135439"/>
          <a:ext cx="5591175" cy="170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71" name="Equation" r:id="rId20" imgW="2800388" imgH="847759" progId="Equation.DSMT4">
                  <p:embed/>
                </p:oleObj>
              </mc:Choice>
              <mc:Fallback>
                <p:oleObj name="Equation" r:id="rId20" imgW="2800388" imgH="847759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8064" y="4135439"/>
                        <a:ext cx="5591175" cy="170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77" name="Text Box 42"/>
          <p:cNvSpPr txBox="1">
            <a:spLocks noChangeArrowheads="1"/>
          </p:cNvSpPr>
          <p:nvPr/>
        </p:nvSpPr>
        <p:spPr bwMode="auto">
          <a:xfrm>
            <a:off x="2476500" y="5911851"/>
            <a:ext cx="553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端电压等于内部电动势的负值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090" name="Group 2"/>
          <p:cNvGrpSpPr>
            <a:grpSpLocks/>
          </p:cNvGrpSpPr>
          <p:nvPr/>
        </p:nvGrpSpPr>
        <p:grpSpPr bwMode="auto">
          <a:xfrm>
            <a:off x="7315200" y="457200"/>
            <a:ext cx="1536700" cy="1536700"/>
            <a:chOff x="3856" y="608"/>
            <a:chExt cx="968" cy="968"/>
          </a:xfrm>
        </p:grpSpPr>
        <p:sp>
          <p:nvSpPr>
            <p:cNvPr id="89127" name="Rectangle 3"/>
            <p:cNvSpPr>
              <a:spLocks noChangeArrowheads="1"/>
            </p:cNvSpPr>
            <p:nvPr/>
          </p:nvSpPr>
          <p:spPr bwMode="auto">
            <a:xfrm>
              <a:off x="3856" y="608"/>
              <a:ext cx="968" cy="968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89128" name="Rectangle 4"/>
            <p:cNvSpPr>
              <a:spLocks noChangeArrowheads="1"/>
            </p:cNvSpPr>
            <p:nvPr/>
          </p:nvSpPr>
          <p:spPr bwMode="auto">
            <a:xfrm>
              <a:off x="3896" y="680"/>
              <a:ext cx="880" cy="832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89129" name="Rectangle 5"/>
            <p:cNvSpPr>
              <a:spLocks noChangeArrowheads="1"/>
            </p:cNvSpPr>
            <p:nvPr/>
          </p:nvSpPr>
          <p:spPr bwMode="auto">
            <a:xfrm>
              <a:off x="3968" y="744"/>
              <a:ext cx="744" cy="704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89130" name="Rectangle 6"/>
            <p:cNvSpPr>
              <a:spLocks noChangeArrowheads="1"/>
            </p:cNvSpPr>
            <p:nvPr/>
          </p:nvSpPr>
          <p:spPr bwMode="auto">
            <a:xfrm>
              <a:off x="4032" y="792"/>
              <a:ext cx="616" cy="600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89131" name="Rectangle 7"/>
            <p:cNvSpPr>
              <a:spLocks noChangeArrowheads="1"/>
            </p:cNvSpPr>
            <p:nvPr/>
          </p:nvSpPr>
          <p:spPr bwMode="auto">
            <a:xfrm>
              <a:off x="4086" y="848"/>
              <a:ext cx="520" cy="496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89091" name="Line 8"/>
          <p:cNvSpPr>
            <a:spLocks noChangeShapeType="1"/>
          </p:cNvSpPr>
          <p:nvPr/>
        </p:nvSpPr>
        <p:spPr bwMode="auto">
          <a:xfrm>
            <a:off x="6565900" y="914400"/>
            <a:ext cx="11303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9092" name="Freeform 9"/>
          <p:cNvSpPr>
            <a:spLocks/>
          </p:cNvSpPr>
          <p:nvPr/>
        </p:nvSpPr>
        <p:spPr bwMode="auto">
          <a:xfrm>
            <a:off x="7199314" y="10033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9093" name="Freeform 10"/>
          <p:cNvSpPr>
            <a:spLocks/>
          </p:cNvSpPr>
          <p:nvPr/>
        </p:nvSpPr>
        <p:spPr bwMode="auto">
          <a:xfrm>
            <a:off x="7212014" y="11684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9094" name="Freeform 11"/>
          <p:cNvSpPr>
            <a:spLocks/>
          </p:cNvSpPr>
          <p:nvPr/>
        </p:nvSpPr>
        <p:spPr bwMode="auto">
          <a:xfrm>
            <a:off x="7186614" y="13335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9095" name="Line 12"/>
          <p:cNvSpPr>
            <a:spLocks noChangeShapeType="1"/>
          </p:cNvSpPr>
          <p:nvPr/>
        </p:nvSpPr>
        <p:spPr bwMode="auto">
          <a:xfrm flipV="1">
            <a:off x="6591300" y="1473200"/>
            <a:ext cx="723900" cy="127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9096" name="Freeform 13"/>
          <p:cNvSpPr>
            <a:spLocks/>
          </p:cNvSpPr>
          <p:nvPr/>
        </p:nvSpPr>
        <p:spPr bwMode="auto">
          <a:xfrm>
            <a:off x="8355014" y="9144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9097" name="Freeform 14"/>
          <p:cNvSpPr>
            <a:spLocks/>
          </p:cNvSpPr>
          <p:nvPr/>
        </p:nvSpPr>
        <p:spPr bwMode="auto">
          <a:xfrm>
            <a:off x="8355014" y="10414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9098" name="Freeform 15"/>
          <p:cNvSpPr>
            <a:spLocks/>
          </p:cNvSpPr>
          <p:nvPr/>
        </p:nvSpPr>
        <p:spPr bwMode="auto">
          <a:xfrm>
            <a:off x="8342314" y="11303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9099" name="Freeform 16"/>
          <p:cNvSpPr>
            <a:spLocks/>
          </p:cNvSpPr>
          <p:nvPr/>
        </p:nvSpPr>
        <p:spPr bwMode="auto">
          <a:xfrm>
            <a:off x="8342314" y="12573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9100" name="Freeform 17"/>
          <p:cNvSpPr>
            <a:spLocks/>
          </p:cNvSpPr>
          <p:nvPr/>
        </p:nvSpPr>
        <p:spPr bwMode="auto">
          <a:xfrm>
            <a:off x="8342314" y="13335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9101" name="Freeform 18"/>
          <p:cNvSpPr>
            <a:spLocks/>
          </p:cNvSpPr>
          <p:nvPr/>
        </p:nvSpPr>
        <p:spPr bwMode="auto">
          <a:xfrm>
            <a:off x="8342314" y="14351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9102" name="Line 19"/>
          <p:cNvSpPr>
            <a:spLocks noChangeShapeType="1"/>
          </p:cNvSpPr>
          <p:nvPr/>
        </p:nvSpPr>
        <p:spPr bwMode="auto">
          <a:xfrm>
            <a:off x="8864600" y="1485900"/>
            <a:ext cx="990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9103" name="Line 20"/>
          <p:cNvSpPr>
            <a:spLocks noChangeShapeType="1"/>
          </p:cNvSpPr>
          <p:nvPr/>
        </p:nvSpPr>
        <p:spPr bwMode="auto">
          <a:xfrm>
            <a:off x="8864600" y="889000"/>
            <a:ext cx="990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89104" name="Object 21"/>
          <p:cNvGraphicFramePr>
            <a:graphicFrameLocks noChangeAspect="1"/>
          </p:cNvGraphicFramePr>
          <p:nvPr/>
        </p:nvGraphicFramePr>
        <p:xfrm>
          <a:off x="9821863" y="989014"/>
          <a:ext cx="303212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32" name="Equation" r:id="rId4" imgW="133337" imgH="171450" progId="Equation.DSMT4">
                  <p:embed/>
                </p:oleObj>
              </mc:Choice>
              <mc:Fallback>
                <p:oleObj name="Equation" r:id="rId4" imgW="133337" imgH="17145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1863" y="989014"/>
                        <a:ext cx="303212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5" name="Object 22"/>
          <p:cNvGraphicFramePr>
            <a:graphicFrameLocks noChangeAspect="1"/>
          </p:cNvGraphicFramePr>
          <p:nvPr/>
        </p:nvGraphicFramePr>
        <p:xfrm>
          <a:off x="9340851" y="927100"/>
          <a:ext cx="4032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33" name="Equation" r:id="rId6" imgW="181045" imgH="219211" progId="Equation.DSMT4">
                  <p:embed/>
                </p:oleObj>
              </mc:Choice>
              <mc:Fallback>
                <p:oleObj name="Equation" r:id="rId6" imgW="181045" imgH="219211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40851" y="927100"/>
                        <a:ext cx="4032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6" name="Object 23"/>
          <p:cNvGraphicFramePr>
            <a:graphicFrameLocks noChangeAspect="1"/>
          </p:cNvGraphicFramePr>
          <p:nvPr/>
        </p:nvGraphicFramePr>
        <p:xfrm>
          <a:off x="6369051" y="990600"/>
          <a:ext cx="3778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34" name="Equation" r:id="rId8" imgW="171565" imgH="219211" progId="Equation.DSMT4">
                  <p:embed/>
                </p:oleObj>
              </mc:Choice>
              <mc:Fallback>
                <p:oleObj name="Equation" r:id="rId8" imgW="171565" imgH="219211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9051" y="990600"/>
                        <a:ext cx="3778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7" name="Object 24"/>
          <p:cNvGraphicFramePr>
            <a:graphicFrameLocks noChangeAspect="1"/>
          </p:cNvGraphicFramePr>
          <p:nvPr/>
        </p:nvGraphicFramePr>
        <p:xfrm>
          <a:off x="6864351" y="963614"/>
          <a:ext cx="37782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35" name="Equation" r:id="rId10" imgW="171565" imgH="209414" progId="Equation.DSMT4">
                  <p:embed/>
                </p:oleObj>
              </mc:Choice>
              <mc:Fallback>
                <p:oleObj name="Equation" r:id="rId10" imgW="171565" imgH="209414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4351" y="963614"/>
                        <a:ext cx="37782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8" name="Object 25"/>
          <p:cNvGraphicFramePr>
            <a:graphicFrameLocks noChangeAspect="1"/>
          </p:cNvGraphicFramePr>
          <p:nvPr/>
        </p:nvGraphicFramePr>
        <p:xfrm>
          <a:off x="8858251" y="950914"/>
          <a:ext cx="42862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36" name="Equation" r:id="rId12" imgW="200006" imgH="209414" progId="Equation.DSMT4">
                  <p:embed/>
                </p:oleObj>
              </mc:Choice>
              <mc:Fallback>
                <p:oleObj name="Equation" r:id="rId12" imgW="200006" imgH="209414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8251" y="950914"/>
                        <a:ext cx="42862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09" name="Line 26"/>
          <p:cNvSpPr>
            <a:spLocks noChangeShapeType="1"/>
          </p:cNvSpPr>
          <p:nvPr/>
        </p:nvSpPr>
        <p:spPr bwMode="auto">
          <a:xfrm>
            <a:off x="6642100" y="914400"/>
            <a:ext cx="5461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9110" name="Line 27"/>
          <p:cNvSpPr>
            <a:spLocks noChangeShapeType="1"/>
          </p:cNvSpPr>
          <p:nvPr/>
        </p:nvSpPr>
        <p:spPr bwMode="auto">
          <a:xfrm>
            <a:off x="9207500" y="889000"/>
            <a:ext cx="4572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9111" name="Text Box 28"/>
          <p:cNvSpPr txBox="1">
            <a:spLocks noChangeArrowheads="1"/>
          </p:cNvSpPr>
          <p:nvPr/>
        </p:nvSpPr>
        <p:spPr bwMode="auto">
          <a:xfrm>
            <a:off x="6794500" y="482600"/>
            <a:ext cx="41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/>
              <a:t>A</a:t>
            </a:r>
          </a:p>
        </p:txBody>
      </p:sp>
      <p:sp>
        <p:nvSpPr>
          <p:cNvPr id="89112" name="Text Box 29"/>
          <p:cNvSpPr txBox="1">
            <a:spLocks noChangeArrowheads="1"/>
          </p:cNvSpPr>
          <p:nvPr/>
        </p:nvSpPr>
        <p:spPr bwMode="auto">
          <a:xfrm>
            <a:off x="6794500" y="1612900"/>
            <a:ext cx="41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/>
              <a:t>B</a:t>
            </a:r>
          </a:p>
        </p:txBody>
      </p:sp>
      <p:sp>
        <p:nvSpPr>
          <p:cNvPr id="89113" name="Text Box 30"/>
          <p:cNvSpPr txBox="1">
            <a:spLocks noChangeArrowheads="1"/>
          </p:cNvSpPr>
          <p:nvPr/>
        </p:nvSpPr>
        <p:spPr bwMode="auto">
          <a:xfrm>
            <a:off x="8966200" y="381000"/>
            <a:ext cx="41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/>
              <a:t>C</a:t>
            </a:r>
          </a:p>
        </p:txBody>
      </p:sp>
      <p:sp>
        <p:nvSpPr>
          <p:cNvPr id="89114" name="Text Box 31"/>
          <p:cNvSpPr txBox="1">
            <a:spLocks noChangeArrowheads="1"/>
          </p:cNvSpPr>
          <p:nvPr/>
        </p:nvSpPr>
        <p:spPr bwMode="auto">
          <a:xfrm>
            <a:off x="8978900" y="1562100"/>
            <a:ext cx="41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/>
              <a:t>D</a:t>
            </a:r>
          </a:p>
        </p:txBody>
      </p:sp>
      <p:sp>
        <p:nvSpPr>
          <p:cNvPr id="89115" name="Oval 32"/>
          <p:cNvSpPr>
            <a:spLocks noChangeArrowheads="1"/>
          </p:cNvSpPr>
          <p:nvPr/>
        </p:nvSpPr>
        <p:spPr bwMode="auto">
          <a:xfrm>
            <a:off x="7188200" y="876300"/>
            <a:ext cx="88900" cy="889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89116" name="Oval 33"/>
          <p:cNvSpPr>
            <a:spLocks noChangeArrowheads="1"/>
          </p:cNvSpPr>
          <p:nvPr/>
        </p:nvSpPr>
        <p:spPr bwMode="auto">
          <a:xfrm>
            <a:off x="7200900" y="1422400"/>
            <a:ext cx="88900" cy="889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89117" name="Oval 34"/>
          <p:cNvSpPr>
            <a:spLocks noChangeArrowheads="1"/>
          </p:cNvSpPr>
          <p:nvPr/>
        </p:nvSpPr>
        <p:spPr bwMode="auto">
          <a:xfrm>
            <a:off x="8978900" y="838200"/>
            <a:ext cx="88900" cy="889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89118" name="Oval 35"/>
          <p:cNvSpPr>
            <a:spLocks noChangeArrowheads="1"/>
          </p:cNvSpPr>
          <p:nvPr/>
        </p:nvSpPr>
        <p:spPr bwMode="auto">
          <a:xfrm>
            <a:off x="9017000" y="1435100"/>
            <a:ext cx="88900" cy="889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aphicFrame>
        <p:nvGraphicFramePr>
          <p:cNvPr id="89119" name="Object 36"/>
          <p:cNvGraphicFramePr>
            <a:graphicFrameLocks noChangeAspect="1"/>
          </p:cNvGraphicFramePr>
          <p:nvPr/>
        </p:nvGraphicFramePr>
        <p:xfrm>
          <a:off x="1739901" y="214313"/>
          <a:ext cx="4625975" cy="141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37" name="Equation" r:id="rId14" imgW="2800388" imgH="847759" progId="Equation.DSMT4">
                  <p:embed/>
                </p:oleObj>
              </mc:Choice>
              <mc:Fallback>
                <p:oleObj name="Equation" r:id="rId14" imgW="2800388" imgH="847759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9901" y="214313"/>
                        <a:ext cx="4625975" cy="141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20" name="Text Box 37"/>
          <p:cNvSpPr txBox="1">
            <a:spLocks noChangeArrowheads="1"/>
          </p:cNvSpPr>
          <p:nvPr/>
        </p:nvSpPr>
        <p:spPr bwMode="auto">
          <a:xfrm>
            <a:off x="1968500" y="1797051"/>
            <a:ext cx="5118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端电压等于内部电动势的负值</a:t>
            </a:r>
          </a:p>
        </p:txBody>
      </p:sp>
      <p:graphicFrame>
        <p:nvGraphicFramePr>
          <p:cNvPr id="89121" name="Object 38"/>
          <p:cNvGraphicFramePr>
            <a:graphicFrameLocks noChangeAspect="1"/>
          </p:cNvGraphicFramePr>
          <p:nvPr/>
        </p:nvGraphicFramePr>
        <p:xfrm>
          <a:off x="2193926" y="2382838"/>
          <a:ext cx="1228725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38" name="Equation" r:id="rId16" imgW="733355" imgH="476386" progId="Equation.DSMT4">
                  <p:embed/>
                </p:oleObj>
              </mc:Choice>
              <mc:Fallback>
                <p:oleObj name="Equation" r:id="rId16" imgW="733355" imgH="476386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3926" y="2382838"/>
                        <a:ext cx="1228725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22" name="Object 39"/>
          <p:cNvGraphicFramePr>
            <a:graphicFrameLocks noChangeAspect="1"/>
          </p:cNvGraphicFramePr>
          <p:nvPr/>
        </p:nvGraphicFramePr>
        <p:xfrm>
          <a:off x="4224339" y="2459038"/>
          <a:ext cx="1792287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39" name="Equation" r:id="rId18" imgW="1076178" imgH="476386" progId="Equation.DSMT4">
                  <p:embed/>
                </p:oleObj>
              </mc:Choice>
              <mc:Fallback>
                <p:oleObj name="Equation" r:id="rId18" imgW="1076178" imgH="476386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9" y="2459038"/>
                        <a:ext cx="1792287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23" name="Object 40"/>
          <p:cNvGraphicFramePr>
            <a:graphicFrameLocks noChangeAspect="1"/>
          </p:cNvGraphicFramePr>
          <p:nvPr/>
        </p:nvGraphicFramePr>
        <p:xfrm>
          <a:off x="2819401" y="3683000"/>
          <a:ext cx="114617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40" name="Equation" r:id="rId20" imgW="676167" imgH="438116" progId="Equation.DSMT4">
                  <p:embed/>
                </p:oleObj>
              </mc:Choice>
              <mc:Fallback>
                <p:oleObj name="Equation" r:id="rId20" imgW="676167" imgH="438116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1" y="3683000"/>
                        <a:ext cx="1146175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24" name="Text Box 41"/>
          <p:cNvSpPr txBox="1">
            <a:spLocks noChangeArrowheads="1"/>
          </p:cNvSpPr>
          <p:nvPr/>
        </p:nvSpPr>
        <p:spPr bwMode="auto">
          <a:xfrm>
            <a:off x="2425700" y="4565651"/>
            <a:ext cx="5118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负值表示</a:t>
            </a:r>
            <a:r>
              <a:rPr lang="en-US" altLang="zh-CN" sz="2800">
                <a:solidFill>
                  <a:srgbClr val="0000FF"/>
                </a:solidFill>
              </a:rPr>
              <a:t>U2</a:t>
            </a:r>
            <a:r>
              <a:rPr lang="zh-CN" altLang="en-US" sz="2800">
                <a:solidFill>
                  <a:srgbClr val="0000FF"/>
                </a:solidFill>
              </a:rPr>
              <a:t>与</a:t>
            </a:r>
            <a:r>
              <a:rPr lang="en-US" altLang="zh-CN" sz="2800">
                <a:solidFill>
                  <a:srgbClr val="0000FF"/>
                </a:solidFill>
              </a:rPr>
              <a:t>U1</a:t>
            </a:r>
            <a:r>
              <a:rPr lang="zh-CN" altLang="en-US" sz="2800">
                <a:solidFill>
                  <a:srgbClr val="0000FF"/>
                </a:solidFill>
              </a:rPr>
              <a:t>位相差</a:t>
            </a:r>
            <a:r>
              <a:rPr lang="el-GR" altLang="zh-CN" sz="2800" b="1">
                <a:solidFill>
                  <a:srgbClr val="0000FF"/>
                </a:solidFill>
              </a:rPr>
              <a:t>π</a:t>
            </a:r>
            <a:endParaRPr lang="en-US" altLang="zh-CN" sz="2800">
              <a:solidFill>
                <a:srgbClr val="0000FF"/>
              </a:solidFill>
            </a:endParaRPr>
          </a:p>
        </p:txBody>
      </p:sp>
      <p:sp>
        <p:nvSpPr>
          <p:cNvPr id="89125" name="Text Box 42"/>
          <p:cNvSpPr txBox="1">
            <a:spLocks noChangeArrowheads="1"/>
          </p:cNvSpPr>
          <p:nvPr/>
        </p:nvSpPr>
        <p:spPr bwMode="auto">
          <a:xfrm>
            <a:off x="4775200" y="3790951"/>
            <a:ext cx="5118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理想变压器的变压比公式</a:t>
            </a:r>
          </a:p>
        </p:txBody>
      </p:sp>
      <p:graphicFrame>
        <p:nvGraphicFramePr>
          <p:cNvPr id="89126" name="Object 43"/>
          <p:cNvGraphicFramePr>
            <a:graphicFrameLocks noChangeAspect="1"/>
          </p:cNvGraphicFramePr>
          <p:nvPr/>
        </p:nvGraphicFramePr>
        <p:xfrm>
          <a:off x="2820988" y="5278439"/>
          <a:ext cx="104140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41" name="Equation" r:id="rId22" imgW="618978" imgH="409643" progId="Equation.DSMT4">
                  <p:embed/>
                </p:oleObj>
              </mc:Choice>
              <mc:Fallback>
                <p:oleObj name="Equation" r:id="rId22" imgW="618978" imgH="409643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0988" y="5278439"/>
                        <a:ext cx="1041400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138" name="Group 2"/>
          <p:cNvGrpSpPr>
            <a:grpSpLocks/>
          </p:cNvGrpSpPr>
          <p:nvPr/>
        </p:nvGrpSpPr>
        <p:grpSpPr bwMode="auto">
          <a:xfrm>
            <a:off x="7315200" y="457200"/>
            <a:ext cx="1536700" cy="1536700"/>
            <a:chOff x="3856" y="608"/>
            <a:chExt cx="968" cy="968"/>
          </a:xfrm>
        </p:grpSpPr>
        <p:sp>
          <p:nvSpPr>
            <p:cNvPr id="91188" name="Rectangle 3"/>
            <p:cNvSpPr>
              <a:spLocks noChangeArrowheads="1"/>
            </p:cNvSpPr>
            <p:nvPr/>
          </p:nvSpPr>
          <p:spPr bwMode="auto">
            <a:xfrm>
              <a:off x="3856" y="608"/>
              <a:ext cx="968" cy="968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1189" name="Rectangle 4"/>
            <p:cNvSpPr>
              <a:spLocks noChangeArrowheads="1"/>
            </p:cNvSpPr>
            <p:nvPr/>
          </p:nvSpPr>
          <p:spPr bwMode="auto">
            <a:xfrm>
              <a:off x="3896" y="680"/>
              <a:ext cx="880" cy="832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1190" name="Rectangle 5"/>
            <p:cNvSpPr>
              <a:spLocks noChangeArrowheads="1"/>
            </p:cNvSpPr>
            <p:nvPr/>
          </p:nvSpPr>
          <p:spPr bwMode="auto">
            <a:xfrm>
              <a:off x="3968" y="744"/>
              <a:ext cx="744" cy="704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1191" name="Rectangle 6"/>
            <p:cNvSpPr>
              <a:spLocks noChangeArrowheads="1"/>
            </p:cNvSpPr>
            <p:nvPr/>
          </p:nvSpPr>
          <p:spPr bwMode="auto">
            <a:xfrm>
              <a:off x="4032" y="792"/>
              <a:ext cx="616" cy="600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1192" name="Rectangle 7"/>
            <p:cNvSpPr>
              <a:spLocks noChangeArrowheads="1"/>
            </p:cNvSpPr>
            <p:nvPr/>
          </p:nvSpPr>
          <p:spPr bwMode="auto">
            <a:xfrm>
              <a:off x="4086" y="848"/>
              <a:ext cx="520" cy="496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91139" name="Line 8"/>
          <p:cNvSpPr>
            <a:spLocks noChangeShapeType="1"/>
          </p:cNvSpPr>
          <p:nvPr/>
        </p:nvSpPr>
        <p:spPr bwMode="auto">
          <a:xfrm>
            <a:off x="6565900" y="914400"/>
            <a:ext cx="11303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1140" name="Freeform 9"/>
          <p:cNvSpPr>
            <a:spLocks/>
          </p:cNvSpPr>
          <p:nvPr/>
        </p:nvSpPr>
        <p:spPr bwMode="auto">
          <a:xfrm>
            <a:off x="7199314" y="10033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1141" name="Freeform 10"/>
          <p:cNvSpPr>
            <a:spLocks/>
          </p:cNvSpPr>
          <p:nvPr/>
        </p:nvSpPr>
        <p:spPr bwMode="auto">
          <a:xfrm>
            <a:off x="7212014" y="11684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1142" name="Freeform 11"/>
          <p:cNvSpPr>
            <a:spLocks/>
          </p:cNvSpPr>
          <p:nvPr/>
        </p:nvSpPr>
        <p:spPr bwMode="auto">
          <a:xfrm>
            <a:off x="7186614" y="13335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1143" name="Line 12"/>
          <p:cNvSpPr>
            <a:spLocks noChangeShapeType="1"/>
          </p:cNvSpPr>
          <p:nvPr/>
        </p:nvSpPr>
        <p:spPr bwMode="auto">
          <a:xfrm flipV="1">
            <a:off x="6591300" y="1473200"/>
            <a:ext cx="723900" cy="127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1144" name="Freeform 13"/>
          <p:cNvSpPr>
            <a:spLocks/>
          </p:cNvSpPr>
          <p:nvPr/>
        </p:nvSpPr>
        <p:spPr bwMode="auto">
          <a:xfrm>
            <a:off x="8355014" y="9144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1145" name="Freeform 14"/>
          <p:cNvSpPr>
            <a:spLocks/>
          </p:cNvSpPr>
          <p:nvPr/>
        </p:nvSpPr>
        <p:spPr bwMode="auto">
          <a:xfrm>
            <a:off x="8355014" y="10414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1146" name="Freeform 15"/>
          <p:cNvSpPr>
            <a:spLocks/>
          </p:cNvSpPr>
          <p:nvPr/>
        </p:nvSpPr>
        <p:spPr bwMode="auto">
          <a:xfrm>
            <a:off x="8342314" y="11303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1147" name="Freeform 16"/>
          <p:cNvSpPr>
            <a:spLocks/>
          </p:cNvSpPr>
          <p:nvPr/>
        </p:nvSpPr>
        <p:spPr bwMode="auto">
          <a:xfrm>
            <a:off x="8342314" y="12573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1148" name="Freeform 17"/>
          <p:cNvSpPr>
            <a:spLocks/>
          </p:cNvSpPr>
          <p:nvPr/>
        </p:nvSpPr>
        <p:spPr bwMode="auto">
          <a:xfrm>
            <a:off x="8342314" y="13335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1149" name="Freeform 18"/>
          <p:cNvSpPr>
            <a:spLocks/>
          </p:cNvSpPr>
          <p:nvPr/>
        </p:nvSpPr>
        <p:spPr bwMode="auto">
          <a:xfrm>
            <a:off x="8342314" y="14351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1150" name="Line 19"/>
          <p:cNvSpPr>
            <a:spLocks noChangeShapeType="1"/>
          </p:cNvSpPr>
          <p:nvPr/>
        </p:nvSpPr>
        <p:spPr bwMode="auto">
          <a:xfrm>
            <a:off x="8864600" y="1485900"/>
            <a:ext cx="990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1151" name="Line 20"/>
          <p:cNvSpPr>
            <a:spLocks noChangeShapeType="1"/>
          </p:cNvSpPr>
          <p:nvPr/>
        </p:nvSpPr>
        <p:spPr bwMode="auto">
          <a:xfrm>
            <a:off x="8864600" y="889000"/>
            <a:ext cx="990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91152" name="Object 21"/>
          <p:cNvGraphicFramePr>
            <a:graphicFrameLocks noChangeAspect="1"/>
          </p:cNvGraphicFramePr>
          <p:nvPr/>
        </p:nvGraphicFramePr>
        <p:xfrm>
          <a:off x="6369051" y="990600"/>
          <a:ext cx="3778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333" name="Equation" r:id="rId4" imgW="171565" imgH="219211" progId="Equation.DSMT4">
                  <p:embed/>
                </p:oleObj>
              </mc:Choice>
              <mc:Fallback>
                <p:oleObj name="Equation" r:id="rId4" imgW="171565" imgH="219211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9051" y="990600"/>
                        <a:ext cx="3778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53" name="Object 22"/>
          <p:cNvGraphicFramePr>
            <a:graphicFrameLocks noChangeAspect="1"/>
          </p:cNvGraphicFramePr>
          <p:nvPr/>
        </p:nvGraphicFramePr>
        <p:xfrm>
          <a:off x="6864351" y="963614"/>
          <a:ext cx="37782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334" name="Equation" r:id="rId6" imgW="171565" imgH="209414" progId="Equation.DSMT4">
                  <p:embed/>
                </p:oleObj>
              </mc:Choice>
              <mc:Fallback>
                <p:oleObj name="Equation" r:id="rId6" imgW="171565" imgH="209414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4351" y="963614"/>
                        <a:ext cx="37782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54" name="Line 23"/>
          <p:cNvSpPr>
            <a:spLocks noChangeShapeType="1"/>
          </p:cNvSpPr>
          <p:nvPr/>
        </p:nvSpPr>
        <p:spPr bwMode="auto">
          <a:xfrm>
            <a:off x="6642100" y="914400"/>
            <a:ext cx="5461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1155" name="Line 24"/>
          <p:cNvSpPr>
            <a:spLocks noChangeShapeType="1"/>
          </p:cNvSpPr>
          <p:nvPr/>
        </p:nvSpPr>
        <p:spPr bwMode="auto">
          <a:xfrm>
            <a:off x="9207500" y="889000"/>
            <a:ext cx="4572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1156" name="Text Box 25"/>
          <p:cNvSpPr txBox="1">
            <a:spLocks noChangeArrowheads="1"/>
          </p:cNvSpPr>
          <p:nvPr/>
        </p:nvSpPr>
        <p:spPr bwMode="auto">
          <a:xfrm>
            <a:off x="6794500" y="482600"/>
            <a:ext cx="41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/>
              <a:t>A</a:t>
            </a:r>
          </a:p>
        </p:txBody>
      </p:sp>
      <p:sp>
        <p:nvSpPr>
          <p:cNvPr id="91157" name="Text Box 26"/>
          <p:cNvSpPr txBox="1">
            <a:spLocks noChangeArrowheads="1"/>
          </p:cNvSpPr>
          <p:nvPr/>
        </p:nvSpPr>
        <p:spPr bwMode="auto">
          <a:xfrm>
            <a:off x="6794500" y="1612900"/>
            <a:ext cx="41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/>
              <a:t>B</a:t>
            </a:r>
          </a:p>
        </p:txBody>
      </p:sp>
      <p:sp>
        <p:nvSpPr>
          <p:cNvPr id="91158" name="Text Box 27"/>
          <p:cNvSpPr txBox="1">
            <a:spLocks noChangeArrowheads="1"/>
          </p:cNvSpPr>
          <p:nvPr/>
        </p:nvSpPr>
        <p:spPr bwMode="auto">
          <a:xfrm>
            <a:off x="8966200" y="381000"/>
            <a:ext cx="41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/>
              <a:t>C</a:t>
            </a:r>
          </a:p>
        </p:txBody>
      </p:sp>
      <p:sp>
        <p:nvSpPr>
          <p:cNvPr id="91159" name="Text Box 28"/>
          <p:cNvSpPr txBox="1">
            <a:spLocks noChangeArrowheads="1"/>
          </p:cNvSpPr>
          <p:nvPr/>
        </p:nvSpPr>
        <p:spPr bwMode="auto">
          <a:xfrm>
            <a:off x="8978900" y="1562100"/>
            <a:ext cx="41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/>
              <a:t>D</a:t>
            </a:r>
          </a:p>
        </p:txBody>
      </p:sp>
      <p:sp>
        <p:nvSpPr>
          <p:cNvPr id="91160" name="Oval 29"/>
          <p:cNvSpPr>
            <a:spLocks noChangeArrowheads="1"/>
          </p:cNvSpPr>
          <p:nvPr/>
        </p:nvSpPr>
        <p:spPr bwMode="auto">
          <a:xfrm>
            <a:off x="7188200" y="876300"/>
            <a:ext cx="88900" cy="889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91161" name="Oval 30"/>
          <p:cNvSpPr>
            <a:spLocks noChangeArrowheads="1"/>
          </p:cNvSpPr>
          <p:nvPr/>
        </p:nvSpPr>
        <p:spPr bwMode="auto">
          <a:xfrm>
            <a:off x="7200900" y="1422400"/>
            <a:ext cx="88900" cy="889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91162" name="Oval 31"/>
          <p:cNvSpPr>
            <a:spLocks noChangeArrowheads="1"/>
          </p:cNvSpPr>
          <p:nvPr/>
        </p:nvSpPr>
        <p:spPr bwMode="auto">
          <a:xfrm>
            <a:off x="8978900" y="838200"/>
            <a:ext cx="88900" cy="889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91163" name="Oval 32"/>
          <p:cNvSpPr>
            <a:spLocks noChangeArrowheads="1"/>
          </p:cNvSpPr>
          <p:nvPr/>
        </p:nvSpPr>
        <p:spPr bwMode="auto">
          <a:xfrm>
            <a:off x="9017000" y="1435100"/>
            <a:ext cx="88900" cy="889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91164" name="Text Box 33"/>
          <p:cNvSpPr txBox="1">
            <a:spLocks noChangeArrowheads="1"/>
          </p:cNvSpPr>
          <p:nvPr/>
        </p:nvSpPr>
        <p:spPr bwMode="auto">
          <a:xfrm>
            <a:off x="1676400" y="425451"/>
            <a:ext cx="5118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FF"/>
                </a:solidFill>
              </a:rPr>
              <a:t>K1</a:t>
            </a:r>
            <a:r>
              <a:rPr lang="zh-CN" altLang="en-US" sz="2800">
                <a:solidFill>
                  <a:srgbClr val="0000FF"/>
                </a:solidFill>
              </a:rPr>
              <a:t>，</a:t>
            </a:r>
            <a:r>
              <a:rPr lang="en-US" altLang="zh-CN" sz="2800">
                <a:solidFill>
                  <a:srgbClr val="0000FF"/>
                </a:solidFill>
              </a:rPr>
              <a:t>K2</a:t>
            </a:r>
            <a:r>
              <a:rPr lang="zh-CN" altLang="en-US" sz="2800">
                <a:solidFill>
                  <a:srgbClr val="0000FF"/>
                </a:solidFill>
              </a:rPr>
              <a:t>断开，</a:t>
            </a:r>
            <a:r>
              <a:rPr lang="en-US" altLang="zh-CN" sz="2800">
                <a:solidFill>
                  <a:srgbClr val="0000FF"/>
                </a:solidFill>
              </a:rPr>
              <a:t>S</a:t>
            </a:r>
            <a:r>
              <a:rPr lang="zh-CN" altLang="en-US" sz="2800">
                <a:solidFill>
                  <a:srgbClr val="0000FF"/>
                </a:solidFill>
              </a:rPr>
              <a:t>微红</a:t>
            </a:r>
          </a:p>
        </p:txBody>
      </p:sp>
      <p:graphicFrame>
        <p:nvGraphicFramePr>
          <p:cNvPr id="91165" name="Object 34"/>
          <p:cNvGraphicFramePr>
            <a:graphicFrameLocks noChangeAspect="1"/>
          </p:cNvGraphicFramePr>
          <p:nvPr/>
        </p:nvGraphicFramePr>
        <p:xfrm>
          <a:off x="2517776" y="3683000"/>
          <a:ext cx="1751013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335" name="Equation" r:id="rId8" imgW="1047737" imgH="438116" progId="Equation.DSMT4">
                  <p:embed/>
                </p:oleObj>
              </mc:Choice>
              <mc:Fallback>
                <p:oleObj name="Equation" r:id="rId8" imgW="1047737" imgH="438116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7776" y="3683000"/>
                        <a:ext cx="1751013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66" name="Text Box 35"/>
          <p:cNvSpPr txBox="1">
            <a:spLocks noChangeArrowheads="1"/>
          </p:cNvSpPr>
          <p:nvPr/>
        </p:nvSpPr>
        <p:spPr bwMode="auto">
          <a:xfrm>
            <a:off x="2425700" y="4565651"/>
            <a:ext cx="1816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有负载时</a:t>
            </a:r>
          </a:p>
        </p:txBody>
      </p:sp>
      <p:sp>
        <p:nvSpPr>
          <p:cNvPr id="91167" name="AutoShape 36"/>
          <p:cNvSpPr>
            <a:spLocks noChangeArrowheads="1"/>
          </p:cNvSpPr>
          <p:nvPr/>
        </p:nvSpPr>
        <p:spPr bwMode="auto">
          <a:xfrm>
            <a:off x="6642100" y="800100"/>
            <a:ext cx="254000" cy="241300"/>
          </a:xfrm>
          <a:prstGeom prst="flowChartSummingJunction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91168" name="AutoShape 37"/>
          <p:cNvSpPr>
            <a:spLocks noChangeArrowheads="1"/>
          </p:cNvSpPr>
          <p:nvPr/>
        </p:nvSpPr>
        <p:spPr bwMode="auto">
          <a:xfrm>
            <a:off x="9220200" y="1092200"/>
            <a:ext cx="254000" cy="241300"/>
          </a:xfrm>
          <a:prstGeom prst="flowChartSummingJunction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91169" name="AutoShape 38"/>
          <p:cNvSpPr>
            <a:spLocks noChangeArrowheads="1"/>
          </p:cNvSpPr>
          <p:nvPr/>
        </p:nvSpPr>
        <p:spPr bwMode="auto">
          <a:xfrm>
            <a:off x="9613900" y="1054100"/>
            <a:ext cx="254000" cy="241300"/>
          </a:xfrm>
          <a:prstGeom prst="flowChartSummingJunction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91170" name="Line 39"/>
          <p:cNvSpPr>
            <a:spLocks noChangeShapeType="1"/>
          </p:cNvSpPr>
          <p:nvPr/>
        </p:nvSpPr>
        <p:spPr bwMode="auto">
          <a:xfrm>
            <a:off x="9296400" y="876300"/>
            <a:ext cx="12700" cy="2159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1171" name="Line 40"/>
          <p:cNvSpPr>
            <a:spLocks noChangeShapeType="1"/>
          </p:cNvSpPr>
          <p:nvPr/>
        </p:nvSpPr>
        <p:spPr bwMode="auto">
          <a:xfrm>
            <a:off x="9347200" y="1422400"/>
            <a:ext cx="0" cy="635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1172" name="Line 41"/>
          <p:cNvSpPr>
            <a:spLocks noChangeShapeType="1"/>
          </p:cNvSpPr>
          <p:nvPr/>
        </p:nvSpPr>
        <p:spPr bwMode="auto">
          <a:xfrm>
            <a:off x="9740900" y="889000"/>
            <a:ext cx="0" cy="1524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1173" name="Line 42"/>
          <p:cNvSpPr>
            <a:spLocks noChangeShapeType="1"/>
          </p:cNvSpPr>
          <p:nvPr/>
        </p:nvSpPr>
        <p:spPr bwMode="auto">
          <a:xfrm>
            <a:off x="9753600" y="1435100"/>
            <a:ext cx="0" cy="635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1174" name="Text Box 43"/>
          <p:cNvSpPr txBox="1">
            <a:spLocks noChangeArrowheads="1"/>
          </p:cNvSpPr>
          <p:nvPr/>
        </p:nvSpPr>
        <p:spPr bwMode="auto">
          <a:xfrm>
            <a:off x="9601200" y="1409701"/>
            <a:ext cx="584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/>
              <a:t>K2</a:t>
            </a:r>
          </a:p>
        </p:txBody>
      </p:sp>
      <p:sp>
        <p:nvSpPr>
          <p:cNvPr id="91175" name="Text Box 44"/>
          <p:cNvSpPr txBox="1">
            <a:spLocks noChangeArrowheads="1"/>
          </p:cNvSpPr>
          <p:nvPr/>
        </p:nvSpPr>
        <p:spPr bwMode="auto">
          <a:xfrm>
            <a:off x="8851900" y="952501"/>
            <a:ext cx="584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/>
              <a:t>S1</a:t>
            </a:r>
          </a:p>
        </p:txBody>
      </p:sp>
      <p:sp>
        <p:nvSpPr>
          <p:cNvPr id="91176" name="Text Box 45"/>
          <p:cNvSpPr txBox="1">
            <a:spLocks noChangeArrowheads="1"/>
          </p:cNvSpPr>
          <p:nvPr/>
        </p:nvSpPr>
        <p:spPr bwMode="auto">
          <a:xfrm>
            <a:off x="9867900" y="952501"/>
            <a:ext cx="584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/>
              <a:t>S2</a:t>
            </a:r>
          </a:p>
        </p:txBody>
      </p:sp>
      <p:sp>
        <p:nvSpPr>
          <p:cNvPr id="91177" name="Text Box 46"/>
          <p:cNvSpPr txBox="1">
            <a:spLocks noChangeArrowheads="1"/>
          </p:cNvSpPr>
          <p:nvPr/>
        </p:nvSpPr>
        <p:spPr bwMode="auto">
          <a:xfrm>
            <a:off x="6375400" y="508001"/>
            <a:ext cx="584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/>
              <a:t>S</a:t>
            </a:r>
          </a:p>
        </p:txBody>
      </p:sp>
      <p:sp>
        <p:nvSpPr>
          <p:cNvPr id="91178" name="Text Box 47"/>
          <p:cNvSpPr txBox="1">
            <a:spLocks noChangeArrowheads="1"/>
          </p:cNvSpPr>
          <p:nvPr/>
        </p:nvSpPr>
        <p:spPr bwMode="auto">
          <a:xfrm>
            <a:off x="9118600" y="1371601"/>
            <a:ext cx="584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/>
              <a:t>K1</a:t>
            </a:r>
          </a:p>
        </p:txBody>
      </p:sp>
      <p:sp>
        <p:nvSpPr>
          <p:cNvPr id="91179" name="Text Box 48"/>
          <p:cNvSpPr txBox="1">
            <a:spLocks noChangeArrowheads="1"/>
          </p:cNvSpPr>
          <p:nvPr/>
        </p:nvSpPr>
        <p:spPr bwMode="auto">
          <a:xfrm>
            <a:off x="1765300" y="1339851"/>
            <a:ext cx="3771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空载电流</a:t>
            </a:r>
            <a:r>
              <a:rPr lang="en-US" altLang="zh-CN" sz="2800">
                <a:solidFill>
                  <a:srgbClr val="0000FF"/>
                </a:solidFill>
              </a:rPr>
              <a:t>I0</a:t>
            </a:r>
            <a:r>
              <a:rPr lang="zh-CN" altLang="en-US" sz="2800">
                <a:solidFill>
                  <a:srgbClr val="0000FF"/>
                </a:solidFill>
              </a:rPr>
              <a:t>不为</a:t>
            </a:r>
            <a:r>
              <a:rPr lang="en-US" altLang="zh-CN" sz="280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91180" name="Line 49"/>
          <p:cNvSpPr>
            <a:spLocks noChangeShapeType="1"/>
          </p:cNvSpPr>
          <p:nvPr/>
        </p:nvSpPr>
        <p:spPr bwMode="auto">
          <a:xfrm>
            <a:off x="2971800" y="850900"/>
            <a:ext cx="0" cy="546100"/>
          </a:xfrm>
          <a:prstGeom prst="line">
            <a:avLst/>
          </a:prstGeom>
          <a:noFill/>
          <a:ln w="762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1181" name="Text Box 50"/>
          <p:cNvSpPr txBox="1">
            <a:spLocks noChangeArrowheads="1"/>
          </p:cNvSpPr>
          <p:nvPr/>
        </p:nvSpPr>
        <p:spPr bwMode="auto">
          <a:xfrm>
            <a:off x="1676400" y="2127251"/>
            <a:ext cx="5118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FF"/>
                </a:solidFill>
              </a:rPr>
              <a:t>K1</a:t>
            </a:r>
            <a:r>
              <a:rPr lang="zh-CN" altLang="en-US" sz="2800">
                <a:solidFill>
                  <a:srgbClr val="0000FF"/>
                </a:solidFill>
              </a:rPr>
              <a:t>通，</a:t>
            </a:r>
            <a:r>
              <a:rPr lang="en-US" altLang="zh-CN" sz="2800">
                <a:solidFill>
                  <a:srgbClr val="0000FF"/>
                </a:solidFill>
              </a:rPr>
              <a:t>S1</a:t>
            </a:r>
            <a:r>
              <a:rPr lang="zh-CN" altLang="en-US" sz="2800">
                <a:solidFill>
                  <a:srgbClr val="0000FF"/>
                </a:solidFill>
              </a:rPr>
              <a:t>亮，</a:t>
            </a:r>
            <a:r>
              <a:rPr lang="en-US" altLang="zh-CN" sz="2800">
                <a:solidFill>
                  <a:srgbClr val="0000FF"/>
                </a:solidFill>
              </a:rPr>
              <a:t>S</a:t>
            </a:r>
            <a:r>
              <a:rPr lang="zh-CN" altLang="en-US" sz="2800">
                <a:solidFill>
                  <a:srgbClr val="0000FF"/>
                </a:solidFill>
              </a:rPr>
              <a:t>较亮</a:t>
            </a:r>
          </a:p>
        </p:txBody>
      </p:sp>
      <p:sp>
        <p:nvSpPr>
          <p:cNvPr id="91182" name="Text Box 51"/>
          <p:cNvSpPr txBox="1">
            <a:spLocks noChangeArrowheads="1"/>
          </p:cNvSpPr>
          <p:nvPr/>
        </p:nvSpPr>
        <p:spPr bwMode="auto">
          <a:xfrm>
            <a:off x="1739900" y="2978151"/>
            <a:ext cx="5118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FF"/>
                </a:solidFill>
              </a:rPr>
              <a:t>K1</a:t>
            </a:r>
            <a:r>
              <a:rPr lang="zh-CN" altLang="en-US" sz="2800">
                <a:solidFill>
                  <a:srgbClr val="0000FF"/>
                </a:solidFill>
              </a:rPr>
              <a:t>，</a:t>
            </a:r>
            <a:r>
              <a:rPr lang="en-US" altLang="zh-CN" sz="2800">
                <a:solidFill>
                  <a:srgbClr val="0000FF"/>
                </a:solidFill>
              </a:rPr>
              <a:t>K2</a:t>
            </a:r>
            <a:r>
              <a:rPr lang="zh-CN" altLang="en-US" sz="2800">
                <a:solidFill>
                  <a:srgbClr val="0000FF"/>
                </a:solidFill>
              </a:rPr>
              <a:t>通，</a:t>
            </a:r>
            <a:r>
              <a:rPr lang="en-US" altLang="zh-CN" sz="2800">
                <a:solidFill>
                  <a:srgbClr val="0000FF"/>
                </a:solidFill>
              </a:rPr>
              <a:t>S1</a:t>
            </a:r>
            <a:r>
              <a:rPr lang="zh-CN" altLang="en-US" sz="2800">
                <a:solidFill>
                  <a:srgbClr val="0000FF"/>
                </a:solidFill>
              </a:rPr>
              <a:t>，</a:t>
            </a:r>
            <a:r>
              <a:rPr lang="en-US" altLang="zh-CN" sz="2800">
                <a:solidFill>
                  <a:srgbClr val="0000FF"/>
                </a:solidFill>
              </a:rPr>
              <a:t>S2</a:t>
            </a:r>
            <a:r>
              <a:rPr lang="zh-CN" altLang="en-US" sz="2800">
                <a:solidFill>
                  <a:srgbClr val="0000FF"/>
                </a:solidFill>
              </a:rPr>
              <a:t>亮，</a:t>
            </a:r>
            <a:r>
              <a:rPr lang="en-US" altLang="zh-CN" sz="2800">
                <a:solidFill>
                  <a:srgbClr val="0000FF"/>
                </a:solidFill>
              </a:rPr>
              <a:t>S</a:t>
            </a:r>
            <a:r>
              <a:rPr lang="zh-CN" altLang="en-US" sz="2800">
                <a:solidFill>
                  <a:srgbClr val="0000FF"/>
                </a:solidFill>
              </a:rPr>
              <a:t>更亮</a:t>
            </a:r>
          </a:p>
        </p:txBody>
      </p:sp>
      <p:sp>
        <p:nvSpPr>
          <p:cNvPr id="91183" name="Text Box 52"/>
          <p:cNvSpPr txBox="1">
            <a:spLocks noChangeArrowheads="1"/>
          </p:cNvSpPr>
          <p:nvPr/>
        </p:nvSpPr>
        <p:spPr bwMode="auto">
          <a:xfrm>
            <a:off x="4445000" y="3867151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励磁电流</a:t>
            </a:r>
          </a:p>
        </p:txBody>
      </p:sp>
      <p:graphicFrame>
        <p:nvGraphicFramePr>
          <p:cNvPr id="91184" name="Object 53"/>
          <p:cNvGraphicFramePr>
            <a:graphicFrameLocks noChangeAspect="1"/>
          </p:cNvGraphicFramePr>
          <p:nvPr/>
        </p:nvGraphicFramePr>
        <p:xfrm>
          <a:off x="4618039" y="4659314"/>
          <a:ext cx="260508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336" name="Equation" r:id="rId10" imgW="1571606" imgH="219211" progId="Equation.DSMT4">
                  <p:embed/>
                </p:oleObj>
              </mc:Choice>
              <mc:Fallback>
                <p:oleObj name="Equation" r:id="rId10" imgW="1571606" imgH="219211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8039" y="4659314"/>
                        <a:ext cx="2605087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85" name="Object 54"/>
          <p:cNvGraphicFramePr>
            <a:graphicFrameLocks noChangeAspect="1"/>
          </p:cNvGraphicFramePr>
          <p:nvPr/>
        </p:nvGraphicFramePr>
        <p:xfrm>
          <a:off x="7907338" y="4697414"/>
          <a:ext cx="11049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337" name="Equation" r:id="rId12" imgW="657206" imgH="219211" progId="Equation.DSMT4">
                  <p:embed/>
                </p:oleObj>
              </mc:Choice>
              <mc:Fallback>
                <p:oleObj name="Equation" r:id="rId12" imgW="657206" imgH="219211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7338" y="4697414"/>
                        <a:ext cx="110490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86" name="Object 55"/>
          <p:cNvGraphicFramePr>
            <a:graphicFrameLocks noChangeAspect="1"/>
          </p:cNvGraphicFramePr>
          <p:nvPr/>
        </p:nvGraphicFramePr>
        <p:xfrm>
          <a:off x="2595564" y="5446714"/>
          <a:ext cx="200183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338" name="Equation" r:id="rId14" imgW="1200035" imgH="219211" progId="Equation.DSMT4">
                  <p:embed/>
                </p:oleObj>
              </mc:Choice>
              <mc:Fallback>
                <p:oleObj name="Equation" r:id="rId14" imgW="1200035" imgH="219211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5564" y="5446714"/>
                        <a:ext cx="2001837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87" name="Object 56"/>
          <p:cNvGraphicFramePr>
            <a:graphicFrameLocks noChangeAspect="1"/>
          </p:cNvGraphicFramePr>
          <p:nvPr/>
        </p:nvGraphicFramePr>
        <p:xfrm>
          <a:off x="5897564" y="5410200"/>
          <a:ext cx="1189037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339" name="Equation" r:id="rId16" imgW="704914" imgH="438116" progId="Equation.DSMT4">
                  <p:embed/>
                </p:oleObj>
              </mc:Choice>
              <mc:Fallback>
                <p:oleObj name="Equation" r:id="rId16" imgW="704914" imgH="438116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7564" y="5410200"/>
                        <a:ext cx="1189037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86" name="Group 2"/>
          <p:cNvGrpSpPr>
            <a:grpSpLocks/>
          </p:cNvGrpSpPr>
          <p:nvPr/>
        </p:nvGrpSpPr>
        <p:grpSpPr bwMode="auto">
          <a:xfrm>
            <a:off x="7315200" y="457200"/>
            <a:ext cx="1536700" cy="1536700"/>
            <a:chOff x="3856" y="608"/>
            <a:chExt cx="968" cy="968"/>
          </a:xfrm>
        </p:grpSpPr>
        <p:sp>
          <p:nvSpPr>
            <p:cNvPr id="93230" name="Rectangle 3"/>
            <p:cNvSpPr>
              <a:spLocks noChangeArrowheads="1"/>
            </p:cNvSpPr>
            <p:nvPr/>
          </p:nvSpPr>
          <p:spPr bwMode="auto">
            <a:xfrm>
              <a:off x="3856" y="608"/>
              <a:ext cx="968" cy="968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3231" name="Rectangle 4"/>
            <p:cNvSpPr>
              <a:spLocks noChangeArrowheads="1"/>
            </p:cNvSpPr>
            <p:nvPr/>
          </p:nvSpPr>
          <p:spPr bwMode="auto">
            <a:xfrm>
              <a:off x="3896" y="680"/>
              <a:ext cx="880" cy="832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3232" name="Rectangle 5"/>
            <p:cNvSpPr>
              <a:spLocks noChangeArrowheads="1"/>
            </p:cNvSpPr>
            <p:nvPr/>
          </p:nvSpPr>
          <p:spPr bwMode="auto">
            <a:xfrm>
              <a:off x="3968" y="744"/>
              <a:ext cx="744" cy="704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3233" name="Rectangle 6"/>
            <p:cNvSpPr>
              <a:spLocks noChangeArrowheads="1"/>
            </p:cNvSpPr>
            <p:nvPr/>
          </p:nvSpPr>
          <p:spPr bwMode="auto">
            <a:xfrm>
              <a:off x="4032" y="792"/>
              <a:ext cx="616" cy="600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3234" name="Rectangle 7"/>
            <p:cNvSpPr>
              <a:spLocks noChangeArrowheads="1"/>
            </p:cNvSpPr>
            <p:nvPr/>
          </p:nvSpPr>
          <p:spPr bwMode="auto">
            <a:xfrm>
              <a:off x="4086" y="848"/>
              <a:ext cx="520" cy="496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93187" name="Line 8"/>
          <p:cNvSpPr>
            <a:spLocks noChangeShapeType="1"/>
          </p:cNvSpPr>
          <p:nvPr/>
        </p:nvSpPr>
        <p:spPr bwMode="auto">
          <a:xfrm>
            <a:off x="6565900" y="914400"/>
            <a:ext cx="11303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3188" name="Freeform 9"/>
          <p:cNvSpPr>
            <a:spLocks/>
          </p:cNvSpPr>
          <p:nvPr/>
        </p:nvSpPr>
        <p:spPr bwMode="auto">
          <a:xfrm>
            <a:off x="7199314" y="10033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3189" name="Freeform 10"/>
          <p:cNvSpPr>
            <a:spLocks/>
          </p:cNvSpPr>
          <p:nvPr/>
        </p:nvSpPr>
        <p:spPr bwMode="auto">
          <a:xfrm>
            <a:off x="7212014" y="11684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3190" name="Freeform 11"/>
          <p:cNvSpPr>
            <a:spLocks/>
          </p:cNvSpPr>
          <p:nvPr/>
        </p:nvSpPr>
        <p:spPr bwMode="auto">
          <a:xfrm>
            <a:off x="7186614" y="13335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3191" name="Line 12"/>
          <p:cNvSpPr>
            <a:spLocks noChangeShapeType="1"/>
          </p:cNvSpPr>
          <p:nvPr/>
        </p:nvSpPr>
        <p:spPr bwMode="auto">
          <a:xfrm flipV="1">
            <a:off x="6591300" y="1473200"/>
            <a:ext cx="723900" cy="127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3192" name="Freeform 13"/>
          <p:cNvSpPr>
            <a:spLocks/>
          </p:cNvSpPr>
          <p:nvPr/>
        </p:nvSpPr>
        <p:spPr bwMode="auto">
          <a:xfrm>
            <a:off x="8355014" y="9144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3193" name="Freeform 14"/>
          <p:cNvSpPr>
            <a:spLocks/>
          </p:cNvSpPr>
          <p:nvPr/>
        </p:nvSpPr>
        <p:spPr bwMode="auto">
          <a:xfrm>
            <a:off x="8355014" y="10414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3194" name="Freeform 15"/>
          <p:cNvSpPr>
            <a:spLocks/>
          </p:cNvSpPr>
          <p:nvPr/>
        </p:nvSpPr>
        <p:spPr bwMode="auto">
          <a:xfrm>
            <a:off x="8342314" y="11303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3195" name="Freeform 16"/>
          <p:cNvSpPr>
            <a:spLocks/>
          </p:cNvSpPr>
          <p:nvPr/>
        </p:nvSpPr>
        <p:spPr bwMode="auto">
          <a:xfrm>
            <a:off x="8342314" y="12573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3196" name="Freeform 17"/>
          <p:cNvSpPr>
            <a:spLocks/>
          </p:cNvSpPr>
          <p:nvPr/>
        </p:nvSpPr>
        <p:spPr bwMode="auto">
          <a:xfrm>
            <a:off x="8342314" y="13335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3197" name="Freeform 18"/>
          <p:cNvSpPr>
            <a:spLocks/>
          </p:cNvSpPr>
          <p:nvPr/>
        </p:nvSpPr>
        <p:spPr bwMode="auto">
          <a:xfrm>
            <a:off x="8342314" y="1435100"/>
            <a:ext cx="522287" cy="63500"/>
          </a:xfrm>
          <a:custGeom>
            <a:avLst/>
            <a:gdLst>
              <a:gd name="T0" fmla="*/ 2147483646 w 329"/>
              <a:gd name="T1" fmla="*/ 0 h 40"/>
              <a:gd name="T2" fmla="*/ 2147483646 w 329"/>
              <a:gd name="T3" fmla="*/ 2147483646 h 40"/>
              <a:gd name="T4" fmla="*/ 2147483646 w 329"/>
              <a:gd name="T5" fmla="*/ 2147483646 h 40"/>
              <a:gd name="T6" fmla="*/ 0 60000 65536"/>
              <a:gd name="T7" fmla="*/ 0 60000 65536"/>
              <a:gd name="T8" fmla="*/ 0 60000 65536"/>
              <a:gd name="T9" fmla="*/ 0 w 329"/>
              <a:gd name="T10" fmla="*/ 0 h 40"/>
              <a:gd name="T11" fmla="*/ 329 w 329"/>
              <a:gd name="T12" fmla="*/ 40 h 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9" h="40">
                <a:moveTo>
                  <a:pt x="81" y="0"/>
                </a:moveTo>
                <a:cubicBezTo>
                  <a:pt x="40" y="12"/>
                  <a:pt x="0" y="25"/>
                  <a:pt x="41" y="32"/>
                </a:cubicBezTo>
                <a:cubicBezTo>
                  <a:pt x="82" y="39"/>
                  <a:pt x="284" y="33"/>
                  <a:pt x="329" y="40"/>
                </a:cubicBezTo>
              </a:path>
            </a:pathLst>
          </a:cu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3198" name="Line 19"/>
          <p:cNvSpPr>
            <a:spLocks noChangeShapeType="1"/>
          </p:cNvSpPr>
          <p:nvPr/>
        </p:nvSpPr>
        <p:spPr bwMode="auto">
          <a:xfrm>
            <a:off x="8864600" y="1485900"/>
            <a:ext cx="990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3199" name="Line 20"/>
          <p:cNvSpPr>
            <a:spLocks noChangeShapeType="1"/>
          </p:cNvSpPr>
          <p:nvPr/>
        </p:nvSpPr>
        <p:spPr bwMode="auto">
          <a:xfrm>
            <a:off x="8864600" y="889000"/>
            <a:ext cx="990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93200" name="Object 21"/>
          <p:cNvGraphicFramePr>
            <a:graphicFrameLocks noChangeAspect="1"/>
          </p:cNvGraphicFramePr>
          <p:nvPr/>
        </p:nvGraphicFramePr>
        <p:xfrm>
          <a:off x="6369051" y="990600"/>
          <a:ext cx="3778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55" name="Equation" r:id="rId4" imgW="171565" imgH="219211" progId="Equation.DSMT4">
                  <p:embed/>
                </p:oleObj>
              </mc:Choice>
              <mc:Fallback>
                <p:oleObj name="Equation" r:id="rId4" imgW="171565" imgH="219211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9051" y="990600"/>
                        <a:ext cx="3778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01" name="Object 22"/>
          <p:cNvGraphicFramePr>
            <a:graphicFrameLocks noChangeAspect="1"/>
          </p:cNvGraphicFramePr>
          <p:nvPr/>
        </p:nvGraphicFramePr>
        <p:xfrm>
          <a:off x="6864351" y="963614"/>
          <a:ext cx="37782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56" name="Equation" r:id="rId6" imgW="171565" imgH="209414" progId="Equation.DSMT4">
                  <p:embed/>
                </p:oleObj>
              </mc:Choice>
              <mc:Fallback>
                <p:oleObj name="Equation" r:id="rId6" imgW="171565" imgH="209414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4351" y="963614"/>
                        <a:ext cx="37782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02" name="Line 23"/>
          <p:cNvSpPr>
            <a:spLocks noChangeShapeType="1"/>
          </p:cNvSpPr>
          <p:nvPr/>
        </p:nvSpPr>
        <p:spPr bwMode="auto">
          <a:xfrm>
            <a:off x="6642100" y="914400"/>
            <a:ext cx="5461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3203" name="Line 24"/>
          <p:cNvSpPr>
            <a:spLocks noChangeShapeType="1"/>
          </p:cNvSpPr>
          <p:nvPr/>
        </p:nvSpPr>
        <p:spPr bwMode="auto">
          <a:xfrm>
            <a:off x="9207500" y="889000"/>
            <a:ext cx="4572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3204" name="Text Box 25"/>
          <p:cNvSpPr txBox="1">
            <a:spLocks noChangeArrowheads="1"/>
          </p:cNvSpPr>
          <p:nvPr/>
        </p:nvSpPr>
        <p:spPr bwMode="auto">
          <a:xfrm>
            <a:off x="6794500" y="482600"/>
            <a:ext cx="41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/>
              <a:t>A</a:t>
            </a:r>
          </a:p>
        </p:txBody>
      </p:sp>
      <p:sp>
        <p:nvSpPr>
          <p:cNvPr id="93205" name="Text Box 26"/>
          <p:cNvSpPr txBox="1">
            <a:spLocks noChangeArrowheads="1"/>
          </p:cNvSpPr>
          <p:nvPr/>
        </p:nvSpPr>
        <p:spPr bwMode="auto">
          <a:xfrm>
            <a:off x="6794500" y="1612900"/>
            <a:ext cx="41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/>
              <a:t>B</a:t>
            </a:r>
          </a:p>
        </p:txBody>
      </p:sp>
      <p:sp>
        <p:nvSpPr>
          <p:cNvPr id="93206" name="Text Box 27"/>
          <p:cNvSpPr txBox="1">
            <a:spLocks noChangeArrowheads="1"/>
          </p:cNvSpPr>
          <p:nvPr/>
        </p:nvSpPr>
        <p:spPr bwMode="auto">
          <a:xfrm>
            <a:off x="8966200" y="381000"/>
            <a:ext cx="41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/>
              <a:t>C</a:t>
            </a:r>
          </a:p>
        </p:txBody>
      </p:sp>
      <p:sp>
        <p:nvSpPr>
          <p:cNvPr id="93207" name="Text Box 28"/>
          <p:cNvSpPr txBox="1">
            <a:spLocks noChangeArrowheads="1"/>
          </p:cNvSpPr>
          <p:nvPr/>
        </p:nvSpPr>
        <p:spPr bwMode="auto">
          <a:xfrm>
            <a:off x="8978900" y="1562100"/>
            <a:ext cx="41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/>
              <a:t>D</a:t>
            </a:r>
          </a:p>
        </p:txBody>
      </p:sp>
      <p:sp>
        <p:nvSpPr>
          <p:cNvPr id="93208" name="Oval 29"/>
          <p:cNvSpPr>
            <a:spLocks noChangeArrowheads="1"/>
          </p:cNvSpPr>
          <p:nvPr/>
        </p:nvSpPr>
        <p:spPr bwMode="auto">
          <a:xfrm>
            <a:off x="7188200" y="876300"/>
            <a:ext cx="88900" cy="889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93209" name="Oval 30"/>
          <p:cNvSpPr>
            <a:spLocks noChangeArrowheads="1"/>
          </p:cNvSpPr>
          <p:nvPr/>
        </p:nvSpPr>
        <p:spPr bwMode="auto">
          <a:xfrm>
            <a:off x="7200900" y="1422400"/>
            <a:ext cx="88900" cy="889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93210" name="Oval 31"/>
          <p:cNvSpPr>
            <a:spLocks noChangeArrowheads="1"/>
          </p:cNvSpPr>
          <p:nvPr/>
        </p:nvSpPr>
        <p:spPr bwMode="auto">
          <a:xfrm>
            <a:off x="8978900" y="838200"/>
            <a:ext cx="88900" cy="889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93211" name="Oval 32"/>
          <p:cNvSpPr>
            <a:spLocks noChangeArrowheads="1"/>
          </p:cNvSpPr>
          <p:nvPr/>
        </p:nvSpPr>
        <p:spPr bwMode="auto">
          <a:xfrm>
            <a:off x="9017000" y="1435100"/>
            <a:ext cx="88900" cy="889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93212" name="Text Box 33"/>
          <p:cNvSpPr txBox="1">
            <a:spLocks noChangeArrowheads="1"/>
          </p:cNvSpPr>
          <p:nvPr/>
        </p:nvSpPr>
        <p:spPr bwMode="auto">
          <a:xfrm>
            <a:off x="2349500" y="2584451"/>
            <a:ext cx="1816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变阻比</a:t>
            </a:r>
          </a:p>
        </p:txBody>
      </p:sp>
      <p:sp>
        <p:nvSpPr>
          <p:cNvPr id="93213" name="AutoShape 34"/>
          <p:cNvSpPr>
            <a:spLocks noChangeArrowheads="1"/>
          </p:cNvSpPr>
          <p:nvPr/>
        </p:nvSpPr>
        <p:spPr bwMode="auto">
          <a:xfrm>
            <a:off x="6642100" y="800100"/>
            <a:ext cx="254000" cy="241300"/>
          </a:xfrm>
          <a:prstGeom prst="flowChartSummingJunction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93214" name="AutoShape 35"/>
          <p:cNvSpPr>
            <a:spLocks noChangeArrowheads="1"/>
          </p:cNvSpPr>
          <p:nvPr/>
        </p:nvSpPr>
        <p:spPr bwMode="auto">
          <a:xfrm>
            <a:off x="9220200" y="1092200"/>
            <a:ext cx="254000" cy="241300"/>
          </a:xfrm>
          <a:prstGeom prst="flowChartSummingJunction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93215" name="AutoShape 36"/>
          <p:cNvSpPr>
            <a:spLocks noChangeArrowheads="1"/>
          </p:cNvSpPr>
          <p:nvPr/>
        </p:nvSpPr>
        <p:spPr bwMode="auto">
          <a:xfrm>
            <a:off x="9613900" y="1054100"/>
            <a:ext cx="254000" cy="241300"/>
          </a:xfrm>
          <a:prstGeom prst="flowChartSummingJunction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93216" name="Line 37"/>
          <p:cNvSpPr>
            <a:spLocks noChangeShapeType="1"/>
          </p:cNvSpPr>
          <p:nvPr/>
        </p:nvSpPr>
        <p:spPr bwMode="auto">
          <a:xfrm>
            <a:off x="9296400" y="876300"/>
            <a:ext cx="12700" cy="2159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3217" name="Line 38"/>
          <p:cNvSpPr>
            <a:spLocks noChangeShapeType="1"/>
          </p:cNvSpPr>
          <p:nvPr/>
        </p:nvSpPr>
        <p:spPr bwMode="auto">
          <a:xfrm>
            <a:off x="9347200" y="1422400"/>
            <a:ext cx="0" cy="635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3218" name="Line 39"/>
          <p:cNvSpPr>
            <a:spLocks noChangeShapeType="1"/>
          </p:cNvSpPr>
          <p:nvPr/>
        </p:nvSpPr>
        <p:spPr bwMode="auto">
          <a:xfrm>
            <a:off x="9740900" y="889000"/>
            <a:ext cx="0" cy="1524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3219" name="Line 40"/>
          <p:cNvSpPr>
            <a:spLocks noChangeShapeType="1"/>
          </p:cNvSpPr>
          <p:nvPr/>
        </p:nvSpPr>
        <p:spPr bwMode="auto">
          <a:xfrm>
            <a:off x="9753600" y="1435100"/>
            <a:ext cx="0" cy="635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3220" name="Text Box 41"/>
          <p:cNvSpPr txBox="1">
            <a:spLocks noChangeArrowheads="1"/>
          </p:cNvSpPr>
          <p:nvPr/>
        </p:nvSpPr>
        <p:spPr bwMode="auto">
          <a:xfrm>
            <a:off x="9601200" y="1409701"/>
            <a:ext cx="584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/>
              <a:t>K2</a:t>
            </a:r>
          </a:p>
        </p:txBody>
      </p:sp>
      <p:sp>
        <p:nvSpPr>
          <p:cNvPr id="93221" name="Text Box 42"/>
          <p:cNvSpPr txBox="1">
            <a:spLocks noChangeArrowheads="1"/>
          </p:cNvSpPr>
          <p:nvPr/>
        </p:nvSpPr>
        <p:spPr bwMode="auto">
          <a:xfrm>
            <a:off x="8851900" y="952501"/>
            <a:ext cx="584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/>
              <a:t>S1</a:t>
            </a:r>
          </a:p>
        </p:txBody>
      </p:sp>
      <p:sp>
        <p:nvSpPr>
          <p:cNvPr id="93222" name="Text Box 43"/>
          <p:cNvSpPr txBox="1">
            <a:spLocks noChangeArrowheads="1"/>
          </p:cNvSpPr>
          <p:nvPr/>
        </p:nvSpPr>
        <p:spPr bwMode="auto">
          <a:xfrm>
            <a:off x="9867900" y="952501"/>
            <a:ext cx="584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/>
              <a:t>S2</a:t>
            </a:r>
          </a:p>
        </p:txBody>
      </p:sp>
      <p:sp>
        <p:nvSpPr>
          <p:cNvPr id="93223" name="Text Box 44"/>
          <p:cNvSpPr txBox="1">
            <a:spLocks noChangeArrowheads="1"/>
          </p:cNvSpPr>
          <p:nvPr/>
        </p:nvSpPr>
        <p:spPr bwMode="auto">
          <a:xfrm>
            <a:off x="6375400" y="508001"/>
            <a:ext cx="584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/>
              <a:t>S</a:t>
            </a:r>
          </a:p>
        </p:txBody>
      </p:sp>
      <p:sp>
        <p:nvSpPr>
          <p:cNvPr id="93224" name="Text Box 45"/>
          <p:cNvSpPr txBox="1">
            <a:spLocks noChangeArrowheads="1"/>
          </p:cNvSpPr>
          <p:nvPr/>
        </p:nvSpPr>
        <p:spPr bwMode="auto">
          <a:xfrm>
            <a:off x="9118600" y="1371601"/>
            <a:ext cx="584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/>
              <a:t>K1</a:t>
            </a:r>
          </a:p>
        </p:txBody>
      </p:sp>
      <p:graphicFrame>
        <p:nvGraphicFramePr>
          <p:cNvPr id="93225" name="Object 46"/>
          <p:cNvGraphicFramePr>
            <a:graphicFrameLocks noChangeAspect="1"/>
          </p:cNvGraphicFramePr>
          <p:nvPr/>
        </p:nvGraphicFramePr>
        <p:xfrm>
          <a:off x="2938464" y="3413125"/>
          <a:ext cx="1292225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57" name="Equation" r:id="rId8" imgW="771582" imgH="485877" progId="Equation.DSMT4">
                  <p:embed/>
                </p:oleObj>
              </mc:Choice>
              <mc:Fallback>
                <p:oleObj name="Equation" r:id="rId8" imgW="771582" imgH="485877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8464" y="3413125"/>
                        <a:ext cx="1292225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26" name="Object 47"/>
          <p:cNvGraphicFramePr>
            <a:graphicFrameLocks noChangeAspect="1"/>
          </p:cNvGraphicFramePr>
          <p:nvPr/>
        </p:nvGraphicFramePr>
        <p:xfrm>
          <a:off x="2522539" y="757238"/>
          <a:ext cx="1106487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58" name="Equation" r:id="rId10" imgW="657206" imgH="409643" progId="Equation.DSMT4">
                  <p:embed/>
                </p:oleObj>
              </mc:Choice>
              <mc:Fallback>
                <p:oleObj name="Equation" r:id="rId10" imgW="657206" imgH="409643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2539" y="757238"/>
                        <a:ext cx="1106487" cy="7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27" name="Object 48"/>
          <p:cNvGraphicFramePr>
            <a:graphicFrameLocks noChangeAspect="1"/>
          </p:cNvGraphicFramePr>
          <p:nvPr/>
        </p:nvGraphicFramePr>
        <p:xfrm>
          <a:off x="2546351" y="1752600"/>
          <a:ext cx="1084263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59" name="Equation" r:id="rId12" imgW="638245" imgH="438116" progId="Equation.DSMT4">
                  <p:embed/>
                </p:oleObj>
              </mc:Choice>
              <mc:Fallback>
                <p:oleObj name="Equation" r:id="rId12" imgW="638245" imgH="438116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6351" y="1752600"/>
                        <a:ext cx="1084263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28" name="Text Box 49"/>
          <p:cNvSpPr txBox="1">
            <a:spLocks noChangeArrowheads="1"/>
          </p:cNvSpPr>
          <p:nvPr/>
        </p:nvSpPr>
        <p:spPr bwMode="auto">
          <a:xfrm>
            <a:off x="2032000" y="4616451"/>
            <a:ext cx="127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功率比</a:t>
            </a:r>
          </a:p>
        </p:txBody>
      </p:sp>
      <p:graphicFrame>
        <p:nvGraphicFramePr>
          <p:cNvPr id="93229" name="Object 50"/>
          <p:cNvGraphicFramePr>
            <a:graphicFrameLocks noChangeAspect="1"/>
          </p:cNvGraphicFramePr>
          <p:nvPr/>
        </p:nvGraphicFramePr>
        <p:xfrm>
          <a:off x="3908426" y="5014913"/>
          <a:ext cx="874713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60" name="Equation" r:id="rId14" imgW="514388" imgH="142977" progId="Equation.DSMT4">
                  <p:embed/>
                </p:oleObj>
              </mc:Choice>
              <mc:Fallback>
                <p:oleObj name="Equation" r:id="rId14" imgW="514388" imgH="142977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8426" y="5014913"/>
                        <a:ext cx="874713" cy="271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变压器的应用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65300" y="1676400"/>
            <a:ext cx="5346700" cy="2679700"/>
          </a:xfrm>
        </p:spPr>
        <p:txBody>
          <a:bodyPr/>
          <a:lstStyle/>
          <a:p>
            <a:pPr eaLnBrk="1" hangingPunct="1"/>
            <a:r>
              <a:rPr lang="zh-CN" altLang="en-US"/>
              <a:t>电力变压器</a:t>
            </a:r>
          </a:p>
          <a:p>
            <a:pPr eaLnBrk="1" hangingPunct="1"/>
            <a:r>
              <a:rPr lang="zh-CN" altLang="en-US"/>
              <a:t>电源变压器</a:t>
            </a:r>
          </a:p>
          <a:p>
            <a:pPr eaLnBrk="1" hangingPunct="1"/>
            <a:r>
              <a:rPr lang="zh-CN" altLang="en-US"/>
              <a:t>耦合变压器：无线电</a:t>
            </a:r>
          </a:p>
          <a:p>
            <a:pPr eaLnBrk="1" hangingPunct="1"/>
            <a:r>
              <a:rPr lang="zh-CN" altLang="en-US"/>
              <a:t>调压变压器（自耦变压器）</a:t>
            </a:r>
          </a:p>
        </p:txBody>
      </p:sp>
      <p:pic>
        <p:nvPicPr>
          <p:cNvPr id="95236" name="Picture 5" descr="http://www.soci.com.cn/upload/product/201102/2011021502640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7450" y="1676401"/>
            <a:ext cx="2889250" cy="361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5237" name="Picture 7" descr="http://image.cn.made-in-china.com/2f0j01wMbEvKidSUoq/%E5%8F%98%E5%8E%8B%E5%99%A8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0" y="4160838"/>
            <a:ext cx="2876550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磁悬浮列车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22500" y="1511300"/>
            <a:ext cx="7569200" cy="2781300"/>
          </a:xfrm>
        </p:spPr>
        <p:txBody>
          <a:bodyPr/>
          <a:lstStyle/>
          <a:p>
            <a:pPr eaLnBrk="1" hangingPunct="1"/>
            <a:r>
              <a:rPr lang="zh-CN" altLang="en-US"/>
              <a:t>新干线： </a:t>
            </a:r>
            <a:r>
              <a:rPr lang="en-US" altLang="zh-CN"/>
              <a:t>300 km/h</a:t>
            </a:r>
          </a:p>
          <a:p>
            <a:pPr eaLnBrk="1" hangingPunct="1"/>
            <a:r>
              <a:rPr lang="zh-CN" altLang="en-US"/>
              <a:t>高铁：</a:t>
            </a:r>
            <a:r>
              <a:rPr lang="en-US" altLang="zh-CN"/>
              <a:t>350km/h</a:t>
            </a:r>
          </a:p>
          <a:p>
            <a:pPr eaLnBrk="1" hangingPunct="1"/>
            <a:r>
              <a:rPr lang="zh-CN" altLang="en-US"/>
              <a:t>火车与铁轨磨擦            </a:t>
            </a:r>
            <a:r>
              <a:rPr lang="zh-CN" altLang="en-US">
                <a:solidFill>
                  <a:srgbClr val="0000FF"/>
                </a:solidFill>
              </a:rPr>
              <a:t>限制最高时速</a:t>
            </a:r>
          </a:p>
          <a:p>
            <a:pPr eaLnBrk="1" hangingPunct="1"/>
            <a:r>
              <a:rPr lang="zh-CN" altLang="en-US">
                <a:solidFill>
                  <a:srgbClr val="0000FF"/>
                </a:solidFill>
              </a:rPr>
              <a:t>磁悬浮列车：</a:t>
            </a:r>
            <a:r>
              <a:rPr lang="en-US" altLang="zh-CN">
                <a:solidFill>
                  <a:srgbClr val="FF0000"/>
                </a:solidFill>
              </a:rPr>
              <a:t>MagLev</a:t>
            </a:r>
            <a:endParaRPr lang="en-US" altLang="zh-CN"/>
          </a:p>
          <a:p>
            <a:pPr lvl="4" eaLnBrk="1" hangingPunct="1"/>
            <a:r>
              <a:rPr lang="zh-CN" altLang="en-US"/>
              <a:t>即 </a:t>
            </a:r>
            <a:r>
              <a:rPr lang="en-US" altLang="zh-CN">
                <a:solidFill>
                  <a:srgbClr val="0000FF"/>
                </a:solidFill>
              </a:rPr>
              <a:t>Magnetically Levitated train</a:t>
            </a:r>
            <a:r>
              <a:rPr lang="en-US" altLang="zh-CN"/>
              <a:t> </a:t>
            </a:r>
          </a:p>
        </p:txBody>
      </p:sp>
      <p:sp>
        <p:nvSpPr>
          <p:cNvPr id="97284" name="AutoShape 4"/>
          <p:cNvSpPr>
            <a:spLocks noChangeArrowheads="1"/>
          </p:cNvSpPr>
          <p:nvPr/>
        </p:nvSpPr>
        <p:spPr bwMode="auto">
          <a:xfrm>
            <a:off x="5638800" y="2743200"/>
            <a:ext cx="939800" cy="241300"/>
          </a:xfrm>
          <a:prstGeom prst="rightArrow">
            <a:avLst>
              <a:gd name="adj1" fmla="val 50000"/>
              <a:gd name="adj2" fmla="val 97368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pic>
        <p:nvPicPr>
          <p:cNvPr id="97285" name="Picture 6" descr="http://zhuanti.soulv.com/uploads/allimg/100313/4_100313145049_1_li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257676"/>
            <a:ext cx="3987800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86" name="Picture 8" descr="http://a4.att.hudong.com/66/29/0130000076363812888629243271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5800" y="4203700"/>
            <a:ext cx="3765550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我们无法使一块磁铁稳定悬浮在另一块磁铁上 </a:t>
            </a:r>
          </a:p>
        </p:txBody>
      </p:sp>
      <p:pic>
        <p:nvPicPr>
          <p:cNvPr id="99331" name="Picture 3" descr="mag_rep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72238" y="1803401"/>
            <a:ext cx="3738562" cy="2117725"/>
          </a:xfrm>
          <a:noFill/>
        </p:spPr>
      </p:pic>
      <p:sp>
        <p:nvSpPr>
          <p:cNvPr id="99332" name="矩形 3"/>
          <p:cNvSpPr>
            <a:spLocks noChangeArrowheads="1"/>
          </p:cNvSpPr>
          <p:nvPr/>
        </p:nvSpPr>
        <p:spPr bwMode="auto">
          <a:xfrm>
            <a:off x="1524001" y="1700213"/>
            <a:ext cx="41243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恩绍定理</a:t>
            </a:r>
            <a:r>
              <a:rPr lang="en-US" altLang="zh-CN" sz="2400"/>
              <a:t>(Earnshaw’s theorem)</a:t>
            </a:r>
            <a:endParaRPr lang="zh-CN" altLang="en-US" sz="2400"/>
          </a:p>
        </p:txBody>
      </p:sp>
      <p:sp>
        <p:nvSpPr>
          <p:cNvPr id="99333" name="矩形 4"/>
          <p:cNvSpPr>
            <a:spLocks noChangeArrowheads="1"/>
          </p:cNvSpPr>
          <p:nvPr/>
        </p:nvSpPr>
        <p:spPr bwMode="auto">
          <a:xfrm>
            <a:off x="1524000" y="2236789"/>
            <a:ext cx="42926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1842</a:t>
            </a:r>
            <a:r>
              <a:rPr lang="zh-CN" altLang="en-US" sz="2400"/>
              <a:t>年数学证明：若单靠宏观的静态古典电磁力，稳定的磁悬浮是不可能实现的。这是因为在物件上所承受的各种合力，包括了引力、静电场及静磁场会使物件变得很不稳定。</a:t>
            </a:r>
          </a:p>
        </p:txBody>
      </p:sp>
      <p:sp>
        <p:nvSpPr>
          <p:cNvPr id="99334" name="矩形 5"/>
          <p:cNvSpPr>
            <a:spLocks noChangeArrowheads="1"/>
          </p:cNvSpPr>
          <p:nvPr/>
        </p:nvSpPr>
        <p:spPr bwMode="auto">
          <a:xfrm>
            <a:off x="7891464" y="6027738"/>
            <a:ext cx="253523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例外　：抗磁性</a:t>
            </a:r>
            <a:endParaRPr lang="en-US" altLang="zh-CN" sz="2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B</a:t>
            </a:r>
            <a:r>
              <a:rPr lang="zh-CN" altLang="en-US" sz="2400"/>
              <a:t>＝</a:t>
            </a:r>
            <a:r>
              <a:rPr lang="en-US" altLang="zh-CN" sz="2400"/>
              <a:t>16T</a:t>
            </a:r>
            <a:endParaRPr lang="zh-CN" altLang="en-US" sz="2400"/>
          </a:p>
        </p:txBody>
      </p:sp>
      <p:pic>
        <p:nvPicPr>
          <p:cNvPr id="99335" name="Picture 5" descr="http://files.chinaaet.com/images/2011/01/05/350671522208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1" y="3822700"/>
            <a:ext cx="2079625" cy="197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36" name="矩形 8"/>
          <p:cNvSpPr>
            <a:spLocks noChangeArrowheads="1"/>
          </p:cNvSpPr>
          <p:nvPr/>
        </p:nvSpPr>
        <p:spPr bwMode="auto">
          <a:xfrm>
            <a:off x="1676400" y="4670425"/>
            <a:ext cx="4572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一个由平方反比律支配着的质点相互作用体系</a:t>
            </a:r>
            <a:r>
              <a:rPr lang="en-US" altLang="zh-CN" sz="2400"/>
              <a:t>,</a:t>
            </a:r>
            <a:r>
              <a:rPr lang="zh-CN" altLang="en-US" sz="2400"/>
              <a:t>所有质点都不能够实现静力学平衡</a:t>
            </a:r>
            <a:r>
              <a:rPr lang="en-US" altLang="zh-CN" sz="2400"/>
              <a:t>.</a:t>
            </a:r>
            <a:endParaRPr lang="zh-CN" altLang="en-US" sz="2400"/>
          </a:p>
        </p:txBody>
      </p:sp>
      <p:sp>
        <p:nvSpPr>
          <p:cNvPr id="99337" name="矩形 9"/>
          <p:cNvSpPr>
            <a:spLocks noChangeArrowheads="1"/>
          </p:cNvSpPr>
          <p:nvPr/>
        </p:nvSpPr>
        <p:spPr bwMode="auto">
          <a:xfrm>
            <a:off x="3149600" y="5845175"/>
            <a:ext cx="45720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磁介质在磁场中受力正比于</a:t>
            </a:r>
            <a:r>
              <a:rPr lang="en-US" altLang="zh-CN" sz="2400"/>
              <a:t>B</a:t>
            </a:r>
            <a:r>
              <a:rPr lang="zh-CN" altLang="en-US" sz="2400"/>
              <a:t>的梯度的平方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德国的</a:t>
            </a:r>
            <a:r>
              <a:rPr lang="en-US" altLang="zh-CN"/>
              <a:t>Transrapid </a:t>
            </a:r>
            <a:r>
              <a:rPr lang="zh-CN" altLang="en-US"/>
              <a:t>系统 </a:t>
            </a:r>
          </a:p>
        </p:txBody>
      </p:sp>
      <p:pic>
        <p:nvPicPr>
          <p:cNvPr id="101379" name="Picture 3" descr="german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41714" y="1666876"/>
            <a:ext cx="4973637" cy="4062413"/>
          </a:xfrm>
          <a:noFill/>
        </p:spPr>
      </p:pic>
      <p:sp>
        <p:nvSpPr>
          <p:cNvPr id="101380" name="Text Box 4"/>
          <p:cNvSpPr txBox="1">
            <a:spLocks noChangeArrowheads="1"/>
          </p:cNvSpPr>
          <p:nvPr/>
        </p:nvSpPr>
        <p:spPr bwMode="auto">
          <a:xfrm>
            <a:off x="2844800" y="5918200"/>
            <a:ext cx="622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rgbClr val="0000FF"/>
                </a:solidFill>
              </a:rPr>
              <a:t>利用「电磁力悬浮法」</a:t>
            </a:r>
            <a:r>
              <a:rPr lang="en-US" altLang="zh-CN" sz="2400">
                <a:solidFill>
                  <a:srgbClr val="0000FF"/>
                </a:solidFill>
              </a:rPr>
              <a:t>(EMS) </a:t>
            </a:r>
            <a:r>
              <a:rPr lang="zh-CN" altLang="en-US" sz="2400">
                <a:solidFill>
                  <a:srgbClr val="0000FF"/>
                </a:solidFill>
              </a:rPr>
              <a:t>把火车浮起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日本的「电动力悬浮法」</a:t>
            </a:r>
            <a:r>
              <a:rPr lang="en-US" altLang="zh-CN"/>
              <a:t>(EDS) </a:t>
            </a:r>
          </a:p>
        </p:txBody>
      </p:sp>
      <p:pic>
        <p:nvPicPr>
          <p:cNvPr id="103427" name="Picture 3" descr="induction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95726" y="2058988"/>
            <a:ext cx="4391025" cy="3586162"/>
          </a:xfrm>
          <a:noFill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日本的「电动力悬浮法」</a:t>
            </a:r>
            <a:r>
              <a:rPr lang="en-US" altLang="zh-CN"/>
              <a:t>(EDS) </a:t>
            </a:r>
          </a:p>
        </p:txBody>
      </p:sp>
      <p:pic>
        <p:nvPicPr>
          <p:cNvPr id="105475" name="Picture 3" descr="japan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14850" y="1593850"/>
            <a:ext cx="4546600" cy="4546600"/>
          </a:xfrm>
          <a:noFill/>
        </p:spPr>
      </p:pic>
      <p:sp>
        <p:nvSpPr>
          <p:cNvPr id="105476" name="Text Box 4"/>
          <p:cNvSpPr txBox="1">
            <a:spLocks noChangeArrowheads="1"/>
          </p:cNvSpPr>
          <p:nvPr/>
        </p:nvSpPr>
        <p:spPr bwMode="auto">
          <a:xfrm>
            <a:off x="2400300" y="3632200"/>
            <a:ext cx="16129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火車静止的時候，便不能浮起 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/>
              <a:t>磁浮火车是怎样被推动的？ </a:t>
            </a:r>
          </a:p>
        </p:txBody>
      </p:sp>
      <p:pic>
        <p:nvPicPr>
          <p:cNvPr id="107523" name="Picture 3" descr="accelerate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52688" y="1195389"/>
            <a:ext cx="5681662" cy="2763837"/>
          </a:xfr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jiaoan">
  <a:themeElements>
    <a:clrScheme name="jiaoa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jiaoan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miter lim="800000"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miter lim="800000"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jiaoa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iaoa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iaoa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iaoa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iaoa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iaoa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iaoa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12894</TotalTime>
  <Words>1424</Words>
  <Application>Microsoft Office PowerPoint</Application>
  <PresentationFormat>宽屏</PresentationFormat>
  <Paragraphs>321</Paragraphs>
  <Slides>53</Slides>
  <Notes>43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53</vt:i4>
      </vt:variant>
    </vt:vector>
  </HeadingPairs>
  <TitlesOfParts>
    <vt:vector size="71" baseType="lpstr">
      <vt:lpstr>等线</vt:lpstr>
      <vt:lpstr>黑体</vt:lpstr>
      <vt:lpstr>华文隶书</vt:lpstr>
      <vt:lpstr>华文中宋</vt:lpstr>
      <vt:lpstr>宋体</vt:lpstr>
      <vt:lpstr>Arial</vt:lpstr>
      <vt:lpstr>Calibri</vt:lpstr>
      <vt:lpstr>Calibri Light</vt:lpstr>
      <vt:lpstr>Cambria Math</vt:lpstr>
      <vt:lpstr>Times New Roman</vt:lpstr>
      <vt:lpstr>Wingdings</vt:lpstr>
      <vt:lpstr>jiaoan</vt:lpstr>
      <vt:lpstr>1_Office 主题</vt:lpstr>
      <vt:lpstr>Office 主题​​</vt:lpstr>
      <vt:lpstr>Equation</vt:lpstr>
      <vt:lpstr>位图图像</vt:lpstr>
      <vt:lpstr>Equation.3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RLC串联电路谐振状态的判断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例题:已知U1=60V,U2=100V,U=120V, R=20,求抗流圈所消耗的功率和抗流圈的等效串联电阻</vt:lpstr>
      <vt:lpstr>提高功率因数的意义 </vt:lpstr>
      <vt:lpstr>提高功率因数的方法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变压器的应用</vt:lpstr>
      <vt:lpstr>磁悬浮列车</vt:lpstr>
      <vt:lpstr>我们无法使一块磁铁稳定悬浮在另一块磁铁上 </vt:lpstr>
      <vt:lpstr>德国的Transrapid 系统 </vt:lpstr>
      <vt:lpstr>日本的「电动力悬浮法」(EDS) </vt:lpstr>
      <vt:lpstr>日本的「电动力悬浮法」(EDS) </vt:lpstr>
      <vt:lpstr>磁浮火车是怎样被推动的？ </vt:lpstr>
    </vt:vector>
  </TitlesOfParts>
  <Company>Heaven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Cloudy Shadow</dc:creator>
  <cp:lastModifiedBy>Zengming Zhang</cp:lastModifiedBy>
  <cp:revision>217</cp:revision>
  <dcterms:created xsi:type="dcterms:W3CDTF">1999-01-04T16:40:22Z</dcterms:created>
  <dcterms:modified xsi:type="dcterms:W3CDTF">2026-06-01T09:05:32Z</dcterms:modified>
</cp:coreProperties>
</file>