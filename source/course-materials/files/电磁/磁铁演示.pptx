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5CBF7-D716-403C-BA1C-569E566BB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C5EDCD-77D2-6CE1-B445-6987B080D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D1D73F-9D6C-045E-0A71-2E3A508A3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86D703-C0B7-13C2-1A94-A3011E74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5CC47-387A-3AC5-E6A4-9E45F55A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26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0FF46-F6AD-3B07-81D3-3F6AB117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65C46-B4D0-73B7-3AAD-33755DC4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05D3A-775B-5F12-F33A-5F9B2EFE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019878-CBCF-7147-3189-C578EB5B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2BF264-3C30-73CE-8CB2-3B5187ED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19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A5C8A9-1746-3EA6-770A-2E0AEF3E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BAEA25-9F4B-6A2A-7DC6-B50813233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7C06E-A48A-4478-44EF-177B8B428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F9FF4-54B5-9A36-964D-321451A3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0DBEF-5833-D644-68A0-97DEA610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4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968B1-EC80-EAB5-922F-FF5232A06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D54A49-ABF5-C9AD-5D06-64048DB81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2BBB25-FD5A-8906-D683-42FB35C12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CCAF44-4116-EF88-DCB6-492A0A01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5D53F-AC70-2F65-C7CD-0D0EBF6F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2B947F-6A86-261E-F687-F9BF5FC1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17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A8D31-8D3A-A15B-A8FE-ACE4AD3E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C6B83D-1CBF-266A-152A-A0981A8F8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82D251-D447-334C-458A-00D5F5113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A76474-D3E4-B794-636A-0919B1682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EE41EF-CC51-D347-C1A1-17FCE949D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A54960-292E-07F0-DE6A-533E5472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8DB072-38AF-07F0-4BA9-61D1B686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2323FB-2E87-74F2-44DC-0B7B8B3DC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88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CA33F-1C87-404E-BB21-250D9425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7A14DB-9B37-1D30-8193-048AC6B5A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F76E7C-22B3-E93E-35EB-67C4F70F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FD0F59-D0D9-F844-9CF2-70E5CBEA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72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79E85B-F3F9-E016-1538-7D2E42301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F483B5-BC8B-72FE-798E-9FE88663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58039A-9822-7584-AF24-D2FE4AC3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6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E71B9-72E6-380F-0A7F-8C27938E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663CF-1B7A-07CF-A34E-E3D2C0F0A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CE9753-6FF1-86AB-D3B6-A150C3C33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F59094-6297-EA99-FE6E-DFAA3ED40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30B16D-6133-AB60-F9E6-90D1AC1AB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0AFCDA-7382-B902-C43E-6FCEAC68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48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8AD40-8ACF-F828-0D71-364231D3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61D2A0-8ECC-A59F-3BD4-48D06D7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5D95C2-FC1F-9B54-5FAF-E7453663E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15CAA0-265F-CC18-E805-C4283E3C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2B813-10FC-58FD-B278-466805C4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C2EB5F-DEC3-D9B7-48D2-0AAADA3B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170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3B0AF-F6BA-93F1-7578-E3112105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793D7F-7672-4AEB-A1BF-5DC818D2F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6D78B3-2ECA-AFB3-4EBD-CE3A28658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7D1522-C867-54AF-5250-17879F44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1DD15D-D82C-BC39-213F-85CA4024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1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69DCB6-D39D-32AC-8B08-463FA5AC2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E6D2D8-3280-9097-EB53-52F821D89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AC7DD2-9940-C0E6-2724-2DE5B97C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551879-C258-2339-5888-3E135A78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FC5C89-F5C0-A475-1641-34BAD6E1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02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032926-F892-2F07-789E-083EB13D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CED489-47E8-5B54-943A-2A06C69D1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3D7B1-F227-2403-DCE0-4DCE87EA3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6F047-B303-4802-8DB8-9684CA5873C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60230-F098-1444-B3FD-63B06684C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2E615A-9F36-14D0-05D1-61EF8DA29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0474E-3B10-40E6-82E5-B71485BA47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8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AAA6E-2FE1-00B8-D2ED-442BD1F413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磁铁中轴附近磁场强度</a:t>
            </a:r>
          </a:p>
        </p:txBody>
      </p:sp>
    </p:spTree>
    <p:extLst>
      <p:ext uri="{BB962C8B-B14F-4D97-AF65-F5344CB8AC3E}">
        <p14:creationId xmlns:p14="http://schemas.microsoft.com/office/powerpoint/2010/main" val="190855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867E8-56B2-E1E4-F40F-48A17FFF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单磁铁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25F51E-6FAC-5DCB-0CF1-4B47134E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15" y="1543937"/>
            <a:ext cx="3967677" cy="5000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BFAEE6-ED10-0847-BF08-E02A79B7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772" y="1886837"/>
            <a:ext cx="3400473" cy="40472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23EFD3-E918-9475-A2CD-424772DB0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631" y="742949"/>
            <a:ext cx="4481094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31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1BD8A-07D1-1AE8-40CB-8B516D95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线性阵列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9C48F9-77B9-436D-5D36-50CA0D7B8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4" y="1323371"/>
            <a:ext cx="4232745" cy="5410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F01BBB-19FF-D2AC-C09B-BF4F52D9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180" y="2154212"/>
            <a:ext cx="3438407" cy="42100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8EBC853-D209-87D4-DC41-6D470293C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713" y="666750"/>
            <a:ext cx="4730713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6AA36-0716-3478-0281-9475E82A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环形阵列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116B348-4196-4995-89BA-2EB998CD5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09" y="1472405"/>
            <a:ext cx="3747305" cy="4727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EC2C99-1BDC-E2E6-38CA-ED99B63B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014" y="1206498"/>
            <a:ext cx="4115545" cy="50895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234900-3A7C-E856-3C6C-5F0A2F586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59" y="1326354"/>
            <a:ext cx="4107441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8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B1351-8FE2-1E77-2E9D-3CE8B690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与单磁铁大小相同的线性阵列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D251687-78CA-73EA-48F8-FC5C86953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75" y="1690688"/>
            <a:ext cx="3924300" cy="50938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E08E01-68E9-B54F-5095-93CE4C7A0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1" y="1870693"/>
            <a:ext cx="3965696" cy="47338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0B574E8-F948-8D04-2465-A50D0B4D1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297" y="2050697"/>
            <a:ext cx="3837050" cy="47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8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8BEED-F0EA-9256-37D5-8F41DABE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6191BF3-1B79-C8E3-2092-40E695462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47" y="2350295"/>
            <a:ext cx="8224468" cy="4576762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81B3701-B677-D3B0-D739-C69B3665E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627451"/>
              </p:ext>
            </p:extLst>
          </p:nvPr>
        </p:nvGraphicFramePr>
        <p:xfrm>
          <a:off x="2774950" y="365125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2898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85400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阵列种类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0.003m</a:t>
                      </a:r>
                      <a:r>
                        <a:rPr lang="zh-CN" altLang="en-US" dirty="0"/>
                        <a:t>处磁场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29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单磁铁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2792.5T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033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单磁铁同大小的线性阵列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5294.0T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线性</a:t>
                      </a:r>
                      <a:r>
                        <a:rPr lang="en-US" altLang="zh-CN" dirty="0" err="1"/>
                        <a:t>halbach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5589.7T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131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环形</a:t>
                      </a:r>
                      <a:r>
                        <a:rPr lang="en-US" altLang="zh-CN" dirty="0" err="1"/>
                        <a:t>halbach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3590.8T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9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879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41</Words>
  <Application>Microsoft Office PowerPoint</Application>
  <PresentationFormat>宽屏</PresentationFormat>
  <Paragraphs>16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磁铁中轴附近磁场强度</vt:lpstr>
      <vt:lpstr>单磁铁</vt:lpstr>
      <vt:lpstr>线性阵列</vt:lpstr>
      <vt:lpstr>环形阵列</vt:lpstr>
      <vt:lpstr>与单磁铁大小相同的线性阵列</vt:lpstr>
      <vt:lpstr>对比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Runsi liu</dc:creator>
  <cp:lastModifiedBy>Runsi liu</cp:lastModifiedBy>
  <cp:revision>2</cp:revision>
  <dcterms:created xsi:type="dcterms:W3CDTF">2025-11-07T15:45:09Z</dcterms:created>
  <dcterms:modified xsi:type="dcterms:W3CDTF">2025-11-14T16:30:17Z</dcterms:modified>
</cp:coreProperties>
</file>