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8" r:id="rId1"/>
  </p:sldMasterIdLst>
  <p:notesMasterIdLst>
    <p:notesMasterId r:id="rId58"/>
  </p:notesMasterIdLst>
  <p:sldIdLst>
    <p:sldId id="346" r:id="rId2"/>
    <p:sldId id="276" r:id="rId3"/>
    <p:sldId id="303" r:id="rId4"/>
    <p:sldId id="348" r:id="rId5"/>
    <p:sldId id="304" r:id="rId6"/>
    <p:sldId id="275" r:id="rId7"/>
    <p:sldId id="259" r:id="rId8"/>
    <p:sldId id="329" r:id="rId9"/>
    <p:sldId id="260" r:id="rId10"/>
    <p:sldId id="305" r:id="rId11"/>
    <p:sldId id="262" r:id="rId12"/>
    <p:sldId id="267" r:id="rId13"/>
    <p:sldId id="330" r:id="rId14"/>
    <p:sldId id="268" r:id="rId15"/>
    <p:sldId id="324" r:id="rId16"/>
    <p:sldId id="325" r:id="rId17"/>
    <p:sldId id="326" r:id="rId18"/>
    <p:sldId id="263" r:id="rId19"/>
    <p:sldId id="347" r:id="rId20"/>
    <p:sldId id="277" r:id="rId21"/>
    <p:sldId id="264" r:id="rId22"/>
    <p:sldId id="333" r:id="rId23"/>
    <p:sldId id="265" r:id="rId24"/>
    <p:sldId id="266" r:id="rId25"/>
    <p:sldId id="323" r:id="rId26"/>
    <p:sldId id="331" r:id="rId27"/>
    <p:sldId id="278" r:id="rId28"/>
    <p:sldId id="334" r:id="rId29"/>
    <p:sldId id="332" r:id="rId30"/>
    <p:sldId id="336" r:id="rId31"/>
    <p:sldId id="309" r:id="rId32"/>
    <p:sldId id="310" r:id="rId33"/>
    <p:sldId id="311" r:id="rId34"/>
    <p:sldId id="312" r:id="rId35"/>
    <p:sldId id="313" r:id="rId36"/>
    <p:sldId id="314" r:id="rId37"/>
    <p:sldId id="315" r:id="rId38"/>
    <p:sldId id="316" r:id="rId39"/>
    <p:sldId id="317" r:id="rId40"/>
    <p:sldId id="318" r:id="rId41"/>
    <p:sldId id="319" r:id="rId42"/>
    <p:sldId id="320" r:id="rId43"/>
    <p:sldId id="321" r:id="rId44"/>
    <p:sldId id="269" r:id="rId45"/>
    <p:sldId id="335" r:id="rId46"/>
    <p:sldId id="271" r:id="rId47"/>
    <p:sldId id="272" r:id="rId48"/>
    <p:sldId id="279" r:id="rId49"/>
    <p:sldId id="273" r:id="rId50"/>
    <p:sldId id="280" r:id="rId51"/>
    <p:sldId id="281" r:id="rId52"/>
    <p:sldId id="282" r:id="rId53"/>
    <p:sldId id="283" r:id="rId54"/>
    <p:sldId id="284" r:id="rId55"/>
    <p:sldId id="285" r:id="rId56"/>
    <p:sldId id="287" r:id="rId57"/>
  </p:sldIdLst>
  <p:sldSz cx="12192000" cy="6858000"/>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FF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9" autoAdjust="0"/>
    <p:restoredTop sz="94687" autoAdjust="0"/>
  </p:normalViewPr>
  <p:slideViewPr>
    <p:cSldViewPr snapToGrid="0">
      <p:cViewPr varScale="1">
        <p:scale>
          <a:sx n="103" d="100"/>
          <a:sy n="103" d="100"/>
        </p:scale>
        <p:origin x="876" y="10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45005" cy="45005"/>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image" Target="../media/image15.emf"/><Relationship Id="rId5" Type="http://schemas.openxmlformats.org/officeDocument/2006/relationships/image" Target="../media/image19.emf"/><Relationship Id="rId4" Type="http://schemas.openxmlformats.org/officeDocument/2006/relationships/image" Target="../media/image18.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22.emf"/><Relationship Id="rId7" Type="http://schemas.openxmlformats.org/officeDocument/2006/relationships/image" Target="../media/image26.emf"/><Relationship Id="rId2" Type="http://schemas.openxmlformats.org/officeDocument/2006/relationships/image" Target="../media/image21.emf"/><Relationship Id="rId1" Type="http://schemas.openxmlformats.org/officeDocument/2006/relationships/image" Target="../media/image20.emf"/><Relationship Id="rId6" Type="http://schemas.openxmlformats.org/officeDocument/2006/relationships/image" Target="../media/image25.emf"/><Relationship Id="rId5" Type="http://schemas.openxmlformats.org/officeDocument/2006/relationships/image" Target="../media/image24.emf"/><Relationship Id="rId4" Type="http://schemas.openxmlformats.org/officeDocument/2006/relationships/image" Target="../media/image23.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emf"/><Relationship Id="rId1" Type="http://schemas.openxmlformats.org/officeDocument/2006/relationships/image" Target="../media/image27.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39.wmf"/><Relationship Id="rId1" Type="http://schemas.openxmlformats.org/officeDocument/2006/relationships/image" Target="../media/image38.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image" Target="../media/image46.emf"/><Relationship Id="rId1" Type="http://schemas.openxmlformats.org/officeDocument/2006/relationships/image" Target="../media/image45.e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image" Target="../media/image50.emf"/><Relationship Id="rId1" Type="http://schemas.openxmlformats.org/officeDocument/2006/relationships/image" Target="../media/image49.emf"/><Relationship Id="rId5" Type="http://schemas.openxmlformats.org/officeDocument/2006/relationships/image" Target="../media/image53.emf"/><Relationship Id="rId4" Type="http://schemas.openxmlformats.org/officeDocument/2006/relationships/image" Target="../media/image52.emf"/></Relationships>
</file>

<file path=ppt/drawings/_rels/vmlDrawing7.vml.rels><?xml version="1.0" encoding="UTF-8" standalone="yes"?>
<Relationships xmlns="http://schemas.openxmlformats.org/package/2006/relationships"><Relationship Id="rId8" Type="http://schemas.openxmlformats.org/officeDocument/2006/relationships/image" Target="../media/image61.emf"/><Relationship Id="rId3" Type="http://schemas.openxmlformats.org/officeDocument/2006/relationships/image" Target="../media/image56.emf"/><Relationship Id="rId7" Type="http://schemas.openxmlformats.org/officeDocument/2006/relationships/image" Target="../media/image60.emf"/><Relationship Id="rId12" Type="http://schemas.openxmlformats.org/officeDocument/2006/relationships/image" Target="../media/image65.emf"/><Relationship Id="rId2" Type="http://schemas.openxmlformats.org/officeDocument/2006/relationships/image" Target="../media/image55.emf"/><Relationship Id="rId1" Type="http://schemas.openxmlformats.org/officeDocument/2006/relationships/image" Target="../media/image54.emf"/><Relationship Id="rId6" Type="http://schemas.openxmlformats.org/officeDocument/2006/relationships/image" Target="../media/image59.emf"/><Relationship Id="rId11" Type="http://schemas.openxmlformats.org/officeDocument/2006/relationships/image" Target="../media/image64.emf"/><Relationship Id="rId5" Type="http://schemas.openxmlformats.org/officeDocument/2006/relationships/image" Target="../media/image58.emf"/><Relationship Id="rId10" Type="http://schemas.openxmlformats.org/officeDocument/2006/relationships/image" Target="../media/image63.emf"/><Relationship Id="rId4" Type="http://schemas.openxmlformats.org/officeDocument/2006/relationships/image" Target="../media/image57.emf"/><Relationship Id="rId9" Type="http://schemas.openxmlformats.org/officeDocument/2006/relationships/image" Target="../media/image62.e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68.emf"/><Relationship Id="rId7" Type="http://schemas.openxmlformats.org/officeDocument/2006/relationships/image" Target="../media/image72.emf"/><Relationship Id="rId2" Type="http://schemas.openxmlformats.org/officeDocument/2006/relationships/image" Target="../media/image67.emf"/><Relationship Id="rId1" Type="http://schemas.openxmlformats.org/officeDocument/2006/relationships/image" Target="../media/image66.emf"/><Relationship Id="rId6" Type="http://schemas.openxmlformats.org/officeDocument/2006/relationships/image" Target="../media/image71.emf"/><Relationship Id="rId5" Type="http://schemas.openxmlformats.org/officeDocument/2006/relationships/image" Target="../media/image70.emf"/><Relationship Id="rId4" Type="http://schemas.openxmlformats.org/officeDocument/2006/relationships/image" Target="../media/image69.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76.e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79.emf"/><Relationship Id="rId2" Type="http://schemas.openxmlformats.org/officeDocument/2006/relationships/image" Target="../media/image78.emf"/><Relationship Id="rId1" Type="http://schemas.openxmlformats.org/officeDocument/2006/relationships/image" Target="../media/image77.emf"/><Relationship Id="rId6" Type="http://schemas.openxmlformats.org/officeDocument/2006/relationships/image" Target="../media/image82.emf"/><Relationship Id="rId5" Type="http://schemas.openxmlformats.org/officeDocument/2006/relationships/image" Target="../media/image81.emf"/><Relationship Id="rId4" Type="http://schemas.openxmlformats.org/officeDocument/2006/relationships/image" Target="../media/image80.e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85.emf"/><Relationship Id="rId2" Type="http://schemas.openxmlformats.org/officeDocument/2006/relationships/image" Target="../media/image84.emf"/><Relationship Id="rId1" Type="http://schemas.openxmlformats.org/officeDocument/2006/relationships/image" Target="../media/image83.emf"/><Relationship Id="rId6" Type="http://schemas.openxmlformats.org/officeDocument/2006/relationships/image" Target="../media/image88.emf"/><Relationship Id="rId5" Type="http://schemas.openxmlformats.org/officeDocument/2006/relationships/image" Target="../media/image87.emf"/><Relationship Id="rId4" Type="http://schemas.openxmlformats.org/officeDocument/2006/relationships/image" Target="../media/image86.e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94.emf"/><Relationship Id="rId7" Type="http://schemas.openxmlformats.org/officeDocument/2006/relationships/image" Target="../media/image98.emf"/><Relationship Id="rId2" Type="http://schemas.openxmlformats.org/officeDocument/2006/relationships/image" Target="../media/image93.emf"/><Relationship Id="rId1" Type="http://schemas.openxmlformats.org/officeDocument/2006/relationships/image" Target="../media/image92.emf"/><Relationship Id="rId6" Type="http://schemas.openxmlformats.org/officeDocument/2006/relationships/image" Target="../media/image97.emf"/><Relationship Id="rId5" Type="http://schemas.openxmlformats.org/officeDocument/2006/relationships/image" Target="../media/image96.emf"/><Relationship Id="rId4" Type="http://schemas.openxmlformats.org/officeDocument/2006/relationships/image" Target="../media/image95.e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101.emf"/><Relationship Id="rId2" Type="http://schemas.openxmlformats.org/officeDocument/2006/relationships/image" Target="../media/image100.emf"/><Relationship Id="rId1" Type="http://schemas.openxmlformats.org/officeDocument/2006/relationships/image" Target="../media/image99.emf"/><Relationship Id="rId6" Type="http://schemas.openxmlformats.org/officeDocument/2006/relationships/image" Target="../media/image104.emf"/><Relationship Id="rId5" Type="http://schemas.openxmlformats.org/officeDocument/2006/relationships/image" Target="../media/image103.emf"/><Relationship Id="rId4" Type="http://schemas.openxmlformats.org/officeDocument/2006/relationships/image" Target="../media/image102.e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107.emf"/><Relationship Id="rId2" Type="http://schemas.openxmlformats.org/officeDocument/2006/relationships/image" Target="../media/image106.emf"/><Relationship Id="rId1" Type="http://schemas.openxmlformats.org/officeDocument/2006/relationships/image" Target="../media/image105.emf"/><Relationship Id="rId4" Type="http://schemas.openxmlformats.org/officeDocument/2006/relationships/image" Target="../media/image108.e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113.wmf"/><Relationship Id="rId2" Type="http://schemas.openxmlformats.org/officeDocument/2006/relationships/image" Target="../media/image112.wmf"/><Relationship Id="rId1" Type="http://schemas.openxmlformats.org/officeDocument/2006/relationships/image" Target="../media/image111.wmf"/><Relationship Id="rId5" Type="http://schemas.openxmlformats.org/officeDocument/2006/relationships/image" Target="../media/image115.wmf"/><Relationship Id="rId4" Type="http://schemas.openxmlformats.org/officeDocument/2006/relationships/image" Target="../media/image114.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118.wmf"/><Relationship Id="rId2" Type="http://schemas.openxmlformats.org/officeDocument/2006/relationships/image" Target="../media/image117.wmf"/><Relationship Id="rId1" Type="http://schemas.openxmlformats.org/officeDocument/2006/relationships/image" Target="../media/image116.wmf"/></Relationships>
</file>

<file path=ppt/drawings/_rels/vmlDrawing17.vml.rels><?xml version="1.0" encoding="UTF-8" standalone="yes"?>
<Relationships xmlns="http://schemas.openxmlformats.org/package/2006/relationships"><Relationship Id="rId8" Type="http://schemas.openxmlformats.org/officeDocument/2006/relationships/image" Target="../media/image126.wmf"/><Relationship Id="rId13" Type="http://schemas.openxmlformats.org/officeDocument/2006/relationships/image" Target="../media/image131.emf"/><Relationship Id="rId3" Type="http://schemas.openxmlformats.org/officeDocument/2006/relationships/image" Target="../media/image121.wmf"/><Relationship Id="rId7" Type="http://schemas.openxmlformats.org/officeDocument/2006/relationships/image" Target="../media/image125.wmf"/><Relationship Id="rId12" Type="http://schemas.openxmlformats.org/officeDocument/2006/relationships/image" Target="../media/image130.emf"/><Relationship Id="rId2" Type="http://schemas.openxmlformats.org/officeDocument/2006/relationships/image" Target="../media/image120.wmf"/><Relationship Id="rId1" Type="http://schemas.openxmlformats.org/officeDocument/2006/relationships/image" Target="../media/image119.wmf"/><Relationship Id="rId6" Type="http://schemas.openxmlformats.org/officeDocument/2006/relationships/image" Target="../media/image124.wmf"/><Relationship Id="rId11" Type="http://schemas.openxmlformats.org/officeDocument/2006/relationships/image" Target="../media/image129.emf"/><Relationship Id="rId5" Type="http://schemas.openxmlformats.org/officeDocument/2006/relationships/image" Target="../media/image123.emf"/><Relationship Id="rId10" Type="http://schemas.openxmlformats.org/officeDocument/2006/relationships/image" Target="../media/image128.wmf"/><Relationship Id="rId4" Type="http://schemas.openxmlformats.org/officeDocument/2006/relationships/image" Target="../media/image122.wmf"/><Relationship Id="rId9" Type="http://schemas.openxmlformats.org/officeDocument/2006/relationships/image" Target="../media/image127.wmf"/><Relationship Id="rId14" Type="http://schemas.openxmlformats.org/officeDocument/2006/relationships/image" Target="../media/image132.emf"/></Relationships>
</file>

<file path=ppt/drawings/_rels/vmlDrawing18.vml.rels><?xml version="1.0" encoding="UTF-8" standalone="yes"?>
<Relationships xmlns="http://schemas.openxmlformats.org/package/2006/relationships"><Relationship Id="rId8" Type="http://schemas.openxmlformats.org/officeDocument/2006/relationships/image" Target="../media/image141.wmf"/><Relationship Id="rId3" Type="http://schemas.openxmlformats.org/officeDocument/2006/relationships/image" Target="../media/image136.wmf"/><Relationship Id="rId7" Type="http://schemas.openxmlformats.org/officeDocument/2006/relationships/image" Target="../media/image140.wmf"/><Relationship Id="rId2" Type="http://schemas.openxmlformats.org/officeDocument/2006/relationships/image" Target="../media/image135.wmf"/><Relationship Id="rId1" Type="http://schemas.openxmlformats.org/officeDocument/2006/relationships/image" Target="../media/image134.wmf"/><Relationship Id="rId6" Type="http://schemas.openxmlformats.org/officeDocument/2006/relationships/image" Target="../media/image139.wmf"/><Relationship Id="rId5" Type="http://schemas.openxmlformats.org/officeDocument/2006/relationships/image" Target="../media/image138.wmf"/><Relationship Id="rId4" Type="http://schemas.openxmlformats.org/officeDocument/2006/relationships/image" Target="../media/image137.wmf"/></Relationships>
</file>

<file path=ppt/drawings/_rels/vmlDrawing19.vml.rels><?xml version="1.0" encoding="UTF-8" standalone="yes"?>
<Relationships xmlns="http://schemas.openxmlformats.org/package/2006/relationships"><Relationship Id="rId8" Type="http://schemas.openxmlformats.org/officeDocument/2006/relationships/image" Target="../media/image149.wmf"/><Relationship Id="rId3" Type="http://schemas.openxmlformats.org/officeDocument/2006/relationships/image" Target="../media/image144.wmf"/><Relationship Id="rId7" Type="http://schemas.openxmlformats.org/officeDocument/2006/relationships/image" Target="../media/image148.wmf"/><Relationship Id="rId2" Type="http://schemas.openxmlformats.org/officeDocument/2006/relationships/image" Target="../media/image143.wmf"/><Relationship Id="rId1" Type="http://schemas.openxmlformats.org/officeDocument/2006/relationships/image" Target="../media/image142.wmf"/><Relationship Id="rId6" Type="http://schemas.openxmlformats.org/officeDocument/2006/relationships/image" Target="../media/image147.wmf"/><Relationship Id="rId11" Type="http://schemas.openxmlformats.org/officeDocument/2006/relationships/image" Target="../media/image152.wmf"/><Relationship Id="rId5" Type="http://schemas.openxmlformats.org/officeDocument/2006/relationships/image" Target="../media/image146.wmf"/><Relationship Id="rId10" Type="http://schemas.openxmlformats.org/officeDocument/2006/relationships/image" Target="../media/image151.wmf"/><Relationship Id="rId4" Type="http://schemas.openxmlformats.org/officeDocument/2006/relationships/image" Target="../media/image145.wmf"/><Relationship Id="rId9" Type="http://schemas.openxmlformats.org/officeDocument/2006/relationships/image" Target="../media/image150.wmf"/></Relationships>
</file>

<file path=ppt/drawings/_rels/vmlDrawing20.vml.rels><?xml version="1.0" encoding="UTF-8" standalone="yes"?>
<Relationships xmlns="http://schemas.openxmlformats.org/package/2006/relationships"><Relationship Id="rId8" Type="http://schemas.openxmlformats.org/officeDocument/2006/relationships/image" Target="../media/image158.wmf"/><Relationship Id="rId3" Type="http://schemas.openxmlformats.org/officeDocument/2006/relationships/image" Target="../media/image139.wmf"/><Relationship Id="rId7" Type="http://schemas.openxmlformats.org/officeDocument/2006/relationships/image" Target="../media/image157.wmf"/><Relationship Id="rId12" Type="http://schemas.openxmlformats.org/officeDocument/2006/relationships/image" Target="../media/image162.wmf"/><Relationship Id="rId2" Type="http://schemas.openxmlformats.org/officeDocument/2006/relationships/image" Target="../media/image136.wmf"/><Relationship Id="rId1" Type="http://schemas.openxmlformats.org/officeDocument/2006/relationships/image" Target="../media/image153.wmf"/><Relationship Id="rId6" Type="http://schemas.openxmlformats.org/officeDocument/2006/relationships/image" Target="../media/image156.wmf"/><Relationship Id="rId11" Type="http://schemas.openxmlformats.org/officeDocument/2006/relationships/image" Target="../media/image161.wmf"/><Relationship Id="rId5" Type="http://schemas.openxmlformats.org/officeDocument/2006/relationships/image" Target="../media/image155.wmf"/><Relationship Id="rId10" Type="http://schemas.openxmlformats.org/officeDocument/2006/relationships/image" Target="../media/image160.wmf"/><Relationship Id="rId4" Type="http://schemas.openxmlformats.org/officeDocument/2006/relationships/image" Target="../media/image154.wmf"/><Relationship Id="rId9" Type="http://schemas.openxmlformats.org/officeDocument/2006/relationships/image" Target="../media/image159.wmf"/></Relationships>
</file>

<file path=ppt/drawings/_rels/vmlDrawing21.vml.rels><?xml version="1.0" encoding="UTF-8" standalone="yes"?>
<Relationships xmlns="http://schemas.openxmlformats.org/package/2006/relationships"><Relationship Id="rId8" Type="http://schemas.openxmlformats.org/officeDocument/2006/relationships/image" Target="../media/image168.wmf"/><Relationship Id="rId13" Type="http://schemas.openxmlformats.org/officeDocument/2006/relationships/image" Target="../media/image173.wmf"/><Relationship Id="rId3" Type="http://schemas.openxmlformats.org/officeDocument/2006/relationships/image" Target="../media/image128.wmf"/><Relationship Id="rId7" Type="http://schemas.openxmlformats.org/officeDocument/2006/relationships/image" Target="../media/image167.wmf"/><Relationship Id="rId12" Type="http://schemas.openxmlformats.org/officeDocument/2006/relationships/image" Target="../media/image172.wmf"/><Relationship Id="rId2" Type="http://schemas.openxmlformats.org/officeDocument/2006/relationships/image" Target="../media/image163.wmf"/><Relationship Id="rId1" Type="http://schemas.openxmlformats.org/officeDocument/2006/relationships/image" Target="../media/image125.wmf"/><Relationship Id="rId6" Type="http://schemas.openxmlformats.org/officeDocument/2006/relationships/image" Target="../media/image166.wmf"/><Relationship Id="rId11" Type="http://schemas.openxmlformats.org/officeDocument/2006/relationships/image" Target="../media/image171.wmf"/><Relationship Id="rId5" Type="http://schemas.openxmlformats.org/officeDocument/2006/relationships/image" Target="../media/image165.wmf"/><Relationship Id="rId10" Type="http://schemas.openxmlformats.org/officeDocument/2006/relationships/image" Target="../media/image170.emf"/><Relationship Id="rId4" Type="http://schemas.openxmlformats.org/officeDocument/2006/relationships/image" Target="../media/image164.wmf"/><Relationship Id="rId9" Type="http://schemas.openxmlformats.org/officeDocument/2006/relationships/image" Target="../media/image169.emf"/><Relationship Id="rId14" Type="http://schemas.openxmlformats.org/officeDocument/2006/relationships/image" Target="../media/image174.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177.wmf"/><Relationship Id="rId7" Type="http://schemas.openxmlformats.org/officeDocument/2006/relationships/image" Target="../media/image181.wmf"/><Relationship Id="rId2" Type="http://schemas.openxmlformats.org/officeDocument/2006/relationships/image" Target="../media/image176.wmf"/><Relationship Id="rId1" Type="http://schemas.openxmlformats.org/officeDocument/2006/relationships/image" Target="../media/image175.wmf"/><Relationship Id="rId6" Type="http://schemas.openxmlformats.org/officeDocument/2006/relationships/image" Target="../media/image180.wmf"/><Relationship Id="rId5" Type="http://schemas.openxmlformats.org/officeDocument/2006/relationships/image" Target="../media/image179.wmf"/><Relationship Id="rId4" Type="http://schemas.openxmlformats.org/officeDocument/2006/relationships/image" Target="../media/image178.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184.wmf"/><Relationship Id="rId2" Type="http://schemas.openxmlformats.org/officeDocument/2006/relationships/image" Target="../media/image183.wmf"/><Relationship Id="rId1" Type="http://schemas.openxmlformats.org/officeDocument/2006/relationships/image" Target="../media/image182.wmf"/><Relationship Id="rId5" Type="http://schemas.openxmlformats.org/officeDocument/2006/relationships/image" Target="../media/image186.wmf"/><Relationship Id="rId4" Type="http://schemas.openxmlformats.org/officeDocument/2006/relationships/image" Target="../media/image185.wmf"/></Relationships>
</file>

<file path=ppt/drawings/_rels/vmlDrawing24.vml.rels><?xml version="1.0" encoding="UTF-8" standalone="yes"?>
<Relationships xmlns="http://schemas.openxmlformats.org/package/2006/relationships"><Relationship Id="rId8" Type="http://schemas.openxmlformats.org/officeDocument/2006/relationships/image" Target="../media/image194.emf"/><Relationship Id="rId13" Type="http://schemas.openxmlformats.org/officeDocument/2006/relationships/image" Target="../media/image199.wmf"/><Relationship Id="rId3" Type="http://schemas.openxmlformats.org/officeDocument/2006/relationships/image" Target="../media/image189.wmf"/><Relationship Id="rId7" Type="http://schemas.openxmlformats.org/officeDocument/2006/relationships/image" Target="../media/image193.wmf"/><Relationship Id="rId12" Type="http://schemas.openxmlformats.org/officeDocument/2006/relationships/image" Target="../media/image198.wmf"/><Relationship Id="rId2" Type="http://schemas.openxmlformats.org/officeDocument/2006/relationships/image" Target="../media/image188.wmf"/><Relationship Id="rId1" Type="http://schemas.openxmlformats.org/officeDocument/2006/relationships/image" Target="../media/image187.wmf"/><Relationship Id="rId6" Type="http://schemas.openxmlformats.org/officeDocument/2006/relationships/image" Target="../media/image192.emf"/><Relationship Id="rId11" Type="http://schemas.openxmlformats.org/officeDocument/2006/relationships/image" Target="../media/image197.emf"/><Relationship Id="rId5" Type="http://schemas.openxmlformats.org/officeDocument/2006/relationships/image" Target="../media/image191.emf"/><Relationship Id="rId10" Type="http://schemas.openxmlformats.org/officeDocument/2006/relationships/image" Target="../media/image196.emf"/><Relationship Id="rId4" Type="http://schemas.openxmlformats.org/officeDocument/2006/relationships/image" Target="../media/image190.wmf"/><Relationship Id="rId9" Type="http://schemas.openxmlformats.org/officeDocument/2006/relationships/image" Target="../media/image195.wmf"/><Relationship Id="rId14" Type="http://schemas.openxmlformats.org/officeDocument/2006/relationships/image" Target="../media/image200.wmf"/></Relationships>
</file>

<file path=ppt/drawings/_rels/vmlDrawing25.vml.rels><?xml version="1.0" encoding="UTF-8" standalone="yes"?>
<Relationships xmlns="http://schemas.openxmlformats.org/package/2006/relationships"><Relationship Id="rId8" Type="http://schemas.openxmlformats.org/officeDocument/2006/relationships/image" Target="../media/image195.wmf"/><Relationship Id="rId13" Type="http://schemas.openxmlformats.org/officeDocument/2006/relationships/image" Target="../media/image211.wmf"/><Relationship Id="rId3" Type="http://schemas.openxmlformats.org/officeDocument/2006/relationships/image" Target="../media/image203.wmf"/><Relationship Id="rId7" Type="http://schemas.openxmlformats.org/officeDocument/2006/relationships/image" Target="../media/image206.emf"/><Relationship Id="rId12" Type="http://schemas.openxmlformats.org/officeDocument/2006/relationships/image" Target="../media/image210.wmf"/><Relationship Id="rId2" Type="http://schemas.openxmlformats.org/officeDocument/2006/relationships/image" Target="../media/image202.wmf"/><Relationship Id="rId1" Type="http://schemas.openxmlformats.org/officeDocument/2006/relationships/image" Target="../media/image201.wmf"/><Relationship Id="rId6" Type="http://schemas.openxmlformats.org/officeDocument/2006/relationships/image" Target="../media/image193.wmf"/><Relationship Id="rId11" Type="http://schemas.openxmlformats.org/officeDocument/2006/relationships/image" Target="../media/image209.wmf"/><Relationship Id="rId5" Type="http://schemas.openxmlformats.org/officeDocument/2006/relationships/image" Target="../media/image205.emf"/><Relationship Id="rId10" Type="http://schemas.openxmlformats.org/officeDocument/2006/relationships/image" Target="../media/image208.emf"/><Relationship Id="rId4" Type="http://schemas.openxmlformats.org/officeDocument/2006/relationships/image" Target="../media/image204.emf"/><Relationship Id="rId9" Type="http://schemas.openxmlformats.org/officeDocument/2006/relationships/image" Target="../media/image207.emf"/></Relationships>
</file>

<file path=ppt/drawings/_rels/vmlDrawing26.vml.rels><?xml version="1.0" encoding="UTF-8" standalone="yes"?>
<Relationships xmlns="http://schemas.openxmlformats.org/package/2006/relationships"><Relationship Id="rId8" Type="http://schemas.openxmlformats.org/officeDocument/2006/relationships/image" Target="../media/image219.emf"/><Relationship Id="rId13" Type="http://schemas.openxmlformats.org/officeDocument/2006/relationships/image" Target="../media/image222.emf"/><Relationship Id="rId3" Type="http://schemas.openxmlformats.org/officeDocument/2006/relationships/image" Target="../media/image214.wmf"/><Relationship Id="rId7" Type="http://schemas.openxmlformats.org/officeDocument/2006/relationships/image" Target="../media/image218.emf"/><Relationship Id="rId12" Type="http://schemas.openxmlformats.org/officeDocument/2006/relationships/image" Target="../media/image221.emf"/><Relationship Id="rId2" Type="http://schemas.openxmlformats.org/officeDocument/2006/relationships/image" Target="../media/image213.wmf"/><Relationship Id="rId1" Type="http://schemas.openxmlformats.org/officeDocument/2006/relationships/image" Target="../media/image212.wmf"/><Relationship Id="rId6" Type="http://schemas.openxmlformats.org/officeDocument/2006/relationships/image" Target="../media/image217.wmf"/><Relationship Id="rId11" Type="http://schemas.openxmlformats.org/officeDocument/2006/relationships/image" Target="../media/image195.wmf"/><Relationship Id="rId5" Type="http://schemas.openxmlformats.org/officeDocument/2006/relationships/image" Target="../media/image216.wmf"/><Relationship Id="rId10" Type="http://schemas.openxmlformats.org/officeDocument/2006/relationships/image" Target="../media/image220.emf"/><Relationship Id="rId4" Type="http://schemas.openxmlformats.org/officeDocument/2006/relationships/image" Target="../media/image215.wmf"/><Relationship Id="rId9" Type="http://schemas.openxmlformats.org/officeDocument/2006/relationships/image" Target="../media/image193.wmf"/><Relationship Id="rId14" Type="http://schemas.openxmlformats.org/officeDocument/2006/relationships/image" Target="../media/image223.wmf"/></Relationships>
</file>

<file path=ppt/drawings/_rels/vmlDrawing27.vml.rels><?xml version="1.0" encoding="UTF-8" standalone="yes"?>
<Relationships xmlns="http://schemas.openxmlformats.org/package/2006/relationships"><Relationship Id="rId8" Type="http://schemas.openxmlformats.org/officeDocument/2006/relationships/image" Target="../media/image193.wmf"/><Relationship Id="rId3" Type="http://schemas.openxmlformats.org/officeDocument/2006/relationships/image" Target="../media/image226.wmf"/><Relationship Id="rId7" Type="http://schemas.openxmlformats.org/officeDocument/2006/relationships/image" Target="../media/image230.emf"/><Relationship Id="rId12" Type="http://schemas.openxmlformats.org/officeDocument/2006/relationships/image" Target="../media/image233.emf"/><Relationship Id="rId2" Type="http://schemas.openxmlformats.org/officeDocument/2006/relationships/image" Target="../media/image225.wmf"/><Relationship Id="rId1" Type="http://schemas.openxmlformats.org/officeDocument/2006/relationships/image" Target="../media/image224.wmf"/><Relationship Id="rId6" Type="http://schemas.openxmlformats.org/officeDocument/2006/relationships/image" Target="../media/image229.emf"/><Relationship Id="rId11" Type="http://schemas.openxmlformats.org/officeDocument/2006/relationships/image" Target="../media/image232.emf"/><Relationship Id="rId5" Type="http://schemas.openxmlformats.org/officeDocument/2006/relationships/image" Target="../media/image228.wmf"/><Relationship Id="rId10" Type="http://schemas.openxmlformats.org/officeDocument/2006/relationships/image" Target="../media/image195.wmf"/><Relationship Id="rId4" Type="http://schemas.openxmlformats.org/officeDocument/2006/relationships/image" Target="../media/image227.wmf"/><Relationship Id="rId9" Type="http://schemas.openxmlformats.org/officeDocument/2006/relationships/image" Target="../media/image231.e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238.emf"/><Relationship Id="rId2" Type="http://schemas.openxmlformats.org/officeDocument/2006/relationships/image" Target="../media/image237.emf"/><Relationship Id="rId1" Type="http://schemas.openxmlformats.org/officeDocument/2006/relationships/image" Target="../media/image236.emf"/><Relationship Id="rId4" Type="http://schemas.openxmlformats.org/officeDocument/2006/relationships/image" Target="../media/image239.emf"/></Relationships>
</file>

<file path=ppt/drawings/_rels/vmlDrawing29.vml.rels><?xml version="1.0" encoding="UTF-8" standalone="yes"?>
<Relationships xmlns="http://schemas.openxmlformats.org/package/2006/relationships"><Relationship Id="rId8" Type="http://schemas.openxmlformats.org/officeDocument/2006/relationships/image" Target="../media/image248.emf"/><Relationship Id="rId3" Type="http://schemas.openxmlformats.org/officeDocument/2006/relationships/image" Target="../media/image243.emf"/><Relationship Id="rId7" Type="http://schemas.openxmlformats.org/officeDocument/2006/relationships/image" Target="../media/image247.emf"/><Relationship Id="rId2" Type="http://schemas.openxmlformats.org/officeDocument/2006/relationships/image" Target="../media/image242.emf"/><Relationship Id="rId1" Type="http://schemas.openxmlformats.org/officeDocument/2006/relationships/image" Target="../media/image241.emf"/><Relationship Id="rId6" Type="http://schemas.openxmlformats.org/officeDocument/2006/relationships/image" Target="../media/image246.emf"/><Relationship Id="rId5" Type="http://schemas.openxmlformats.org/officeDocument/2006/relationships/image" Target="../media/image245.emf"/><Relationship Id="rId4" Type="http://schemas.openxmlformats.org/officeDocument/2006/relationships/image" Target="../media/image244.emf"/></Relationships>
</file>

<file path=ppt/drawings/_rels/vmlDrawing30.vml.rels><?xml version="1.0" encoding="UTF-8" standalone="yes"?>
<Relationships xmlns="http://schemas.openxmlformats.org/package/2006/relationships"><Relationship Id="rId8" Type="http://schemas.openxmlformats.org/officeDocument/2006/relationships/image" Target="../media/image257.emf"/><Relationship Id="rId3" Type="http://schemas.openxmlformats.org/officeDocument/2006/relationships/image" Target="../media/image252.emf"/><Relationship Id="rId7" Type="http://schemas.openxmlformats.org/officeDocument/2006/relationships/image" Target="../media/image256.emf"/><Relationship Id="rId2" Type="http://schemas.openxmlformats.org/officeDocument/2006/relationships/image" Target="../media/image251.emf"/><Relationship Id="rId1" Type="http://schemas.openxmlformats.org/officeDocument/2006/relationships/image" Target="../media/image250.emf"/><Relationship Id="rId6" Type="http://schemas.openxmlformats.org/officeDocument/2006/relationships/image" Target="../media/image255.emf"/><Relationship Id="rId5" Type="http://schemas.openxmlformats.org/officeDocument/2006/relationships/image" Target="../media/image254.emf"/><Relationship Id="rId4" Type="http://schemas.openxmlformats.org/officeDocument/2006/relationships/image" Target="../media/image253.emf"/><Relationship Id="rId9" Type="http://schemas.openxmlformats.org/officeDocument/2006/relationships/image" Target="../media/image258.e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261.emf"/><Relationship Id="rId2" Type="http://schemas.openxmlformats.org/officeDocument/2006/relationships/image" Target="../media/image260.emf"/><Relationship Id="rId1" Type="http://schemas.openxmlformats.org/officeDocument/2006/relationships/image" Target="../media/image259.e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264.wmf"/><Relationship Id="rId2" Type="http://schemas.openxmlformats.org/officeDocument/2006/relationships/image" Target="../media/image263.wmf"/><Relationship Id="rId1" Type="http://schemas.openxmlformats.org/officeDocument/2006/relationships/image" Target="../media/image262.emf"/><Relationship Id="rId4" Type="http://schemas.openxmlformats.org/officeDocument/2006/relationships/image" Target="../media/image265.emf"/></Relationships>
</file>

<file path=ppt/drawings/_rels/vmlDrawing33.vml.rels><?xml version="1.0" encoding="UTF-8" standalone="yes"?>
<Relationships xmlns="http://schemas.openxmlformats.org/package/2006/relationships"><Relationship Id="rId8" Type="http://schemas.openxmlformats.org/officeDocument/2006/relationships/image" Target="../media/image273.emf"/><Relationship Id="rId3" Type="http://schemas.openxmlformats.org/officeDocument/2006/relationships/image" Target="../media/image268.emf"/><Relationship Id="rId7" Type="http://schemas.openxmlformats.org/officeDocument/2006/relationships/image" Target="../media/image272.emf"/><Relationship Id="rId2" Type="http://schemas.openxmlformats.org/officeDocument/2006/relationships/image" Target="../media/image267.emf"/><Relationship Id="rId1" Type="http://schemas.openxmlformats.org/officeDocument/2006/relationships/image" Target="../media/image266.emf"/><Relationship Id="rId6" Type="http://schemas.openxmlformats.org/officeDocument/2006/relationships/image" Target="../media/image271.emf"/><Relationship Id="rId5" Type="http://schemas.openxmlformats.org/officeDocument/2006/relationships/image" Target="../media/image270.emf"/><Relationship Id="rId10" Type="http://schemas.openxmlformats.org/officeDocument/2006/relationships/image" Target="../media/image275.emf"/><Relationship Id="rId4" Type="http://schemas.openxmlformats.org/officeDocument/2006/relationships/image" Target="../media/image269.emf"/><Relationship Id="rId9" Type="http://schemas.openxmlformats.org/officeDocument/2006/relationships/image" Target="../media/image274.e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278.wmf"/><Relationship Id="rId2" Type="http://schemas.openxmlformats.org/officeDocument/2006/relationships/image" Target="../media/image277.wmf"/><Relationship Id="rId1" Type="http://schemas.openxmlformats.org/officeDocument/2006/relationships/image" Target="../media/image276.emf"/><Relationship Id="rId4" Type="http://schemas.openxmlformats.org/officeDocument/2006/relationships/image" Target="../media/image279.emf"/></Relationships>
</file>

<file path=ppt/drawings/_rels/vmlDrawing35.vml.rels><?xml version="1.0" encoding="UTF-8" standalone="yes"?>
<Relationships xmlns="http://schemas.openxmlformats.org/package/2006/relationships"><Relationship Id="rId8" Type="http://schemas.openxmlformats.org/officeDocument/2006/relationships/image" Target="../media/image287.emf"/><Relationship Id="rId13" Type="http://schemas.openxmlformats.org/officeDocument/2006/relationships/image" Target="../media/image292.emf"/><Relationship Id="rId18" Type="http://schemas.openxmlformats.org/officeDocument/2006/relationships/image" Target="../media/image297.emf"/><Relationship Id="rId3" Type="http://schemas.openxmlformats.org/officeDocument/2006/relationships/image" Target="../media/image282.emf"/><Relationship Id="rId7" Type="http://schemas.openxmlformats.org/officeDocument/2006/relationships/image" Target="../media/image286.emf"/><Relationship Id="rId12" Type="http://schemas.openxmlformats.org/officeDocument/2006/relationships/image" Target="../media/image291.emf"/><Relationship Id="rId17" Type="http://schemas.openxmlformats.org/officeDocument/2006/relationships/image" Target="../media/image296.emf"/><Relationship Id="rId2" Type="http://schemas.openxmlformats.org/officeDocument/2006/relationships/image" Target="../media/image281.emf"/><Relationship Id="rId16" Type="http://schemas.openxmlformats.org/officeDocument/2006/relationships/image" Target="../media/image295.emf"/><Relationship Id="rId1" Type="http://schemas.openxmlformats.org/officeDocument/2006/relationships/image" Target="../media/image280.emf"/><Relationship Id="rId6" Type="http://schemas.openxmlformats.org/officeDocument/2006/relationships/image" Target="../media/image285.emf"/><Relationship Id="rId11" Type="http://schemas.openxmlformats.org/officeDocument/2006/relationships/image" Target="../media/image290.emf"/><Relationship Id="rId5" Type="http://schemas.openxmlformats.org/officeDocument/2006/relationships/image" Target="../media/image284.emf"/><Relationship Id="rId15" Type="http://schemas.openxmlformats.org/officeDocument/2006/relationships/image" Target="../media/image294.emf"/><Relationship Id="rId10" Type="http://schemas.openxmlformats.org/officeDocument/2006/relationships/image" Target="../media/image289.emf"/><Relationship Id="rId4" Type="http://schemas.openxmlformats.org/officeDocument/2006/relationships/image" Target="../media/image283.emf"/><Relationship Id="rId9" Type="http://schemas.openxmlformats.org/officeDocument/2006/relationships/image" Target="../media/image288.emf"/><Relationship Id="rId14" Type="http://schemas.openxmlformats.org/officeDocument/2006/relationships/image" Target="../media/image293.emf"/></Relationships>
</file>

<file path=ppt/drawings/_rels/vmlDrawing36.vml.rels><?xml version="1.0" encoding="UTF-8" standalone="yes"?>
<Relationships xmlns="http://schemas.openxmlformats.org/package/2006/relationships"><Relationship Id="rId8" Type="http://schemas.openxmlformats.org/officeDocument/2006/relationships/image" Target="../media/image305.emf"/><Relationship Id="rId3" Type="http://schemas.openxmlformats.org/officeDocument/2006/relationships/image" Target="../media/image300.emf"/><Relationship Id="rId7" Type="http://schemas.openxmlformats.org/officeDocument/2006/relationships/image" Target="../media/image304.emf"/><Relationship Id="rId12" Type="http://schemas.openxmlformats.org/officeDocument/2006/relationships/image" Target="../media/image309.emf"/><Relationship Id="rId2" Type="http://schemas.openxmlformats.org/officeDocument/2006/relationships/image" Target="../media/image299.emf"/><Relationship Id="rId1" Type="http://schemas.openxmlformats.org/officeDocument/2006/relationships/image" Target="../media/image298.emf"/><Relationship Id="rId6" Type="http://schemas.openxmlformats.org/officeDocument/2006/relationships/image" Target="../media/image303.emf"/><Relationship Id="rId11" Type="http://schemas.openxmlformats.org/officeDocument/2006/relationships/image" Target="../media/image308.emf"/><Relationship Id="rId5" Type="http://schemas.openxmlformats.org/officeDocument/2006/relationships/image" Target="../media/image302.emf"/><Relationship Id="rId10" Type="http://schemas.openxmlformats.org/officeDocument/2006/relationships/image" Target="../media/image307.emf"/><Relationship Id="rId4" Type="http://schemas.openxmlformats.org/officeDocument/2006/relationships/image" Target="../media/image301.emf"/><Relationship Id="rId9" Type="http://schemas.openxmlformats.org/officeDocument/2006/relationships/image" Target="../media/image306.emf"/></Relationships>
</file>

<file path=ppt/drawings/_rels/vmlDrawing37.vml.rels><?xml version="1.0" encoding="UTF-8" standalone="yes"?>
<Relationships xmlns="http://schemas.openxmlformats.org/package/2006/relationships"><Relationship Id="rId8" Type="http://schemas.openxmlformats.org/officeDocument/2006/relationships/image" Target="../media/image317.emf"/><Relationship Id="rId3" Type="http://schemas.openxmlformats.org/officeDocument/2006/relationships/image" Target="../media/image312.emf"/><Relationship Id="rId7" Type="http://schemas.openxmlformats.org/officeDocument/2006/relationships/image" Target="../media/image316.emf"/><Relationship Id="rId2" Type="http://schemas.openxmlformats.org/officeDocument/2006/relationships/image" Target="../media/image311.emf"/><Relationship Id="rId1" Type="http://schemas.openxmlformats.org/officeDocument/2006/relationships/image" Target="../media/image310.emf"/><Relationship Id="rId6" Type="http://schemas.openxmlformats.org/officeDocument/2006/relationships/image" Target="../media/image315.emf"/><Relationship Id="rId5" Type="http://schemas.openxmlformats.org/officeDocument/2006/relationships/image" Target="../media/image314.emf"/><Relationship Id="rId4" Type="http://schemas.openxmlformats.org/officeDocument/2006/relationships/image" Target="../media/image313.emf"/><Relationship Id="rId9" Type="http://schemas.openxmlformats.org/officeDocument/2006/relationships/image" Target="../media/image318.emf"/></Relationships>
</file>

<file path=ppt/drawings/_rels/vmlDrawing38.vml.rels><?xml version="1.0" encoding="UTF-8" standalone="yes"?>
<Relationships xmlns="http://schemas.openxmlformats.org/package/2006/relationships"><Relationship Id="rId8" Type="http://schemas.openxmlformats.org/officeDocument/2006/relationships/image" Target="../media/image326.emf"/><Relationship Id="rId13" Type="http://schemas.openxmlformats.org/officeDocument/2006/relationships/image" Target="../media/image331.emf"/><Relationship Id="rId3" Type="http://schemas.openxmlformats.org/officeDocument/2006/relationships/image" Target="../media/image321.emf"/><Relationship Id="rId7" Type="http://schemas.openxmlformats.org/officeDocument/2006/relationships/image" Target="../media/image325.emf"/><Relationship Id="rId12" Type="http://schemas.openxmlformats.org/officeDocument/2006/relationships/image" Target="../media/image330.emf"/><Relationship Id="rId2" Type="http://schemas.openxmlformats.org/officeDocument/2006/relationships/image" Target="../media/image320.emf"/><Relationship Id="rId1" Type="http://schemas.openxmlformats.org/officeDocument/2006/relationships/image" Target="../media/image319.emf"/><Relationship Id="rId6" Type="http://schemas.openxmlformats.org/officeDocument/2006/relationships/image" Target="../media/image324.emf"/><Relationship Id="rId11" Type="http://schemas.openxmlformats.org/officeDocument/2006/relationships/image" Target="../media/image329.emf"/><Relationship Id="rId5" Type="http://schemas.openxmlformats.org/officeDocument/2006/relationships/image" Target="../media/image323.emf"/><Relationship Id="rId15" Type="http://schemas.openxmlformats.org/officeDocument/2006/relationships/image" Target="../media/image333.emf"/><Relationship Id="rId10" Type="http://schemas.openxmlformats.org/officeDocument/2006/relationships/image" Target="../media/image328.emf"/><Relationship Id="rId4" Type="http://schemas.openxmlformats.org/officeDocument/2006/relationships/image" Target="../media/image322.emf"/><Relationship Id="rId9" Type="http://schemas.openxmlformats.org/officeDocument/2006/relationships/image" Target="../media/image327.emf"/><Relationship Id="rId14" Type="http://schemas.openxmlformats.org/officeDocument/2006/relationships/image" Target="../media/image332.emf"/></Relationships>
</file>

<file path=ppt/drawings/_rels/vmlDrawing39.vml.rels><?xml version="1.0" encoding="UTF-8" standalone="yes"?>
<Relationships xmlns="http://schemas.openxmlformats.org/package/2006/relationships"><Relationship Id="rId8" Type="http://schemas.openxmlformats.org/officeDocument/2006/relationships/image" Target="../media/image341.emf"/><Relationship Id="rId3" Type="http://schemas.openxmlformats.org/officeDocument/2006/relationships/image" Target="../media/image336.emf"/><Relationship Id="rId7" Type="http://schemas.openxmlformats.org/officeDocument/2006/relationships/image" Target="../media/image340.emf"/><Relationship Id="rId2" Type="http://schemas.openxmlformats.org/officeDocument/2006/relationships/image" Target="../media/image335.emf"/><Relationship Id="rId1" Type="http://schemas.openxmlformats.org/officeDocument/2006/relationships/image" Target="../media/image334.emf"/><Relationship Id="rId6" Type="http://schemas.openxmlformats.org/officeDocument/2006/relationships/image" Target="../media/image339.emf"/><Relationship Id="rId5" Type="http://schemas.openxmlformats.org/officeDocument/2006/relationships/image" Target="../media/image338.emf"/><Relationship Id="rId10" Type="http://schemas.openxmlformats.org/officeDocument/2006/relationships/image" Target="../media/image343.emf"/><Relationship Id="rId4" Type="http://schemas.openxmlformats.org/officeDocument/2006/relationships/image" Target="../media/image337.emf"/><Relationship Id="rId9" Type="http://schemas.openxmlformats.org/officeDocument/2006/relationships/image" Target="../media/image34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981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kumimoji="1" sz="1200">
                <a:latin typeface="Times New Roman" pitchFamily="18" charset="0"/>
                <a:ea typeface="宋体" charset="-122"/>
              </a:defRPr>
            </a:lvl1pPr>
          </a:lstStyle>
          <a:p>
            <a:pPr>
              <a:defRPr/>
            </a:pPr>
            <a:endParaRPr lang="en-US" altLang="zh-CN"/>
          </a:p>
        </p:txBody>
      </p:sp>
      <p:sp>
        <p:nvSpPr>
          <p:cNvPr id="11981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kumimoji="1" sz="1200">
                <a:latin typeface="Times New Roman" pitchFamily="18" charset="0"/>
                <a:ea typeface="宋体" charset="-122"/>
              </a:defRPr>
            </a:lvl1pPr>
          </a:lstStyle>
          <a:p>
            <a:pPr>
              <a:defRPr/>
            </a:pPr>
            <a:endParaRPr lang="en-US" altLang="zh-CN"/>
          </a:p>
        </p:txBody>
      </p:sp>
      <p:sp>
        <p:nvSpPr>
          <p:cNvPr id="2052"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1981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kumimoji="1" sz="1200">
                <a:latin typeface="Times New Roman" pitchFamily="18" charset="0"/>
                <a:ea typeface="宋体" charset="-122"/>
              </a:defRPr>
            </a:lvl1pPr>
          </a:lstStyle>
          <a:p>
            <a:pPr>
              <a:defRPr/>
            </a:pPr>
            <a:endParaRPr lang="en-US" altLang="zh-CN"/>
          </a:p>
        </p:txBody>
      </p:sp>
      <p:sp>
        <p:nvSpPr>
          <p:cNvPr id="11981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kumimoji="1" sz="1200">
                <a:latin typeface="Times New Roman" panose="02020603050405020304" pitchFamily="18" charset="0"/>
              </a:defRPr>
            </a:lvl1pPr>
          </a:lstStyle>
          <a:p>
            <a:pPr>
              <a:defRPr/>
            </a:pPr>
            <a:fld id="{4021443A-726B-430E-985B-FBEF3BCC6C08}" type="slidenum">
              <a:rPr lang="en-US" altLang="zh-CN"/>
              <a:pPr>
                <a:defRPr/>
              </a:pPr>
              <a:t>‹#›</a:t>
            </a:fld>
            <a:endParaRPr lang="en-US" altLang="zh-CN"/>
          </a:p>
        </p:txBody>
      </p:sp>
    </p:spTree>
    <p:extLst>
      <p:ext uri="{BB962C8B-B14F-4D97-AF65-F5344CB8AC3E}">
        <p14:creationId xmlns:p14="http://schemas.microsoft.com/office/powerpoint/2010/main" val="7630505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038D3891-AF00-4D5F-AF85-B15BAB8FAB32}" type="slidenum">
              <a:rPr lang="en-US" altLang="zh-CN" smtClean="0"/>
              <a:pPr>
                <a:spcBef>
                  <a:spcPct val="0"/>
                </a:spcBef>
              </a:pPr>
              <a:t>2</a:t>
            </a:fld>
            <a:endParaRPr lang="en-US" altLang="zh-CN"/>
          </a:p>
        </p:txBody>
      </p:sp>
      <p:sp>
        <p:nvSpPr>
          <p:cNvPr id="5123" name="Rectangle 2"/>
          <p:cNvSpPr>
            <a:spLocks noGrp="1" noRot="1" noChangeAspect="1" noChangeArrowheads="1" noTextEdit="1"/>
          </p:cNvSpPr>
          <p:nvPr>
            <p:ph type="sldImg"/>
          </p:nvPr>
        </p:nvSpPr>
        <p:spPr>
          <a:xfrm>
            <a:off x="381000" y="685800"/>
            <a:ext cx="6096000" cy="3429000"/>
          </a:xfrm>
          <a:ln/>
        </p:spPr>
      </p:sp>
      <p:sp>
        <p:nvSpPr>
          <p:cNvPr id="51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27936645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21E814BB-79FC-4F3B-BF43-976F35BF98EF}" type="slidenum">
              <a:rPr lang="en-US" altLang="zh-CN" smtClean="0"/>
              <a:pPr>
                <a:spcBef>
                  <a:spcPct val="0"/>
                </a:spcBef>
              </a:pPr>
              <a:t>3</a:t>
            </a:fld>
            <a:endParaRPr lang="en-US" altLang="zh-CN"/>
          </a:p>
        </p:txBody>
      </p:sp>
      <p:sp>
        <p:nvSpPr>
          <p:cNvPr id="9219" name="Rectangle 2"/>
          <p:cNvSpPr>
            <a:spLocks noGrp="1" noRot="1" noChangeAspect="1" noChangeArrowheads="1" noTextEdit="1"/>
          </p:cNvSpPr>
          <p:nvPr>
            <p:ph type="sldImg"/>
          </p:nvPr>
        </p:nvSpPr>
        <p:spPr>
          <a:xfrm>
            <a:off x="381000" y="685800"/>
            <a:ext cx="6096000" cy="3429000"/>
          </a:xfrm>
          <a:ln/>
        </p:spPr>
      </p:sp>
      <p:sp>
        <p:nvSpPr>
          <p:cNvPr id="92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32913888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CA3BFCB-31DE-4812-8FEC-D6557E264B64}" type="slidenum">
              <a:rPr lang="en-US" altLang="zh-CN" smtClean="0"/>
              <a:pPr>
                <a:spcBef>
                  <a:spcPct val="0"/>
                </a:spcBef>
              </a:pPr>
              <a:t>5</a:t>
            </a:fld>
            <a:endParaRPr lang="en-US" altLang="zh-CN"/>
          </a:p>
        </p:txBody>
      </p:sp>
      <p:sp>
        <p:nvSpPr>
          <p:cNvPr id="11267" name="Rectangle 2"/>
          <p:cNvSpPr>
            <a:spLocks noGrp="1" noRot="1" noChangeAspect="1" noChangeArrowheads="1" noTextEdit="1"/>
          </p:cNvSpPr>
          <p:nvPr>
            <p:ph type="sldImg"/>
          </p:nvPr>
        </p:nvSpPr>
        <p:spPr>
          <a:xfrm>
            <a:off x="381000" y="685800"/>
            <a:ext cx="6096000" cy="3429000"/>
          </a:xfrm>
          <a:ln/>
        </p:spPr>
      </p:sp>
      <p:sp>
        <p:nvSpPr>
          <p:cNvPr id="112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176911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BEA82486-FA72-4FB7-B8E0-FDF9AC63A2FF}" type="slidenum">
              <a:rPr lang="en-US" altLang="zh-CN" smtClean="0"/>
              <a:pPr>
                <a:spcBef>
                  <a:spcPct val="0"/>
                </a:spcBef>
              </a:pPr>
              <a:t>6</a:t>
            </a:fld>
            <a:endParaRPr lang="en-US" altLang="zh-CN"/>
          </a:p>
        </p:txBody>
      </p:sp>
      <p:sp>
        <p:nvSpPr>
          <p:cNvPr id="13315" name="Rectangle 2"/>
          <p:cNvSpPr>
            <a:spLocks noGrp="1" noRot="1" noChangeAspect="1" noChangeArrowheads="1" noTextEdit="1"/>
          </p:cNvSpPr>
          <p:nvPr>
            <p:ph type="sldImg"/>
          </p:nvPr>
        </p:nvSpPr>
        <p:spPr>
          <a:xfrm>
            <a:off x="381000" y="685800"/>
            <a:ext cx="6096000" cy="3429000"/>
          </a:xfrm>
          <a:ln/>
        </p:spPr>
      </p:sp>
      <p:sp>
        <p:nvSpPr>
          <p:cNvPr id="133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3257650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C015D4FF-C026-4D95-B109-A5965B31C9FE}" type="slidenum">
              <a:rPr lang="en-US" altLang="zh-CN" smtClean="0"/>
              <a:pPr>
                <a:spcBef>
                  <a:spcPct val="0"/>
                </a:spcBef>
              </a:pPr>
              <a:t>7</a:t>
            </a:fld>
            <a:endParaRPr lang="en-US" altLang="zh-CN"/>
          </a:p>
        </p:txBody>
      </p:sp>
      <p:sp>
        <p:nvSpPr>
          <p:cNvPr id="15363" name="Rectangle 2"/>
          <p:cNvSpPr>
            <a:spLocks noGrp="1" noRot="1" noChangeAspect="1" noChangeArrowheads="1" noTextEdit="1"/>
          </p:cNvSpPr>
          <p:nvPr>
            <p:ph type="sldImg"/>
          </p:nvPr>
        </p:nvSpPr>
        <p:spPr>
          <a:xfrm>
            <a:off x="381000" y="685800"/>
            <a:ext cx="6096000" cy="3429000"/>
          </a:xfrm>
          <a:ln/>
        </p:spPr>
      </p:sp>
      <p:sp>
        <p:nvSpPr>
          <p:cNvPr id="153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14649638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9A65B729-DC08-4A68-A24B-1F2DB6259CF9}" type="slidenum">
              <a:rPr lang="en-US" altLang="zh-CN" smtClean="0"/>
              <a:pPr>
                <a:spcBef>
                  <a:spcPct val="0"/>
                </a:spcBef>
              </a:pPr>
              <a:t>8</a:t>
            </a:fld>
            <a:endParaRPr lang="en-US" altLang="zh-CN"/>
          </a:p>
        </p:txBody>
      </p:sp>
      <p:sp>
        <p:nvSpPr>
          <p:cNvPr id="17411" name="Rectangle 2"/>
          <p:cNvSpPr>
            <a:spLocks noGrp="1" noRot="1" noChangeAspect="1" noChangeArrowheads="1" noTextEdit="1"/>
          </p:cNvSpPr>
          <p:nvPr>
            <p:ph type="sldImg"/>
          </p:nvPr>
        </p:nvSpPr>
        <p:spPr>
          <a:xfrm>
            <a:off x="381000" y="685800"/>
            <a:ext cx="6096000" cy="3429000"/>
          </a:xfrm>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13559369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8E2E2E94-306D-4581-98D0-136DFF804675}" type="slidenum">
              <a:rPr lang="en-US" altLang="zh-CN" smtClean="0"/>
              <a:pPr>
                <a:spcBef>
                  <a:spcPct val="0"/>
                </a:spcBef>
              </a:pPr>
              <a:t>9</a:t>
            </a:fld>
            <a:endParaRPr lang="en-US" altLang="zh-CN"/>
          </a:p>
        </p:txBody>
      </p:sp>
      <p:sp>
        <p:nvSpPr>
          <p:cNvPr id="19459" name="Rectangle 2"/>
          <p:cNvSpPr>
            <a:spLocks noGrp="1" noRot="1" noChangeAspect="1" noChangeArrowheads="1" noTextEdit="1"/>
          </p:cNvSpPr>
          <p:nvPr>
            <p:ph type="sldImg"/>
          </p:nvPr>
        </p:nvSpPr>
        <p:spPr>
          <a:xfrm>
            <a:off x="381000" y="685800"/>
            <a:ext cx="6096000" cy="3429000"/>
          </a:xfrm>
          <a:ln/>
        </p:spPr>
      </p:sp>
      <p:sp>
        <p:nvSpPr>
          <p:cNvPr id="19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38107730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640C5E5-DDE1-4DC7-BFBC-B2F145E51948}" type="slidenum">
              <a:rPr lang="en-US" altLang="zh-CN" smtClean="0"/>
              <a:pPr>
                <a:spcBef>
                  <a:spcPct val="0"/>
                </a:spcBef>
              </a:pPr>
              <a:t>10</a:t>
            </a:fld>
            <a:endParaRPr lang="en-US" altLang="zh-CN"/>
          </a:p>
        </p:txBody>
      </p:sp>
      <p:sp>
        <p:nvSpPr>
          <p:cNvPr id="21507" name="Rectangle 2"/>
          <p:cNvSpPr>
            <a:spLocks noGrp="1" noRot="1" noChangeAspect="1" noChangeArrowheads="1" noTextEdit="1"/>
          </p:cNvSpPr>
          <p:nvPr>
            <p:ph type="sldImg"/>
          </p:nvPr>
        </p:nvSpPr>
        <p:spPr>
          <a:xfrm>
            <a:off x="381000" y="685800"/>
            <a:ext cx="6096000" cy="3429000"/>
          </a:xfrm>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25440051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74719650-07A6-400E-A90A-AA8300A74E76}" type="slidenum">
              <a:rPr lang="en-US" altLang="zh-CN" smtClean="0"/>
              <a:pPr>
                <a:spcBef>
                  <a:spcPct val="0"/>
                </a:spcBef>
              </a:pPr>
              <a:t>11</a:t>
            </a:fld>
            <a:endParaRPr lang="en-US" altLang="zh-CN"/>
          </a:p>
        </p:txBody>
      </p:sp>
      <p:sp>
        <p:nvSpPr>
          <p:cNvPr id="23555" name="Rectangle 2"/>
          <p:cNvSpPr>
            <a:spLocks noGrp="1" noRot="1" noChangeAspect="1" noChangeArrowheads="1" noTextEdit="1"/>
          </p:cNvSpPr>
          <p:nvPr>
            <p:ph type="sldImg"/>
          </p:nvPr>
        </p:nvSpPr>
        <p:spPr>
          <a:xfrm>
            <a:off x="381000" y="685800"/>
            <a:ext cx="6096000" cy="3429000"/>
          </a:xfrm>
          <a:ln/>
        </p:spPr>
      </p:sp>
      <p:sp>
        <p:nvSpPr>
          <p:cNvPr id="235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25148975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EE6EBDBC-CB37-47DE-8B06-57D614AEBDD3}" type="slidenum">
              <a:rPr lang="en-US" altLang="zh-CN" smtClean="0"/>
              <a:pPr>
                <a:spcBef>
                  <a:spcPct val="0"/>
                </a:spcBef>
              </a:pPr>
              <a:t>12</a:t>
            </a:fld>
            <a:endParaRPr lang="en-US" altLang="zh-CN"/>
          </a:p>
        </p:txBody>
      </p:sp>
      <p:sp>
        <p:nvSpPr>
          <p:cNvPr id="25603" name="Rectangle 2"/>
          <p:cNvSpPr>
            <a:spLocks noGrp="1" noRot="1" noChangeAspect="1" noChangeArrowheads="1" noTextEdit="1"/>
          </p:cNvSpPr>
          <p:nvPr>
            <p:ph type="sldImg"/>
          </p:nvPr>
        </p:nvSpPr>
        <p:spPr>
          <a:xfrm>
            <a:off x="381000" y="685800"/>
            <a:ext cx="6096000" cy="3429000"/>
          </a:xfrm>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32069936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04F65272-9607-44A1-9BD8-2C9EBFD6E01E}" type="slidenum">
              <a:rPr lang="en-US" altLang="zh-CN" smtClean="0"/>
              <a:pPr>
                <a:spcBef>
                  <a:spcPct val="0"/>
                </a:spcBef>
              </a:pPr>
              <a:t>13</a:t>
            </a:fld>
            <a:endParaRPr lang="en-US" altLang="zh-CN"/>
          </a:p>
        </p:txBody>
      </p:sp>
      <p:sp>
        <p:nvSpPr>
          <p:cNvPr id="27651" name="Rectangle 2"/>
          <p:cNvSpPr>
            <a:spLocks noGrp="1" noRot="1" noChangeAspect="1" noChangeArrowheads="1" noTextEdit="1"/>
          </p:cNvSpPr>
          <p:nvPr>
            <p:ph type="sldImg"/>
          </p:nvPr>
        </p:nvSpPr>
        <p:spPr>
          <a:xfrm>
            <a:off x="381000" y="685800"/>
            <a:ext cx="6096000" cy="3429000"/>
          </a:xfrm>
          <a:ln/>
        </p:spPr>
      </p:sp>
      <p:sp>
        <p:nvSpPr>
          <p:cNvPr id="276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26265812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6B3FB043-7B27-4005-9550-77D10AD07500}" type="slidenum">
              <a:rPr lang="en-US" altLang="zh-CN" smtClean="0"/>
              <a:pPr>
                <a:spcBef>
                  <a:spcPct val="0"/>
                </a:spcBef>
              </a:pPr>
              <a:t>14</a:t>
            </a:fld>
            <a:endParaRPr lang="en-US" altLang="zh-CN"/>
          </a:p>
        </p:txBody>
      </p:sp>
      <p:sp>
        <p:nvSpPr>
          <p:cNvPr id="29699" name="Rectangle 2"/>
          <p:cNvSpPr>
            <a:spLocks noGrp="1" noRot="1" noChangeAspect="1" noChangeArrowheads="1" noTextEdit="1"/>
          </p:cNvSpPr>
          <p:nvPr>
            <p:ph type="sldImg"/>
          </p:nvPr>
        </p:nvSpPr>
        <p:spPr>
          <a:xfrm>
            <a:off x="381000" y="685800"/>
            <a:ext cx="6096000" cy="3429000"/>
          </a:xfrm>
          <a:ln/>
        </p:spPr>
      </p:sp>
      <p:sp>
        <p:nvSpPr>
          <p:cNvPr id="297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25285696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DE478449-A018-4E70-82F7-CC886F52A2B4}" type="slidenum">
              <a:rPr lang="en-US" altLang="zh-CN" smtClean="0"/>
              <a:pPr>
                <a:spcBef>
                  <a:spcPct val="0"/>
                </a:spcBef>
              </a:pPr>
              <a:t>15</a:t>
            </a:fld>
            <a:endParaRPr lang="en-US" altLang="zh-CN"/>
          </a:p>
        </p:txBody>
      </p:sp>
      <p:sp>
        <p:nvSpPr>
          <p:cNvPr id="31747" name="Rectangle 2"/>
          <p:cNvSpPr>
            <a:spLocks noGrp="1" noRot="1" noChangeAspect="1" noChangeArrowheads="1" noTextEdit="1"/>
          </p:cNvSpPr>
          <p:nvPr>
            <p:ph type="sldImg"/>
          </p:nvPr>
        </p:nvSpPr>
        <p:spPr>
          <a:xfrm>
            <a:off x="381000" y="685800"/>
            <a:ext cx="6096000" cy="3429000"/>
          </a:xfrm>
          <a:ln/>
        </p:spPr>
      </p:sp>
      <p:sp>
        <p:nvSpPr>
          <p:cNvPr id="317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11173151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F1352480-4A7A-49C1-8F1D-C857282E3A70}" type="slidenum">
              <a:rPr lang="en-US" altLang="zh-CN" smtClean="0"/>
              <a:pPr>
                <a:spcBef>
                  <a:spcPct val="0"/>
                </a:spcBef>
              </a:pPr>
              <a:t>16</a:t>
            </a:fld>
            <a:endParaRPr lang="en-US" altLang="zh-CN"/>
          </a:p>
        </p:txBody>
      </p:sp>
      <p:sp>
        <p:nvSpPr>
          <p:cNvPr id="33795" name="Rectangle 2"/>
          <p:cNvSpPr>
            <a:spLocks noGrp="1" noRot="1" noChangeAspect="1" noChangeArrowheads="1" noTextEdit="1"/>
          </p:cNvSpPr>
          <p:nvPr>
            <p:ph type="sldImg"/>
          </p:nvPr>
        </p:nvSpPr>
        <p:spPr>
          <a:xfrm>
            <a:off x="381000" y="685800"/>
            <a:ext cx="6096000" cy="3429000"/>
          </a:xfrm>
          <a:ln/>
        </p:spPr>
      </p:sp>
      <p:sp>
        <p:nvSpPr>
          <p:cNvPr id="337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29188369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A8E82021-277B-4AAC-B71D-06217FBDDFFA}" type="slidenum">
              <a:rPr lang="en-US" altLang="zh-CN" smtClean="0"/>
              <a:pPr>
                <a:spcBef>
                  <a:spcPct val="0"/>
                </a:spcBef>
              </a:pPr>
              <a:t>17</a:t>
            </a:fld>
            <a:endParaRPr lang="en-US" altLang="zh-CN"/>
          </a:p>
        </p:txBody>
      </p:sp>
      <p:sp>
        <p:nvSpPr>
          <p:cNvPr id="35843" name="Rectangle 2"/>
          <p:cNvSpPr>
            <a:spLocks noGrp="1" noRot="1" noChangeAspect="1" noChangeArrowheads="1" noTextEdit="1"/>
          </p:cNvSpPr>
          <p:nvPr>
            <p:ph type="sldImg"/>
          </p:nvPr>
        </p:nvSpPr>
        <p:spPr>
          <a:xfrm>
            <a:off x="381000" y="685800"/>
            <a:ext cx="6096000" cy="3429000"/>
          </a:xfrm>
          <a:ln/>
        </p:spPr>
      </p:sp>
      <p:sp>
        <p:nvSpPr>
          <p:cNvPr id="358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6069969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9741ACE6-C4C0-4EE4-88BD-B8C8214FE1F0}" type="slidenum">
              <a:rPr lang="en-US" altLang="zh-CN" smtClean="0"/>
              <a:pPr>
                <a:spcBef>
                  <a:spcPct val="0"/>
                </a:spcBef>
              </a:pPr>
              <a:t>18</a:t>
            </a:fld>
            <a:endParaRPr lang="en-US" altLang="zh-CN"/>
          </a:p>
        </p:txBody>
      </p:sp>
      <p:sp>
        <p:nvSpPr>
          <p:cNvPr id="37891" name="Rectangle 2"/>
          <p:cNvSpPr>
            <a:spLocks noGrp="1" noRot="1" noChangeAspect="1" noChangeArrowheads="1" noTextEdit="1"/>
          </p:cNvSpPr>
          <p:nvPr>
            <p:ph type="sldImg"/>
          </p:nvPr>
        </p:nvSpPr>
        <p:spPr>
          <a:xfrm>
            <a:off x="381000" y="685800"/>
            <a:ext cx="6096000" cy="3429000"/>
          </a:xfrm>
          <a:ln/>
        </p:spPr>
      </p:sp>
      <p:sp>
        <p:nvSpPr>
          <p:cNvPr id="378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40486903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415BC2B8-7A89-40EE-B91B-A877F7B46346}" type="slidenum">
              <a:rPr lang="en-US" altLang="zh-CN" smtClean="0"/>
              <a:pPr>
                <a:spcBef>
                  <a:spcPct val="0"/>
                </a:spcBef>
              </a:pPr>
              <a:t>20</a:t>
            </a:fld>
            <a:endParaRPr lang="en-US" altLang="zh-CN"/>
          </a:p>
        </p:txBody>
      </p:sp>
      <p:sp>
        <p:nvSpPr>
          <p:cNvPr id="40963" name="Rectangle 2"/>
          <p:cNvSpPr>
            <a:spLocks noGrp="1" noRot="1" noChangeAspect="1" noChangeArrowheads="1" noTextEdit="1"/>
          </p:cNvSpPr>
          <p:nvPr>
            <p:ph type="sldImg"/>
          </p:nvPr>
        </p:nvSpPr>
        <p:spPr>
          <a:xfrm>
            <a:off x="381000" y="685800"/>
            <a:ext cx="6096000" cy="3429000"/>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36418975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696276C0-DF83-4D53-8651-CF10BDE0F285}" type="slidenum">
              <a:rPr lang="en-US" altLang="zh-CN" smtClean="0"/>
              <a:pPr>
                <a:spcBef>
                  <a:spcPct val="0"/>
                </a:spcBef>
              </a:pPr>
              <a:t>21</a:t>
            </a:fld>
            <a:endParaRPr lang="en-US" altLang="zh-CN"/>
          </a:p>
        </p:txBody>
      </p:sp>
      <p:sp>
        <p:nvSpPr>
          <p:cNvPr id="43011" name="Rectangle 2"/>
          <p:cNvSpPr>
            <a:spLocks noGrp="1" noRot="1" noChangeAspect="1" noChangeArrowheads="1" noTextEdit="1"/>
          </p:cNvSpPr>
          <p:nvPr>
            <p:ph type="sldImg"/>
          </p:nvPr>
        </p:nvSpPr>
        <p:spPr>
          <a:xfrm>
            <a:off x="381000" y="685800"/>
            <a:ext cx="6096000" cy="3429000"/>
          </a:xfrm>
          <a:ln/>
        </p:spPr>
      </p:sp>
      <p:sp>
        <p:nvSpPr>
          <p:cNvPr id="430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3312010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B54FED25-FE8C-46A6-B5B5-4DEF0A01787F}" type="slidenum">
              <a:rPr lang="en-US" altLang="zh-CN" smtClean="0"/>
              <a:pPr>
                <a:spcBef>
                  <a:spcPct val="0"/>
                </a:spcBef>
              </a:pPr>
              <a:t>22</a:t>
            </a:fld>
            <a:endParaRPr lang="en-US" altLang="zh-CN"/>
          </a:p>
        </p:txBody>
      </p:sp>
      <p:sp>
        <p:nvSpPr>
          <p:cNvPr id="45059" name="Rectangle 2"/>
          <p:cNvSpPr>
            <a:spLocks noGrp="1" noRot="1" noChangeAspect="1" noChangeArrowheads="1" noTextEdit="1"/>
          </p:cNvSpPr>
          <p:nvPr>
            <p:ph type="sldImg"/>
          </p:nvPr>
        </p:nvSpPr>
        <p:spPr>
          <a:xfrm>
            <a:off x="381000" y="685800"/>
            <a:ext cx="6096000" cy="3429000"/>
          </a:xfrm>
          <a:ln/>
        </p:spPr>
      </p:sp>
      <p:sp>
        <p:nvSpPr>
          <p:cNvPr id="450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33557843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1B9F4AB0-F533-440F-BACD-361E952D97AB}" type="slidenum">
              <a:rPr lang="en-US" altLang="zh-CN" smtClean="0"/>
              <a:pPr>
                <a:spcBef>
                  <a:spcPct val="0"/>
                </a:spcBef>
              </a:pPr>
              <a:t>23</a:t>
            </a:fld>
            <a:endParaRPr lang="en-US" altLang="zh-CN"/>
          </a:p>
        </p:txBody>
      </p:sp>
      <p:sp>
        <p:nvSpPr>
          <p:cNvPr id="47107" name="Rectangle 2"/>
          <p:cNvSpPr>
            <a:spLocks noGrp="1" noRot="1" noChangeAspect="1" noChangeArrowheads="1" noTextEdit="1"/>
          </p:cNvSpPr>
          <p:nvPr>
            <p:ph type="sldImg"/>
          </p:nvPr>
        </p:nvSpPr>
        <p:spPr>
          <a:xfrm>
            <a:off x="381000" y="685800"/>
            <a:ext cx="6096000" cy="3429000"/>
          </a:xfrm>
          <a:ln/>
        </p:spPr>
      </p:sp>
      <p:sp>
        <p:nvSpPr>
          <p:cNvPr id="471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32941722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77E0ED03-A9B9-44C7-AA83-2DA9038183AE}" type="slidenum">
              <a:rPr lang="en-US" altLang="zh-CN" smtClean="0"/>
              <a:pPr>
                <a:spcBef>
                  <a:spcPct val="0"/>
                </a:spcBef>
              </a:pPr>
              <a:t>24</a:t>
            </a:fld>
            <a:endParaRPr lang="en-US" altLang="zh-CN"/>
          </a:p>
        </p:txBody>
      </p:sp>
      <p:sp>
        <p:nvSpPr>
          <p:cNvPr id="49155" name="Rectangle 2"/>
          <p:cNvSpPr>
            <a:spLocks noGrp="1" noRot="1" noChangeAspect="1" noChangeArrowheads="1" noTextEdit="1"/>
          </p:cNvSpPr>
          <p:nvPr>
            <p:ph type="sldImg"/>
          </p:nvPr>
        </p:nvSpPr>
        <p:spPr>
          <a:xfrm>
            <a:off x="381000" y="685800"/>
            <a:ext cx="6096000" cy="3429000"/>
          </a:xfrm>
          <a:ln/>
        </p:spPr>
      </p:sp>
      <p:sp>
        <p:nvSpPr>
          <p:cNvPr id="491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33155774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050E47E2-C48D-4371-B97A-486D136651AA}" type="slidenum">
              <a:rPr lang="en-US" altLang="zh-CN" smtClean="0"/>
              <a:pPr>
                <a:spcBef>
                  <a:spcPct val="0"/>
                </a:spcBef>
              </a:pPr>
              <a:t>25</a:t>
            </a:fld>
            <a:endParaRPr lang="en-US" altLang="zh-CN"/>
          </a:p>
        </p:txBody>
      </p:sp>
      <p:sp>
        <p:nvSpPr>
          <p:cNvPr id="51203" name="Rectangle 2"/>
          <p:cNvSpPr>
            <a:spLocks noGrp="1" noRot="1" noChangeAspect="1" noChangeArrowheads="1" noTextEdit="1"/>
          </p:cNvSpPr>
          <p:nvPr>
            <p:ph type="sldImg"/>
          </p:nvPr>
        </p:nvSpPr>
        <p:spPr>
          <a:xfrm>
            <a:off x="381000" y="685800"/>
            <a:ext cx="6096000" cy="3429000"/>
          </a:xfrm>
          <a:ln/>
        </p:spPr>
      </p:sp>
      <p:sp>
        <p:nvSpPr>
          <p:cNvPr id="51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28653400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0F9BA6A0-8A08-4DA0-A8D0-5A84E87F7772}" type="slidenum">
              <a:rPr lang="en-US" altLang="zh-CN" smtClean="0"/>
              <a:pPr>
                <a:spcBef>
                  <a:spcPct val="0"/>
                </a:spcBef>
              </a:pPr>
              <a:t>26</a:t>
            </a:fld>
            <a:endParaRPr lang="en-US" altLang="zh-CN"/>
          </a:p>
        </p:txBody>
      </p:sp>
      <p:sp>
        <p:nvSpPr>
          <p:cNvPr id="53251" name="Rectangle 2"/>
          <p:cNvSpPr>
            <a:spLocks noGrp="1" noRot="1" noChangeAspect="1" noChangeArrowheads="1" noTextEdit="1"/>
          </p:cNvSpPr>
          <p:nvPr>
            <p:ph type="sldImg"/>
          </p:nvPr>
        </p:nvSpPr>
        <p:spPr>
          <a:xfrm>
            <a:off x="381000" y="685800"/>
            <a:ext cx="6096000" cy="3429000"/>
          </a:xfrm>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8682315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EFFF2C3B-B988-4208-A5A9-0943E39BBB10}" type="slidenum">
              <a:rPr lang="en-US" altLang="zh-CN" smtClean="0"/>
              <a:pPr>
                <a:spcBef>
                  <a:spcPct val="0"/>
                </a:spcBef>
              </a:pPr>
              <a:t>27</a:t>
            </a:fld>
            <a:endParaRPr lang="en-US" altLang="zh-CN"/>
          </a:p>
        </p:txBody>
      </p:sp>
      <p:sp>
        <p:nvSpPr>
          <p:cNvPr id="55299" name="Rectangle 2"/>
          <p:cNvSpPr>
            <a:spLocks noGrp="1" noRot="1" noChangeAspect="1" noChangeArrowheads="1" noTextEdit="1"/>
          </p:cNvSpPr>
          <p:nvPr>
            <p:ph type="sldImg"/>
          </p:nvPr>
        </p:nvSpPr>
        <p:spPr>
          <a:xfrm>
            <a:off x="381000" y="685800"/>
            <a:ext cx="6096000" cy="3429000"/>
          </a:xfrm>
          <a:ln/>
        </p:spPr>
      </p:sp>
      <p:sp>
        <p:nvSpPr>
          <p:cNvPr id="553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8120276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726BD24-D1EC-4C8D-87C2-9FBD5043D718}" type="slidenum">
              <a:rPr lang="en-US" altLang="zh-CN" smtClean="0"/>
              <a:pPr>
                <a:spcBef>
                  <a:spcPct val="0"/>
                </a:spcBef>
              </a:pPr>
              <a:t>28</a:t>
            </a:fld>
            <a:endParaRPr lang="en-US" altLang="zh-CN"/>
          </a:p>
        </p:txBody>
      </p:sp>
      <p:sp>
        <p:nvSpPr>
          <p:cNvPr id="57347" name="Rectangle 2"/>
          <p:cNvSpPr>
            <a:spLocks noGrp="1" noRot="1" noChangeAspect="1" noChangeArrowheads="1" noTextEdit="1"/>
          </p:cNvSpPr>
          <p:nvPr>
            <p:ph type="sldImg"/>
          </p:nvPr>
        </p:nvSpPr>
        <p:spPr>
          <a:xfrm>
            <a:off x="381000" y="685800"/>
            <a:ext cx="6096000" cy="3429000"/>
          </a:xfrm>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28203949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63B7FDDA-5AC9-48B1-BE3B-E7881F925B89}" type="slidenum">
              <a:rPr lang="en-US" altLang="zh-CN" smtClean="0"/>
              <a:pPr>
                <a:spcBef>
                  <a:spcPct val="0"/>
                </a:spcBef>
              </a:pPr>
              <a:t>29</a:t>
            </a:fld>
            <a:endParaRPr lang="en-US" altLang="zh-CN"/>
          </a:p>
        </p:txBody>
      </p:sp>
      <p:sp>
        <p:nvSpPr>
          <p:cNvPr id="59395" name="Rectangle 2"/>
          <p:cNvSpPr>
            <a:spLocks noGrp="1" noRot="1" noChangeAspect="1" noChangeArrowheads="1" noTextEdit="1"/>
          </p:cNvSpPr>
          <p:nvPr>
            <p:ph type="sldImg"/>
          </p:nvPr>
        </p:nvSpPr>
        <p:spPr>
          <a:xfrm>
            <a:off x="381000" y="685800"/>
            <a:ext cx="6096000" cy="3429000"/>
          </a:xfrm>
          <a:ln/>
        </p:spPr>
      </p:sp>
      <p:sp>
        <p:nvSpPr>
          <p:cNvPr id="593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13078625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F02EDBC2-BD21-41C5-9006-86E8D7A99491}" type="slidenum">
              <a:rPr lang="en-US" altLang="zh-CN" smtClean="0"/>
              <a:pPr>
                <a:spcBef>
                  <a:spcPct val="0"/>
                </a:spcBef>
              </a:pPr>
              <a:t>30</a:t>
            </a:fld>
            <a:endParaRPr lang="en-US" altLang="zh-CN"/>
          </a:p>
        </p:txBody>
      </p:sp>
      <p:sp>
        <p:nvSpPr>
          <p:cNvPr id="61443" name="Rectangle 2"/>
          <p:cNvSpPr>
            <a:spLocks noGrp="1" noRot="1" noChangeAspect="1" noChangeArrowheads="1" noTextEdit="1"/>
          </p:cNvSpPr>
          <p:nvPr>
            <p:ph type="sldImg"/>
          </p:nvPr>
        </p:nvSpPr>
        <p:spPr>
          <a:xfrm>
            <a:off x="381000" y="685800"/>
            <a:ext cx="6096000" cy="3429000"/>
          </a:xfrm>
          <a:ln/>
        </p:spPr>
      </p:sp>
      <p:sp>
        <p:nvSpPr>
          <p:cNvPr id="61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27275865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D58CC52B-CF40-46F7-90E8-BA062699FF0E}" type="slidenum">
              <a:rPr lang="en-US" altLang="zh-CN" smtClean="0"/>
              <a:pPr>
                <a:spcBef>
                  <a:spcPct val="0"/>
                </a:spcBef>
              </a:pPr>
              <a:t>31</a:t>
            </a:fld>
            <a:endParaRPr lang="en-US" altLang="zh-CN"/>
          </a:p>
        </p:txBody>
      </p:sp>
      <p:sp>
        <p:nvSpPr>
          <p:cNvPr id="63491" name="Rectangle 2"/>
          <p:cNvSpPr>
            <a:spLocks noGrp="1" noRot="1" noChangeAspect="1" noChangeArrowheads="1" noTextEdit="1"/>
          </p:cNvSpPr>
          <p:nvPr>
            <p:ph type="sldImg"/>
          </p:nvPr>
        </p:nvSpPr>
        <p:spPr>
          <a:xfrm>
            <a:off x="381000" y="685800"/>
            <a:ext cx="6096000" cy="3429000"/>
          </a:xfrm>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14143903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733178B1-7906-4BDD-B722-E2A0CF7230FB}" type="slidenum">
              <a:rPr lang="en-US" altLang="zh-CN" smtClean="0"/>
              <a:pPr>
                <a:spcBef>
                  <a:spcPct val="0"/>
                </a:spcBef>
              </a:pPr>
              <a:t>32</a:t>
            </a:fld>
            <a:endParaRPr lang="en-US" altLang="zh-CN"/>
          </a:p>
        </p:txBody>
      </p:sp>
      <p:sp>
        <p:nvSpPr>
          <p:cNvPr id="65539" name="Rectangle 2"/>
          <p:cNvSpPr>
            <a:spLocks noGrp="1" noRot="1" noChangeAspect="1" noChangeArrowheads="1" noTextEdit="1"/>
          </p:cNvSpPr>
          <p:nvPr>
            <p:ph type="sldImg"/>
          </p:nvPr>
        </p:nvSpPr>
        <p:spPr>
          <a:xfrm>
            <a:off x="381000" y="685800"/>
            <a:ext cx="6096000" cy="3429000"/>
          </a:xfrm>
          <a:ln/>
        </p:spPr>
      </p:sp>
      <p:sp>
        <p:nvSpPr>
          <p:cNvPr id="655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91945398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E02B5694-9A1E-46F3-9149-9492FD5AA844}" type="slidenum">
              <a:rPr lang="en-US" altLang="zh-CN" smtClean="0"/>
              <a:pPr>
                <a:spcBef>
                  <a:spcPct val="0"/>
                </a:spcBef>
              </a:pPr>
              <a:t>33</a:t>
            </a:fld>
            <a:endParaRPr lang="en-US" altLang="zh-CN"/>
          </a:p>
        </p:txBody>
      </p:sp>
      <p:sp>
        <p:nvSpPr>
          <p:cNvPr id="67587" name="Rectangle 2"/>
          <p:cNvSpPr>
            <a:spLocks noGrp="1" noRot="1" noChangeAspect="1" noChangeArrowheads="1" noTextEdit="1"/>
          </p:cNvSpPr>
          <p:nvPr>
            <p:ph type="sldImg"/>
          </p:nvPr>
        </p:nvSpPr>
        <p:spPr>
          <a:xfrm>
            <a:off x="381000" y="685800"/>
            <a:ext cx="6096000" cy="3429000"/>
          </a:xfrm>
          <a:ln/>
        </p:spPr>
      </p:sp>
      <p:sp>
        <p:nvSpPr>
          <p:cNvPr id="675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263197136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AE49B492-7B7F-4781-9E7F-42119D787BB5}" type="slidenum">
              <a:rPr lang="en-US" altLang="zh-CN" smtClean="0"/>
              <a:pPr>
                <a:spcBef>
                  <a:spcPct val="0"/>
                </a:spcBef>
              </a:pPr>
              <a:t>34</a:t>
            </a:fld>
            <a:endParaRPr lang="en-US" altLang="zh-CN"/>
          </a:p>
        </p:txBody>
      </p:sp>
      <p:sp>
        <p:nvSpPr>
          <p:cNvPr id="69635" name="Rectangle 2"/>
          <p:cNvSpPr>
            <a:spLocks noGrp="1" noRot="1" noChangeAspect="1" noChangeArrowheads="1" noTextEdit="1"/>
          </p:cNvSpPr>
          <p:nvPr>
            <p:ph type="sldImg"/>
          </p:nvPr>
        </p:nvSpPr>
        <p:spPr>
          <a:xfrm>
            <a:off x="381000" y="685800"/>
            <a:ext cx="6096000" cy="3429000"/>
          </a:xfrm>
          <a:ln/>
        </p:spPr>
      </p:sp>
      <p:sp>
        <p:nvSpPr>
          <p:cNvPr id="696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295476610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09971D70-8325-4912-8B38-7C086F54CCFD}" type="slidenum">
              <a:rPr lang="en-US" altLang="zh-CN" smtClean="0"/>
              <a:pPr>
                <a:spcBef>
                  <a:spcPct val="0"/>
                </a:spcBef>
              </a:pPr>
              <a:t>35</a:t>
            </a:fld>
            <a:endParaRPr lang="en-US" altLang="zh-CN"/>
          </a:p>
        </p:txBody>
      </p:sp>
      <p:sp>
        <p:nvSpPr>
          <p:cNvPr id="71683" name="Rectangle 2"/>
          <p:cNvSpPr>
            <a:spLocks noGrp="1" noRot="1" noChangeAspect="1" noChangeArrowheads="1" noTextEdit="1"/>
          </p:cNvSpPr>
          <p:nvPr>
            <p:ph type="sldImg"/>
          </p:nvPr>
        </p:nvSpPr>
        <p:spPr>
          <a:xfrm>
            <a:off x="381000" y="685800"/>
            <a:ext cx="6096000" cy="3429000"/>
          </a:xfrm>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242070474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140D4D6-4B40-4A8A-B92A-C8D92469E0AB}" type="slidenum">
              <a:rPr lang="en-US" altLang="zh-CN" smtClean="0"/>
              <a:pPr>
                <a:spcBef>
                  <a:spcPct val="0"/>
                </a:spcBef>
              </a:pPr>
              <a:t>36</a:t>
            </a:fld>
            <a:endParaRPr lang="en-US" altLang="zh-CN"/>
          </a:p>
        </p:txBody>
      </p:sp>
      <p:sp>
        <p:nvSpPr>
          <p:cNvPr id="73731" name="Rectangle 2"/>
          <p:cNvSpPr>
            <a:spLocks noGrp="1" noRot="1" noChangeAspect="1" noChangeArrowheads="1" noTextEdit="1"/>
          </p:cNvSpPr>
          <p:nvPr>
            <p:ph type="sldImg"/>
          </p:nvPr>
        </p:nvSpPr>
        <p:spPr>
          <a:xfrm>
            <a:off x="381000" y="685800"/>
            <a:ext cx="6096000" cy="3429000"/>
          </a:xfrm>
          <a:ln/>
        </p:spPr>
      </p:sp>
      <p:sp>
        <p:nvSpPr>
          <p:cNvPr id="73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409765159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AB8EC34F-FA58-4C16-90ED-4905F2D51176}" type="slidenum">
              <a:rPr lang="en-US" altLang="zh-CN" smtClean="0"/>
              <a:pPr>
                <a:spcBef>
                  <a:spcPct val="0"/>
                </a:spcBef>
              </a:pPr>
              <a:t>37</a:t>
            </a:fld>
            <a:endParaRPr lang="en-US" altLang="zh-CN"/>
          </a:p>
        </p:txBody>
      </p:sp>
      <p:sp>
        <p:nvSpPr>
          <p:cNvPr id="75779" name="Rectangle 2"/>
          <p:cNvSpPr>
            <a:spLocks noGrp="1" noRot="1" noChangeAspect="1" noChangeArrowheads="1" noTextEdit="1"/>
          </p:cNvSpPr>
          <p:nvPr>
            <p:ph type="sldImg"/>
          </p:nvPr>
        </p:nvSpPr>
        <p:spPr>
          <a:xfrm>
            <a:off x="381000" y="685800"/>
            <a:ext cx="6096000" cy="3429000"/>
          </a:xfrm>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222095351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DB2990D9-15BF-4983-8E93-E1B3BFBC09C8}" type="slidenum">
              <a:rPr lang="en-US" altLang="zh-CN" smtClean="0"/>
              <a:pPr>
                <a:spcBef>
                  <a:spcPct val="0"/>
                </a:spcBef>
              </a:pPr>
              <a:t>38</a:t>
            </a:fld>
            <a:endParaRPr lang="en-US" altLang="zh-CN"/>
          </a:p>
        </p:txBody>
      </p:sp>
      <p:sp>
        <p:nvSpPr>
          <p:cNvPr id="77827" name="Rectangle 2"/>
          <p:cNvSpPr>
            <a:spLocks noGrp="1" noRot="1" noChangeAspect="1" noChangeArrowheads="1" noTextEdit="1"/>
          </p:cNvSpPr>
          <p:nvPr>
            <p:ph type="sldImg"/>
          </p:nvPr>
        </p:nvSpPr>
        <p:spPr>
          <a:xfrm>
            <a:off x="381000" y="685800"/>
            <a:ext cx="6096000" cy="3429000"/>
          </a:xfrm>
          <a:ln/>
        </p:spPr>
      </p:sp>
      <p:sp>
        <p:nvSpPr>
          <p:cNvPr id="778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98853126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FC43617D-1D9B-4C46-93A2-496FCDD89A95}" type="slidenum">
              <a:rPr lang="en-US" altLang="zh-CN" smtClean="0"/>
              <a:pPr>
                <a:spcBef>
                  <a:spcPct val="0"/>
                </a:spcBef>
              </a:pPr>
              <a:t>39</a:t>
            </a:fld>
            <a:endParaRPr lang="en-US" altLang="zh-CN"/>
          </a:p>
        </p:txBody>
      </p:sp>
      <p:sp>
        <p:nvSpPr>
          <p:cNvPr id="79875" name="Rectangle 2"/>
          <p:cNvSpPr>
            <a:spLocks noGrp="1" noRot="1" noChangeAspect="1" noChangeArrowheads="1" noTextEdit="1"/>
          </p:cNvSpPr>
          <p:nvPr>
            <p:ph type="sldImg"/>
          </p:nvPr>
        </p:nvSpPr>
        <p:spPr>
          <a:xfrm>
            <a:off x="381000" y="685800"/>
            <a:ext cx="6096000" cy="3429000"/>
          </a:xfrm>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294653568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BF92F6E8-7E6F-418D-827A-09305E2D90C2}" type="slidenum">
              <a:rPr lang="en-US" altLang="zh-CN" smtClean="0"/>
              <a:pPr>
                <a:spcBef>
                  <a:spcPct val="0"/>
                </a:spcBef>
              </a:pPr>
              <a:t>40</a:t>
            </a:fld>
            <a:endParaRPr lang="en-US" altLang="zh-CN"/>
          </a:p>
        </p:txBody>
      </p:sp>
      <p:sp>
        <p:nvSpPr>
          <p:cNvPr id="81923" name="Rectangle 2"/>
          <p:cNvSpPr>
            <a:spLocks noGrp="1" noRot="1" noChangeAspect="1" noChangeArrowheads="1" noTextEdit="1"/>
          </p:cNvSpPr>
          <p:nvPr>
            <p:ph type="sldImg"/>
          </p:nvPr>
        </p:nvSpPr>
        <p:spPr>
          <a:xfrm>
            <a:off x="381000" y="685800"/>
            <a:ext cx="6096000" cy="3429000"/>
          </a:xfrm>
          <a:ln/>
        </p:spPr>
      </p:sp>
      <p:sp>
        <p:nvSpPr>
          <p:cNvPr id="819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240819420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4D792F59-30B7-4490-9F4F-792525710531}" type="slidenum">
              <a:rPr lang="en-US" altLang="zh-CN" smtClean="0"/>
              <a:pPr>
                <a:spcBef>
                  <a:spcPct val="0"/>
                </a:spcBef>
              </a:pPr>
              <a:t>41</a:t>
            </a:fld>
            <a:endParaRPr lang="en-US" altLang="zh-CN"/>
          </a:p>
        </p:txBody>
      </p:sp>
      <p:sp>
        <p:nvSpPr>
          <p:cNvPr id="83971" name="Rectangle 2"/>
          <p:cNvSpPr>
            <a:spLocks noGrp="1" noRot="1" noChangeAspect="1" noChangeArrowheads="1" noTextEdit="1"/>
          </p:cNvSpPr>
          <p:nvPr>
            <p:ph type="sldImg"/>
          </p:nvPr>
        </p:nvSpPr>
        <p:spPr>
          <a:xfrm>
            <a:off x="381000" y="685800"/>
            <a:ext cx="6096000" cy="3429000"/>
          </a:xfrm>
          <a:ln/>
        </p:spPr>
      </p:sp>
      <p:sp>
        <p:nvSpPr>
          <p:cNvPr id="839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420358941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6330BFAE-3BB5-4E91-B878-FFDE2494F544}" type="slidenum">
              <a:rPr lang="en-US" altLang="zh-CN" smtClean="0"/>
              <a:pPr>
                <a:spcBef>
                  <a:spcPct val="0"/>
                </a:spcBef>
              </a:pPr>
              <a:t>42</a:t>
            </a:fld>
            <a:endParaRPr lang="en-US" altLang="zh-CN"/>
          </a:p>
        </p:txBody>
      </p:sp>
      <p:sp>
        <p:nvSpPr>
          <p:cNvPr id="86019" name="Rectangle 2"/>
          <p:cNvSpPr>
            <a:spLocks noGrp="1" noRot="1" noChangeAspect="1" noChangeArrowheads="1" noTextEdit="1"/>
          </p:cNvSpPr>
          <p:nvPr>
            <p:ph type="sldImg"/>
          </p:nvPr>
        </p:nvSpPr>
        <p:spPr>
          <a:xfrm>
            <a:off x="381000" y="685800"/>
            <a:ext cx="6096000" cy="3429000"/>
          </a:xfrm>
          <a:ln/>
        </p:spPr>
      </p:sp>
      <p:sp>
        <p:nvSpPr>
          <p:cNvPr id="860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88273115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7FDD84FB-A2A7-4BE0-8EE3-B233BCB96DD1}" type="slidenum">
              <a:rPr lang="en-US" altLang="zh-CN" smtClean="0"/>
              <a:pPr>
                <a:spcBef>
                  <a:spcPct val="0"/>
                </a:spcBef>
              </a:pPr>
              <a:t>43</a:t>
            </a:fld>
            <a:endParaRPr lang="en-US" altLang="zh-CN"/>
          </a:p>
        </p:txBody>
      </p:sp>
      <p:sp>
        <p:nvSpPr>
          <p:cNvPr id="88067" name="Rectangle 2"/>
          <p:cNvSpPr>
            <a:spLocks noGrp="1" noRot="1" noChangeAspect="1" noChangeArrowheads="1" noTextEdit="1"/>
          </p:cNvSpPr>
          <p:nvPr>
            <p:ph type="sldImg"/>
          </p:nvPr>
        </p:nvSpPr>
        <p:spPr>
          <a:xfrm>
            <a:off x="381000" y="685800"/>
            <a:ext cx="6096000" cy="3429000"/>
          </a:xfrm>
          <a:ln/>
        </p:spPr>
      </p:sp>
      <p:sp>
        <p:nvSpPr>
          <p:cNvPr id="880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380570988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64E24E98-8F9A-4DA1-A7ED-47CD55E18059}" type="slidenum">
              <a:rPr lang="en-US" altLang="zh-CN" smtClean="0"/>
              <a:pPr>
                <a:spcBef>
                  <a:spcPct val="0"/>
                </a:spcBef>
              </a:pPr>
              <a:t>44</a:t>
            </a:fld>
            <a:endParaRPr lang="en-US" altLang="zh-CN"/>
          </a:p>
        </p:txBody>
      </p:sp>
      <p:sp>
        <p:nvSpPr>
          <p:cNvPr id="90115" name="Rectangle 2"/>
          <p:cNvSpPr>
            <a:spLocks noGrp="1" noRot="1" noChangeAspect="1" noChangeArrowheads="1" noTextEdit="1"/>
          </p:cNvSpPr>
          <p:nvPr>
            <p:ph type="sldImg"/>
          </p:nvPr>
        </p:nvSpPr>
        <p:spPr>
          <a:xfrm>
            <a:off x="381000" y="685800"/>
            <a:ext cx="6096000" cy="3429000"/>
          </a:xfrm>
          <a:ln/>
        </p:spPr>
      </p:sp>
      <p:sp>
        <p:nvSpPr>
          <p:cNvPr id="901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17203671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A5B301D4-E415-45F8-BA93-EEF864AF8889}" type="slidenum">
              <a:rPr lang="en-US" altLang="zh-CN" smtClean="0"/>
              <a:pPr>
                <a:spcBef>
                  <a:spcPct val="0"/>
                </a:spcBef>
              </a:pPr>
              <a:t>45</a:t>
            </a:fld>
            <a:endParaRPr lang="en-US" altLang="zh-CN"/>
          </a:p>
        </p:txBody>
      </p:sp>
      <p:sp>
        <p:nvSpPr>
          <p:cNvPr id="92163" name="Rectangle 2"/>
          <p:cNvSpPr>
            <a:spLocks noGrp="1" noRot="1" noChangeAspect="1" noChangeArrowheads="1" noTextEdit="1"/>
          </p:cNvSpPr>
          <p:nvPr>
            <p:ph type="sldImg"/>
          </p:nvPr>
        </p:nvSpPr>
        <p:spPr>
          <a:xfrm>
            <a:off x="381000" y="685800"/>
            <a:ext cx="6096000" cy="3429000"/>
          </a:xfrm>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320325008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B457C847-8EA8-4C00-BF32-9722225F0E83}" type="slidenum">
              <a:rPr lang="en-US" altLang="zh-CN" smtClean="0"/>
              <a:pPr>
                <a:spcBef>
                  <a:spcPct val="0"/>
                </a:spcBef>
              </a:pPr>
              <a:t>46</a:t>
            </a:fld>
            <a:endParaRPr lang="en-US" altLang="zh-CN"/>
          </a:p>
        </p:txBody>
      </p:sp>
      <p:sp>
        <p:nvSpPr>
          <p:cNvPr id="94211" name="Rectangle 2"/>
          <p:cNvSpPr>
            <a:spLocks noGrp="1" noRot="1" noChangeAspect="1" noChangeArrowheads="1" noTextEdit="1"/>
          </p:cNvSpPr>
          <p:nvPr>
            <p:ph type="sldImg"/>
          </p:nvPr>
        </p:nvSpPr>
        <p:spPr>
          <a:xfrm>
            <a:off x="381000" y="685800"/>
            <a:ext cx="6096000" cy="3429000"/>
          </a:xfrm>
          <a:ln/>
        </p:spPr>
      </p:sp>
      <p:sp>
        <p:nvSpPr>
          <p:cNvPr id="942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286987878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B1B14ECB-BD26-4ED1-BD0B-35BD0C1416C5}" type="slidenum">
              <a:rPr lang="en-US" altLang="zh-CN" smtClean="0"/>
              <a:pPr>
                <a:spcBef>
                  <a:spcPct val="0"/>
                </a:spcBef>
              </a:pPr>
              <a:t>47</a:t>
            </a:fld>
            <a:endParaRPr lang="en-US" altLang="zh-CN"/>
          </a:p>
        </p:txBody>
      </p:sp>
      <p:sp>
        <p:nvSpPr>
          <p:cNvPr id="96259" name="Rectangle 2"/>
          <p:cNvSpPr>
            <a:spLocks noGrp="1" noRot="1" noChangeAspect="1" noChangeArrowheads="1" noTextEdit="1"/>
          </p:cNvSpPr>
          <p:nvPr>
            <p:ph type="sldImg"/>
          </p:nvPr>
        </p:nvSpPr>
        <p:spPr>
          <a:xfrm>
            <a:off x="381000" y="685800"/>
            <a:ext cx="6096000" cy="3429000"/>
          </a:xfrm>
          <a:ln/>
        </p:spPr>
      </p:sp>
      <p:sp>
        <p:nvSpPr>
          <p:cNvPr id="962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248437158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B0705826-CDA7-40E9-B9FF-1F00724F44CE}" type="slidenum">
              <a:rPr lang="en-US" altLang="zh-CN" smtClean="0"/>
              <a:pPr>
                <a:spcBef>
                  <a:spcPct val="0"/>
                </a:spcBef>
              </a:pPr>
              <a:t>48</a:t>
            </a:fld>
            <a:endParaRPr lang="en-US" altLang="zh-CN"/>
          </a:p>
        </p:txBody>
      </p:sp>
      <p:sp>
        <p:nvSpPr>
          <p:cNvPr id="98307" name="Rectangle 2"/>
          <p:cNvSpPr>
            <a:spLocks noGrp="1" noRot="1" noChangeAspect="1" noChangeArrowheads="1" noTextEdit="1"/>
          </p:cNvSpPr>
          <p:nvPr>
            <p:ph type="sldImg"/>
          </p:nvPr>
        </p:nvSpPr>
        <p:spPr>
          <a:xfrm>
            <a:off x="381000" y="685800"/>
            <a:ext cx="6096000" cy="3429000"/>
          </a:xfrm>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31548045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80E745F-A04A-4105-89F7-4C2ABB6CBEE8}" type="slidenum">
              <a:rPr lang="en-US" altLang="zh-CN" smtClean="0"/>
              <a:pPr>
                <a:spcBef>
                  <a:spcPct val="0"/>
                </a:spcBef>
              </a:pPr>
              <a:t>49</a:t>
            </a:fld>
            <a:endParaRPr lang="en-US" altLang="zh-CN"/>
          </a:p>
        </p:txBody>
      </p:sp>
      <p:sp>
        <p:nvSpPr>
          <p:cNvPr id="100355" name="Rectangle 2"/>
          <p:cNvSpPr>
            <a:spLocks noGrp="1" noRot="1" noChangeAspect="1" noChangeArrowheads="1" noTextEdit="1"/>
          </p:cNvSpPr>
          <p:nvPr>
            <p:ph type="sldImg"/>
          </p:nvPr>
        </p:nvSpPr>
        <p:spPr>
          <a:xfrm>
            <a:off x="381000" y="685800"/>
            <a:ext cx="6096000" cy="3429000"/>
          </a:xfrm>
          <a:ln/>
        </p:spPr>
      </p:sp>
      <p:sp>
        <p:nvSpPr>
          <p:cNvPr id="1003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33647392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591E592A-5DCA-4258-957C-8C505086A43B}" type="slidenum">
              <a:rPr lang="en-US" altLang="zh-CN" smtClean="0"/>
              <a:pPr>
                <a:spcBef>
                  <a:spcPct val="0"/>
                </a:spcBef>
              </a:pPr>
              <a:t>50</a:t>
            </a:fld>
            <a:endParaRPr lang="en-US" altLang="zh-CN"/>
          </a:p>
        </p:txBody>
      </p:sp>
      <p:sp>
        <p:nvSpPr>
          <p:cNvPr id="102403" name="Rectangle 2"/>
          <p:cNvSpPr>
            <a:spLocks noGrp="1" noRot="1" noChangeAspect="1" noChangeArrowheads="1" noTextEdit="1"/>
          </p:cNvSpPr>
          <p:nvPr>
            <p:ph type="sldImg"/>
          </p:nvPr>
        </p:nvSpPr>
        <p:spPr>
          <a:xfrm>
            <a:off x="381000" y="685800"/>
            <a:ext cx="6096000" cy="3429000"/>
          </a:xfrm>
          <a:ln/>
        </p:spPr>
      </p:sp>
      <p:sp>
        <p:nvSpPr>
          <p:cNvPr id="1024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411508733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8AE15639-65C7-4398-A343-67CECF6C3CB1}" type="slidenum">
              <a:rPr lang="en-US" altLang="zh-CN" smtClean="0"/>
              <a:pPr>
                <a:spcBef>
                  <a:spcPct val="0"/>
                </a:spcBef>
              </a:pPr>
              <a:t>51</a:t>
            </a:fld>
            <a:endParaRPr lang="en-US" altLang="zh-CN"/>
          </a:p>
        </p:txBody>
      </p:sp>
      <p:sp>
        <p:nvSpPr>
          <p:cNvPr id="104451" name="Rectangle 2"/>
          <p:cNvSpPr>
            <a:spLocks noGrp="1" noRot="1" noChangeAspect="1" noChangeArrowheads="1" noTextEdit="1"/>
          </p:cNvSpPr>
          <p:nvPr>
            <p:ph type="sldImg"/>
          </p:nvPr>
        </p:nvSpPr>
        <p:spPr>
          <a:xfrm>
            <a:off x="381000" y="685800"/>
            <a:ext cx="6096000" cy="3429000"/>
          </a:xfrm>
          <a:ln/>
        </p:spPr>
      </p:sp>
      <p:sp>
        <p:nvSpPr>
          <p:cNvPr id="1044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320785541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8FF5D41E-2701-4FE8-B8D7-7E2E16473E0C}" type="slidenum">
              <a:rPr lang="en-US" altLang="zh-CN" smtClean="0"/>
              <a:pPr>
                <a:spcBef>
                  <a:spcPct val="0"/>
                </a:spcBef>
              </a:pPr>
              <a:t>52</a:t>
            </a:fld>
            <a:endParaRPr lang="en-US" altLang="zh-CN"/>
          </a:p>
        </p:txBody>
      </p:sp>
      <p:sp>
        <p:nvSpPr>
          <p:cNvPr id="106499" name="Rectangle 2"/>
          <p:cNvSpPr>
            <a:spLocks noGrp="1" noRot="1" noChangeAspect="1" noChangeArrowheads="1" noTextEdit="1"/>
          </p:cNvSpPr>
          <p:nvPr>
            <p:ph type="sldImg"/>
          </p:nvPr>
        </p:nvSpPr>
        <p:spPr>
          <a:xfrm>
            <a:off x="381000" y="685800"/>
            <a:ext cx="6096000" cy="3429000"/>
          </a:xfrm>
          <a:ln/>
        </p:spPr>
      </p:sp>
      <p:sp>
        <p:nvSpPr>
          <p:cNvPr id="1065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425008149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0EC9A144-BFB9-4825-8215-82CE68914F01}" type="slidenum">
              <a:rPr lang="en-US" altLang="zh-CN" smtClean="0"/>
              <a:pPr>
                <a:spcBef>
                  <a:spcPct val="0"/>
                </a:spcBef>
              </a:pPr>
              <a:t>53</a:t>
            </a:fld>
            <a:endParaRPr lang="en-US" altLang="zh-CN"/>
          </a:p>
        </p:txBody>
      </p:sp>
      <p:sp>
        <p:nvSpPr>
          <p:cNvPr id="108547" name="Rectangle 2"/>
          <p:cNvSpPr>
            <a:spLocks noGrp="1" noRot="1" noChangeAspect="1" noChangeArrowheads="1" noTextEdit="1"/>
          </p:cNvSpPr>
          <p:nvPr>
            <p:ph type="sldImg"/>
          </p:nvPr>
        </p:nvSpPr>
        <p:spPr>
          <a:xfrm>
            <a:off x="381000" y="685800"/>
            <a:ext cx="6096000" cy="3429000"/>
          </a:xfrm>
          <a:ln/>
        </p:spPr>
      </p:sp>
      <p:sp>
        <p:nvSpPr>
          <p:cNvPr id="1085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428408271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B8A234EE-9D7C-45F3-BDCC-A19767267AFD}" type="slidenum">
              <a:rPr lang="en-US" altLang="zh-CN" smtClean="0"/>
              <a:pPr>
                <a:spcBef>
                  <a:spcPct val="0"/>
                </a:spcBef>
              </a:pPr>
              <a:t>54</a:t>
            </a:fld>
            <a:endParaRPr lang="en-US" altLang="zh-CN"/>
          </a:p>
        </p:txBody>
      </p:sp>
      <p:sp>
        <p:nvSpPr>
          <p:cNvPr id="110595" name="Rectangle 2"/>
          <p:cNvSpPr>
            <a:spLocks noGrp="1" noRot="1" noChangeAspect="1" noChangeArrowheads="1" noTextEdit="1"/>
          </p:cNvSpPr>
          <p:nvPr>
            <p:ph type="sldImg"/>
          </p:nvPr>
        </p:nvSpPr>
        <p:spPr>
          <a:xfrm>
            <a:off x="381000" y="685800"/>
            <a:ext cx="6096000" cy="3429000"/>
          </a:xfrm>
          <a:ln/>
        </p:spPr>
      </p:sp>
      <p:sp>
        <p:nvSpPr>
          <p:cNvPr id="1105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67265049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E8A0A883-9C5E-42E2-BDE1-5D0C8C7A02C3}" type="slidenum">
              <a:rPr lang="en-US" altLang="zh-CN" smtClean="0"/>
              <a:pPr>
                <a:spcBef>
                  <a:spcPct val="0"/>
                </a:spcBef>
              </a:pPr>
              <a:t>55</a:t>
            </a:fld>
            <a:endParaRPr lang="en-US" altLang="zh-CN"/>
          </a:p>
        </p:txBody>
      </p:sp>
      <p:sp>
        <p:nvSpPr>
          <p:cNvPr id="112643" name="Rectangle 2"/>
          <p:cNvSpPr>
            <a:spLocks noGrp="1" noRot="1" noChangeAspect="1" noChangeArrowheads="1" noTextEdit="1"/>
          </p:cNvSpPr>
          <p:nvPr>
            <p:ph type="sldImg"/>
          </p:nvPr>
        </p:nvSpPr>
        <p:spPr>
          <a:xfrm>
            <a:off x="381000" y="685800"/>
            <a:ext cx="6096000" cy="3429000"/>
          </a:xfrm>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271840402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CC01CCF9-0B0F-4C8D-912F-E93E67DF3578}" type="slidenum">
              <a:rPr lang="en-US" altLang="zh-CN" smtClean="0"/>
              <a:pPr>
                <a:spcBef>
                  <a:spcPct val="0"/>
                </a:spcBef>
              </a:pPr>
              <a:t>56</a:t>
            </a:fld>
            <a:endParaRPr lang="en-US" altLang="zh-CN"/>
          </a:p>
        </p:txBody>
      </p:sp>
      <p:sp>
        <p:nvSpPr>
          <p:cNvPr id="114691" name="Rectangle 2"/>
          <p:cNvSpPr>
            <a:spLocks noGrp="1" noRot="1" noChangeAspect="1" noChangeArrowheads="1" noTextEdit="1"/>
          </p:cNvSpPr>
          <p:nvPr>
            <p:ph type="sldImg"/>
          </p:nvPr>
        </p:nvSpPr>
        <p:spPr>
          <a:xfrm>
            <a:off x="381000" y="685800"/>
            <a:ext cx="6096000" cy="3429000"/>
          </a:xfrm>
          <a:ln/>
        </p:spPr>
      </p:sp>
      <p:sp>
        <p:nvSpPr>
          <p:cNvPr id="1146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35083569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6D4273C1-D584-4568-8F5F-40B12246955D}" type="slidenum">
              <a:rPr lang="en-US" altLang="zh-CN"/>
              <a:pPr>
                <a:defRPr/>
              </a:pPr>
              <a:t>‹#›</a:t>
            </a:fld>
            <a:endParaRPr lang="en-US" altLang="zh-CN"/>
          </a:p>
        </p:txBody>
      </p:sp>
    </p:spTree>
    <p:extLst>
      <p:ext uri="{BB962C8B-B14F-4D97-AF65-F5344CB8AC3E}">
        <p14:creationId xmlns:p14="http://schemas.microsoft.com/office/powerpoint/2010/main" val="24096282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1BDD591C-68B5-4B34-9271-6961FDED0806}" type="slidenum">
              <a:rPr lang="en-US" altLang="zh-CN"/>
              <a:pPr>
                <a:defRPr/>
              </a:pPr>
              <a:t>‹#›</a:t>
            </a:fld>
            <a:endParaRPr lang="en-US" altLang="zh-CN"/>
          </a:p>
        </p:txBody>
      </p:sp>
    </p:spTree>
    <p:extLst>
      <p:ext uri="{BB962C8B-B14F-4D97-AF65-F5344CB8AC3E}">
        <p14:creationId xmlns:p14="http://schemas.microsoft.com/office/powerpoint/2010/main" val="13106592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2F079211-89FB-497F-ABF1-73FAD29A72F1}" type="slidenum">
              <a:rPr lang="en-US" altLang="zh-CN"/>
              <a:pPr>
                <a:defRPr/>
              </a:pPr>
              <a:t>‹#›</a:t>
            </a:fld>
            <a:endParaRPr lang="en-US" altLang="zh-CN"/>
          </a:p>
        </p:txBody>
      </p:sp>
    </p:spTree>
    <p:extLst>
      <p:ext uri="{BB962C8B-B14F-4D97-AF65-F5344CB8AC3E}">
        <p14:creationId xmlns:p14="http://schemas.microsoft.com/office/powerpoint/2010/main" val="30890972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B7A71327-EB32-4A19-AD87-3EBF876C8CB5}" type="slidenum">
              <a:rPr lang="en-US" altLang="zh-CN"/>
              <a:pPr>
                <a:defRPr/>
              </a:pPr>
              <a:t>‹#›</a:t>
            </a:fld>
            <a:endParaRPr lang="en-US" altLang="zh-CN"/>
          </a:p>
        </p:txBody>
      </p:sp>
    </p:spTree>
    <p:extLst>
      <p:ext uri="{BB962C8B-B14F-4D97-AF65-F5344CB8AC3E}">
        <p14:creationId xmlns:p14="http://schemas.microsoft.com/office/powerpoint/2010/main" val="8243797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90400173-CE9D-4847-BB70-49DD09003250}" type="slidenum">
              <a:rPr lang="en-US" altLang="zh-CN"/>
              <a:pPr>
                <a:defRPr/>
              </a:pPr>
              <a:t>‹#›</a:t>
            </a:fld>
            <a:endParaRPr lang="en-US" altLang="zh-CN"/>
          </a:p>
        </p:txBody>
      </p:sp>
    </p:spTree>
    <p:extLst>
      <p:ext uri="{BB962C8B-B14F-4D97-AF65-F5344CB8AC3E}">
        <p14:creationId xmlns:p14="http://schemas.microsoft.com/office/powerpoint/2010/main" val="41215016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F5F74270-FDCB-4441-BEBC-D7BAF3513377}" type="slidenum">
              <a:rPr lang="en-US" altLang="zh-CN"/>
              <a:pPr>
                <a:defRPr/>
              </a:pPr>
              <a:t>‹#›</a:t>
            </a:fld>
            <a:endParaRPr lang="en-US" altLang="zh-CN"/>
          </a:p>
        </p:txBody>
      </p:sp>
    </p:spTree>
    <p:extLst>
      <p:ext uri="{BB962C8B-B14F-4D97-AF65-F5344CB8AC3E}">
        <p14:creationId xmlns:p14="http://schemas.microsoft.com/office/powerpoint/2010/main" val="2118817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436D1094-FA2A-44C3-B91D-CCE7E868F991}" type="slidenum">
              <a:rPr lang="en-US" altLang="zh-CN"/>
              <a:pPr>
                <a:defRPr/>
              </a:pPr>
              <a:t>‹#›</a:t>
            </a:fld>
            <a:endParaRPr lang="en-US" altLang="zh-CN"/>
          </a:p>
        </p:txBody>
      </p:sp>
    </p:spTree>
    <p:extLst>
      <p:ext uri="{BB962C8B-B14F-4D97-AF65-F5344CB8AC3E}">
        <p14:creationId xmlns:p14="http://schemas.microsoft.com/office/powerpoint/2010/main" val="32160084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12830991-98E9-46B1-A8D7-35E55F1712FC}" type="slidenum">
              <a:rPr lang="en-US" altLang="zh-CN"/>
              <a:pPr>
                <a:defRPr/>
              </a:pPr>
              <a:t>‹#›</a:t>
            </a:fld>
            <a:endParaRPr lang="en-US" altLang="zh-CN"/>
          </a:p>
        </p:txBody>
      </p:sp>
    </p:spTree>
    <p:extLst>
      <p:ext uri="{BB962C8B-B14F-4D97-AF65-F5344CB8AC3E}">
        <p14:creationId xmlns:p14="http://schemas.microsoft.com/office/powerpoint/2010/main" val="5891555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527B89F5-3707-4C64-A911-EEC8CFAEF814}" type="slidenum">
              <a:rPr lang="en-US" altLang="zh-CN"/>
              <a:pPr>
                <a:defRPr/>
              </a:pPr>
              <a:t>‹#›</a:t>
            </a:fld>
            <a:endParaRPr lang="en-US" altLang="zh-CN"/>
          </a:p>
        </p:txBody>
      </p:sp>
    </p:spTree>
    <p:extLst>
      <p:ext uri="{BB962C8B-B14F-4D97-AF65-F5344CB8AC3E}">
        <p14:creationId xmlns:p14="http://schemas.microsoft.com/office/powerpoint/2010/main" val="9903713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91611FB2-9E14-4DC6-BACF-2A9C2FB4091E}" type="slidenum">
              <a:rPr lang="en-US" altLang="zh-CN"/>
              <a:pPr>
                <a:defRPr/>
              </a:pPr>
              <a:t>‹#›</a:t>
            </a:fld>
            <a:endParaRPr lang="en-US" altLang="zh-CN"/>
          </a:p>
        </p:txBody>
      </p:sp>
    </p:spTree>
    <p:extLst>
      <p:ext uri="{BB962C8B-B14F-4D97-AF65-F5344CB8AC3E}">
        <p14:creationId xmlns:p14="http://schemas.microsoft.com/office/powerpoint/2010/main" val="31417644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1C8C33F3-3985-4119-B509-2B7671AB8D39}" type="slidenum">
              <a:rPr lang="en-US" altLang="zh-CN"/>
              <a:pPr>
                <a:defRPr/>
              </a:pPr>
              <a:t>‹#›</a:t>
            </a:fld>
            <a:endParaRPr lang="en-US" altLang="zh-CN"/>
          </a:p>
        </p:txBody>
      </p:sp>
    </p:spTree>
    <p:extLst>
      <p:ext uri="{BB962C8B-B14F-4D97-AF65-F5344CB8AC3E}">
        <p14:creationId xmlns:p14="http://schemas.microsoft.com/office/powerpoint/2010/main" val="40721063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09600" y="274639"/>
            <a:ext cx="10972800" cy="58515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F7C82789-B487-426F-A47D-57DCD4CDBAEF}" type="slidenum">
              <a:rPr lang="en-US" altLang="zh-CN"/>
              <a:pPr>
                <a:defRPr/>
              </a:pPr>
              <a:t>‹#›</a:t>
            </a:fld>
            <a:endParaRPr lang="en-US" altLang="zh-CN"/>
          </a:p>
        </p:txBody>
      </p:sp>
    </p:spTree>
    <p:extLst>
      <p:ext uri="{BB962C8B-B14F-4D97-AF65-F5344CB8AC3E}">
        <p14:creationId xmlns:p14="http://schemas.microsoft.com/office/powerpoint/2010/main" val="31716527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0116" name="Rectangle 4"/>
          <p:cNvSpPr>
            <a:spLocks noGrp="1" noChangeArrowheads="1"/>
          </p:cNvSpPr>
          <p:nvPr>
            <p:ph type="dt" sz="half" idx="2"/>
          </p:nvPr>
        </p:nvSpPr>
        <p:spPr bwMode="auto">
          <a:xfrm>
            <a:off x="609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ea typeface="宋体" charset="-122"/>
              </a:defRPr>
            </a:lvl1pPr>
          </a:lstStyle>
          <a:p>
            <a:pPr>
              <a:defRPr/>
            </a:pPr>
            <a:endParaRPr lang="en-US" altLang="zh-CN"/>
          </a:p>
        </p:txBody>
      </p:sp>
      <p:sp>
        <p:nvSpPr>
          <p:cNvPr id="90117" name="Rectangle 5"/>
          <p:cNvSpPr>
            <a:spLocks noGrp="1" noChangeArrowheads="1"/>
          </p:cNvSpPr>
          <p:nvPr>
            <p:ph type="ftr" sz="quarter" idx="3"/>
          </p:nvPr>
        </p:nvSpPr>
        <p:spPr bwMode="auto">
          <a:xfrm>
            <a:off x="4165600" y="6245225"/>
            <a:ext cx="3860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ea typeface="宋体" charset="-122"/>
              </a:defRPr>
            </a:lvl1pPr>
          </a:lstStyle>
          <a:p>
            <a:pPr>
              <a:defRPr/>
            </a:pPr>
            <a:endParaRPr lang="en-US" altLang="zh-CN"/>
          </a:p>
        </p:txBody>
      </p:sp>
      <p:sp>
        <p:nvSpPr>
          <p:cNvPr id="90118" name="Rectangle 6"/>
          <p:cNvSpPr>
            <a:spLocks noGrp="1" noChangeArrowheads="1"/>
          </p:cNvSpPr>
          <p:nvPr>
            <p:ph type="sldNum" sz="quarter" idx="4"/>
          </p:nvPr>
        </p:nvSpPr>
        <p:spPr bwMode="auto">
          <a:xfrm>
            <a:off x="8737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AC58666A-F884-4ADD-B3B4-63B93885ECEF}"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hyperlink" Target="https://www.discoverwalks.com/blog/author/diana-k/" TargetMode="External"/><Relationship Id="rId7"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hyperlink" Target="https://www.discoverwalks.com/blog/london/top-10-interesting-facts-about-michael-faraday/"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4.jpeg"/><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3.bin"/><Relationship Id="rId13" Type="http://schemas.openxmlformats.org/officeDocument/2006/relationships/image" Target="../media/image19.emf"/><Relationship Id="rId3" Type="http://schemas.openxmlformats.org/officeDocument/2006/relationships/notesSlide" Target="../notesSlides/notesSlide8.xml"/><Relationship Id="rId7" Type="http://schemas.openxmlformats.org/officeDocument/2006/relationships/image" Target="../media/image16.emf"/><Relationship Id="rId12"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image" Target="../media/image18.emf"/><Relationship Id="rId5" Type="http://schemas.openxmlformats.org/officeDocument/2006/relationships/image" Target="../media/image15.emf"/><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17.emf"/></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8.bin"/><Relationship Id="rId13" Type="http://schemas.openxmlformats.org/officeDocument/2006/relationships/image" Target="../media/image24.emf"/><Relationship Id="rId3" Type="http://schemas.openxmlformats.org/officeDocument/2006/relationships/notesSlide" Target="../notesSlides/notesSlide9.xml"/><Relationship Id="rId7" Type="http://schemas.openxmlformats.org/officeDocument/2006/relationships/image" Target="../media/image21.emf"/><Relationship Id="rId12" Type="http://schemas.openxmlformats.org/officeDocument/2006/relationships/oleObject" Target="../embeddings/oleObject10.bin"/><Relationship Id="rId17" Type="http://schemas.openxmlformats.org/officeDocument/2006/relationships/image" Target="../media/image26.emf"/><Relationship Id="rId2" Type="http://schemas.openxmlformats.org/officeDocument/2006/relationships/slideLayout" Target="../slideLayouts/slideLayout7.xml"/><Relationship Id="rId16" Type="http://schemas.openxmlformats.org/officeDocument/2006/relationships/oleObject" Target="../embeddings/oleObject12.bin"/><Relationship Id="rId1" Type="http://schemas.openxmlformats.org/officeDocument/2006/relationships/vmlDrawing" Target="../drawings/vmlDrawing2.vml"/><Relationship Id="rId6" Type="http://schemas.openxmlformats.org/officeDocument/2006/relationships/oleObject" Target="../embeddings/oleObject7.bin"/><Relationship Id="rId11" Type="http://schemas.openxmlformats.org/officeDocument/2006/relationships/image" Target="../media/image23.emf"/><Relationship Id="rId5" Type="http://schemas.openxmlformats.org/officeDocument/2006/relationships/image" Target="../media/image20.emf"/><Relationship Id="rId15" Type="http://schemas.openxmlformats.org/officeDocument/2006/relationships/image" Target="../media/image25.emf"/><Relationship Id="rId10" Type="http://schemas.openxmlformats.org/officeDocument/2006/relationships/oleObject" Target="../embeddings/oleObject9.bin"/><Relationship Id="rId4" Type="http://schemas.openxmlformats.org/officeDocument/2006/relationships/oleObject" Target="../embeddings/oleObject6.bin"/><Relationship Id="rId9" Type="http://schemas.openxmlformats.org/officeDocument/2006/relationships/image" Target="../media/image22.emf"/><Relationship Id="rId14" Type="http://schemas.openxmlformats.org/officeDocument/2006/relationships/oleObject" Target="../embeddings/oleObject11.bin"/></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15.bin"/><Relationship Id="rId3" Type="http://schemas.openxmlformats.org/officeDocument/2006/relationships/notesSlide" Target="../notesSlides/notesSlide10.xml"/><Relationship Id="rId7" Type="http://schemas.openxmlformats.org/officeDocument/2006/relationships/image" Target="../media/image28.emf"/><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oleObject" Target="../embeddings/oleObject14.bin"/><Relationship Id="rId5" Type="http://schemas.openxmlformats.org/officeDocument/2006/relationships/image" Target="../media/image27.emf"/><Relationship Id="rId4" Type="http://schemas.openxmlformats.org/officeDocument/2006/relationships/oleObject" Target="../embeddings/oleObject13.bin"/><Relationship Id="rId9" Type="http://schemas.openxmlformats.org/officeDocument/2006/relationships/image" Target="../media/image29.emf"/></Relationships>
</file>

<file path=ppt/slides/_rels/slide13.xml.rels><?xml version="1.0" encoding="UTF-8" standalone="yes"?>
<Relationships xmlns="http://schemas.openxmlformats.org/package/2006/relationships"><Relationship Id="rId3" Type="http://schemas.openxmlformats.org/officeDocument/2006/relationships/image" Target="../media/image30.jpeg"/><Relationship Id="rId7" Type="http://schemas.openxmlformats.org/officeDocument/2006/relationships/image" Target="../media/image34.jpe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3.jpeg"/><Relationship Id="rId5" Type="http://schemas.openxmlformats.org/officeDocument/2006/relationships/image" Target="../media/image32.jpeg"/><Relationship Id="rId4" Type="http://schemas.openxmlformats.org/officeDocument/2006/relationships/image" Target="../media/image31.jpeg"/></Relationships>
</file>

<file path=ppt/slides/_rels/slide14.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36.jpeg"/></Relationships>
</file>

<file path=ppt/slides/_rels/slide15.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image" Target="../media/image39.wmf"/><Relationship Id="rId3" Type="http://schemas.openxmlformats.org/officeDocument/2006/relationships/notesSlide" Target="../notesSlides/notesSlide14.xml"/><Relationship Id="rId7" Type="http://schemas.openxmlformats.org/officeDocument/2006/relationships/oleObject" Target="../embeddings/oleObject17.bin"/><Relationship Id="rId2" Type="http://schemas.openxmlformats.org/officeDocument/2006/relationships/slideLayout" Target="../slideLayouts/slideLayout12.xml"/><Relationship Id="rId1" Type="http://schemas.openxmlformats.org/officeDocument/2006/relationships/vmlDrawing" Target="../drawings/vmlDrawing4.vml"/><Relationship Id="rId6" Type="http://schemas.openxmlformats.org/officeDocument/2006/relationships/image" Target="../media/image38.wmf"/><Relationship Id="rId5" Type="http://schemas.openxmlformats.org/officeDocument/2006/relationships/oleObject" Target="../embeddings/oleObject16.bin"/><Relationship Id="rId4" Type="http://schemas.openxmlformats.org/officeDocument/2006/relationships/image" Target="../media/image40.png"/><Relationship Id="rId9" Type="http://schemas.openxmlformats.org/officeDocument/2006/relationships/image" Target="../media/image41.jpeg"/></Relationships>
</file>

<file path=ppt/slides/_rels/slide1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44.png"/><Relationship Id="rId4" Type="http://schemas.openxmlformats.org/officeDocument/2006/relationships/image" Target="../media/image43.jpeg"/></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20.bin"/><Relationship Id="rId3" Type="http://schemas.openxmlformats.org/officeDocument/2006/relationships/notesSlide" Target="../notesSlides/notesSlide16.xml"/><Relationship Id="rId7" Type="http://schemas.openxmlformats.org/officeDocument/2006/relationships/image" Target="../media/image46.emf"/><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oleObject" Target="../embeddings/oleObject19.bin"/><Relationship Id="rId5" Type="http://schemas.openxmlformats.org/officeDocument/2006/relationships/image" Target="../media/image45.emf"/><Relationship Id="rId10" Type="http://schemas.openxmlformats.org/officeDocument/2006/relationships/image" Target="../media/image48.jpeg"/><Relationship Id="rId4" Type="http://schemas.openxmlformats.org/officeDocument/2006/relationships/oleObject" Target="../embeddings/oleObject18.bin"/><Relationship Id="rId9" Type="http://schemas.openxmlformats.org/officeDocument/2006/relationships/image" Target="../media/image47.emf"/></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23.bin"/><Relationship Id="rId13" Type="http://schemas.openxmlformats.org/officeDocument/2006/relationships/image" Target="../media/image53.emf"/><Relationship Id="rId3" Type="http://schemas.openxmlformats.org/officeDocument/2006/relationships/image" Target="../media/image48.jpeg"/><Relationship Id="rId7" Type="http://schemas.openxmlformats.org/officeDocument/2006/relationships/image" Target="../media/image50.emf"/><Relationship Id="rId12" Type="http://schemas.openxmlformats.org/officeDocument/2006/relationships/oleObject" Target="../embeddings/oleObject25.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oleObject" Target="../embeddings/oleObject22.bin"/><Relationship Id="rId11" Type="http://schemas.openxmlformats.org/officeDocument/2006/relationships/image" Target="../media/image52.emf"/><Relationship Id="rId5" Type="http://schemas.openxmlformats.org/officeDocument/2006/relationships/image" Target="../media/image49.emf"/><Relationship Id="rId10" Type="http://schemas.openxmlformats.org/officeDocument/2006/relationships/oleObject" Target="../embeddings/oleObject24.bin"/><Relationship Id="rId4" Type="http://schemas.openxmlformats.org/officeDocument/2006/relationships/oleObject" Target="../embeddings/oleObject21.bin"/><Relationship Id="rId9" Type="http://schemas.openxmlformats.org/officeDocument/2006/relationships/image" Target="../media/image51.emf"/></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28.bin"/><Relationship Id="rId13" Type="http://schemas.openxmlformats.org/officeDocument/2006/relationships/image" Target="../media/image58.emf"/><Relationship Id="rId18" Type="http://schemas.openxmlformats.org/officeDocument/2006/relationships/oleObject" Target="../embeddings/oleObject33.bin"/><Relationship Id="rId26" Type="http://schemas.openxmlformats.org/officeDocument/2006/relationships/oleObject" Target="../embeddings/oleObject37.bin"/><Relationship Id="rId3" Type="http://schemas.openxmlformats.org/officeDocument/2006/relationships/notesSlide" Target="../notesSlides/notesSlide17.xml"/><Relationship Id="rId21" Type="http://schemas.openxmlformats.org/officeDocument/2006/relationships/image" Target="../media/image62.emf"/><Relationship Id="rId7" Type="http://schemas.openxmlformats.org/officeDocument/2006/relationships/image" Target="../media/image55.emf"/><Relationship Id="rId12" Type="http://schemas.openxmlformats.org/officeDocument/2006/relationships/oleObject" Target="../embeddings/oleObject30.bin"/><Relationship Id="rId17" Type="http://schemas.openxmlformats.org/officeDocument/2006/relationships/image" Target="../media/image60.emf"/><Relationship Id="rId25" Type="http://schemas.openxmlformats.org/officeDocument/2006/relationships/image" Target="../media/image64.emf"/><Relationship Id="rId2" Type="http://schemas.openxmlformats.org/officeDocument/2006/relationships/slideLayout" Target="../slideLayouts/slideLayout7.xml"/><Relationship Id="rId16" Type="http://schemas.openxmlformats.org/officeDocument/2006/relationships/oleObject" Target="../embeddings/oleObject32.bin"/><Relationship Id="rId20" Type="http://schemas.openxmlformats.org/officeDocument/2006/relationships/oleObject" Target="../embeddings/oleObject34.bin"/><Relationship Id="rId1" Type="http://schemas.openxmlformats.org/officeDocument/2006/relationships/vmlDrawing" Target="../drawings/vmlDrawing7.vml"/><Relationship Id="rId6" Type="http://schemas.openxmlformats.org/officeDocument/2006/relationships/oleObject" Target="../embeddings/oleObject27.bin"/><Relationship Id="rId11" Type="http://schemas.openxmlformats.org/officeDocument/2006/relationships/image" Target="../media/image57.emf"/><Relationship Id="rId24" Type="http://schemas.openxmlformats.org/officeDocument/2006/relationships/oleObject" Target="../embeddings/oleObject36.bin"/><Relationship Id="rId5" Type="http://schemas.openxmlformats.org/officeDocument/2006/relationships/image" Target="../media/image54.emf"/><Relationship Id="rId15" Type="http://schemas.openxmlformats.org/officeDocument/2006/relationships/image" Target="../media/image59.emf"/><Relationship Id="rId23" Type="http://schemas.openxmlformats.org/officeDocument/2006/relationships/image" Target="../media/image63.emf"/><Relationship Id="rId10" Type="http://schemas.openxmlformats.org/officeDocument/2006/relationships/oleObject" Target="../embeddings/oleObject29.bin"/><Relationship Id="rId19" Type="http://schemas.openxmlformats.org/officeDocument/2006/relationships/image" Target="../media/image61.emf"/><Relationship Id="rId4" Type="http://schemas.openxmlformats.org/officeDocument/2006/relationships/oleObject" Target="../embeddings/oleObject26.bin"/><Relationship Id="rId9" Type="http://schemas.openxmlformats.org/officeDocument/2006/relationships/image" Target="../media/image56.emf"/><Relationship Id="rId14" Type="http://schemas.openxmlformats.org/officeDocument/2006/relationships/oleObject" Target="../embeddings/oleObject31.bin"/><Relationship Id="rId22" Type="http://schemas.openxmlformats.org/officeDocument/2006/relationships/oleObject" Target="../embeddings/oleObject35.bin"/><Relationship Id="rId27" Type="http://schemas.openxmlformats.org/officeDocument/2006/relationships/image" Target="../media/image65.emf"/></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40.bin"/><Relationship Id="rId13" Type="http://schemas.openxmlformats.org/officeDocument/2006/relationships/image" Target="../media/image70.emf"/><Relationship Id="rId3" Type="http://schemas.openxmlformats.org/officeDocument/2006/relationships/notesSlide" Target="../notesSlides/notesSlide18.xml"/><Relationship Id="rId7" Type="http://schemas.openxmlformats.org/officeDocument/2006/relationships/image" Target="../media/image67.emf"/><Relationship Id="rId12" Type="http://schemas.openxmlformats.org/officeDocument/2006/relationships/oleObject" Target="../embeddings/oleObject42.bin"/><Relationship Id="rId17" Type="http://schemas.openxmlformats.org/officeDocument/2006/relationships/image" Target="../media/image72.emf"/><Relationship Id="rId2" Type="http://schemas.openxmlformats.org/officeDocument/2006/relationships/slideLayout" Target="../slideLayouts/slideLayout7.xml"/><Relationship Id="rId16" Type="http://schemas.openxmlformats.org/officeDocument/2006/relationships/oleObject" Target="../embeddings/oleObject44.bin"/><Relationship Id="rId1" Type="http://schemas.openxmlformats.org/officeDocument/2006/relationships/vmlDrawing" Target="../drawings/vmlDrawing8.vml"/><Relationship Id="rId6" Type="http://schemas.openxmlformats.org/officeDocument/2006/relationships/oleObject" Target="../embeddings/oleObject39.bin"/><Relationship Id="rId11" Type="http://schemas.openxmlformats.org/officeDocument/2006/relationships/image" Target="../media/image69.emf"/><Relationship Id="rId5" Type="http://schemas.openxmlformats.org/officeDocument/2006/relationships/image" Target="../media/image66.emf"/><Relationship Id="rId15" Type="http://schemas.openxmlformats.org/officeDocument/2006/relationships/image" Target="../media/image71.emf"/><Relationship Id="rId10" Type="http://schemas.openxmlformats.org/officeDocument/2006/relationships/oleObject" Target="../embeddings/oleObject41.bin"/><Relationship Id="rId4" Type="http://schemas.openxmlformats.org/officeDocument/2006/relationships/oleObject" Target="../embeddings/oleObject38.bin"/><Relationship Id="rId9" Type="http://schemas.openxmlformats.org/officeDocument/2006/relationships/image" Target="../media/image68.emf"/><Relationship Id="rId14" Type="http://schemas.openxmlformats.org/officeDocument/2006/relationships/oleObject" Target="../embeddings/oleObject43.bin"/></Relationships>
</file>

<file path=ppt/slides/_rels/slide22.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75.jpeg"/><Relationship Id="rId4" Type="http://schemas.openxmlformats.org/officeDocument/2006/relationships/image" Target="../media/image74.jpe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7.xml"/><Relationship Id="rId1" Type="http://schemas.openxmlformats.org/officeDocument/2006/relationships/vmlDrawing" Target="../drawings/vmlDrawing9.vml"/><Relationship Id="rId5" Type="http://schemas.openxmlformats.org/officeDocument/2006/relationships/image" Target="../media/image76.emf"/><Relationship Id="rId4" Type="http://schemas.openxmlformats.org/officeDocument/2006/relationships/oleObject" Target="../embeddings/oleObject45.bin"/></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48.bin"/><Relationship Id="rId13" Type="http://schemas.openxmlformats.org/officeDocument/2006/relationships/image" Target="../media/image81.emf"/><Relationship Id="rId3" Type="http://schemas.openxmlformats.org/officeDocument/2006/relationships/notesSlide" Target="../notesSlides/notesSlide21.xml"/><Relationship Id="rId7" Type="http://schemas.openxmlformats.org/officeDocument/2006/relationships/image" Target="../media/image78.emf"/><Relationship Id="rId12" Type="http://schemas.openxmlformats.org/officeDocument/2006/relationships/oleObject" Target="../embeddings/oleObject50.bin"/><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oleObject" Target="../embeddings/oleObject47.bin"/><Relationship Id="rId11" Type="http://schemas.openxmlformats.org/officeDocument/2006/relationships/image" Target="../media/image80.emf"/><Relationship Id="rId5" Type="http://schemas.openxmlformats.org/officeDocument/2006/relationships/image" Target="../media/image77.emf"/><Relationship Id="rId15" Type="http://schemas.openxmlformats.org/officeDocument/2006/relationships/image" Target="../media/image82.emf"/><Relationship Id="rId10" Type="http://schemas.openxmlformats.org/officeDocument/2006/relationships/oleObject" Target="../embeddings/oleObject49.bin"/><Relationship Id="rId4" Type="http://schemas.openxmlformats.org/officeDocument/2006/relationships/oleObject" Target="../embeddings/oleObject46.bin"/><Relationship Id="rId9" Type="http://schemas.openxmlformats.org/officeDocument/2006/relationships/image" Target="../media/image79.emf"/><Relationship Id="rId14" Type="http://schemas.openxmlformats.org/officeDocument/2006/relationships/oleObject" Target="../embeddings/oleObject51.bin"/></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54.bin"/><Relationship Id="rId13" Type="http://schemas.openxmlformats.org/officeDocument/2006/relationships/image" Target="../media/image87.emf"/><Relationship Id="rId3" Type="http://schemas.openxmlformats.org/officeDocument/2006/relationships/notesSlide" Target="../notesSlides/notesSlide22.xml"/><Relationship Id="rId7" Type="http://schemas.openxmlformats.org/officeDocument/2006/relationships/image" Target="../media/image84.emf"/><Relationship Id="rId12" Type="http://schemas.openxmlformats.org/officeDocument/2006/relationships/oleObject" Target="../embeddings/oleObject56.bin"/><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oleObject" Target="../embeddings/oleObject53.bin"/><Relationship Id="rId11" Type="http://schemas.openxmlformats.org/officeDocument/2006/relationships/image" Target="../media/image86.emf"/><Relationship Id="rId5" Type="http://schemas.openxmlformats.org/officeDocument/2006/relationships/image" Target="../media/image83.emf"/><Relationship Id="rId15" Type="http://schemas.openxmlformats.org/officeDocument/2006/relationships/image" Target="../media/image88.emf"/><Relationship Id="rId10" Type="http://schemas.openxmlformats.org/officeDocument/2006/relationships/oleObject" Target="../embeddings/oleObject55.bin"/><Relationship Id="rId4" Type="http://schemas.openxmlformats.org/officeDocument/2006/relationships/oleObject" Target="../embeddings/oleObject52.bin"/><Relationship Id="rId9" Type="http://schemas.openxmlformats.org/officeDocument/2006/relationships/image" Target="../media/image85.emf"/><Relationship Id="rId14" Type="http://schemas.openxmlformats.org/officeDocument/2006/relationships/oleObject" Target="../embeddings/oleObject57.bin"/></Relationships>
</file>

<file path=ppt/slides/_rels/slide26.xml.rels><?xml version="1.0" encoding="UTF-8" standalone="yes"?>
<Relationships xmlns="http://schemas.openxmlformats.org/package/2006/relationships"><Relationship Id="rId3" Type="http://schemas.openxmlformats.org/officeDocument/2006/relationships/image" Target="../media/image89.gif"/><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91.jpeg"/><Relationship Id="rId4" Type="http://schemas.openxmlformats.org/officeDocument/2006/relationships/image" Target="../media/image90.png"/></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60.bin"/><Relationship Id="rId13" Type="http://schemas.openxmlformats.org/officeDocument/2006/relationships/image" Target="../media/image96.emf"/><Relationship Id="rId3" Type="http://schemas.openxmlformats.org/officeDocument/2006/relationships/notesSlide" Target="../notesSlides/notesSlide24.xml"/><Relationship Id="rId7" Type="http://schemas.openxmlformats.org/officeDocument/2006/relationships/image" Target="../media/image93.emf"/><Relationship Id="rId12" Type="http://schemas.openxmlformats.org/officeDocument/2006/relationships/oleObject" Target="../embeddings/oleObject62.bin"/><Relationship Id="rId17" Type="http://schemas.openxmlformats.org/officeDocument/2006/relationships/image" Target="../media/image98.emf"/><Relationship Id="rId2" Type="http://schemas.openxmlformats.org/officeDocument/2006/relationships/slideLayout" Target="../slideLayouts/slideLayout7.xml"/><Relationship Id="rId16" Type="http://schemas.openxmlformats.org/officeDocument/2006/relationships/oleObject" Target="../embeddings/oleObject64.bin"/><Relationship Id="rId1" Type="http://schemas.openxmlformats.org/officeDocument/2006/relationships/vmlDrawing" Target="../drawings/vmlDrawing12.vml"/><Relationship Id="rId6" Type="http://schemas.openxmlformats.org/officeDocument/2006/relationships/oleObject" Target="../embeddings/oleObject59.bin"/><Relationship Id="rId11" Type="http://schemas.openxmlformats.org/officeDocument/2006/relationships/image" Target="../media/image95.emf"/><Relationship Id="rId5" Type="http://schemas.openxmlformats.org/officeDocument/2006/relationships/image" Target="../media/image92.emf"/><Relationship Id="rId15" Type="http://schemas.openxmlformats.org/officeDocument/2006/relationships/image" Target="../media/image97.emf"/><Relationship Id="rId10" Type="http://schemas.openxmlformats.org/officeDocument/2006/relationships/oleObject" Target="../embeddings/oleObject61.bin"/><Relationship Id="rId4" Type="http://schemas.openxmlformats.org/officeDocument/2006/relationships/oleObject" Target="../embeddings/oleObject58.bin"/><Relationship Id="rId9" Type="http://schemas.openxmlformats.org/officeDocument/2006/relationships/image" Target="../media/image94.emf"/><Relationship Id="rId14" Type="http://schemas.openxmlformats.org/officeDocument/2006/relationships/oleObject" Target="../embeddings/oleObject63.bin"/></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67.bin"/><Relationship Id="rId13" Type="http://schemas.openxmlformats.org/officeDocument/2006/relationships/image" Target="../media/image103.emf"/><Relationship Id="rId3" Type="http://schemas.openxmlformats.org/officeDocument/2006/relationships/notesSlide" Target="../notesSlides/notesSlide25.xml"/><Relationship Id="rId7" Type="http://schemas.openxmlformats.org/officeDocument/2006/relationships/image" Target="../media/image100.emf"/><Relationship Id="rId12" Type="http://schemas.openxmlformats.org/officeDocument/2006/relationships/oleObject" Target="../embeddings/oleObject69.bin"/><Relationship Id="rId2" Type="http://schemas.openxmlformats.org/officeDocument/2006/relationships/slideLayout" Target="../slideLayouts/slideLayout12.xml"/><Relationship Id="rId1" Type="http://schemas.openxmlformats.org/officeDocument/2006/relationships/vmlDrawing" Target="../drawings/vmlDrawing13.vml"/><Relationship Id="rId6" Type="http://schemas.openxmlformats.org/officeDocument/2006/relationships/oleObject" Target="../embeddings/oleObject66.bin"/><Relationship Id="rId11" Type="http://schemas.openxmlformats.org/officeDocument/2006/relationships/image" Target="../media/image102.emf"/><Relationship Id="rId5" Type="http://schemas.openxmlformats.org/officeDocument/2006/relationships/image" Target="../media/image99.emf"/><Relationship Id="rId15" Type="http://schemas.openxmlformats.org/officeDocument/2006/relationships/image" Target="../media/image104.emf"/><Relationship Id="rId10" Type="http://schemas.openxmlformats.org/officeDocument/2006/relationships/oleObject" Target="../embeddings/oleObject68.bin"/><Relationship Id="rId4" Type="http://schemas.openxmlformats.org/officeDocument/2006/relationships/oleObject" Target="../embeddings/oleObject65.bin"/><Relationship Id="rId9" Type="http://schemas.openxmlformats.org/officeDocument/2006/relationships/image" Target="../media/image101.emf"/><Relationship Id="rId14" Type="http://schemas.openxmlformats.org/officeDocument/2006/relationships/oleObject" Target="../embeddings/oleObject70.bin"/></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73.bin"/><Relationship Id="rId3" Type="http://schemas.openxmlformats.org/officeDocument/2006/relationships/notesSlide" Target="../notesSlides/notesSlide26.xml"/><Relationship Id="rId7" Type="http://schemas.openxmlformats.org/officeDocument/2006/relationships/image" Target="../media/image106.emf"/><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oleObject" Target="../embeddings/oleObject72.bin"/><Relationship Id="rId11" Type="http://schemas.openxmlformats.org/officeDocument/2006/relationships/image" Target="../media/image108.emf"/><Relationship Id="rId5" Type="http://schemas.openxmlformats.org/officeDocument/2006/relationships/image" Target="../media/image105.emf"/><Relationship Id="rId10" Type="http://schemas.openxmlformats.org/officeDocument/2006/relationships/oleObject" Target="../embeddings/oleObject74.bin"/><Relationship Id="rId4" Type="http://schemas.openxmlformats.org/officeDocument/2006/relationships/oleObject" Target="../embeddings/oleObject71.bin"/><Relationship Id="rId9" Type="http://schemas.openxmlformats.org/officeDocument/2006/relationships/image" Target="../media/image107.emf"/></Relationships>
</file>

<file path=ppt/slides/_rels/slide30.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10.png"/></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77.bin"/><Relationship Id="rId13" Type="http://schemas.openxmlformats.org/officeDocument/2006/relationships/image" Target="../media/image115.wmf"/><Relationship Id="rId3" Type="http://schemas.openxmlformats.org/officeDocument/2006/relationships/notesSlide" Target="../notesSlides/notesSlide28.xml"/><Relationship Id="rId7" Type="http://schemas.openxmlformats.org/officeDocument/2006/relationships/image" Target="../media/image112.wmf"/><Relationship Id="rId12" Type="http://schemas.openxmlformats.org/officeDocument/2006/relationships/oleObject" Target="../embeddings/oleObject79.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oleObject" Target="../embeddings/oleObject76.bin"/><Relationship Id="rId11" Type="http://schemas.openxmlformats.org/officeDocument/2006/relationships/image" Target="../media/image114.wmf"/><Relationship Id="rId5" Type="http://schemas.openxmlformats.org/officeDocument/2006/relationships/image" Target="../media/image111.wmf"/><Relationship Id="rId10" Type="http://schemas.openxmlformats.org/officeDocument/2006/relationships/oleObject" Target="../embeddings/oleObject78.bin"/><Relationship Id="rId4" Type="http://schemas.openxmlformats.org/officeDocument/2006/relationships/oleObject" Target="../embeddings/oleObject75.bin"/><Relationship Id="rId9" Type="http://schemas.openxmlformats.org/officeDocument/2006/relationships/image" Target="../media/image113.wmf"/></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82.bin"/><Relationship Id="rId3" Type="http://schemas.openxmlformats.org/officeDocument/2006/relationships/notesSlide" Target="../notesSlides/notesSlide29.xml"/><Relationship Id="rId7" Type="http://schemas.openxmlformats.org/officeDocument/2006/relationships/image" Target="../media/image117.wmf"/><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oleObject" Target="../embeddings/oleObject81.bin"/><Relationship Id="rId5" Type="http://schemas.openxmlformats.org/officeDocument/2006/relationships/image" Target="../media/image116.wmf"/><Relationship Id="rId4" Type="http://schemas.openxmlformats.org/officeDocument/2006/relationships/oleObject" Target="../embeddings/oleObject80.bin"/><Relationship Id="rId9" Type="http://schemas.openxmlformats.org/officeDocument/2006/relationships/image" Target="../media/image118.wmf"/></Relationships>
</file>

<file path=ppt/slides/_rels/slide33.xml.rels><?xml version="1.0" encoding="UTF-8" standalone="yes"?>
<Relationships xmlns="http://schemas.openxmlformats.org/package/2006/relationships"><Relationship Id="rId13" Type="http://schemas.openxmlformats.org/officeDocument/2006/relationships/image" Target="../media/image123.emf"/><Relationship Id="rId18" Type="http://schemas.openxmlformats.org/officeDocument/2006/relationships/oleObject" Target="../embeddings/oleObject90.bin"/><Relationship Id="rId26" Type="http://schemas.openxmlformats.org/officeDocument/2006/relationships/oleObject" Target="../embeddings/oleObject94.bin"/><Relationship Id="rId21" Type="http://schemas.openxmlformats.org/officeDocument/2006/relationships/image" Target="../media/image127.wmf"/><Relationship Id="rId34" Type="http://schemas.openxmlformats.org/officeDocument/2006/relationships/oleObject" Target="../embeddings/oleObject99.bin"/><Relationship Id="rId7" Type="http://schemas.openxmlformats.org/officeDocument/2006/relationships/image" Target="../media/image120.wmf"/><Relationship Id="rId12" Type="http://schemas.openxmlformats.org/officeDocument/2006/relationships/oleObject" Target="../embeddings/oleObject87.bin"/><Relationship Id="rId17" Type="http://schemas.openxmlformats.org/officeDocument/2006/relationships/image" Target="../media/image125.wmf"/><Relationship Id="rId25" Type="http://schemas.openxmlformats.org/officeDocument/2006/relationships/image" Target="../media/image129.emf"/><Relationship Id="rId33" Type="http://schemas.openxmlformats.org/officeDocument/2006/relationships/oleObject" Target="../embeddings/oleObject98.bin"/><Relationship Id="rId2" Type="http://schemas.openxmlformats.org/officeDocument/2006/relationships/slideLayout" Target="../slideLayouts/slideLayout7.xml"/><Relationship Id="rId16" Type="http://schemas.openxmlformats.org/officeDocument/2006/relationships/oleObject" Target="../embeddings/oleObject89.bin"/><Relationship Id="rId20" Type="http://schemas.openxmlformats.org/officeDocument/2006/relationships/oleObject" Target="../embeddings/oleObject91.bin"/><Relationship Id="rId29" Type="http://schemas.openxmlformats.org/officeDocument/2006/relationships/oleObject" Target="../embeddings/oleObject95.bin"/><Relationship Id="rId1" Type="http://schemas.openxmlformats.org/officeDocument/2006/relationships/vmlDrawing" Target="../drawings/vmlDrawing17.vml"/><Relationship Id="rId6" Type="http://schemas.openxmlformats.org/officeDocument/2006/relationships/oleObject" Target="../embeddings/oleObject84.bin"/><Relationship Id="rId11" Type="http://schemas.openxmlformats.org/officeDocument/2006/relationships/image" Target="../media/image122.wmf"/><Relationship Id="rId24" Type="http://schemas.openxmlformats.org/officeDocument/2006/relationships/oleObject" Target="../embeddings/oleObject93.bin"/><Relationship Id="rId32" Type="http://schemas.openxmlformats.org/officeDocument/2006/relationships/oleObject" Target="../embeddings/oleObject97.bin"/><Relationship Id="rId37" Type="http://schemas.openxmlformats.org/officeDocument/2006/relationships/image" Target="../media/image132.emf"/><Relationship Id="rId5" Type="http://schemas.openxmlformats.org/officeDocument/2006/relationships/image" Target="../media/image119.wmf"/><Relationship Id="rId15" Type="http://schemas.openxmlformats.org/officeDocument/2006/relationships/image" Target="../media/image124.wmf"/><Relationship Id="rId23" Type="http://schemas.openxmlformats.org/officeDocument/2006/relationships/image" Target="../media/image128.wmf"/><Relationship Id="rId28" Type="http://schemas.openxmlformats.org/officeDocument/2006/relationships/image" Target="../media/image133.png"/><Relationship Id="rId36" Type="http://schemas.openxmlformats.org/officeDocument/2006/relationships/oleObject" Target="../embeddings/oleObject101.bin"/><Relationship Id="rId10" Type="http://schemas.openxmlformats.org/officeDocument/2006/relationships/oleObject" Target="../embeddings/oleObject86.bin"/><Relationship Id="rId19" Type="http://schemas.openxmlformats.org/officeDocument/2006/relationships/image" Target="../media/image126.wmf"/><Relationship Id="rId31" Type="http://schemas.openxmlformats.org/officeDocument/2006/relationships/oleObject" Target="../embeddings/oleObject96.bin"/><Relationship Id="rId4" Type="http://schemas.openxmlformats.org/officeDocument/2006/relationships/oleObject" Target="../embeddings/oleObject83.bin"/><Relationship Id="rId9" Type="http://schemas.openxmlformats.org/officeDocument/2006/relationships/image" Target="../media/image121.wmf"/><Relationship Id="rId14" Type="http://schemas.openxmlformats.org/officeDocument/2006/relationships/oleObject" Target="../embeddings/oleObject88.bin"/><Relationship Id="rId22" Type="http://schemas.openxmlformats.org/officeDocument/2006/relationships/oleObject" Target="../embeddings/oleObject92.bin"/><Relationship Id="rId27" Type="http://schemas.openxmlformats.org/officeDocument/2006/relationships/image" Target="../media/image130.emf"/><Relationship Id="rId30" Type="http://schemas.openxmlformats.org/officeDocument/2006/relationships/image" Target="../media/image131.emf"/><Relationship Id="rId35" Type="http://schemas.openxmlformats.org/officeDocument/2006/relationships/oleObject" Target="../embeddings/oleObject100.bin"/><Relationship Id="rId8" Type="http://schemas.openxmlformats.org/officeDocument/2006/relationships/oleObject" Target="../embeddings/oleObject85.bin"/><Relationship Id="rId3"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104.bin"/><Relationship Id="rId13" Type="http://schemas.openxmlformats.org/officeDocument/2006/relationships/image" Target="../media/image138.wmf"/><Relationship Id="rId18" Type="http://schemas.openxmlformats.org/officeDocument/2006/relationships/oleObject" Target="../embeddings/oleObject109.bin"/><Relationship Id="rId3" Type="http://schemas.openxmlformats.org/officeDocument/2006/relationships/notesSlide" Target="../notesSlides/notesSlide31.xml"/><Relationship Id="rId7" Type="http://schemas.openxmlformats.org/officeDocument/2006/relationships/image" Target="../media/image135.wmf"/><Relationship Id="rId12" Type="http://schemas.openxmlformats.org/officeDocument/2006/relationships/oleObject" Target="../embeddings/oleObject106.bin"/><Relationship Id="rId17" Type="http://schemas.openxmlformats.org/officeDocument/2006/relationships/image" Target="../media/image140.wmf"/><Relationship Id="rId2" Type="http://schemas.openxmlformats.org/officeDocument/2006/relationships/slideLayout" Target="../slideLayouts/slideLayout7.xml"/><Relationship Id="rId16" Type="http://schemas.openxmlformats.org/officeDocument/2006/relationships/oleObject" Target="../embeddings/oleObject108.bin"/><Relationship Id="rId1" Type="http://schemas.openxmlformats.org/officeDocument/2006/relationships/vmlDrawing" Target="../drawings/vmlDrawing18.vml"/><Relationship Id="rId6" Type="http://schemas.openxmlformats.org/officeDocument/2006/relationships/oleObject" Target="../embeddings/oleObject103.bin"/><Relationship Id="rId11" Type="http://schemas.openxmlformats.org/officeDocument/2006/relationships/image" Target="../media/image137.wmf"/><Relationship Id="rId5" Type="http://schemas.openxmlformats.org/officeDocument/2006/relationships/image" Target="../media/image134.wmf"/><Relationship Id="rId15" Type="http://schemas.openxmlformats.org/officeDocument/2006/relationships/image" Target="../media/image139.wmf"/><Relationship Id="rId10" Type="http://schemas.openxmlformats.org/officeDocument/2006/relationships/oleObject" Target="../embeddings/oleObject105.bin"/><Relationship Id="rId19" Type="http://schemas.openxmlformats.org/officeDocument/2006/relationships/image" Target="../media/image141.wmf"/><Relationship Id="rId4" Type="http://schemas.openxmlformats.org/officeDocument/2006/relationships/oleObject" Target="../embeddings/oleObject102.bin"/><Relationship Id="rId9" Type="http://schemas.openxmlformats.org/officeDocument/2006/relationships/image" Target="../media/image136.wmf"/><Relationship Id="rId14" Type="http://schemas.openxmlformats.org/officeDocument/2006/relationships/oleObject" Target="../embeddings/oleObject107.bin"/></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112.bin"/><Relationship Id="rId13" Type="http://schemas.openxmlformats.org/officeDocument/2006/relationships/image" Target="../media/image146.wmf"/><Relationship Id="rId18" Type="http://schemas.openxmlformats.org/officeDocument/2006/relationships/oleObject" Target="../embeddings/oleObject117.bin"/><Relationship Id="rId3" Type="http://schemas.openxmlformats.org/officeDocument/2006/relationships/notesSlide" Target="../notesSlides/notesSlide32.xml"/><Relationship Id="rId21" Type="http://schemas.openxmlformats.org/officeDocument/2006/relationships/image" Target="../media/image150.wmf"/><Relationship Id="rId7" Type="http://schemas.openxmlformats.org/officeDocument/2006/relationships/image" Target="../media/image143.wmf"/><Relationship Id="rId12" Type="http://schemas.openxmlformats.org/officeDocument/2006/relationships/oleObject" Target="../embeddings/oleObject114.bin"/><Relationship Id="rId17" Type="http://schemas.openxmlformats.org/officeDocument/2006/relationships/image" Target="../media/image148.wmf"/><Relationship Id="rId25" Type="http://schemas.openxmlformats.org/officeDocument/2006/relationships/image" Target="../media/image152.wmf"/><Relationship Id="rId2" Type="http://schemas.openxmlformats.org/officeDocument/2006/relationships/slideLayout" Target="../slideLayouts/slideLayout7.xml"/><Relationship Id="rId16" Type="http://schemas.openxmlformats.org/officeDocument/2006/relationships/oleObject" Target="../embeddings/oleObject116.bin"/><Relationship Id="rId20" Type="http://schemas.openxmlformats.org/officeDocument/2006/relationships/oleObject" Target="../embeddings/oleObject118.bin"/><Relationship Id="rId1" Type="http://schemas.openxmlformats.org/officeDocument/2006/relationships/vmlDrawing" Target="../drawings/vmlDrawing19.vml"/><Relationship Id="rId6" Type="http://schemas.openxmlformats.org/officeDocument/2006/relationships/oleObject" Target="../embeddings/oleObject111.bin"/><Relationship Id="rId11" Type="http://schemas.openxmlformats.org/officeDocument/2006/relationships/image" Target="../media/image145.wmf"/><Relationship Id="rId24" Type="http://schemas.openxmlformats.org/officeDocument/2006/relationships/oleObject" Target="../embeddings/oleObject120.bin"/><Relationship Id="rId5" Type="http://schemas.openxmlformats.org/officeDocument/2006/relationships/image" Target="../media/image142.wmf"/><Relationship Id="rId15" Type="http://schemas.openxmlformats.org/officeDocument/2006/relationships/image" Target="../media/image147.wmf"/><Relationship Id="rId23" Type="http://schemas.openxmlformats.org/officeDocument/2006/relationships/image" Target="../media/image151.wmf"/><Relationship Id="rId10" Type="http://schemas.openxmlformats.org/officeDocument/2006/relationships/oleObject" Target="../embeddings/oleObject113.bin"/><Relationship Id="rId19" Type="http://schemas.openxmlformats.org/officeDocument/2006/relationships/image" Target="../media/image149.wmf"/><Relationship Id="rId4" Type="http://schemas.openxmlformats.org/officeDocument/2006/relationships/oleObject" Target="../embeddings/oleObject110.bin"/><Relationship Id="rId9" Type="http://schemas.openxmlformats.org/officeDocument/2006/relationships/image" Target="../media/image144.wmf"/><Relationship Id="rId14" Type="http://schemas.openxmlformats.org/officeDocument/2006/relationships/oleObject" Target="../embeddings/oleObject115.bin"/><Relationship Id="rId22" Type="http://schemas.openxmlformats.org/officeDocument/2006/relationships/oleObject" Target="../embeddings/oleObject119.bin"/></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123.bin"/><Relationship Id="rId13" Type="http://schemas.openxmlformats.org/officeDocument/2006/relationships/image" Target="../media/image155.wmf"/><Relationship Id="rId18" Type="http://schemas.openxmlformats.org/officeDocument/2006/relationships/oleObject" Target="../embeddings/oleObject128.bin"/><Relationship Id="rId26" Type="http://schemas.openxmlformats.org/officeDocument/2006/relationships/oleObject" Target="../embeddings/oleObject132.bin"/><Relationship Id="rId3" Type="http://schemas.openxmlformats.org/officeDocument/2006/relationships/notesSlide" Target="../notesSlides/notesSlide33.xml"/><Relationship Id="rId21" Type="http://schemas.openxmlformats.org/officeDocument/2006/relationships/image" Target="../media/image159.wmf"/><Relationship Id="rId7" Type="http://schemas.openxmlformats.org/officeDocument/2006/relationships/image" Target="../media/image136.wmf"/><Relationship Id="rId12" Type="http://schemas.openxmlformats.org/officeDocument/2006/relationships/oleObject" Target="../embeddings/oleObject125.bin"/><Relationship Id="rId17" Type="http://schemas.openxmlformats.org/officeDocument/2006/relationships/image" Target="../media/image157.wmf"/><Relationship Id="rId25" Type="http://schemas.openxmlformats.org/officeDocument/2006/relationships/image" Target="../media/image161.wmf"/><Relationship Id="rId2" Type="http://schemas.openxmlformats.org/officeDocument/2006/relationships/slideLayout" Target="../slideLayouts/slideLayout7.xml"/><Relationship Id="rId16" Type="http://schemas.openxmlformats.org/officeDocument/2006/relationships/oleObject" Target="../embeddings/oleObject127.bin"/><Relationship Id="rId20" Type="http://schemas.openxmlformats.org/officeDocument/2006/relationships/oleObject" Target="../embeddings/oleObject129.bin"/><Relationship Id="rId1" Type="http://schemas.openxmlformats.org/officeDocument/2006/relationships/vmlDrawing" Target="../drawings/vmlDrawing20.vml"/><Relationship Id="rId6" Type="http://schemas.openxmlformats.org/officeDocument/2006/relationships/oleObject" Target="../embeddings/oleObject122.bin"/><Relationship Id="rId11" Type="http://schemas.openxmlformats.org/officeDocument/2006/relationships/image" Target="../media/image154.wmf"/><Relationship Id="rId24" Type="http://schemas.openxmlformats.org/officeDocument/2006/relationships/oleObject" Target="../embeddings/oleObject131.bin"/><Relationship Id="rId5" Type="http://schemas.openxmlformats.org/officeDocument/2006/relationships/image" Target="../media/image153.wmf"/><Relationship Id="rId15" Type="http://schemas.openxmlformats.org/officeDocument/2006/relationships/image" Target="../media/image156.wmf"/><Relationship Id="rId23" Type="http://schemas.openxmlformats.org/officeDocument/2006/relationships/image" Target="../media/image160.wmf"/><Relationship Id="rId10" Type="http://schemas.openxmlformats.org/officeDocument/2006/relationships/oleObject" Target="../embeddings/oleObject124.bin"/><Relationship Id="rId19" Type="http://schemas.openxmlformats.org/officeDocument/2006/relationships/image" Target="../media/image158.wmf"/><Relationship Id="rId4" Type="http://schemas.openxmlformats.org/officeDocument/2006/relationships/oleObject" Target="../embeddings/oleObject121.bin"/><Relationship Id="rId9" Type="http://schemas.openxmlformats.org/officeDocument/2006/relationships/image" Target="../media/image139.wmf"/><Relationship Id="rId14" Type="http://schemas.openxmlformats.org/officeDocument/2006/relationships/oleObject" Target="../embeddings/oleObject126.bin"/><Relationship Id="rId22" Type="http://schemas.openxmlformats.org/officeDocument/2006/relationships/oleObject" Target="../embeddings/oleObject130.bin"/><Relationship Id="rId27" Type="http://schemas.openxmlformats.org/officeDocument/2006/relationships/image" Target="../media/image162.wmf"/></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135.bin"/><Relationship Id="rId13" Type="http://schemas.openxmlformats.org/officeDocument/2006/relationships/image" Target="../media/image165.wmf"/><Relationship Id="rId18" Type="http://schemas.openxmlformats.org/officeDocument/2006/relationships/oleObject" Target="../embeddings/oleObject140.bin"/><Relationship Id="rId26" Type="http://schemas.openxmlformats.org/officeDocument/2006/relationships/oleObject" Target="../embeddings/oleObject144.bin"/><Relationship Id="rId3" Type="http://schemas.openxmlformats.org/officeDocument/2006/relationships/notesSlide" Target="../notesSlides/notesSlide34.xml"/><Relationship Id="rId21" Type="http://schemas.openxmlformats.org/officeDocument/2006/relationships/image" Target="../media/image169.emf"/><Relationship Id="rId7" Type="http://schemas.openxmlformats.org/officeDocument/2006/relationships/image" Target="../media/image163.wmf"/><Relationship Id="rId12" Type="http://schemas.openxmlformats.org/officeDocument/2006/relationships/oleObject" Target="../embeddings/oleObject137.bin"/><Relationship Id="rId17" Type="http://schemas.openxmlformats.org/officeDocument/2006/relationships/image" Target="../media/image167.wmf"/><Relationship Id="rId25" Type="http://schemas.openxmlformats.org/officeDocument/2006/relationships/image" Target="../media/image171.wmf"/><Relationship Id="rId2" Type="http://schemas.openxmlformats.org/officeDocument/2006/relationships/slideLayout" Target="../slideLayouts/slideLayout7.xml"/><Relationship Id="rId16" Type="http://schemas.openxmlformats.org/officeDocument/2006/relationships/oleObject" Target="../embeddings/oleObject139.bin"/><Relationship Id="rId20" Type="http://schemas.openxmlformats.org/officeDocument/2006/relationships/oleObject" Target="../embeddings/oleObject141.bin"/><Relationship Id="rId29" Type="http://schemas.openxmlformats.org/officeDocument/2006/relationships/image" Target="../media/image173.wmf"/><Relationship Id="rId1" Type="http://schemas.openxmlformats.org/officeDocument/2006/relationships/vmlDrawing" Target="../drawings/vmlDrawing21.vml"/><Relationship Id="rId6" Type="http://schemas.openxmlformats.org/officeDocument/2006/relationships/oleObject" Target="../embeddings/oleObject134.bin"/><Relationship Id="rId11" Type="http://schemas.openxmlformats.org/officeDocument/2006/relationships/image" Target="../media/image164.wmf"/><Relationship Id="rId24" Type="http://schemas.openxmlformats.org/officeDocument/2006/relationships/oleObject" Target="../embeddings/oleObject143.bin"/><Relationship Id="rId5" Type="http://schemas.openxmlformats.org/officeDocument/2006/relationships/image" Target="../media/image125.wmf"/><Relationship Id="rId15" Type="http://schemas.openxmlformats.org/officeDocument/2006/relationships/image" Target="../media/image166.wmf"/><Relationship Id="rId23" Type="http://schemas.openxmlformats.org/officeDocument/2006/relationships/image" Target="../media/image170.emf"/><Relationship Id="rId28" Type="http://schemas.openxmlformats.org/officeDocument/2006/relationships/oleObject" Target="../embeddings/oleObject145.bin"/><Relationship Id="rId10" Type="http://schemas.openxmlformats.org/officeDocument/2006/relationships/oleObject" Target="../embeddings/oleObject136.bin"/><Relationship Id="rId19" Type="http://schemas.openxmlformats.org/officeDocument/2006/relationships/image" Target="../media/image168.wmf"/><Relationship Id="rId31" Type="http://schemas.openxmlformats.org/officeDocument/2006/relationships/image" Target="../media/image174.wmf"/><Relationship Id="rId4" Type="http://schemas.openxmlformats.org/officeDocument/2006/relationships/oleObject" Target="../embeddings/oleObject133.bin"/><Relationship Id="rId9" Type="http://schemas.openxmlformats.org/officeDocument/2006/relationships/image" Target="../media/image128.wmf"/><Relationship Id="rId14" Type="http://schemas.openxmlformats.org/officeDocument/2006/relationships/oleObject" Target="../embeddings/oleObject138.bin"/><Relationship Id="rId22" Type="http://schemas.openxmlformats.org/officeDocument/2006/relationships/oleObject" Target="../embeddings/oleObject142.bin"/><Relationship Id="rId27" Type="http://schemas.openxmlformats.org/officeDocument/2006/relationships/image" Target="../media/image172.wmf"/><Relationship Id="rId30" Type="http://schemas.openxmlformats.org/officeDocument/2006/relationships/oleObject" Target="../embeddings/oleObject146.bin"/></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149.bin"/><Relationship Id="rId13" Type="http://schemas.openxmlformats.org/officeDocument/2006/relationships/image" Target="../media/image179.wmf"/><Relationship Id="rId3" Type="http://schemas.openxmlformats.org/officeDocument/2006/relationships/notesSlide" Target="../notesSlides/notesSlide35.xml"/><Relationship Id="rId7" Type="http://schemas.openxmlformats.org/officeDocument/2006/relationships/image" Target="../media/image176.wmf"/><Relationship Id="rId12" Type="http://schemas.openxmlformats.org/officeDocument/2006/relationships/oleObject" Target="../embeddings/oleObject151.bin"/><Relationship Id="rId17" Type="http://schemas.openxmlformats.org/officeDocument/2006/relationships/image" Target="../media/image181.wmf"/><Relationship Id="rId2" Type="http://schemas.openxmlformats.org/officeDocument/2006/relationships/slideLayout" Target="../slideLayouts/slideLayout7.xml"/><Relationship Id="rId16" Type="http://schemas.openxmlformats.org/officeDocument/2006/relationships/oleObject" Target="../embeddings/oleObject153.bin"/><Relationship Id="rId1" Type="http://schemas.openxmlformats.org/officeDocument/2006/relationships/vmlDrawing" Target="../drawings/vmlDrawing22.vml"/><Relationship Id="rId6" Type="http://schemas.openxmlformats.org/officeDocument/2006/relationships/oleObject" Target="../embeddings/oleObject148.bin"/><Relationship Id="rId11" Type="http://schemas.openxmlformats.org/officeDocument/2006/relationships/image" Target="../media/image178.wmf"/><Relationship Id="rId5" Type="http://schemas.openxmlformats.org/officeDocument/2006/relationships/image" Target="../media/image175.wmf"/><Relationship Id="rId15" Type="http://schemas.openxmlformats.org/officeDocument/2006/relationships/image" Target="../media/image180.wmf"/><Relationship Id="rId10" Type="http://schemas.openxmlformats.org/officeDocument/2006/relationships/oleObject" Target="../embeddings/oleObject150.bin"/><Relationship Id="rId4" Type="http://schemas.openxmlformats.org/officeDocument/2006/relationships/oleObject" Target="../embeddings/oleObject147.bin"/><Relationship Id="rId9" Type="http://schemas.openxmlformats.org/officeDocument/2006/relationships/image" Target="../media/image177.wmf"/><Relationship Id="rId14" Type="http://schemas.openxmlformats.org/officeDocument/2006/relationships/oleObject" Target="../embeddings/oleObject152.bin"/></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156.bin"/><Relationship Id="rId13" Type="http://schemas.openxmlformats.org/officeDocument/2006/relationships/image" Target="../media/image186.wmf"/><Relationship Id="rId3" Type="http://schemas.openxmlformats.org/officeDocument/2006/relationships/notesSlide" Target="../notesSlides/notesSlide36.xml"/><Relationship Id="rId7" Type="http://schemas.openxmlformats.org/officeDocument/2006/relationships/image" Target="../media/image183.wmf"/><Relationship Id="rId12" Type="http://schemas.openxmlformats.org/officeDocument/2006/relationships/oleObject" Target="../embeddings/oleObject158.bin"/><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oleObject" Target="../embeddings/oleObject155.bin"/><Relationship Id="rId11" Type="http://schemas.openxmlformats.org/officeDocument/2006/relationships/image" Target="../media/image185.wmf"/><Relationship Id="rId5" Type="http://schemas.openxmlformats.org/officeDocument/2006/relationships/image" Target="../media/image182.wmf"/><Relationship Id="rId10" Type="http://schemas.openxmlformats.org/officeDocument/2006/relationships/oleObject" Target="../embeddings/oleObject157.bin"/><Relationship Id="rId4" Type="http://schemas.openxmlformats.org/officeDocument/2006/relationships/oleObject" Target="../embeddings/oleObject154.bin"/><Relationship Id="rId9" Type="http://schemas.openxmlformats.org/officeDocument/2006/relationships/image" Target="../media/image184.wmf"/></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161.bin"/><Relationship Id="rId13" Type="http://schemas.openxmlformats.org/officeDocument/2006/relationships/image" Target="../media/image191.emf"/><Relationship Id="rId18" Type="http://schemas.openxmlformats.org/officeDocument/2006/relationships/oleObject" Target="../embeddings/oleObject166.bin"/><Relationship Id="rId26" Type="http://schemas.openxmlformats.org/officeDocument/2006/relationships/oleObject" Target="../embeddings/oleObject170.bin"/><Relationship Id="rId3" Type="http://schemas.openxmlformats.org/officeDocument/2006/relationships/notesSlide" Target="../notesSlides/notesSlide37.xml"/><Relationship Id="rId21" Type="http://schemas.openxmlformats.org/officeDocument/2006/relationships/image" Target="../media/image195.wmf"/><Relationship Id="rId7" Type="http://schemas.openxmlformats.org/officeDocument/2006/relationships/image" Target="../media/image188.wmf"/><Relationship Id="rId12" Type="http://schemas.openxmlformats.org/officeDocument/2006/relationships/oleObject" Target="../embeddings/oleObject163.bin"/><Relationship Id="rId17" Type="http://schemas.openxmlformats.org/officeDocument/2006/relationships/image" Target="../media/image193.wmf"/><Relationship Id="rId25" Type="http://schemas.openxmlformats.org/officeDocument/2006/relationships/image" Target="../media/image197.emf"/><Relationship Id="rId2" Type="http://schemas.openxmlformats.org/officeDocument/2006/relationships/slideLayout" Target="../slideLayouts/slideLayout7.xml"/><Relationship Id="rId16" Type="http://schemas.openxmlformats.org/officeDocument/2006/relationships/oleObject" Target="../embeddings/oleObject165.bin"/><Relationship Id="rId20" Type="http://schemas.openxmlformats.org/officeDocument/2006/relationships/oleObject" Target="../embeddings/oleObject167.bin"/><Relationship Id="rId29" Type="http://schemas.openxmlformats.org/officeDocument/2006/relationships/oleObject" Target="../embeddings/oleObject172.bin"/><Relationship Id="rId1" Type="http://schemas.openxmlformats.org/officeDocument/2006/relationships/vmlDrawing" Target="../drawings/vmlDrawing24.vml"/><Relationship Id="rId6" Type="http://schemas.openxmlformats.org/officeDocument/2006/relationships/oleObject" Target="../embeddings/oleObject160.bin"/><Relationship Id="rId11" Type="http://schemas.openxmlformats.org/officeDocument/2006/relationships/image" Target="../media/image190.wmf"/><Relationship Id="rId24" Type="http://schemas.openxmlformats.org/officeDocument/2006/relationships/oleObject" Target="../embeddings/oleObject169.bin"/><Relationship Id="rId32" Type="http://schemas.openxmlformats.org/officeDocument/2006/relationships/image" Target="../media/image200.wmf"/><Relationship Id="rId5" Type="http://schemas.openxmlformats.org/officeDocument/2006/relationships/image" Target="../media/image187.wmf"/><Relationship Id="rId15" Type="http://schemas.openxmlformats.org/officeDocument/2006/relationships/image" Target="../media/image192.emf"/><Relationship Id="rId23" Type="http://schemas.openxmlformats.org/officeDocument/2006/relationships/image" Target="../media/image196.emf"/><Relationship Id="rId28" Type="http://schemas.openxmlformats.org/officeDocument/2006/relationships/image" Target="../media/image198.wmf"/><Relationship Id="rId10" Type="http://schemas.openxmlformats.org/officeDocument/2006/relationships/oleObject" Target="../embeddings/oleObject162.bin"/><Relationship Id="rId19" Type="http://schemas.openxmlformats.org/officeDocument/2006/relationships/image" Target="../media/image194.emf"/><Relationship Id="rId31" Type="http://schemas.openxmlformats.org/officeDocument/2006/relationships/oleObject" Target="../embeddings/oleObject173.bin"/><Relationship Id="rId4" Type="http://schemas.openxmlformats.org/officeDocument/2006/relationships/oleObject" Target="../embeddings/oleObject159.bin"/><Relationship Id="rId9" Type="http://schemas.openxmlformats.org/officeDocument/2006/relationships/image" Target="../media/image189.wmf"/><Relationship Id="rId14" Type="http://schemas.openxmlformats.org/officeDocument/2006/relationships/oleObject" Target="../embeddings/oleObject164.bin"/><Relationship Id="rId22" Type="http://schemas.openxmlformats.org/officeDocument/2006/relationships/oleObject" Target="../embeddings/oleObject168.bin"/><Relationship Id="rId27" Type="http://schemas.openxmlformats.org/officeDocument/2006/relationships/oleObject" Target="../embeddings/oleObject171.bin"/><Relationship Id="rId30" Type="http://schemas.openxmlformats.org/officeDocument/2006/relationships/image" Target="../media/image199.wmf"/></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176.bin"/><Relationship Id="rId13" Type="http://schemas.openxmlformats.org/officeDocument/2006/relationships/image" Target="../media/image205.emf"/><Relationship Id="rId18" Type="http://schemas.openxmlformats.org/officeDocument/2006/relationships/oleObject" Target="../embeddings/oleObject181.bin"/><Relationship Id="rId26" Type="http://schemas.openxmlformats.org/officeDocument/2006/relationships/oleObject" Target="../embeddings/oleObject185.bin"/><Relationship Id="rId3" Type="http://schemas.openxmlformats.org/officeDocument/2006/relationships/notesSlide" Target="../notesSlides/notesSlide38.xml"/><Relationship Id="rId21" Type="http://schemas.openxmlformats.org/officeDocument/2006/relationships/image" Target="../media/image207.emf"/><Relationship Id="rId7" Type="http://schemas.openxmlformats.org/officeDocument/2006/relationships/image" Target="../media/image202.wmf"/><Relationship Id="rId12" Type="http://schemas.openxmlformats.org/officeDocument/2006/relationships/oleObject" Target="../embeddings/oleObject178.bin"/><Relationship Id="rId17" Type="http://schemas.openxmlformats.org/officeDocument/2006/relationships/image" Target="../media/image206.emf"/><Relationship Id="rId25" Type="http://schemas.openxmlformats.org/officeDocument/2006/relationships/image" Target="../media/image209.wmf"/><Relationship Id="rId2" Type="http://schemas.openxmlformats.org/officeDocument/2006/relationships/slideLayout" Target="../slideLayouts/slideLayout7.xml"/><Relationship Id="rId16" Type="http://schemas.openxmlformats.org/officeDocument/2006/relationships/oleObject" Target="../embeddings/oleObject180.bin"/><Relationship Id="rId20" Type="http://schemas.openxmlformats.org/officeDocument/2006/relationships/oleObject" Target="../embeddings/oleObject182.bin"/><Relationship Id="rId29" Type="http://schemas.openxmlformats.org/officeDocument/2006/relationships/image" Target="../media/image211.wmf"/><Relationship Id="rId1" Type="http://schemas.openxmlformats.org/officeDocument/2006/relationships/vmlDrawing" Target="../drawings/vmlDrawing25.vml"/><Relationship Id="rId6" Type="http://schemas.openxmlformats.org/officeDocument/2006/relationships/oleObject" Target="../embeddings/oleObject175.bin"/><Relationship Id="rId11" Type="http://schemas.openxmlformats.org/officeDocument/2006/relationships/image" Target="../media/image204.emf"/><Relationship Id="rId24" Type="http://schemas.openxmlformats.org/officeDocument/2006/relationships/oleObject" Target="../embeddings/oleObject184.bin"/><Relationship Id="rId5" Type="http://schemas.openxmlformats.org/officeDocument/2006/relationships/image" Target="../media/image201.wmf"/><Relationship Id="rId15" Type="http://schemas.openxmlformats.org/officeDocument/2006/relationships/image" Target="../media/image193.wmf"/><Relationship Id="rId23" Type="http://schemas.openxmlformats.org/officeDocument/2006/relationships/image" Target="../media/image208.emf"/><Relationship Id="rId28" Type="http://schemas.openxmlformats.org/officeDocument/2006/relationships/oleObject" Target="../embeddings/oleObject186.bin"/><Relationship Id="rId10" Type="http://schemas.openxmlformats.org/officeDocument/2006/relationships/oleObject" Target="../embeddings/oleObject177.bin"/><Relationship Id="rId19" Type="http://schemas.openxmlformats.org/officeDocument/2006/relationships/image" Target="../media/image195.wmf"/><Relationship Id="rId4" Type="http://schemas.openxmlformats.org/officeDocument/2006/relationships/oleObject" Target="../embeddings/oleObject174.bin"/><Relationship Id="rId9" Type="http://schemas.openxmlformats.org/officeDocument/2006/relationships/image" Target="../media/image203.wmf"/><Relationship Id="rId14" Type="http://schemas.openxmlformats.org/officeDocument/2006/relationships/oleObject" Target="../embeddings/oleObject179.bin"/><Relationship Id="rId22" Type="http://schemas.openxmlformats.org/officeDocument/2006/relationships/oleObject" Target="../embeddings/oleObject183.bin"/><Relationship Id="rId27" Type="http://schemas.openxmlformats.org/officeDocument/2006/relationships/image" Target="../media/image210.wmf"/></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189.bin"/><Relationship Id="rId13" Type="http://schemas.openxmlformats.org/officeDocument/2006/relationships/image" Target="../media/image216.wmf"/><Relationship Id="rId18" Type="http://schemas.openxmlformats.org/officeDocument/2006/relationships/oleObject" Target="../embeddings/oleObject194.bin"/><Relationship Id="rId26" Type="http://schemas.openxmlformats.org/officeDocument/2006/relationships/oleObject" Target="../embeddings/oleObject198.bin"/><Relationship Id="rId3" Type="http://schemas.openxmlformats.org/officeDocument/2006/relationships/notesSlide" Target="../notesSlides/notesSlide39.xml"/><Relationship Id="rId21" Type="http://schemas.openxmlformats.org/officeDocument/2006/relationships/image" Target="../media/image193.wmf"/><Relationship Id="rId7" Type="http://schemas.openxmlformats.org/officeDocument/2006/relationships/image" Target="../media/image213.wmf"/><Relationship Id="rId12" Type="http://schemas.openxmlformats.org/officeDocument/2006/relationships/oleObject" Target="../embeddings/oleObject191.bin"/><Relationship Id="rId17" Type="http://schemas.openxmlformats.org/officeDocument/2006/relationships/image" Target="../media/image218.emf"/><Relationship Id="rId25" Type="http://schemas.openxmlformats.org/officeDocument/2006/relationships/image" Target="../media/image195.wmf"/><Relationship Id="rId2" Type="http://schemas.openxmlformats.org/officeDocument/2006/relationships/slideLayout" Target="../slideLayouts/slideLayout7.xml"/><Relationship Id="rId16" Type="http://schemas.openxmlformats.org/officeDocument/2006/relationships/oleObject" Target="../embeddings/oleObject193.bin"/><Relationship Id="rId20" Type="http://schemas.openxmlformats.org/officeDocument/2006/relationships/oleObject" Target="../embeddings/oleObject195.bin"/><Relationship Id="rId29" Type="http://schemas.openxmlformats.org/officeDocument/2006/relationships/image" Target="../media/image222.emf"/><Relationship Id="rId1" Type="http://schemas.openxmlformats.org/officeDocument/2006/relationships/vmlDrawing" Target="../drawings/vmlDrawing26.vml"/><Relationship Id="rId6" Type="http://schemas.openxmlformats.org/officeDocument/2006/relationships/oleObject" Target="../embeddings/oleObject188.bin"/><Relationship Id="rId11" Type="http://schemas.openxmlformats.org/officeDocument/2006/relationships/image" Target="../media/image215.wmf"/><Relationship Id="rId24" Type="http://schemas.openxmlformats.org/officeDocument/2006/relationships/oleObject" Target="../embeddings/oleObject197.bin"/><Relationship Id="rId5" Type="http://schemas.openxmlformats.org/officeDocument/2006/relationships/image" Target="../media/image212.wmf"/><Relationship Id="rId15" Type="http://schemas.openxmlformats.org/officeDocument/2006/relationships/image" Target="../media/image217.wmf"/><Relationship Id="rId23" Type="http://schemas.openxmlformats.org/officeDocument/2006/relationships/image" Target="../media/image220.emf"/><Relationship Id="rId28" Type="http://schemas.openxmlformats.org/officeDocument/2006/relationships/oleObject" Target="../embeddings/oleObject199.bin"/><Relationship Id="rId10" Type="http://schemas.openxmlformats.org/officeDocument/2006/relationships/oleObject" Target="../embeddings/oleObject190.bin"/><Relationship Id="rId19" Type="http://schemas.openxmlformats.org/officeDocument/2006/relationships/image" Target="../media/image219.emf"/><Relationship Id="rId31" Type="http://schemas.openxmlformats.org/officeDocument/2006/relationships/image" Target="../media/image223.wmf"/><Relationship Id="rId4" Type="http://schemas.openxmlformats.org/officeDocument/2006/relationships/oleObject" Target="../embeddings/oleObject187.bin"/><Relationship Id="rId9" Type="http://schemas.openxmlformats.org/officeDocument/2006/relationships/image" Target="../media/image214.wmf"/><Relationship Id="rId14" Type="http://schemas.openxmlformats.org/officeDocument/2006/relationships/oleObject" Target="../embeddings/oleObject192.bin"/><Relationship Id="rId22" Type="http://schemas.openxmlformats.org/officeDocument/2006/relationships/oleObject" Target="../embeddings/oleObject196.bin"/><Relationship Id="rId27" Type="http://schemas.openxmlformats.org/officeDocument/2006/relationships/image" Target="../media/image221.emf"/><Relationship Id="rId30" Type="http://schemas.openxmlformats.org/officeDocument/2006/relationships/oleObject" Target="../embeddings/oleObject200.bin"/></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203.bin"/><Relationship Id="rId13" Type="http://schemas.openxmlformats.org/officeDocument/2006/relationships/image" Target="../media/image228.wmf"/><Relationship Id="rId18" Type="http://schemas.openxmlformats.org/officeDocument/2006/relationships/oleObject" Target="../embeddings/oleObject207.bin"/><Relationship Id="rId26" Type="http://schemas.openxmlformats.org/officeDocument/2006/relationships/oleObject" Target="../embeddings/oleObject211.bin"/><Relationship Id="rId3" Type="http://schemas.openxmlformats.org/officeDocument/2006/relationships/notesSlide" Target="../notesSlides/notesSlide40.xml"/><Relationship Id="rId21" Type="http://schemas.openxmlformats.org/officeDocument/2006/relationships/image" Target="../media/image193.wmf"/><Relationship Id="rId7" Type="http://schemas.openxmlformats.org/officeDocument/2006/relationships/image" Target="../media/image225.wmf"/><Relationship Id="rId12" Type="http://schemas.openxmlformats.org/officeDocument/2006/relationships/oleObject" Target="../embeddings/oleObject205.bin"/><Relationship Id="rId17" Type="http://schemas.openxmlformats.org/officeDocument/2006/relationships/image" Target="../media/image229.emf"/><Relationship Id="rId25" Type="http://schemas.openxmlformats.org/officeDocument/2006/relationships/image" Target="../media/image195.wmf"/><Relationship Id="rId2" Type="http://schemas.openxmlformats.org/officeDocument/2006/relationships/slideLayout" Target="../slideLayouts/slideLayout7.xml"/><Relationship Id="rId16" Type="http://schemas.openxmlformats.org/officeDocument/2006/relationships/oleObject" Target="../embeddings/oleObject206.bin"/><Relationship Id="rId20" Type="http://schemas.openxmlformats.org/officeDocument/2006/relationships/oleObject" Target="../embeddings/oleObject208.bin"/><Relationship Id="rId29" Type="http://schemas.openxmlformats.org/officeDocument/2006/relationships/image" Target="../media/image233.emf"/><Relationship Id="rId1" Type="http://schemas.openxmlformats.org/officeDocument/2006/relationships/vmlDrawing" Target="../drawings/vmlDrawing27.vml"/><Relationship Id="rId6" Type="http://schemas.openxmlformats.org/officeDocument/2006/relationships/oleObject" Target="../embeddings/oleObject202.bin"/><Relationship Id="rId11" Type="http://schemas.openxmlformats.org/officeDocument/2006/relationships/image" Target="../media/image227.wmf"/><Relationship Id="rId24" Type="http://schemas.openxmlformats.org/officeDocument/2006/relationships/oleObject" Target="../embeddings/oleObject210.bin"/><Relationship Id="rId5" Type="http://schemas.openxmlformats.org/officeDocument/2006/relationships/image" Target="../media/image224.wmf"/><Relationship Id="rId15" Type="http://schemas.openxmlformats.org/officeDocument/2006/relationships/image" Target="../media/image235.png"/><Relationship Id="rId23" Type="http://schemas.openxmlformats.org/officeDocument/2006/relationships/image" Target="../media/image231.emf"/><Relationship Id="rId28" Type="http://schemas.openxmlformats.org/officeDocument/2006/relationships/oleObject" Target="../embeddings/oleObject212.bin"/><Relationship Id="rId10" Type="http://schemas.openxmlformats.org/officeDocument/2006/relationships/oleObject" Target="../embeddings/oleObject204.bin"/><Relationship Id="rId19" Type="http://schemas.openxmlformats.org/officeDocument/2006/relationships/image" Target="../media/image230.emf"/><Relationship Id="rId4" Type="http://schemas.openxmlformats.org/officeDocument/2006/relationships/oleObject" Target="../embeddings/oleObject201.bin"/><Relationship Id="rId9" Type="http://schemas.openxmlformats.org/officeDocument/2006/relationships/image" Target="../media/image226.wmf"/><Relationship Id="rId14" Type="http://schemas.openxmlformats.org/officeDocument/2006/relationships/image" Target="../media/image234.png"/><Relationship Id="rId22" Type="http://schemas.openxmlformats.org/officeDocument/2006/relationships/oleObject" Target="../embeddings/oleObject209.bin"/><Relationship Id="rId27" Type="http://schemas.openxmlformats.org/officeDocument/2006/relationships/image" Target="../media/image232.emf"/></Relationships>
</file>

<file path=ppt/slides/_rels/slide44.xml.rels><?xml version="1.0" encoding="UTF-8" standalone="yes"?>
<Relationships xmlns="http://schemas.openxmlformats.org/package/2006/relationships"><Relationship Id="rId8" Type="http://schemas.openxmlformats.org/officeDocument/2006/relationships/image" Target="../media/image237.emf"/><Relationship Id="rId3" Type="http://schemas.openxmlformats.org/officeDocument/2006/relationships/notesSlide" Target="../notesSlides/notesSlide41.xml"/><Relationship Id="rId7" Type="http://schemas.openxmlformats.org/officeDocument/2006/relationships/oleObject" Target="../embeddings/oleObject214.bin"/><Relationship Id="rId12" Type="http://schemas.openxmlformats.org/officeDocument/2006/relationships/image" Target="../media/image239.emf"/><Relationship Id="rId2" Type="http://schemas.openxmlformats.org/officeDocument/2006/relationships/slideLayout" Target="../slideLayouts/slideLayout7.xml"/><Relationship Id="rId1" Type="http://schemas.openxmlformats.org/officeDocument/2006/relationships/vmlDrawing" Target="../drawings/vmlDrawing28.vml"/><Relationship Id="rId6" Type="http://schemas.openxmlformats.org/officeDocument/2006/relationships/image" Target="../media/image240.jpeg"/><Relationship Id="rId11" Type="http://schemas.openxmlformats.org/officeDocument/2006/relationships/oleObject" Target="../embeddings/oleObject216.bin"/><Relationship Id="rId5" Type="http://schemas.openxmlformats.org/officeDocument/2006/relationships/image" Target="../media/image236.emf"/><Relationship Id="rId10" Type="http://schemas.openxmlformats.org/officeDocument/2006/relationships/image" Target="../media/image238.emf"/><Relationship Id="rId4" Type="http://schemas.openxmlformats.org/officeDocument/2006/relationships/oleObject" Target="../embeddings/oleObject213.bin"/><Relationship Id="rId9" Type="http://schemas.openxmlformats.org/officeDocument/2006/relationships/oleObject" Target="../embeddings/oleObject215.bin"/></Relationships>
</file>

<file path=ppt/slides/_rels/slide45.xml.rels><?xml version="1.0" encoding="UTF-8" standalone="yes"?>
<Relationships xmlns="http://schemas.openxmlformats.org/package/2006/relationships"><Relationship Id="rId8" Type="http://schemas.openxmlformats.org/officeDocument/2006/relationships/image" Target="../media/image242.emf"/><Relationship Id="rId13" Type="http://schemas.openxmlformats.org/officeDocument/2006/relationships/oleObject" Target="../embeddings/oleObject221.bin"/><Relationship Id="rId18" Type="http://schemas.openxmlformats.org/officeDocument/2006/relationships/image" Target="../media/image247.emf"/><Relationship Id="rId3" Type="http://schemas.openxmlformats.org/officeDocument/2006/relationships/notesSlide" Target="../notesSlides/notesSlide42.xml"/><Relationship Id="rId7" Type="http://schemas.openxmlformats.org/officeDocument/2006/relationships/oleObject" Target="../embeddings/oleObject218.bin"/><Relationship Id="rId12" Type="http://schemas.openxmlformats.org/officeDocument/2006/relationships/image" Target="../media/image244.emf"/><Relationship Id="rId17" Type="http://schemas.openxmlformats.org/officeDocument/2006/relationships/oleObject" Target="../embeddings/oleObject223.bin"/><Relationship Id="rId2" Type="http://schemas.openxmlformats.org/officeDocument/2006/relationships/slideLayout" Target="../slideLayouts/slideLayout7.xml"/><Relationship Id="rId16" Type="http://schemas.openxmlformats.org/officeDocument/2006/relationships/image" Target="../media/image246.emf"/><Relationship Id="rId20" Type="http://schemas.openxmlformats.org/officeDocument/2006/relationships/image" Target="../media/image248.emf"/><Relationship Id="rId1" Type="http://schemas.openxmlformats.org/officeDocument/2006/relationships/vmlDrawing" Target="../drawings/vmlDrawing29.vml"/><Relationship Id="rId6" Type="http://schemas.openxmlformats.org/officeDocument/2006/relationships/image" Target="../media/image241.emf"/><Relationship Id="rId11" Type="http://schemas.openxmlformats.org/officeDocument/2006/relationships/oleObject" Target="../embeddings/oleObject220.bin"/><Relationship Id="rId5" Type="http://schemas.openxmlformats.org/officeDocument/2006/relationships/oleObject" Target="../embeddings/oleObject217.bin"/><Relationship Id="rId15" Type="http://schemas.openxmlformats.org/officeDocument/2006/relationships/oleObject" Target="../embeddings/oleObject222.bin"/><Relationship Id="rId10" Type="http://schemas.openxmlformats.org/officeDocument/2006/relationships/image" Target="../media/image243.emf"/><Relationship Id="rId19" Type="http://schemas.openxmlformats.org/officeDocument/2006/relationships/oleObject" Target="../embeddings/oleObject224.bin"/><Relationship Id="rId4" Type="http://schemas.openxmlformats.org/officeDocument/2006/relationships/image" Target="../media/image249.jpeg"/><Relationship Id="rId9" Type="http://schemas.openxmlformats.org/officeDocument/2006/relationships/oleObject" Target="../embeddings/oleObject219.bin"/><Relationship Id="rId14" Type="http://schemas.openxmlformats.org/officeDocument/2006/relationships/image" Target="../media/image245.emf"/></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227.bin"/><Relationship Id="rId13" Type="http://schemas.openxmlformats.org/officeDocument/2006/relationships/image" Target="../media/image254.emf"/><Relationship Id="rId18" Type="http://schemas.openxmlformats.org/officeDocument/2006/relationships/oleObject" Target="../embeddings/oleObject232.bin"/><Relationship Id="rId3" Type="http://schemas.openxmlformats.org/officeDocument/2006/relationships/notesSlide" Target="../notesSlides/notesSlide43.xml"/><Relationship Id="rId21" Type="http://schemas.openxmlformats.org/officeDocument/2006/relationships/image" Target="../media/image258.emf"/><Relationship Id="rId7" Type="http://schemas.openxmlformats.org/officeDocument/2006/relationships/image" Target="../media/image251.emf"/><Relationship Id="rId12" Type="http://schemas.openxmlformats.org/officeDocument/2006/relationships/oleObject" Target="../embeddings/oleObject229.bin"/><Relationship Id="rId17" Type="http://schemas.openxmlformats.org/officeDocument/2006/relationships/image" Target="../media/image256.emf"/><Relationship Id="rId2" Type="http://schemas.openxmlformats.org/officeDocument/2006/relationships/slideLayout" Target="../slideLayouts/slideLayout7.xml"/><Relationship Id="rId16" Type="http://schemas.openxmlformats.org/officeDocument/2006/relationships/oleObject" Target="../embeddings/oleObject231.bin"/><Relationship Id="rId20" Type="http://schemas.openxmlformats.org/officeDocument/2006/relationships/oleObject" Target="../embeddings/oleObject233.bin"/><Relationship Id="rId1" Type="http://schemas.openxmlformats.org/officeDocument/2006/relationships/vmlDrawing" Target="../drawings/vmlDrawing30.vml"/><Relationship Id="rId6" Type="http://schemas.openxmlformats.org/officeDocument/2006/relationships/oleObject" Target="../embeddings/oleObject226.bin"/><Relationship Id="rId11" Type="http://schemas.openxmlformats.org/officeDocument/2006/relationships/image" Target="../media/image253.emf"/><Relationship Id="rId5" Type="http://schemas.openxmlformats.org/officeDocument/2006/relationships/image" Target="../media/image250.emf"/><Relationship Id="rId15" Type="http://schemas.openxmlformats.org/officeDocument/2006/relationships/image" Target="../media/image255.emf"/><Relationship Id="rId10" Type="http://schemas.openxmlformats.org/officeDocument/2006/relationships/oleObject" Target="../embeddings/oleObject228.bin"/><Relationship Id="rId19" Type="http://schemas.openxmlformats.org/officeDocument/2006/relationships/image" Target="../media/image257.emf"/><Relationship Id="rId4" Type="http://schemas.openxmlformats.org/officeDocument/2006/relationships/oleObject" Target="../embeddings/oleObject225.bin"/><Relationship Id="rId9" Type="http://schemas.openxmlformats.org/officeDocument/2006/relationships/image" Target="../media/image252.emf"/><Relationship Id="rId14" Type="http://schemas.openxmlformats.org/officeDocument/2006/relationships/oleObject" Target="../embeddings/oleObject230.bin"/></Relationships>
</file>

<file path=ppt/slides/_rels/slide47.xml.rels><?xml version="1.0" encoding="UTF-8" standalone="yes"?>
<Relationships xmlns="http://schemas.openxmlformats.org/package/2006/relationships"><Relationship Id="rId8" Type="http://schemas.openxmlformats.org/officeDocument/2006/relationships/oleObject" Target="../embeddings/oleObject236.bin"/><Relationship Id="rId3" Type="http://schemas.openxmlformats.org/officeDocument/2006/relationships/notesSlide" Target="../notesSlides/notesSlide44.xml"/><Relationship Id="rId7" Type="http://schemas.openxmlformats.org/officeDocument/2006/relationships/image" Target="../media/image260.emf"/><Relationship Id="rId2" Type="http://schemas.openxmlformats.org/officeDocument/2006/relationships/slideLayout" Target="../slideLayouts/slideLayout7.xml"/><Relationship Id="rId1" Type="http://schemas.openxmlformats.org/officeDocument/2006/relationships/vmlDrawing" Target="../drawings/vmlDrawing31.vml"/><Relationship Id="rId6" Type="http://schemas.openxmlformats.org/officeDocument/2006/relationships/oleObject" Target="../embeddings/oleObject235.bin"/><Relationship Id="rId5" Type="http://schemas.openxmlformats.org/officeDocument/2006/relationships/image" Target="../media/image259.emf"/><Relationship Id="rId4" Type="http://schemas.openxmlformats.org/officeDocument/2006/relationships/oleObject" Target="../embeddings/oleObject234.bin"/><Relationship Id="rId9" Type="http://schemas.openxmlformats.org/officeDocument/2006/relationships/image" Target="../media/image261.emf"/></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239.bin"/><Relationship Id="rId3" Type="http://schemas.openxmlformats.org/officeDocument/2006/relationships/notesSlide" Target="../notesSlides/notesSlide45.xml"/><Relationship Id="rId7" Type="http://schemas.openxmlformats.org/officeDocument/2006/relationships/image" Target="../media/image263.wmf"/><Relationship Id="rId2" Type="http://schemas.openxmlformats.org/officeDocument/2006/relationships/slideLayout" Target="../slideLayouts/slideLayout7.xml"/><Relationship Id="rId1" Type="http://schemas.openxmlformats.org/officeDocument/2006/relationships/vmlDrawing" Target="../drawings/vmlDrawing32.vml"/><Relationship Id="rId6" Type="http://schemas.openxmlformats.org/officeDocument/2006/relationships/oleObject" Target="../embeddings/oleObject238.bin"/><Relationship Id="rId11" Type="http://schemas.openxmlformats.org/officeDocument/2006/relationships/image" Target="../media/image265.emf"/><Relationship Id="rId5" Type="http://schemas.openxmlformats.org/officeDocument/2006/relationships/image" Target="../media/image262.emf"/><Relationship Id="rId10" Type="http://schemas.openxmlformats.org/officeDocument/2006/relationships/oleObject" Target="../embeddings/oleObject240.bin"/><Relationship Id="rId4" Type="http://schemas.openxmlformats.org/officeDocument/2006/relationships/oleObject" Target="../embeddings/oleObject237.bin"/><Relationship Id="rId9" Type="http://schemas.openxmlformats.org/officeDocument/2006/relationships/image" Target="../media/image264.wmf"/></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243.bin"/><Relationship Id="rId13" Type="http://schemas.openxmlformats.org/officeDocument/2006/relationships/image" Target="../media/image270.emf"/><Relationship Id="rId18" Type="http://schemas.openxmlformats.org/officeDocument/2006/relationships/oleObject" Target="../embeddings/oleObject248.bin"/><Relationship Id="rId3" Type="http://schemas.openxmlformats.org/officeDocument/2006/relationships/notesSlide" Target="../notesSlides/notesSlide46.xml"/><Relationship Id="rId21" Type="http://schemas.openxmlformats.org/officeDocument/2006/relationships/image" Target="../media/image274.emf"/><Relationship Id="rId7" Type="http://schemas.openxmlformats.org/officeDocument/2006/relationships/image" Target="../media/image267.emf"/><Relationship Id="rId12" Type="http://schemas.openxmlformats.org/officeDocument/2006/relationships/oleObject" Target="../embeddings/oleObject245.bin"/><Relationship Id="rId17" Type="http://schemas.openxmlformats.org/officeDocument/2006/relationships/image" Target="../media/image272.emf"/><Relationship Id="rId2" Type="http://schemas.openxmlformats.org/officeDocument/2006/relationships/slideLayout" Target="../slideLayouts/slideLayout7.xml"/><Relationship Id="rId16" Type="http://schemas.openxmlformats.org/officeDocument/2006/relationships/oleObject" Target="../embeddings/oleObject247.bin"/><Relationship Id="rId20" Type="http://schemas.openxmlformats.org/officeDocument/2006/relationships/oleObject" Target="../embeddings/oleObject249.bin"/><Relationship Id="rId1" Type="http://schemas.openxmlformats.org/officeDocument/2006/relationships/vmlDrawing" Target="../drawings/vmlDrawing33.vml"/><Relationship Id="rId6" Type="http://schemas.openxmlformats.org/officeDocument/2006/relationships/oleObject" Target="../embeddings/oleObject242.bin"/><Relationship Id="rId11" Type="http://schemas.openxmlformats.org/officeDocument/2006/relationships/image" Target="../media/image269.emf"/><Relationship Id="rId5" Type="http://schemas.openxmlformats.org/officeDocument/2006/relationships/image" Target="../media/image266.emf"/><Relationship Id="rId15" Type="http://schemas.openxmlformats.org/officeDocument/2006/relationships/image" Target="../media/image271.emf"/><Relationship Id="rId23" Type="http://schemas.openxmlformats.org/officeDocument/2006/relationships/image" Target="../media/image275.emf"/><Relationship Id="rId10" Type="http://schemas.openxmlformats.org/officeDocument/2006/relationships/oleObject" Target="../embeddings/oleObject244.bin"/><Relationship Id="rId19" Type="http://schemas.openxmlformats.org/officeDocument/2006/relationships/image" Target="../media/image273.emf"/><Relationship Id="rId4" Type="http://schemas.openxmlformats.org/officeDocument/2006/relationships/oleObject" Target="../embeddings/oleObject241.bin"/><Relationship Id="rId9" Type="http://schemas.openxmlformats.org/officeDocument/2006/relationships/image" Target="../media/image268.emf"/><Relationship Id="rId14" Type="http://schemas.openxmlformats.org/officeDocument/2006/relationships/oleObject" Target="../embeddings/oleObject246.bin"/><Relationship Id="rId22" Type="http://schemas.openxmlformats.org/officeDocument/2006/relationships/oleObject" Target="../embeddings/oleObject250.bin"/></Relationships>
</file>

<file path=ppt/slides/_rels/slide50.xml.rels><?xml version="1.0" encoding="UTF-8" standalone="yes"?>
<Relationships xmlns="http://schemas.openxmlformats.org/package/2006/relationships"><Relationship Id="rId8" Type="http://schemas.openxmlformats.org/officeDocument/2006/relationships/oleObject" Target="../embeddings/oleObject253.bin"/><Relationship Id="rId3" Type="http://schemas.openxmlformats.org/officeDocument/2006/relationships/notesSlide" Target="../notesSlides/notesSlide47.xml"/><Relationship Id="rId7" Type="http://schemas.openxmlformats.org/officeDocument/2006/relationships/image" Target="../media/image277.wmf"/><Relationship Id="rId2" Type="http://schemas.openxmlformats.org/officeDocument/2006/relationships/slideLayout" Target="../slideLayouts/slideLayout7.xml"/><Relationship Id="rId1" Type="http://schemas.openxmlformats.org/officeDocument/2006/relationships/vmlDrawing" Target="../drawings/vmlDrawing34.vml"/><Relationship Id="rId6" Type="http://schemas.openxmlformats.org/officeDocument/2006/relationships/oleObject" Target="../embeddings/oleObject252.bin"/><Relationship Id="rId11" Type="http://schemas.openxmlformats.org/officeDocument/2006/relationships/image" Target="../media/image279.emf"/><Relationship Id="rId5" Type="http://schemas.openxmlformats.org/officeDocument/2006/relationships/image" Target="../media/image276.emf"/><Relationship Id="rId10" Type="http://schemas.openxmlformats.org/officeDocument/2006/relationships/oleObject" Target="../embeddings/oleObject254.bin"/><Relationship Id="rId4" Type="http://schemas.openxmlformats.org/officeDocument/2006/relationships/oleObject" Target="../embeddings/oleObject251.bin"/><Relationship Id="rId9" Type="http://schemas.openxmlformats.org/officeDocument/2006/relationships/image" Target="../media/image278.wmf"/></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3" Type="http://schemas.openxmlformats.org/officeDocument/2006/relationships/image" Target="../media/image284.emf"/><Relationship Id="rId18" Type="http://schemas.openxmlformats.org/officeDocument/2006/relationships/oleObject" Target="../embeddings/oleObject262.bin"/><Relationship Id="rId26" Type="http://schemas.openxmlformats.org/officeDocument/2006/relationships/oleObject" Target="../embeddings/oleObject266.bin"/><Relationship Id="rId39" Type="http://schemas.openxmlformats.org/officeDocument/2006/relationships/image" Target="../media/image297.emf"/><Relationship Id="rId21" Type="http://schemas.openxmlformats.org/officeDocument/2006/relationships/image" Target="../media/image288.emf"/><Relationship Id="rId34" Type="http://schemas.openxmlformats.org/officeDocument/2006/relationships/oleObject" Target="../embeddings/oleObject270.bin"/><Relationship Id="rId7" Type="http://schemas.openxmlformats.org/officeDocument/2006/relationships/image" Target="../media/image281.emf"/><Relationship Id="rId12" Type="http://schemas.openxmlformats.org/officeDocument/2006/relationships/oleObject" Target="../embeddings/oleObject259.bin"/><Relationship Id="rId17" Type="http://schemas.openxmlformats.org/officeDocument/2006/relationships/image" Target="../media/image286.emf"/><Relationship Id="rId25" Type="http://schemas.openxmlformats.org/officeDocument/2006/relationships/image" Target="../media/image290.emf"/><Relationship Id="rId33" Type="http://schemas.openxmlformats.org/officeDocument/2006/relationships/image" Target="../media/image294.emf"/><Relationship Id="rId38" Type="http://schemas.openxmlformats.org/officeDocument/2006/relationships/oleObject" Target="../embeddings/oleObject272.bin"/><Relationship Id="rId2" Type="http://schemas.openxmlformats.org/officeDocument/2006/relationships/slideLayout" Target="../slideLayouts/slideLayout7.xml"/><Relationship Id="rId16" Type="http://schemas.openxmlformats.org/officeDocument/2006/relationships/oleObject" Target="../embeddings/oleObject261.bin"/><Relationship Id="rId20" Type="http://schemas.openxmlformats.org/officeDocument/2006/relationships/oleObject" Target="../embeddings/oleObject263.bin"/><Relationship Id="rId29" Type="http://schemas.openxmlformats.org/officeDocument/2006/relationships/image" Target="../media/image292.emf"/><Relationship Id="rId1" Type="http://schemas.openxmlformats.org/officeDocument/2006/relationships/vmlDrawing" Target="../drawings/vmlDrawing35.vml"/><Relationship Id="rId6" Type="http://schemas.openxmlformats.org/officeDocument/2006/relationships/oleObject" Target="../embeddings/oleObject256.bin"/><Relationship Id="rId11" Type="http://schemas.openxmlformats.org/officeDocument/2006/relationships/image" Target="../media/image283.emf"/><Relationship Id="rId24" Type="http://schemas.openxmlformats.org/officeDocument/2006/relationships/oleObject" Target="../embeddings/oleObject265.bin"/><Relationship Id="rId32" Type="http://schemas.openxmlformats.org/officeDocument/2006/relationships/oleObject" Target="../embeddings/oleObject269.bin"/><Relationship Id="rId37" Type="http://schemas.openxmlformats.org/officeDocument/2006/relationships/image" Target="../media/image296.emf"/><Relationship Id="rId5" Type="http://schemas.openxmlformats.org/officeDocument/2006/relationships/image" Target="../media/image280.emf"/><Relationship Id="rId15" Type="http://schemas.openxmlformats.org/officeDocument/2006/relationships/image" Target="../media/image285.emf"/><Relationship Id="rId23" Type="http://schemas.openxmlformats.org/officeDocument/2006/relationships/image" Target="../media/image289.emf"/><Relationship Id="rId28" Type="http://schemas.openxmlformats.org/officeDocument/2006/relationships/oleObject" Target="../embeddings/oleObject267.bin"/><Relationship Id="rId36" Type="http://schemas.openxmlformats.org/officeDocument/2006/relationships/oleObject" Target="../embeddings/oleObject271.bin"/><Relationship Id="rId10" Type="http://schemas.openxmlformats.org/officeDocument/2006/relationships/oleObject" Target="../embeddings/oleObject258.bin"/><Relationship Id="rId19" Type="http://schemas.openxmlformats.org/officeDocument/2006/relationships/image" Target="../media/image287.emf"/><Relationship Id="rId31" Type="http://schemas.openxmlformats.org/officeDocument/2006/relationships/image" Target="../media/image293.emf"/><Relationship Id="rId4" Type="http://schemas.openxmlformats.org/officeDocument/2006/relationships/oleObject" Target="../embeddings/oleObject255.bin"/><Relationship Id="rId9" Type="http://schemas.openxmlformats.org/officeDocument/2006/relationships/image" Target="../media/image282.emf"/><Relationship Id="rId14" Type="http://schemas.openxmlformats.org/officeDocument/2006/relationships/oleObject" Target="../embeddings/oleObject260.bin"/><Relationship Id="rId22" Type="http://schemas.openxmlformats.org/officeDocument/2006/relationships/oleObject" Target="../embeddings/oleObject264.bin"/><Relationship Id="rId27" Type="http://schemas.openxmlformats.org/officeDocument/2006/relationships/image" Target="../media/image291.emf"/><Relationship Id="rId30" Type="http://schemas.openxmlformats.org/officeDocument/2006/relationships/oleObject" Target="../embeddings/oleObject268.bin"/><Relationship Id="rId35" Type="http://schemas.openxmlformats.org/officeDocument/2006/relationships/image" Target="../media/image295.emf"/><Relationship Id="rId8" Type="http://schemas.openxmlformats.org/officeDocument/2006/relationships/oleObject" Target="../embeddings/oleObject257.bin"/><Relationship Id="rId3" Type="http://schemas.openxmlformats.org/officeDocument/2006/relationships/notesSlide" Target="../notesSlides/notesSlide49.xml"/></Relationships>
</file>

<file path=ppt/slides/_rels/slide53.xml.rels><?xml version="1.0" encoding="UTF-8" standalone="yes"?>
<Relationships xmlns="http://schemas.openxmlformats.org/package/2006/relationships"><Relationship Id="rId8" Type="http://schemas.openxmlformats.org/officeDocument/2006/relationships/oleObject" Target="../embeddings/oleObject275.bin"/><Relationship Id="rId13" Type="http://schemas.openxmlformats.org/officeDocument/2006/relationships/image" Target="../media/image302.emf"/><Relationship Id="rId18" Type="http://schemas.openxmlformats.org/officeDocument/2006/relationships/oleObject" Target="../embeddings/oleObject280.bin"/><Relationship Id="rId26" Type="http://schemas.openxmlformats.org/officeDocument/2006/relationships/oleObject" Target="../embeddings/oleObject284.bin"/><Relationship Id="rId3" Type="http://schemas.openxmlformats.org/officeDocument/2006/relationships/notesSlide" Target="../notesSlides/notesSlide50.xml"/><Relationship Id="rId21" Type="http://schemas.openxmlformats.org/officeDocument/2006/relationships/image" Target="../media/image306.emf"/><Relationship Id="rId7" Type="http://schemas.openxmlformats.org/officeDocument/2006/relationships/image" Target="../media/image299.emf"/><Relationship Id="rId12" Type="http://schemas.openxmlformats.org/officeDocument/2006/relationships/oleObject" Target="../embeddings/oleObject277.bin"/><Relationship Id="rId17" Type="http://schemas.openxmlformats.org/officeDocument/2006/relationships/image" Target="../media/image304.emf"/><Relationship Id="rId25" Type="http://schemas.openxmlformats.org/officeDocument/2006/relationships/image" Target="../media/image308.emf"/><Relationship Id="rId2" Type="http://schemas.openxmlformats.org/officeDocument/2006/relationships/slideLayout" Target="../slideLayouts/slideLayout7.xml"/><Relationship Id="rId16" Type="http://schemas.openxmlformats.org/officeDocument/2006/relationships/oleObject" Target="../embeddings/oleObject279.bin"/><Relationship Id="rId20" Type="http://schemas.openxmlformats.org/officeDocument/2006/relationships/oleObject" Target="../embeddings/oleObject281.bin"/><Relationship Id="rId1" Type="http://schemas.openxmlformats.org/officeDocument/2006/relationships/vmlDrawing" Target="../drawings/vmlDrawing36.vml"/><Relationship Id="rId6" Type="http://schemas.openxmlformats.org/officeDocument/2006/relationships/oleObject" Target="../embeddings/oleObject274.bin"/><Relationship Id="rId11" Type="http://schemas.openxmlformats.org/officeDocument/2006/relationships/image" Target="../media/image301.emf"/><Relationship Id="rId24" Type="http://schemas.openxmlformats.org/officeDocument/2006/relationships/oleObject" Target="../embeddings/oleObject283.bin"/><Relationship Id="rId5" Type="http://schemas.openxmlformats.org/officeDocument/2006/relationships/image" Target="../media/image298.emf"/><Relationship Id="rId15" Type="http://schemas.openxmlformats.org/officeDocument/2006/relationships/image" Target="../media/image303.emf"/><Relationship Id="rId23" Type="http://schemas.openxmlformats.org/officeDocument/2006/relationships/image" Target="../media/image307.emf"/><Relationship Id="rId10" Type="http://schemas.openxmlformats.org/officeDocument/2006/relationships/oleObject" Target="../embeddings/oleObject276.bin"/><Relationship Id="rId19" Type="http://schemas.openxmlformats.org/officeDocument/2006/relationships/image" Target="../media/image305.emf"/><Relationship Id="rId4" Type="http://schemas.openxmlformats.org/officeDocument/2006/relationships/oleObject" Target="../embeddings/oleObject273.bin"/><Relationship Id="rId9" Type="http://schemas.openxmlformats.org/officeDocument/2006/relationships/image" Target="../media/image300.emf"/><Relationship Id="rId14" Type="http://schemas.openxmlformats.org/officeDocument/2006/relationships/oleObject" Target="../embeddings/oleObject278.bin"/><Relationship Id="rId22" Type="http://schemas.openxmlformats.org/officeDocument/2006/relationships/oleObject" Target="../embeddings/oleObject282.bin"/><Relationship Id="rId27" Type="http://schemas.openxmlformats.org/officeDocument/2006/relationships/image" Target="../media/image309.emf"/></Relationships>
</file>

<file path=ppt/slides/_rels/slide54.xml.rels><?xml version="1.0" encoding="UTF-8" standalone="yes"?>
<Relationships xmlns="http://schemas.openxmlformats.org/package/2006/relationships"><Relationship Id="rId8" Type="http://schemas.openxmlformats.org/officeDocument/2006/relationships/oleObject" Target="../embeddings/oleObject287.bin"/><Relationship Id="rId13" Type="http://schemas.openxmlformats.org/officeDocument/2006/relationships/image" Target="../media/image314.emf"/><Relationship Id="rId18" Type="http://schemas.openxmlformats.org/officeDocument/2006/relationships/oleObject" Target="../embeddings/oleObject292.bin"/><Relationship Id="rId3" Type="http://schemas.openxmlformats.org/officeDocument/2006/relationships/notesSlide" Target="../notesSlides/notesSlide51.xml"/><Relationship Id="rId21" Type="http://schemas.openxmlformats.org/officeDocument/2006/relationships/image" Target="../media/image318.emf"/><Relationship Id="rId7" Type="http://schemas.openxmlformats.org/officeDocument/2006/relationships/image" Target="../media/image311.emf"/><Relationship Id="rId12" Type="http://schemas.openxmlformats.org/officeDocument/2006/relationships/oleObject" Target="../embeddings/oleObject289.bin"/><Relationship Id="rId17" Type="http://schemas.openxmlformats.org/officeDocument/2006/relationships/image" Target="../media/image316.emf"/><Relationship Id="rId2" Type="http://schemas.openxmlformats.org/officeDocument/2006/relationships/slideLayout" Target="../slideLayouts/slideLayout7.xml"/><Relationship Id="rId16" Type="http://schemas.openxmlformats.org/officeDocument/2006/relationships/oleObject" Target="../embeddings/oleObject291.bin"/><Relationship Id="rId20" Type="http://schemas.openxmlformats.org/officeDocument/2006/relationships/oleObject" Target="../embeddings/oleObject293.bin"/><Relationship Id="rId1" Type="http://schemas.openxmlformats.org/officeDocument/2006/relationships/vmlDrawing" Target="../drawings/vmlDrawing37.vml"/><Relationship Id="rId6" Type="http://schemas.openxmlformats.org/officeDocument/2006/relationships/oleObject" Target="../embeddings/oleObject286.bin"/><Relationship Id="rId11" Type="http://schemas.openxmlformats.org/officeDocument/2006/relationships/image" Target="../media/image313.emf"/><Relationship Id="rId5" Type="http://schemas.openxmlformats.org/officeDocument/2006/relationships/image" Target="../media/image310.emf"/><Relationship Id="rId15" Type="http://schemas.openxmlformats.org/officeDocument/2006/relationships/image" Target="../media/image315.emf"/><Relationship Id="rId10" Type="http://schemas.openxmlformats.org/officeDocument/2006/relationships/oleObject" Target="../embeddings/oleObject288.bin"/><Relationship Id="rId19" Type="http://schemas.openxmlformats.org/officeDocument/2006/relationships/image" Target="../media/image317.emf"/><Relationship Id="rId4" Type="http://schemas.openxmlformats.org/officeDocument/2006/relationships/oleObject" Target="../embeddings/oleObject285.bin"/><Relationship Id="rId9" Type="http://schemas.openxmlformats.org/officeDocument/2006/relationships/image" Target="../media/image312.emf"/><Relationship Id="rId14" Type="http://schemas.openxmlformats.org/officeDocument/2006/relationships/oleObject" Target="../embeddings/oleObject290.bin"/></Relationships>
</file>

<file path=ppt/slides/_rels/slide55.xml.rels><?xml version="1.0" encoding="UTF-8" standalone="yes"?>
<Relationships xmlns="http://schemas.openxmlformats.org/package/2006/relationships"><Relationship Id="rId13" Type="http://schemas.openxmlformats.org/officeDocument/2006/relationships/image" Target="../media/image323.emf"/><Relationship Id="rId18" Type="http://schemas.openxmlformats.org/officeDocument/2006/relationships/oleObject" Target="../embeddings/oleObject301.bin"/><Relationship Id="rId26" Type="http://schemas.openxmlformats.org/officeDocument/2006/relationships/oleObject" Target="../embeddings/oleObject305.bin"/><Relationship Id="rId3" Type="http://schemas.openxmlformats.org/officeDocument/2006/relationships/notesSlide" Target="../notesSlides/notesSlide52.xml"/><Relationship Id="rId21" Type="http://schemas.openxmlformats.org/officeDocument/2006/relationships/image" Target="../media/image327.emf"/><Relationship Id="rId7" Type="http://schemas.openxmlformats.org/officeDocument/2006/relationships/image" Target="../media/image320.emf"/><Relationship Id="rId12" Type="http://schemas.openxmlformats.org/officeDocument/2006/relationships/oleObject" Target="../embeddings/oleObject298.bin"/><Relationship Id="rId17" Type="http://schemas.openxmlformats.org/officeDocument/2006/relationships/image" Target="../media/image325.emf"/><Relationship Id="rId25" Type="http://schemas.openxmlformats.org/officeDocument/2006/relationships/image" Target="../media/image329.emf"/><Relationship Id="rId33" Type="http://schemas.openxmlformats.org/officeDocument/2006/relationships/image" Target="../media/image333.emf"/><Relationship Id="rId2" Type="http://schemas.openxmlformats.org/officeDocument/2006/relationships/slideLayout" Target="../slideLayouts/slideLayout7.xml"/><Relationship Id="rId16" Type="http://schemas.openxmlformats.org/officeDocument/2006/relationships/oleObject" Target="../embeddings/oleObject300.bin"/><Relationship Id="rId20" Type="http://schemas.openxmlformats.org/officeDocument/2006/relationships/oleObject" Target="../embeddings/oleObject302.bin"/><Relationship Id="rId29" Type="http://schemas.openxmlformats.org/officeDocument/2006/relationships/image" Target="../media/image331.emf"/><Relationship Id="rId1" Type="http://schemas.openxmlformats.org/officeDocument/2006/relationships/vmlDrawing" Target="../drawings/vmlDrawing38.vml"/><Relationship Id="rId6" Type="http://schemas.openxmlformats.org/officeDocument/2006/relationships/oleObject" Target="../embeddings/oleObject295.bin"/><Relationship Id="rId11" Type="http://schemas.openxmlformats.org/officeDocument/2006/relationships/image" Target="../media/image322.emf"/><Relationship Id="rId24" Type="http://schemas.openxmlformats.org/officeDocument/2006/relationships/oleObject" Target="../embeddings/oleObject304.bin"/><Relationship Id="rId32" Type="http://schemas.openxmlformats.org/officeDocument/2006/relationships/oleObject" Target="../embeddings/oleObject308.bin"/><Relationship Id="rId5" Type="http://schemas.openxmlformats.org/officeDocument/2006/relationships/image" Target="../media/image319.emf"/><Relationship Id="rId15" Type="http://schemas.openxmlformats.org/officeDocument/2006/relationships/image" Target="../media/image324.emf"/><Relationship Id="rId23" Type="http://schemas.openxmlformats.org/officeDocument/2006/relationships/image" Target="../media/image328.emf"/><Relationship Id="rId28" Type="http://schemas.openxmlformats.org/officeDocument/2006/relationships/oleObject" Target="../embeddings/oleObject306.bin"/><Relationship Id="rId10" Type="http://schemas.openxmlformats.org/officeDocument/2006/relationships/oleObject" Target="../embeddings/oleObject297.bin"/><Relationship Id="rId19" Type="http://schemas.openxmlformats.org/officeDocument/2006/relationships/image" Target="../media/image326.emf"/><Relationship Id="rId31" Type="http://schemas.openxmlformats.org/officeDocument/2006/relationships/image" Target="../media/image332.emf"/><Relationship Id="rId4" Type="http://schemas.openxmlformats.org/officeDocument/2006/relationships/oleObject" Target="../embeddings/oleObject294.bin"/><Relationship Id="rId9" Type="http://schemas.openxmlformats.org/officeDocument/2006/relationships/image" Target="../media/image321.emf"/><Relationship Id="rId14" Type="http://schemas.openxmlformats.org/officeDocument/2006/relationships/oleObject" Target="../embeddings/oleObject299.bin"/><Relationship Id="rId22" Type="http://schemas.openxmlformats.org/officeDocument/2006/relationships/oleObject" Target="../embeddings/oleObject303.bin"/><Relationship Id="rId27" Type="http://schemas.openxmlformats.org/officeDocument/2006/relationships/image" Target="../media/image330.emf"/><Relationship Id="rId30" Type="http://schemas.openxmlformats.org/officeDocument/2006/relationships/oleObject" Target="../embeddings/oleObject307.bin"/><Relationship Id="rId8" Type="http://schemas.openxmlformats.org/officeDocument/2006/relationships/oleObject" Target="../embeddings/oleObject296.bin"/></Relationships>
</file>

<file path=ppt/slides/_rels/slide56.xml.rels><?xml version="1.0" encoding="UTF-8" standalone="yes"?>
<Relationships xmlns="http://schemas.openxmlformats.org/package/2006/relationships"><Relationship Id="rId8" Type="http://schemas.openxmlformats.org/officeDocument/2006/relationships/oleObject" Target="../embeddings/oleObject311.bin"/><Relationship Id="rId13" Type="http://schemas.openxmlformats.org/officeDocument/2006/relationships/image" Target="../media/image338.emf"/><Relationship Id="rId18" Type="http://schemas.openxmlformats.org/officeDocument/2006/relationships/oleObject" Target="../embeddings/oleObject316.bin"/><Relationship Id="rId3" Type="http://schemas.openxmlformats.org/officeDocument/2006/relationships/notesSlide" Target="../notesSlides/notesSlide53.xml"/><Relationship Id="rId21" Type="http://schemas.openxmlformats.org/officeDocument/2006/relationships/image" Target="../media/image342.emf"/><Relationship Id="rId7" Type="http://schemas.openxmlformats.org/officeDocument/2006/relationships/image" Target="../media/image335.emf"/><Relationship Id="rId12" Type="http://schemas.openxmlformats.org/officeDocument/2006/relationships/oleObject" Target="../embeddings/oleObject313.bin"/><Relationship Id="rId17" Type="http://schemas.openxmlformats.org/officeDocument/2006/relationships/image" Target="../media/image340.emf"/><Relationship Id="rId2" Type="http://schemas.openxmlformats.org/officeDocument/2006/relationships/slideLayout" Target="../slideLayouts/slideLayout7.xml"/><Relationship Id="rId16" Type="http://schemas.openxmlformats.org/officeDocument/2006/relationships/oleObject" Target="../embeddings/oleObject315.bin"/><Relationship Id="rId20" Type="http://schemas.openxmlformats.org/officeDocument/2006/relationships/oleObject" Target="../embeddings/oleObject317.bin"/><Relationship Id="rId1" Type="http://schemas.openxmlformats.org/officeDocument/2006/relationships/vmlDrawing" Target="../drawings/vmlDrawing39.vml"/><Relationship Id="rId6" Type="http://schemas.openxmlformats.org/officeDocument/2006/relationships/oleObject" Target="../embeddings/oleObject310.bin"/><Relationship Id="rId11" Type="http://schemas.openxmlformats.org/officeDocument/2006/relationships/image" Target="../media/image337.emf"/><Relationship Id="rId5" Type="http://schemas.openxmlformats.org/officeDocument/2006/relationships/image" Target="../media/image334.emf"/><Relationship Id="rId15" Type="http://schemas.openxmlformats.org/officeDocument/2006/relationships/image" Target="../media/image339.emf"/><Relationship Id="rId23" Type="http://schemas.openxmlformats.org/officeDocument/2006/relationships/image" Target="../media/image343.emf"/><Relationship Id="rId10" Type="http://schemas.openxmlformats.org/officeDocument/2006/relationships/oleObject" Target="../embeddings/oleObject312.bin"/><Relationship Id="rId19" Type="http://schemas.openxmlformats.org/officeDocument/2006/relationships/image" Target="../media/image341.emf"/><Relationship Id="rId4" Type="http://schemas.openxmlformats.org/officeDocument/2006/relationships/oleObject" Target="../embeddings/oleObject309.bin"/><Relationship Id="rId9" Type="http://schemas.openxmlformats.org/officeDocument/2006/relationships/image" Target="../media/image336.emf"/><Relationship Id="rId14" Type="http://schemas.openxmlformats.org/officeDocument/2006/relationships/oleObject" Target="../embeddings/oleObject314.bin"/><Relationship Id="rId22" Type="http://schemas.openxmlformats.org/officeDocument/2006/relationships/oleObject" Target="../embeddings/oleObject318.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1"/>
          <p:cNvSpPr>
            <a:spLocks noChangeArrowheads="1"/>
          </p:cNvSpPr>
          <p:nvPr/>
        </p:nvSpPr>
        <p:spPr bwMode="auto">
          <a:xfrm>
            <a:off x="725196" y="682625"/>
            <a:ext cx="4508500" cy="440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zh-CN" sz="2800" dirty="0">
                <a:latin typeface="Calibri" panose="020F0502020204030204" pitchFamily="34" charset="0"/>
                <a:cs typeface="Times New Roman" panose="02020603050405020304" pitchFamily="18" charset="0"/>
              </a:rPr>
              <a:t>霍耳效应及其应用</a:t>
            </a:r>
            <a:endParaRPr lang="zh-CN" altLang="zh-CN" sz="2800" dirty="0"/>
          </a:p>
          <a:p>
            <a:pPr>
              <a:spcBef>
                <a:spcPct val="0"/>
              </a:spcBef>
              <a:buFontTx/>
              <a:buNone/>
            </a:pPr>
            <a:r>
              <a:rPr lang="zh-CN" altLang="zh-CN" sz="2800" dirty="0">
                <a:latin typeface="Calibri" panose="020F0502020204030204" pitchFamily="34" charset="0"/>
                <a:cs typeface="Times New Roman" panose="02020603050405020304" pitchFamily="18" charset="0"/>
              </a:rPr>
              <a:t>静态电磁悬浮术</a:t>
            </a:r>
            <a:r>
              <a:rPr lang="en-US" altLang="zh-CN" sz="2800" dirty="0">
                <a:latin typeface="Calibri" panose="020F0502020204030204" pitchFamily="34" charset="0"/>
                <a:cs typeface="Times New Roman" panose="02020603050405020304" pitchFamily="18" charset="0"/>
              </a:rPr>
              <a:t>(</a:t>
            </a:r>
            <a:r>
              <a:rPr lang="zh-CN" altLang="en-US" sz="2800" dirty="0">
                <a:latin typeface="Calibri" panose="020F0502020204030204" pitchFamily="34" charset="0"/>
                <a:cs typeface="Times New Roman" panose="02020603050405020304" pitchFamily="18" charset="0"/>
              </a:rPr>
              <a:t>魔幻解释</a:t>
            </a:r>
            <a:r>
              <a:rPr lang="en-US" altLang="zh-CN" sz="2800" dirty="0">
                <a:latin typeface="Calibri" panose="020F0502020204030204" pitchFamily="34" charset="0"/>
                <a:cs typeface="Times New Roman" panose="02020603050405020304" pitchFamily="18" charset="0"/>
              </a:rPr>
              <a:t>)</a:t>
            </a:r>
            <a:endParaRPr lang="en-US" altLang="zh-CN" sz="2800" dirty="0"/>
          </a:p>
          <a:p>
            <a:pPr>
              <a:spcBef>
                <a:spcPct val="0"/>
              </a:spcBef>
              <a:buFontTx/>
              <a:buNone/>
            </a:pPr>
            <a:r>
              <a:rPr lang="zh-CN" altLang="en-US" sz="2800" dirty="0">
                <a:latin typeface="Calibri" panose="020F0502020204030204" pitchFamily="34" charset="0"/>
                <a:cs typeface="Times New Roman" panose="02020603050405020304" pitchFamily="18" charset="0"/>
              </a:rPr>
              <a:t>动态磁悬浮</a:t>
            </a:r>
            <a:r>
              <a:rPr lang="en-US" altLang="zh-CN" sz="2800" dirty="0">
                <a:latin typeface="Calibri" panose="020F0502020204030204" pitchFamily="34" charset="0"/>
                <a:cs typeface="Times New Roman" panose="02020603050405020304" pitchFamily="18" charset="0"/>
              </a:rPr>
              <a:t>(</a:t>
            </a:r>
            <a:r>
              <a:rPr lang="zh-CN" altLang="en-US" sz="2800" dirty="0">
                <a:latin typeface="Calibri" panose="020F0502020204030204" pitchFamily="34" charset="0"/>
                <a:cs typeface="Times New Roman" panose="02020603050405020304" pitchFamily="18" charset="0"/>
              </a:rPr>
              <a:t>列车</a:t>
            </a:r>
            <a:r>
              <a:rPr lang="en-US" altLang="zh-CN" sz="2800" dirty="0">
                <a:latin typeface="Calibri" panose="020F0502020204030204" pitchFamily="34" charset="0"/>
                <a:cs typeface="Times New Roman" panose="02020603050405020304" pitchFamily="18" charset="0"/>
              </a:rPr>
              <a:t>)</a:t>
            </a:r>
            <a:endParaRPr lang="en-US" altLang="zh-CN" sz="2800" dirty="0"/>
          </a:p>
          <a:p>
            <a:pPr>
              <a:spcBef>
                <a:spcPct val="0"/>
              </a:spcBef>
              <a:buFontTx/>
              <a:buNone/>
            </a:pPr>
            <a:r>
              <a:rPr lang="zh-CN" altLang="en-US" sz="2800" dirty="0">
                <a:latin typeface="Calibri" panose="020F0502020204030204" pitchFamily="34" charset="0"/>
                <a:cs typeface="Times New Roman" panose="02020603050405020304" pitchFamily="18" charset="0"/>
              </a:rPr>
              <a:t>电磁弹射、电磁炮</a:t>
            </a:r>
            <a:endParaRPr lang="zh-CN" altLang="en-US" sz="2800" dirty="0"/>
          </a:p>
          <a:p>
            <a:pPr>
              <a:spcBef>
                <a:spcPct val="0"/>
              </a:spcBef>
              <a:buFontTx/>
              <a:buNone/>
            </a:pPr>
            <a:r>
              <a:rPr lang="zh-CN" altLang="en-US" sz="2800" dirty="0">
                <a:latin typeface="Calibri" panose="020F0502020204030204" pitchFamily="34" charset="0"/>
                <a:cs typeface="Times New Roman" panose="02020603050405020304" pitchFamily="18" charset="0"/>
              </a:rPr>
              <a:t>天体中的磁学</a:t>
            </a:r>
            <a:endParaRPr lang="zh-CN" altLang="en-US" sz="2800" dirty="0"/>
          </a:p>
          <a:p>
            <a:pPr>
              <a:spcBef>
                <a:spcPct val="0"/>
              </a:spcBef>
              <a:buFontTx/>
              <a:buNone/>
            </a:pPr>
            <a:r>
              <a:rPr lang="zh-CN" altLang="en-US" sz="2800" dirty="0">
                <a:latin typeface="Calibri" panose="020F0502020204030204" pitchFamily="34" charset="0"/>
                <a:cs typeface="Times New Roman" panose="02020603050405020304" pitchFamily="18" charset="0"/>
              </a:rPr>
              <a:t>地磁反转研究</a:t>
            </a:r>
            <a:endParaRPr lang="zh-CN" altLang="en-US" sz="2800" dirty="0"/>
          </a:p>
          <a:p>
            <a:pPr>
              <a:spcBef>
                <a:spcPct val="0"/>
              </a:spcBef>
              <a:buFontTx/>
              <a:buNone/>
            </a:pPr>
            <a:r>
              <a:rPr lang="zh-CN" altLang="en-US" sz="2800" dirty="0">
                <a:latin typeface="Calibri" panose="020F0502020204030204" pitchFamily="34" charset="0"/>
                <a:cs typeface="Times New Roman" panose="02020603050405020304" pitchFamily="18" charset="0"/>
              </a:rPr>
              <a:t>巨磁阻及应用</a:t>
            </a:r>
            <a:endParaRPr lang="zh-CN" altLang="en-US" sz="2800" dirty="0"/>
          </a:p>
          <a:p>
            <a:pPr>
              <a:spcBef>
                <a:spcPct val="0"/>
              </a:spcBef>
              <a:buFontTx/>
              <a:buNone/>
            </a:pPr>
            <a:r>
              <a:rPr lang="zh-CN" altLang="en-US" sz="2800" dirty="0">
                <a:latin typeface="Calibri" panose="020F0502020204030204" pitchFamily="34" charset="0"/>
                <a:cs typeface="Times New Roman" panose="02020603050405020304" pitchFamily="18" charset="0"/>
              </a:rPr>
              <a:t>生物磁学</a:t>
            </a:r>
            <a:r>
              <a:rPr lang="en-US" altLang="zh-CN" sz="2800" dirty="0">
                <a:latin typeface="Calibri" panose="020F0502020204030204" pitchFamily="34" charset="0"/>
                <a:cs typeface="Times New Roman" panose="02020603050405020304" pitchFamily="18" charset="0"/>
              </a:rPr>
              <a:t>(</a:t>
            </a:r>
            <a:r>
              <a:rPr lang="zh-CN" altLang="en-US" sz="2800" dirty="0">
                <a:latin typeface="Calibri" panose="020F0502020204030204" pitchFamily="34" charset="0"/>
                <a:cs typeface="Times New Roman" panose="02020603050405020304" pitchFamily="18" charset="0"/>
              </a:rPr>
              <a:t>鸟类迁移</a:t>
            </a:r>
            <a:r>
              <a:rPr lang="en-US" altLang="zh-CN" sz="2800" dirty="0">
                <a:latin typeface="Calibri" panose="020F0502020204030204" pitchFamily="34" charset="0"/>
                <a:cs typeface="Times New Roman" panose="02020603050405020304" pitchFamily="18" charset="0"/>
              </a:rPr>
              <a:t>)</a:t>
            </a:r>
            <a:endParaRPr lang="en-US" altLang="zh-CN" sz="2800" dirty="0"/>
          </a:p>
          <a:p>
            <a:pPr>
              <a:spcBef>
                <a:spcPct val="0"/>
              </a:spcBef>
              <a:buFontTx/>
              <a:buNone/>
            </a:pPr>
            <a:r>
              <a:rPr lang="zh-CN" altLang="en-US" sz="2800" dirty="0">
                <a:latin typeface="Calibri" panose="020F0502020204030204" pitchFamily="34" charset="0"/>
                <a:cs typeface="Times New Roman" panose="02020603050405020304" pitchFamily="18" charset="0"/>
              </a:rPr>
              <a:t>手机辐射的危害</a:t>
            </a:r>
            <a:endParaRPr lang="zh-CN" altLang="en-US" sz="2800" dirty="0"/>
          </a:p>
          <a:p>
            <a:pPr>
              <a:spcBef>
                <a:spcPct val="0"/>
              </a:spcBef>
              <a:buFontTx/>
              <a:buNone/>
            </a:pPr>
            <a:endParaRPr lang="zh-CN" altLang="en-US" sz="2800" dirty="0"/>
          </a:p>
        </p:txBody>
      </p:sp>
      <p:sp>
        <p:nvSpPr>
          <p:cNvPr id="3075" name="Rectangle 1"/>
          <p:cNvSpPr>
            <a:spLocks noChangeArrowheads="1"/>
          </p:cNvSpPr>
          <p:nvPr/>
        </p:nvSpPr>
        <p:spPr bwMode="auto">
          <a:xfrm>
            <a:off x="7486650" y="644282"/>
            <a:ext cx="3975100" cy="397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dirty="0">
                <a:latin typeface="Calibri" panose="020F0502020204030204" pitchFamily="34" charset="0"/>
                <a:cs typeface="Times New Roman" panose="02020603050405020304" pitchFamily="18" charset="0"/>
              </a:rPr>
              <a:t>高压输电线周边的磁场对人体影响</a:t>
            </a:r>
            <a:endParaRPr lang="zh-CN" altLang="en-US" sz="2800" dirty="0"/>
          </a:p>
          <a:p>
            <a:pPr>
              <a:spcBef>
                <a:spcPct val="0"/>
              </a:spcBef>
              <a:buFontTx/>
              <a:buNone/>
            </a:pPr>
            <a:r>
              <a:rPr lang="zh-CN" altLang="en-US" sz="2800" dirty="0">
                <a:latin typeface="Calibri" panose="020F0502020204030204" pitchFamily="34" charset="0"/>
                <a:cs typeface="Times New Roman" panose="02020603050405020304" pitchFamily="18" charset="0"/>
              </a:rPr>
              <a:t>电磁驱动、弹射</a:t>
            </a:r>
            <a:endParaRPr lang="zh-CN" altLang="en-US" sz="2800" dirty="0"/>
          </a:p>
          <a:p>
            <a:pPr>
              <a:spcBef>
                <a:spcPct val="0"/>
              </a:spcBef>
              <a:buFontTx/>
              <a:buNone/>
            </a:pPr>
            <a:r>
              <a:rPr lang="zh-CN" altLang="en-US" sz="2800" dirty="0">
                <a:latin typeface="Calibri" panose="020F0502020204030204" pitchFamily="34" charset="0"/>
                <a:cs typeface="Times New Roman" panose="02020603050405020304" pitchFamily="18" charset="0"/>
              </a:rPr>
              <a:t>磁约束：惯性约束</a:t>
            </a:r>
            <a:endParaRPr lang="zh-CN" altLang="en-US" sz="2800" dirty="0"/>
          </a:p>
          <a:p>
            <a:pPr>
              <a:spcBef>
                <a:spcPct val="0"/>
              </a:spcBef>
              <a:buFontTx/>
              <a:buNone/>
            </a:pPr>
            <a:r>
              <a:rPr lang="zh-CN" altLang="en-US" sz="2800" dirty="0">
                <a:latin typeface="Calibri" panose="020F0502020204030204" pitchFamily="34" charset="0"/>
                <a:cs typeface="Times New Roman" panose="02020603050405020304" pitchFamily="18" charset="0"/>
              </a:rPr>
              <a:t>磁流体</a:t>
            </a:r>
            <a:endParaRPr lang="zh-CN" altLang="en-US" sz="2800" dirty="0"/>
          </a:p>
          <a:p>
            <a:pPr>
              <a:spcBef>
                <a:spcPct val="0"/>
              </a:spcBef>
              <a:buFontTx/>
              <a:buNone/>
            </a:pPr>
            <a:r>
              <a:rPr lang="zh-CN" altLang="en-US" sz="2800" dirty="0">
                <a:latin typeface="Calibri" panose="020F0502020204030204" pitchFamily="34" charset="0"/>
                <a:cs typeface="Times New Roman" panose="02020603050405020304" pitchFamily="18" charset="0"/>
              </a:rPr>
              <a:t>脉冲星电磁信号</a:t>
            </a:r>
            <a:endParaRPr lang="zh-CN" altLang="en-US" sz="2800" dirty="0"/>
          </a:p>
          <a:p>
            <a:pPr>
              <a:spcBef>
                <a:spcPct val="0"/>
              </a:spcBef>
              <a:buFontTx/>
              <a:buNone/>
            </a:pPr>
            <a:r>
              <a:rPr lang="zh-CN" altLang="en-US" sz="2800" dirty="0">
                <a:latin typeface="Calibri" panose="020F0502020204030204" pitchFamily="34" charset="0"/>
                <a:cs typeface="Times New Roman" panose="02020603050405020304" pitchFamily="18" charset="0"/>
              </a:rPr>
              <a:t>暗物质的探测</a:t>
            </a:r>
            <a:endParaRPr lang="zh-CN" altLang="en-US" sz="2800" dirty="0"/>
          </a:p>
          <a:p>
            <a:pPr>
              <a:spcBef>
                <a:spcPct val="0"/>
              </a:spcBef>
              <a:buFontTx/>
              <a:buNone/>
            </a:pPr>
            <a:r>
              <a:rPr lang="zh-CN" altLang="en-US" sz="2800" dirty="0">
                <a:latin typeface="Calibri" panose="020F0502020204030204" pitchFamily="34" charset="0"/>
                <a:cs typeface="Times New Roman" panose="02020603050405020304" pitchFamily="18" charset="0"/>
              </a:rPr>
              <a:t>反物质的探测</a:t>
            </a:r>
            <a:endParaRPr lang="en-US" altLang="zh-CN" sz="2800" dirty="0">
              <a:latin typeface="Calibri" panose="020F0502020204030204" pitchFamily="34" charset="0"/>
              <a:cs typeface="Times New Roman" panose="02020603050405020304" pitchFamily="18" charset="0"/>
            </a:endParaRPr>
          </a:p>
          <a:p>
            <a:pPr>
              <a:spcBef>
                <a:spcPct val="0"/>
              </a:spcBef>
              <a:buFontTx/>
              <a:buNone/>
            </a:pPr>
            <a:r>
              <a:rPr lang="zh-CN" altLang="en-US" sz="2800" dirty="0">
                <a:latin typeface="Calibri" panose="020F0502020204030204" pitchFamily="34" charset="0"/>
                <a:cs typeface="Times New Roman" panose="02020603050405020304" pitchFamily="18" charset="0"/>
              </a:rPr>
              <a:t>电子显微镜中的电与磁</a:t>
            </a:r>
            <a:endParaRPr lang="zh-CN" altLang="en-US" sz="2800" dirty="0"/>
          </a:p>
        </p:txBody>
      </p:sp>
      <p:sp>
        <p:nvSpPr>
          <p:cNvPr id="3076" name="Rectangle 1"/>
          <p:cNvSpPr>
            <a:spLocks noChangeArrowheads="1"/>
          </p:cNvSpPr>
          <p:nvPr/>
        </p:nvSpPr>
        <p:spPr bwMode="auto">
          <a:xfrm>
            <a:off x="3949700" y="200026"/>
            <a:ext cx="37338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latin typeface="Calibri" panose="020F0502020204030204" pitchFamily="34" charset="0"/>
                <a:cs typeface="Times New Roman" panose="02020603050405020304" pitchFamily="18" charset="0"/>
              </a:rPr>
              <a:t>电磁学研究课题二</a:t>
            </a:r>
            <a:endParaRPr lang="zh-CN" altLang="en-US" sz="2800"/>
          </a:p>
        </p:txBody>
      </p:sp>
      <p:sp>
        <p:nvSpPr>
          <p:cNvPr id="3077" name="Rectangle 1"/>
          <p:cNvSpPr>
            <a:spLocks noChangeArrowheads="1"/>
          </p:cNvSpPr>
          <p:nvPr/>
        </p:nvSpPr>
        <p:spPr bwMode="auto">
          <a:xfrm>
            <a:off x="2717800" y="4502150"/>
            <a:ext cx="71374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b="1">
                <a:solidFill>
                  <a:srgbClr val="FF0000"/>
                </a:solidFill>
              </a:rPr>
              <a:t>原理、公式、定量半定量、应用、系统</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8" name="Text Box 2"/>
          <p:cNvSpPr txBox="1">
            <a:spLocks noChangeArrowheads="1"/>
          </p:cNvSpPr>
          <p:nvPr/>
        </p:nvSpPr>
        <p:spPr bwMode="auto">
          <a:xfrm>
            <a:off x="3007311" y="180035"/>
            <a:ext cx="7162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4000" b="1" dirty="0">
                <a:solidFill>
                  <a:srgbClr val="FF0000"/>
                </a:solidFill>
                <a:latin typeface="Times New Roman" panose="02020603050405020304" pitchFamily="18" charset="0"/>
              </a:rPr>
              <a:t>电磁感应和暂态过程</a:t>
            </a:r>
          </a:p>
        </p:txBody>
      </p:sp>
      <p:sp>
        <p:nvSpPr>
          <p:cNvPr id="4099" name="Text Box 3"/>
          <p:cNvSpPr txBox="1">
            <a:spLocks noChangeArrowheads="1"/>
          </p:cNvSpPr>
          <p:nvPr/>
        </p:nvSpPr>
        <p:spPr bwMode="auto">
          <a:xfrm>
            <a:off x="568911" y="1680331"/>
            <a:ext cx="4876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800" b="1">
                <a:solidFill>
                  <a:srgbClr val="0000FF"/>
                </a:solidFill>
                <a:latin typeface="Times New Roman" panose="02020603050405020304" pitchFamily="18" charset="0"/>
              </a:rPr>
              <a:t>电磁感应定律</a:t>
            </a:r>
          </a:p>
        </p:txBody>
      </p:sp>
      <p:sp>
        <p:nvSpPr>
          <p:cNvPr id="4100" name="Text Box 4"/>
          <p:cNvSpPr txBox="1">
            <a:spLocks noChangeArrowheads="1"/>
          </p:cNvSpPr>
          <p:nvPr/>
        </p:nvSpPr>
        <p:spPr bwMode="auto">
          <a:xfrm>
            <a:off x="587962" y="2275644"/>
            <a:ext cx="23161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800" b="1">
                <a:solidFill>
                  <a:srgbClr val="0000FF"/>
                </a:solidFill>
                <a:latin typeface="Times New Roman" panose="02020603050405020304" pitchFamily="18" charset="0"/>
              </a:rPr>
              <a:t>动生电动势</a:t>
            </a:r>
          </a:p>
        </p:txBody>
      </p:sp>
      <p:sp>
        <p:nvSpPr>
          <p:cNvPr id="4101" name="Text Box 5"/>
          <p:cNvSpPr txBox="1">
            <a:spLocks noChangeArrowheads="1"/>
          </p:cNvSpPr>
          <p:nvPr/>
        </p:nvSpPr>
        <p:spPr bwMode="auto">
          <a:xfrm>
            <a:off x="492712" y="2975731"/>
            <a:ext cx="37560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800" b="1" dirty="0">
                <a:solidFill>
                  <a:srgbClr val="0000FF"/>
                </a:solidFill>
                <a:latin typeface="Times New Roman" panose="02020603050405020304" pitchFamily="18" charset="0"/>
              </a:rPr>
              <a:t>感生电动势  有旋电场</a:t>
            </a:r>
          </a:p>
        </p:txBody>
      </p:sp>
      <p:sp>
        <p:nvSpPr>
          <p:cNvPr id="4102" name="Text Box 6"/>
          <p:cNvSpPr txBox="1">
            <a:spLocks noChangeArrowheads="1"/>
          </p:cNvSpPr>
          <p:nvPr/>
        </p:nvSpPr>
        <p:spPr bwMode="auto">
          <a:xfrm>
            <a:off x="492711" y="3661531"/>
            <a:ext cx="1555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800" b="1">
                <a:solidFill>
                  <a:srgbClr val="0000FF"/>
                </a:solidFill>
                <a:latin typeface="Times New Roman" panose="02020603050405020304" pitchFamily="18" charset="0"/>
              </a:rPr>
              <a:t>涡旋场</a:t>
            </a:r>
          </a:p>
        </p:txBody>
      </p:sp>
      <p:sp>
        <p:nvSpPr>
          <p:cNvPr id="4103" name="Text Box 7"/>
          <p:cNvSpPr txBox="1">
            <a:spLocks noChangeArrowheads="1"/>
          </p:cNvSpPr>
          <p:nvPr/>
        </p:nvSpPr>
        <p:spPr bwMode="auto">
          <a:xfrm>
            <a:off x="492712" y="4271131"/>
            <a:ext cx="25066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800" b="1">
                <a:solidFill>
                  <a:srgbClr val="0000FF"/>
                </a:solidFill>
                <a:latin typeface="Times New Roman" panose="02020603050405020304" pitchFamily="18" charset="0"/>
              </a:rPr>
              <a:t>自感和互感</a:t>
            </a:r>
          </a:p>
        </p:txBody>
      </p:sp>
      <p:sp>
        <p:nvSpPr>
          <p:cNvPr id="4104" name="Text Box 8"/>
          <p:cNvSpPr txBox="1">
            <a:spLocks noChangeArrowheads="1"/>
          </p:cNvSpPr>
          <p:nvPr/>
        </p:nvSpPr>
        <p:spPr bwMode="auto">
          <a:xfrm>
            <a:off x="492711" y="4880731"/>
            <a:ext cx="4567561"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800" b="1" dirty="0">
                <a:solidFill>
                  <a:srgbClr val="0000FF"/>
                </a:solidFill>
                <a:latin typeface="Times New Roman" panose="02020603050405020304" pitchFamily="18" charset="0"/>
              </a:rPr>
              <a:t>电感和电容电路的暂态过程</a:t>
            </a:r>
          </a:p>
        </p:txBody>
      </p:sp>
      <p:sp>
        <p:nvSpPr>
          <p:cNvPr id="4105" name="Text Box 9"/>
          <p:cNvSpPr txBox="1">
            <a:spLocks noChangeArrowheads="1"/>
          </p:cNvSpPr>
          <p:nvPr/>
        </p:nvSpPr>
        <p:spPr bwMode="auto">
          <a:xfrm>
            <a:off x="492711" y="5414131"/>
            <a:ext cx="409704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800" b="1">
                <a:solidFill>
                  <a:srgbClr val="0000FF"/>
                </a:solidFill>
                <a:latin typeface="Times New Roman" panose="02020603050405020304" pitchFamily="18" charset="0"/>
              </a:rPr>
              <a:t>磁场的能量</a:t>
            </a:r>
          </a:p>
        </p:txBody>
      </p:sp>
      <p:sp>
        <p:nvSpPr>
          <p:cNvPr id="10" name="Text Box 1028">
            <a:extLst>
              <a:ext uri="{FF2B5EF4-FFF2-40B4-BE49-F238E27FC236}">
                <a16:creationId xmlns:a16="http://schemas.microsoft.com/office/drawing/2014/main" id="{5C78FD24-5FED-42DB-9B53-E4ED8C928A93}"/>
              </a:ext>
            </a:extLst>
          </p:cNvPr>
          <p:cNvSpPr txBox="1">
            <a:spLocks noChangeArrowheads="1"/>
          </p:cNvSpPr>
          <p:nvPr/>
        </p:nvSpPr>
        <p:spPr bwMode="auto">
          <a:xfrm>
            <a:off x="6303885" y="2270958"/>
            <a:ext cx="5530049" cy="3662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kumimoji="1" lang="en-US" altLang="zh-CN" sz="2800" b="1" dirty="0">
                <a:solidFill>
                  <a:schemeClr val="accent2"/>
                </a:solidFill>
                <a:latin typeface="Times New Roman" panose="02020603050405020304" pitchFamily="18" charset="0"/>
              </a:rPr>
              <a:t>1. </a:t>
            </a:r>
            <a:r>
              <a:rPr kumimoji="1" lang="zh-CN" altLang="en-US" sz="2800" b="1" dirty="0">
                <a:solidFill>
                  <a:schemeClr val="accent2"/>
                </a:solidFill>
                <a:latin typeface="Times New Roman" panose="02020603050405020304" pitchFamily="18" charset="0"/>
              </a:rPr>
              <a:t>掌握用法拉第定律和楞次定律计算感生电动势及方向；</a:t>
            </a:r>
          </a:p>
          <a:p>
            <a:pPr eaLnBrk="1" hangingPunct="1">
              <a:lnSpc>
                <a:spcPct val="120000"/>
              </a:lnSpc>
              <a:spcBef>
                <a:spcPct val="0"/>
              </a:spcBef>
              <a:buFontTx/>
              <a:buNone/>
            </a:pPr>
            <a:r>
              <a:rPr kumimoji="1" lang="en-US" altLang="zh-CN" sz="2800" b="1" dirty="0">
                <a:solidFill>
                  <a:schemeClr val="accent2"/>
                </a:solidFill>
                <a:latin typeface="Times New Roman" panose="02020603050405020304" pitchFamily="18" charset="0"/>
              </a:rPr>
              <a:t>2. </a:t>
            </a:r>
            <a:r>
              <a:rPr kumimoji="1" lang="zh-CN" altLang="en-US" sz="2800" b="1" dirty="0">
                <a:solidFill>
                  <a:schemeClr val="accent2"/>
                </a:solidFill>
                <a:latin typeface="Times New Roman" panose="02020603050405020304" pitchFamily="18" charset="0"/>
              </a:rPr>
              <a:t>理解感生电动势和动生电动势的产生原因；</a:t>
            </a:r>
          </a:p>
          <a:p>
            <a:pPr eaLnBrk="1" hangingPunct="1">
              <a:lnSpc>
                <a:spcPct val="120000"/>
              </a:lnSpc>
              <a:spcBef>
                <a:spcPct val="0"/>
              </a:spcBef>
              <a:buFontTx/>
              <a:buNone/>
            </a:pPr>
            <a:r>
              <a:rPr kumimoji="1" lang="en-US" altLang="zh-CN" sz="2800" b="1" dirty="0">
                <a:solidFill>
                  <a:schemeClr val="accent2"/>
                </a:solidFill>
                <a:latin typeface="Times New Roman" panose="02020603050405020304" pitchFamily="18" charset="0"/>
              </a:rPr>
              <a:t>3. </a:t>
            </a:r>
            <a:r>
              <a:rPr kumimoji="1" lang="zh-CN" altLang="en-US" sz="2800" b="1" dirty="0">
                <a:solidFill>
                  <a:schemeClr val="accent2"/>
                </a:solidFill>
                <a:latin typeface="Times New Roman" panose="02020603050405020304" pitchFamily="18" charset="0"/>
              </a:rPr>
              <a:t>了解自感与互感，能计算简单回路的</a:t>
            </a:r>
            <a:r>
              <a:rPr kumimoji="1" lang="en-US" altLang="zh-CN" sz="2800" b="1" dirty="0">
                <a:solidFill>
                  <a:schemeClr val="accent2"/>
                </a:solidFill>
                <a:latin typeface="Times New Roman" panose="02020603050405020304" pitchFamily="18" charset="0"/>
              </a:rPr>
              <a:t>L</a:t>
            </a:r>
            <a:r>
              <a:rPr kumimoji="1" lang="zh-CN" altLang="en-US" sz="2800" b="1" dirty="0">
                <a:solidFill>
                  <a:schemeClr val="accent2"/>
                </a:solidFill>
                <a:latin typeface="Times New Roman" panose="02020603050405020304" pitchFamily="18" charset="0"/>
              </a:rPr>
              <a:t>，</a:t>
            </a:r>
            <a:r>
              <a:rPr kumimoji="1" lang="en-US" altLang="zh-CN" sz="2800" b="1" dirty="0">
                <a:solidFill>
                  <a:schemeClr val="accent2"/>
                </a:solidFill>
                <a:latin typeface="Times New Roman" panose="02020603050405020304" pitchFamily="18" charset="0"/>
              </a:rPr>
              <a:t>M</a:t>
            </a:r>
            <a:r>
              <a:rPr kumimoji="1" lang="zh-CN" altLang="en-US" sz="2800" b="1" dirty="0">
                <a:solidFill>
                  <a:schemeClr val="accent2"/>
                </a:solidFill>
                <a:latin typeface="Times New Roman" panose="02020603050405020304" pitchFamily="18" charset="0"/>
              </a:rPr>
              <a:t>；</a:t>
            </a:r>
          </a:p>
          <a:p>
            <a:pPr eaLnBrk="1" hangingPunct="1">
              <a:lnSpc>
                <a:spcPct val="120000"/>
              </a:lnSpc>
              <a:spcBef>
                <a:spcPct val="0"/>
              </a:spcBef>
              <a:buFontTx/>
              <a:buNone/>
            </a:pPr>
            <a:r>
              <a:rPr kumimoji="1" lang="en-US" altLang="zh-CN" sz="2800" b="1" dirty="0">
                <a:solidFill>
                  <a:schemeClr val="accent2"/>
                </a:solidFill>
                <a:latin typeface="Times New Roman" panose="02020603050405020304" pitchFamily="18" charset="0"/>
              </a:rPr>
              <a:t>4. </a:t>
            </a:r>
            <a:r>
              <a:rPr kumimoji="1" lang="zh-CN" altLang="zh-CN" sz="2800" b="1" dirty="0">
                <a:solidFill>
                  <a:schemeClr val="accent2"/>
                </a:solidFill>
                <a:latin typeface="Times New Roman" panose="02020603050405020304" pitchFamily="18" charset="0"/>
              </a:rPr>
              <a:t>能计算简单磁场的</a:t>
            </a:r>
            <a:r>
              <a:rPr kumimoji="1" lang="en-US" altLang="zh-CN" sz="2800" b="1" i="1" dirty="0">
                <a:solidFill>
                  <a:schemeClr val="accent2"/>
                </a:solidFill>
                <a:latin typeface="Times New Roman" panose="02020603050405020304" pitchFamily="18" charset="0"/>
              </a:rPr>
              <a:t>W</a:t>
            </a:r>
            <a:r>
              <a:rPr kumimoji="1" lang="en-US" altLang="zh-CN" sz="2800" b="1" i="1" baseline="-25000" dirty="0">
                <a:solidFill>
                  <a:schemeClr val="accent2"/>
                </a:solidFill>
                <a:latin typeface="Times New Roman" panose="02020603050405020304" pitchFamily="18" charset="0"/>
              </a:rPr>
              <a:t>m</a:t>
            </a:r>
            <a:r>
              <a:rPr kumimoji="1" lang="zh-CN" altLang="en-US" sz="2800" b="1" dirty="0">
                <a:solidFill>
                  <a:schemeClr val="accent2"/>
                </a:solidFill>
                <a:latin typeface="Times New Roman" panose="02020603050405020304" pitchFamily="18" charset="0"/>
              </a:rPr>
              <a:t>。</a:t>
            </a:r>
          </a:p>
        </p:txBody>
      </p:sp>
      <p:sp>
        <p:nvSpPr>
          <p:cNvPr id="11" name="Text Box 1027">
            <a:extLst>
              <a:ext uri="{FF2B5EF4-FFF2-40B4-BE49-F238E27FC236}">
                <a16:creationId xmlns:a16="http://schemas.microsoft.com/office/drawing/2014/main" id="{AA03D858-59A1-4695-90C6-E34E50134F64}"/>
              </a:ext>
            </a:extLst>
          </p:cNvPr>
          <p:cNvSpPr txBox="1">
            <a:spLocks noChangeArrowheads="1"/>
          </p:cNvSpPr>
          <p:nvPr/>
        </p:nvSpPr>
        <p:spPr bwMode="auto">
          <a:xfrm>
            <a:off x="6303885" y="1619212"/>
            <a:ext cx="30162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3600" b="1" dirty="0">
                <a:solidFill>
                  <a:srgbClr val="FF0000"/>
                </a:solidFill>
                <a:latin typeface="Times New Roman" panose="02020603050405020304" pitchFamily="18" charset="0"/>
              </a:rPr>
              <a:t>要求：</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Text Box 2"/>
          <p:cNvSpPr txBox="1">
            <a:spLocks noChangeArrowheads="1"/>
          </p:cNvSpPr>
          <p:nvPr/>
        </p:nvSpPr>
        <p:spPr bwMode="auto">
          <a:xfrm>
            <a:off x="1008354" y="354644"/>
            <a:ext cx="488315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3600" b="1" dirty="0">
                <a:solidFill>
                  <a:srgbClr val="FF0000"/>
                </a:solidFill>
                <a:latin typeface="Times New Roman" panose="02020603050405020304" pitchFamily="18" charset="0"/>
              </a:rPr>
              <a:t>法拉第：</a:t>
            </a:r>
            <a:r>
              <a:rPr kumimoji="1" lang="en-US" altLang="zh-CN" sz="3600" b="1" dirty="0">
                <a:solidFill>
                  <a:srgbClr val="FF0000"/>
                </a:solidFill>
                <a:latin typeface="Times New Roman" panose="02020603050405020304" pitchFamily="18" charset="0"/>
              </a:rPr>
              <a:t>Michael Faraday,1791-1867</a:t>
            </a:r>
          </a:p>
        </p:txBody>
      </p:sp>
      <p:sp>
        <p:nvSpPr>
          <p:cNvPr id="8195" name="Text Box 3"/>
          <p:cNvSpPr txBox="1">
            <a:spLocks noChangeArrowheads="1"/>
          </p:cNvSpPr>
          <p:nvPr/>
        </p:nvSpPr>
        <p:spPr bwMode="auto">
          <a:xfrm>
            <a:off x="222088" y="1765916"/>
            <a:ext cx="7602986" cy="4696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kumimoji="1" lang="en-US" altLang="zh-CN" sz="2800" b="1" dirty="0">
                <a:solidFill>
                  <a:schemeClr val="accent2"/>
                </a:solidFill>
                <a:latin typeface="Times New Roman" panose="02020603050405020304" pitchFamily="18" charset="0"/>
              </a:rPr>
              <a:t>1. </a:t>
            </a:r>
            <a:r>
              <a:rPr kumimoji="1" lang="zh-CN" altLang="en-US" sz="2800" b="1" dirty="0">
                <a:solidFill>
                  <a:schemeClr val="accent2"/>
                </a:solidFill>
                <a:latin typeface="Times New Roman" panose="02020603050405020304" pitchFamily="18" charset="0"/>
              </a:rPr>
              <a:t>生于英国伦敦附近的一个铁匠家庭</a:t>
            </a:r>
          </a:p>
          <a:p>
            <a:pPr eaLnBrk="1" hangingPunct="1">
              <a:lnSpc>
                <a:spcPct val="120000"/>
              </a:lnSpc>
              <a:spcBef>
                <a:spcPct val="0"/>
              </a:spcBef>
              <a:buFontTx/>
              <a:buNone/>
            </a:pPr>
            <a:r>
              <a:rPr kumimoji="1" lang="en-US" altLang="zh-CN" sz="2800" b="1" dirty="0">
                <a:solidFill>
                  <a:schemeClr val="accent2"/>
                </a:solidFill>
                <a:latin typeface="Times New Roman" panose="02020603050405020304" pitchFamily="18" charset="0"/>
              </a:rPr>
              <a:t>2. 13</a:t>
            </a:r>
            <a:r>
              <a:rPr kumimoji="1" lang="zh-CN" altLang="en-US" sz="2800" b="1" dirty="0">
                <a:solidFill>
                  <a:schemeClr val="accent2"/>
                </a:solidFill>
                <a:latin typeface="Times New Roman" panose="02020603050405020304" pitchFamily="18" charset="0"/>
              </a:rPr>
              <a:t>岁当报童、装订工</a:t>
            </a:r>
          </a:p>
          <a:p>
            <a:pPr eaLnBrk="1" hangingPunct="1">
              <a:lnSpc>
                <a:spcPct val="120000"/>
              </a:lnSpc>
              <a:spcBef>
                <a:spcPct val="0"/>
              </a:spcBef>
              <a:buFontTx/>
              <a:buNone/>
            </a:pPr>
            <a:r>
              <a:rPr kumimoji="1" lang="en-US" altLang="zh-CN" sz="2800" b="1" dirty="0">
                <a:solidFill>
                  <a:schemeClr val="accent2"/>
                </a:solidFill>
                <a:latin typeface="Times New Roman" panose="02020603050405020304" pitchFamily="18" charset="0"/>
              </a:rPr>
              <a:t>3. 1812</a:t>
            </a:r>
            <a:r>
              <a:rPr kumimoji="1" lang="zh-CN" altLang="en-US" sz="2800" b="1" dirty="0">
                <a:solidFill>
                  <a:schemeClr val="accent2"/>
                </a:solidFill>
                <a:latin typeface="Times New Roman" panose="02020603050405020304" pitchFamily="18" charset="0"/>
              </a:rPr>
              <a:t>年，学徒期满，师从化学家戴维，游历欧洲</a:t>
            </a:r>
          </a:p>
          <a:p>
            <a:pPr eaLnBrk="1" hangingPunct="1">
              <a:lnSpc>
                <a:spcPct val="120000"/>
              </a:lnSpc>
              <a:spcBef>
                <a:spcPct val="0"/>
              </a:spcBef>
              <a:buFontTx/>
              <a:buNone/>
            </a:pPr>
            <a:r>
              <a:rPr kumimoji="1" lang="en-US" altLang="zh-CN" sz="2800" b="1" dirty="0">
                <a:solidFill>
                  <a:schemeClr val="accent2"/>
                </a:solidFill>
                <a:latin typeface="Times New Roman" panose="02020603050405020304" pitchFamily="18" charset="0"/>
              </a:rPr>
              <a:t>4. 1821</a:t>
            </a:r>
            <a:r>
              <a:rPr kumimoji="1" lang="zh-CN" altLang="en-US" sz="2800" b="1" dirty="0">
                <a:solidFill>
                  <a:schemeClr val="accent2"/>
                </a:solidFill>
                <a:latin typeface="Times New Roman" panose="02020603050405020304" pitchFamily="18" charset="0"/>
              </a:rPr>
              <a:t>年，读奥斯特关于电流磁效应的论文。磁生电？</a:t>
            </a:r>
          </a:p>
          <a:p>
            <a:pPr eaLnBrk="1" hangingPunct="1">
              <a:lnSpc>
                <a:spcPct val="120000"/>
              </a:lnSpc>
              <a:spcBef>
                <a:spcPct val="0"/>
              </a:spcBef>
              <a:buFontTx/>
              <a:buNone/>
            </a:pPr>
            <a:r>
              <a:rPr kumimoji="1" lang="en-US" altLang="zh-CN" sz="2800" b="1" dirty="0">
                <a:solidFill>
                  <a:schemeClr val="accent2"/>
                </a:solidFill>
                <a:latin typeface="Times New Roman" panose="02020603050405020304" pitchFamily="18" charset="0"/>
              </a:rPr>
              <a:t>5. 1831</a:t>
            </a:r>
            <a:r>
              <a:rPr kumimoji="1" lang="zh-CN" altLang="en-US" sz="2800" b="1" dirty="0">
                <a:solidFill>
                  <a:schemeClr val="accent2"/>
                </a:solidFill>
                <a:latin typeface="Times New Roman" panose="02020603050405020304" pitchFamily="18" charset="0"/>
              </a:rPr>
              <a:t>年观察到磁生电。</a:t>
            </a:r>
          </a:p>
          <a:p>
            <a:pPr eaLnBrk="1" hangingPunct="1">
              <a:lnSpc>
                <a:spcPct val="120000"/>
              </a:lnSpc>
              <a:spcBef>
                <a:spcPct val="0"/>
              </a:spcBef>
              <a:buFontTx/>
              <a:buNone/>
            </a:pPr>
            <a:r>
              <a:rPr kumimoji="1" lang="zh-CN" altLang="en-US" sz="2800" b="1" dirty="0">
                <a:solidFill>
                  <a:schemeClr val="accent2"/>
                </a:solidFill>
                <a:latin typeface="Times New Roman" panose="02020603050405020304" pitchFamily="18" charset="0"/>
              </a:rPr>
              <a:t>期间，安培也做过电流感应实验：恒定电流</a:t>
            </a:r>
            <a:r>
              <a:rPr kumimoji="1" lang="zh-CN" altLang="en-US" sz="2800" b="1" dirty="0">
                <a:solidFill>
                  <a:srgbClr val="FF0000"/>
                </a:solidFill>
                <a:latin typeface="Times New Roman" panose="02020603050405020304" pitchFamily="18" charset="0"/>
              </a:rPr>
              <a:t>－失败</a:t>
            </a:r>
          </a:p>
        </p:txBody>
      </p:sp>
      <p:pic>
        <p:nvPicPr>
          <p:cNvPr id="8196" name="Picture 5" descr="daiwe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1653" y="354644"/>
            <a:ext cx="1143000" cy="143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7" name="Picture 7" descr="2006122723210767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88339" y="190501"/>
            <a:ext cx="1609725" cy="185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5">
            <a:extLst>
              <a:ext uri="{FF2B5EF4-FFF2-40B4-BE49-F238E27FC236}">
                <a16:creationId xmlns:a16="http://schemas.microsoft.com/office/drawing/2014/main" id="{37CD5097-DAD2-48B8-9147-79098593AF5B}"/>
              </a:ext>
            </a:extLst>
          </p:cNvPr>
          <p:cNvPicPr>
            <a:picLocks noChangeAspect="1"/>
          </p:cNvPicPr>
          <p:nvPr/>
        </p:nvPicPr>
        <p:blipFill>
          <a:blip r:embed="rId5"/>
          <a:stretch>
            <a:fillRect/>
          </a:stretch>
        </p:blipFill>
        <p:spPr>
          <a:xfrm>
            <a:off x="9833811" y="2453771"/>
            <a:ext cx="2319262" cy="3696511"/>
          </a:xfrm>
          <a:prstGeom prst="rect">
            <a:avLst/>
          </a:prstGeom>
        </p:spPr>
      </p:pic>
      <p:pic>
        <p:nvPicPr>
          <p:cNvPr id="7" name="图片 6">
            <a:extLst>
              <a:ext uri="{FF2B5EF4-FFF2-40B4-BE49-F238E27FC236}">
                <a16:creationId xmlns:a16="http://schemas.microsoft.com/office/drawing/2014/main" id="{33CD3921-E08F-4DBC-8927-4EAF884B3144}"/>
              </a:ext>
            </a:extLst>
          </p:cNvPr>
          <p:cNvPicPr>
            <a:picLocks noChangeAspect="1"/>
          </p:cNvPicPr>
          <p:nvPr/>
        </p:nvPicPr>
        <p:blipFill>
          <a:blip r:embed="rId6"/>
          <a:stretch>
            <a:fillRect/>
          </a:stretch>
        </p:blipFill>
        <p:spPr>
          <a:xfrm>
            <a:off x="7937608" y="2453771"/>
            <a:ext cx="1798548" cy="1805405"/>
          </a:xfrm>
          <a:prstGeom prst="rect">
            <a:avLst/>
          </a:prstGeom>
        </p:spPr>
      </p:pic>
      <p:pic>
        <p:nvPicPr>
          <p:cNvPr id="8" name="图片 7">
            <a:extLst>
              <a:ext uri="{FF2B5EF4-FFF2-40B4-BE49-F238E27FC236}">
                <a16:creationId xmlns:a16="http://schemas.microsoft.com/office/drawing/2014/main" id="{76967AC5-7C88-40E4-ABF8-A0304330266D}"/>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983479" y="4354887"/>
            <a:ext cx="1752677" cy="179539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F4F6BCE9-75F1-4194-9E26-BFF95ECB1036}"/>
              </a:ext>
            </a:extLst>
          </p:cNvPr>
          <p:cNvPicPr>
            <a:picLocks noChangeAspect="1"/>
          </p:cNvPicPr>
          <p:nvPr/>
        </p:nvPicPr>
        <p:blipFill>
          <a:blip r:embed="rId2"/>
          <a:stretch>
            <a:fillRect/>
          </a:stretch>
        </p:blipFill>
        <p:spPr>
          <a:xfrm>
            <a:off x="1524000" y="0"/>
            <a:ext cx="9144000" cy="2043142"/>
          </a:xfrm>
          <a:prstGeom prst="rect">
            <a:avLst/>
          </a:prstGeom>
        </p:spPr>
      </p:pic>
      <p:sp>
        <p:nvSpPr>
          <p:cNvPr id="2" name="矩形 1">
            <a:extLst>
              <a:ext uri="{FF2B5EF4-FFF2-40B4-BE49-F238E27FC236}">
                <a16:creationId xmlns:a16="http://schemas.microsoft.com/office/drawing/2014/main" id="{C931646C-544D-48BE-B2FD-27BF004D14AB}"/>
              </a:ext>
            </a:extLst>
          </p:cNvPr>
          <p:cNvSpPr/>
          <p:nvPr/>
        </p:nvSpPr>
        <p:spPr>
          <a:xfrm>
            <a:off x="315446" y="2119918"/>
            <a:ext cx="4491935" cy="369332"/>
          </a:xfrm>
          <a:prstGeom prst="rect">
            <a:avLst/>
          </a:prstGeom>
        </p:spPr>
        <p:txBody>
          <a:bodyPr wrap="none">
            <a:spAutoFit/>
          </a:bodyPr>
          <a:lstStyle/>
          <a:p>
            <a:r>
              <a:rPr lang="en-US" altLang="zh-CN" b="1" dirty="0">
                <a:solidFill>
                  <a:srgbClr val="0000FF"/>
                </a:solidFill>
                <a:latin typeface="Merriweather"/>
              </a:rPr>
              <a:t>1. Michael Faraday was Self Educated.</a:t>
            </a:r>
            <a:endParaRPr lang="en-US" altLang="zh-CN" b="1" i="0" dirty="0">
              <a:solidFill>
                <a:srgbClr val="0000FF"/>
              </a:solidFill>
              <a:effectLst/>
              <a:latin typeface="Merriweather"/>
            </a:endParaRPr>
          </a:p>
        </p:txBody>
      </p:sp>
      <p:sp>
        <p:nvSpPr>
          <p:cNvPr id="3" name="矩形 2">
            <a:extLst>
              <a:ext uri="{FF2B5EF4-FFF2-40B4-BE49-F238E27FC236}">
                <a16:creationId xmlns:a16="http://schemas.microsoft.com/office/drawing/2014/main" id="{6F118F9F-51F0-4B3B-BE74-1BF9886E0E0A}"/>
              </a:ext>
            </a:extLst>
          </p:cNvPr>
          <p:cNvSpPr/>
          <p:nvPr/>
        </p:nvSpPr>
        <p:spPr>
          <a:xfrm>
            <a:off x="3283024" y="90034"/>
            <a:ext cx="5848350" cy="369332"/>
          </a:xfrm>
          <a:prstGeom prst="rect">
            <a:avLst/>
          </a:prstGeom>
        </p:spPr>
        <p:txBody>
          <a:bodyPr wrap="square">
            <a:spAutoFit/>
          </a:bodyPr>
          <a:lstStyle/>
          <a:p>
            <a:r>
              <a:rPr lang="en-US" altLang="zh-CN" b="1" dirty="0">
                <a:solidFill>
                  <a:srgbClr val="FF0000"/>
                </a:solidFill>
                <a:latin typeface="Merriweather"/>
              </a:rPr>
              <a:t>Top 10 Interesting Facts about Michael Faraday.</a:t>
            </a:r>
            <a:endParaRPr lang="en-US" altLang="zh-CN" b="1" i="0" dirty="0">
              <a:solidFill>
                <a:srgbClr val="FF0000"/>
              </a:solidFill>
              <a:effectLst/>
              <a:latin typeface="Merriweather"/>
            </a:endParaRPr>
          </a:p>
        </p:txBody>
      </p:sp>
      <p:sp>
        <p:nvSpPr>
          <p:cNvPr id="4" name="矩形 3">
            <a:extLst>
              <a:ext uri="{FF2B5EF4-FFF2-40B4-BE49-F238E27FC236}">
                <a16:creationId xmlns:a16="http://schemas.microsoft.com/office/drawing/2014/main" id="{3904F5F5-B8F8-47CA-AC6A-6030604C4AFB}"/>
              </a:ext>
            </a:extLst>
          </p:cNvPr>
          <p:cNvSpPr/>
          <p:nvPr/>
        </p:nvSpPr>
        <p:spPr>
          <a:xfrm>
            <a:off x="6655108" y="747281"/>
            <a:ext cx="4012893" cy="369332"/>
          </a:xfrm>
          <a:prstGeom prst="rect">
            <a:avLst/>
          </a:prstGeom>
        </p:spPr>
        <p:txBody>
          <a:bodyPr wrap="none">
            <a:spAutoFit/>
          </a:bodyPr>
          <a:lstStyle/>
          <a:p>
            <a:r>
              <a:rPr lang="en-US" altLang="zh-CN" b="1" dirty="0">
                <a:solidFill>
                  <a:srgbClr val="00FF00"/>
                </a:solidFill>
                <a:latin typeface="Lato"/>
              </a:rPr>
              <a:t>Posted by </a:t>
            </a:r>
            <a:r>
              <a:rPr lang="en-US" altLang="zh-CN" b="1" dirty="0">
                <a:solidFill>
                  <a:srgbClr val="00FF00"/>
                </a:solidFill>
                <a:latin typeface="Lato"/>
                <a:hlinkClick r:id="rId3">
                  <a:extLst>
                    <a:ext uri="{A12FA001-AC4F-418D-AE19-62706E023703}">
                      <ahyp:hlinkClr xmlns:ahyp="http://schemas.microsoft.com/office/drawing/2018/hyperlinkcolor" val="tx"/>
                    </a:ext>
                  </a:extLst>
                </a:hlinkClick>
              </a:rPr>
              <a:t>Diana K</a:t>
            </a:r>
            <a:r>
              <a:rPr lang="en-US" altLang="zh-CN" b="1" dirty="0">
                <a:solidFill>
                  <a:srgbClr val="00FF00"/>
                </a:solidFill>
                <a:latin typeface="Lato"/>
              </a:rPr>
              <a:t> on </a:t>
            </a:r>
            <a:r>
              <a:rPr lang="en-US" altLang="zh-CN" b="1" dirty="0">
                <a:solidFill>
                  <a:srgbClr val="00FF00"/>
                </a:solidFill>
                <a:latin typeface="Lato"/>
                <a:hlinkClick r:id="rId4">
                  <a:extLst>
                    <a:ext uri="{A12FA001-AC4F-418D-AE19-62706E023703}">
                      <ahyp:hlinkClr xmlns:ahyp="http://schemas.microsoft.com/office/drawing/2018/hyperlinkcolor" val="tx"/>
                    </a:ext>
                  </a:extLst>
                </a:hlinkClick>
              </a:rPr>
              <a:t>May 11, 2023</a:t>
            </a:r>
            <a:endParaRPr lang="zh-CN" altLang="en-US" dirty="0">
              <a:solidFill>
                <a:srgbClr val="00FF00"/>
              </a:solidFill>
            </a:endParaRPr>
          </a:p>
        </p:txBody>
      </p:sp>
      <p:sp>
        <p:nvSpPr>
          <p:cNvPr id="7" name="矩形 6">
            <a:extLst>
              <a:ext uri="{FF2B5EF4-FFF2-40B4-BE49-F238E27FC236}">
                <a16:creationId xmlns:a16="http://schemas.microsoft.com/office/drawing/2014/main" id="{EC56644D-9F10-4DFB-9F40-FB88A41082A1}"/>
              </a:ext>
            </a:extLst>
          </p:cNvPr>
          <p:cNvSpPr/>
          <p:nvPr/>
        </p:nvSpPr>
        <p:spPr>
          <a:xfrm>
            <a:off x="315446" y="2519011"/>
            <a:ext cx="4596130" cy="369332"/>
          </a:xfrm>
          <a:prstGeom prst="rect">
            <a:avLst/>
          </a:prstGeom>
        </p:spPr>
        <p:txBody>
          <a:bodyPr wrap="none">
            <a:spAutoFit/>
          </a:bodyPr>
          <a:lstStyle/>
          <a:p>
            <a:r>
              <a:rPr lang="en-US" altLang="zh-CN" b="1" dirty="0">
                <a:solidFill>
                  <a:srgbClr val="0000FF"/>
                </a:solidFill>
                <a:latin typeface="Merriweather"/>
              </a:rPr>
              <a:t>2. Math was not Faraday’s Cup of  Tea.</a:t>
            </a:r>
            <a:endParaRPr lang="en-US" altLang="zh-CN" b="1" i="0" dirty="0">
              <a:solidFill>
                <a:srgbClr val="0000FF"/>
              </a:solidFill>
              <a:effectLst/>
              <a:latin typeface="Merriweather"/>
            </a:endParaRPr>
          </a:p>
        </p:txBody>
      </p:sp>
      <p:sp>
        <p:nvSpPr>
          <p:cNvPr id="8" name="矩形 7">
            <a:extLst>
              <a:ext uri="{FF2B5EF4-FFF2-40B4-BE49-F238E27FC236}">
                <a16:creationId xmlns:a16="http://schemas.microsoft.com/office/drawing/2014/main" id="{6AFF8EC3-27D8-4CFB-A0A5-F6C6680D8D10}"/>
              </a:ext>
            </a:extLst>
          </p:cNvPr>
          <p:cNvSpPr/>
          <p:nvPr/>
        </p:nvSpPr>
        <p:spPr>
          <a:xfrm>
            <a:off x="296524" y="2890433"/>
            <a:ext cx="7585679" cy="369332"/>
          </a:xfrm>
          <a:prstGeom prst="rect">
            <a:avLst/>
          </a:prstGeom>
        </p:spPr>
        <p:txBody>
          <a:bodyPr wrap="square">
            <a:spAutoFit/>
          </a:bodyPr>
          <a:lstStyle/>
          <a:p>
            <a:r>
              <a:rPr lang="en-US" altLang="zh-CN" b="1" dirty="0">
                <a:solidFill>
                  <a:srgbClr val="0000FF"/>
                </a:solidFill>
                <a:latin typeface="Merriweather"/>
              </a:rPr>
              <a:t>3. Michael Faraday Built the First Electric Motor and Generator.</a:t>
            </a:r>
            <a:endParaRPr lang="en-US" altLang="zh-CN" b="1" i="0" dirty="0">
              <a:solidFill>
                <a:srgbClr val="0000FF"/>
              </a:solidFill>
              <a:effectLst/>
              <a:latin typeface="Merriweather"/>
            </a:endParaRPr>
          </a:p>
        </p:txBody>
      </p:sp>
      <p:sp>
        <p:nvSpPr>
          <p:cNvPr id="10" name="矩形 9">
            <a:extLst>
              <a:ext uri="{FF2B5EF4-FFF2-40B4-BE49-F238E27FC236}">
                <a16:creationId xmlns:a16="http://schemas.microsoft.com/office/drawing/2014/main" id="{CB7DF79C-A29B-4F3A-A9F2-D69422919A8E}"/>
              </a:ext>
            </a:extLst>
          </p:cNvPr>
          <p:cNvSpPr/>
          <p:nvPr/>
        </p:nvSpPr>
        <p:spPr>
          <a:xfrm>
            <a:off x="296524" y="3275516"/>
            <a:ext cx="5415265" cy="369332"/>
          </a:xfrm>
          <a:prstGeom prst="rect">
            <a:avLst/>
          </a:prstGeom>
        </p:spPr>
        <p:txBody>
          <a:bodyPr wrap="none">
            <a:spAutoFit/>
          </a:bodyPr>
          <a:lstStyle/>
          <a:p>
            <a:r>
              <a:rPr lang="en-US" altLang="zh-CN" b="1" dirty="0">
                <a:solidFill>
                  <a:srgbClr val="0000FF"/>
                </a:solidFill>
                <a:latin typeface="Merriweather"/>
              </a:rPr>
              <a:t>4. Faraday Invented the First Rubber Balloon.</a:t>
            </a:r>
            <a:endParaRPr lang="en-US" altLang="zh-CN" b="1" i="0" dirty="0">
              <a:solidFill>
                <a:srgbClr val="0000FF"/>
              </a:solidFill>
              <a:effectLst/>
              <a:latin typeface="Merriweather"/>
            </a:endParaRPr>
          </a:p>
        </p:txBody>
      </p:sp>
      <p:sp>
        <p:nvSpPr>
          <p:cNvPr id="11" name="矩形 10">
            <a:extLst>
              <a:ext uri="{FF2B5EF4-FFF2-40B4-BE49-F238E27FC236}">
                <a16:creationId xmlns:a16="http://schemas.microsoft.com/office/drawing/2014/main" id="{601C750B-AA6A-48FA-9A4E-23E0C64E1FD4}"/>
              </a:ext>
            </a:extLst>
          </p:cNvPr>
          <p:cNvSpPr/>
          <p:nvPr/>
        </p:nvSpPr>
        <p:spPr>
          <a:xfrm>
            <a:off x="296524" y="3657312"/>
            <a:ext cx="7187599" cy="369332"/>
          </a:xfrm>
          <a:prstGeom prst="rect">
            <a:avLst/>
          </a:prstGeom>
        </p:spPr>
        <p:txBody>
          <a:bodyPr wrap="square">
            <a:spAutoFit/>
          </a:bodyPr>
          <a:lstStyle/>
          <a:p>
            <a:r>
              <a:rPr lang="en-US" altLang="zh-CN" b="1" dirty="0">
                <a:solidFill>
                  <a:srgbClr val="0000FF"/>
                </a:solidFill>
                <a:latin typeface="Merriweather"/>
              </a:rPr>
              <a:t>5.  Michael Faraday Unintentionally Gifted Us the Fridge.</a:t>
            </a:r>
            <a:endParaRPr lang="en-US" altLang="zh-CN" b="1" i="0" dirty="0">
              <a:solidFill>
                <a:srgbClr val="0000FF"/>
              </a:solidFill>
              <a:effectLst/>
              <a:latin typeface="Merriweather"/>
            </a:endParaRPr>
          </a:p>
        </p:txBody>
      </p:sp>
      <p:sp>
        <p:nvSpPr>
          <p:cNvPr id="12" name="矩形 11">
            <a:extLst>
              <a:ext uri="{FF2B5EF4-FFF2-40B4-BE49-F238E27FC236}">
                <a16:creationId xmlns:a16="http://schemas.microsoft.com/office/drawing/2014/main" id="{E8F0BB3E-CE8B-44A8-964E-AB05BE48A221}"/>
              </a:ext>
            </a:extLst>
          </p:cNvPr>
          <p:cNvSpPr/>
          <p:nvPr/>
        </p:nvSpPr>
        <p:spPr>
          <a:xfrm>
            <a:off x="296524" y="4096246"/>
            <a:ext cx="7205050" cy="369332"/>
          </a:xfrm>
          <a:prstGeom prst="rect">
            <a:avLst/>
          </a:prstGeom>
        </p:spPr>
        <p:txBody>
          <a:bodyPr wrap="square">
            <a:spAutoFit/>
          </a:bodyPr>
          <a:lstStyle/>
          <a:p>
            <a:r>
              <a:rPr lang="en-US" altLang="zh-CN" b="1" dirty="0">
                <a:solidFill>
                  <a:srgbClr val="212121"/>
                </a:solidFill>
                <a:latin typeface="Merriweather"/>
              </a:rPr>
              <a:t>6. Sir Humphry Davy was  Faraday’s, Mentor Turned Foe.</a:t>
            </a:r>
            <a:endParaRPr lang="en-US" altLang="zh-CN" b="1" i="0" dirty="0">
              <a:solidFill>
                <a:srgbClr val="212121"/>
              </a:solidFill>
              <a:effectLst/>
              <a:latin typeface="Merriweather"/>
            </a:endParaRPr>
          </a:p>
        </p:txBody>
      </p:sp>
      <p:pic>
        <p:nvPicPr>
          <p:cNvPr id="14" name="图片 13">
            <a:extLst>
              <a:ext uri="{FF2B5EF4-FFF2-40B4-BE49-F238E27FC236}">
                <a16:creationId xmlns:a16="http://schemas.microsoft.com/office/drawing/2014/main" id="{8DB600F9-DF30-4F00-9A55-E247098C3C3E}"/>
              </a:ext>
            </a:extLst>
          </p:cNvPr>
          <p:cNvPicPr>
            <a:picLocks noChangeAspect="1"/>
          </p:cNvPicPr>
          <p:nvPr/>
        </p:nvPicPr>
        <p:blipFill>
          <a:blip r:embed="rId5"/>
          <a:stretch>
            <a:fillRect/>
          </a:stretch>
        </p:blipFill>
        <p:spPr>
          <a:xfrm>
            <a:off x="7438244" y="4781298"/>
            <a:ext cx="4541874" cy="2047875"/>
          </a:xfrm>
          <a:prstGeom prst="rect">
            <a:avLst/>
          </a:prstGeom>
        </p:spPr>
      </p:pic>
      <p:pic>
        <p:nvPicPr>
          <p:cNvPr id="15" name="图片 14">
            <a:extLst>
              <a:ext uri="{FF2B5EF4-FFF2-40B4-BE49-F238E27FC236}">
                <a16:creationId xmlns:a16="http://schemas.microsoft.com/office/drawing/2014/main" id="{B8EF778A-EA31-4690-AFA9-0E51621D7FCD}"/>
              </a:ext>
            </a:extLst>
          </p:cNvPr>
          <p:cNvPicPr>
            <a:picLocks noChangeAspect="1"/>
          </p:cNvPicPr>
          <p:nvPr/>
        </p:nvPicPr>
        <p:blipFill>
          <a:blip r:embed="rId6"/>
          <a:stretch>
            <a:fillRect/>
          </a:stretch>
        </p:blipFill>
        <p:spPr>
          <a:xfrm>
            <a:off x="10482197" y="2105864"/>
            <a:ext cx="1497921" cy="2662970"/>
          </a:xfrm>
          <a:prstGeom prst="rect">
            <a:avLst/>
          </a:prstGeom>
        </p:spPr>
      </p:pic>
      <p:pic>
        <p:nvPicPr>
          <p:cNvPr id="16" name="图片 15">
            <a:extLst>
              <a:ext uri="{FF2B5EF4-FFF2-40B4-BE49-F238E27FC236}">
                <a16:creationId xmlns:a16="http://schemas.microsoft.com/office/drawing/2014/main" id="{D39B41ED-591C-4169-AF48-42BFDC2E4592}"/>
              </a:ext>
            </a:extLst>
          </p:cNvPr>
          <p:cNvPicPr>
            <a:picLocks noChangeAspect="1"/>
          </p:cNvPicPr>
          <p:nvPr/>
        </p:nvPicPr>
        <p:blipFill>
          <a:blip r:embed="rId7"/>
          <a:stretch>
            <a:fillRect/>
          </a:stretch>
        </p:blipFill>
        <p:spPr>
          <a:xfrm>
            <a:off x="7696006" y="2344219"/>
            <a:ext cx="2752758" cy="2236616"/>
          </a:xfrm>
          <a:prstGeom prst="rect">
            <a:avLst/>
          </a:prstGeom>
        </p:spPr>
      </p:pic>
      <p:pic>
        <p:nvPicPr>
          <p:cNvPr id="17" name="图片 16">
            <a:extLst>
              <a:ext uri="{FF2B5EF4-FFF2-40B4-BE49-F238E27FC236}">
                <a16:creationId xmlns:a16="http://schemas.microsoft.com/office/drawing/2014/main" id="{E20F3332-2852-497B-8A75-86EB73C5DE64}"/>
              </a:ext>
            </a:extLst>
          </p:cNvPr>
          <p:cNvPicPr>
            <a:picLocks noChangeAspect="1"/>
          </p:cNvPicPr>
          <p:nvPr/>
        </p:nvPicPr>
        <p:blipFill>
          <a:blip r:embed="rId8"/>
          <a:stretch>
            <a:fillRect/>
          </a:stretch>
        </p:blipFill>
        <p:spPr>
          <a:xfrm>
            <a:off x="949905" y="4768834"/>
            <a:ext cx="4073599" cy="1646067"/>
          </a:xfrm>
          <a:prstGeom prst="rect">
            <a:avLst/>
          </a:prstGeom>
        </p:spPr>
      </p:pic>
    </p:spTree>
    <p:extLst>
      <p:ext uri="{BB962C8B-B14F-4D97-AF65-F5344CB8AC3E}">
        <p14:creationId xmlns:p14="http://schemas.microsoft.com/office/powerpoint/2010/main" val="2439140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2413000" y="419100"/>
            <a:ext cx="49720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3600" b="1">
                <a:solidFill>
                  <a:srgbClr val="FF0000"/>
                </a:solidFill>
                <a:latin typeface="Times New Roman" panose="02020603050405020304" pitchFamily="18" charset="0"/>
              </a:rPr>
              <a:t>法拉第：实验概括</a:t>
            </a:r>
          </a:p>
        </p:txBody>
      </p:sp>
      <p:sp>
        <p:nvSpPr>
          <p:cNvPr id="10243" name="Text Box 3"/>
          <p:cNvSpPr txBox="1">
            <a:spLocks noChangeArrowheads="1"/>
          </p:cNvSpPr>
          <p:nvPr/>
        </p:nvSpPr>
        <p:spPr bwMode="auto">
          <a:xfrm>
            <a:off x="1270794" y="1396999"/>
            <a:ext cx="7772400" cy="265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kumimoji="1" lang="en-US" altLang="zh-CN" sz="2800" b="1" dirty="0">
                <a:solidFill>
                  <a:schemeClr val="accent2"/>
                </a:solidFill>
                <a:latin typeface="Times New Roman" panose="02020603050405020304" pitchFamily="18" charset="0"/>
              </a:rPr>
              <a:t>1. </a:t>
            </a:r>
            <a:r>
              <a:rPr kumimoji="1" lang="zh-CN" altLang="en-US" sz="2800" b="1" dirty="0">
                <a:solidFill>
                  <a:schemeClr val="accent2"/>
                </a:solidFill>
                <a:latin typeface="Times New Roman" panose="02020603050405020304" pitchFamily="18" charset="0"/>
              </a:rPr>
              <a:t>变化的电流</a:t>
            </a:r>
          </a:p>
          <a:p>
            <a:pPr eaLnBrk="1" hangingPunct="1">
              <a:lnSpc>
                <a:spcPct val="120000"/>
              </a:lnSpc>
              <a:spcBef>
                <a:spcPct val="0"/>
              </a:spcBef>
              <a:buFontTx/>
              <a:buNone/>
            </a:pPr>
            <a:r>
              <a:rPr kumimoji="1" lang="en-US" altLang="zh-CN" sz="2800" b="1" dirty="0">
                <a:solidFill>
                  <a:schemeClr val="accent2"/>
                </a:solidFill>
                <a:latin typeface="Times New Roman" panose="02020603050405020304" pitchFamily="18" charset="0"/>
              </a:rPr>
              <a:t>2. </a:t>
            </a:r>
            <a:r>
              <a:rPr kumimoji="1" lang="zh-CN" altLang="en-US" sz="2800" b="1" dirty="0">
                <a:solidFill>
                  <a:schemeClr val="accent2"/>
                </a:solidFill>
                <a:latin typeface="Times New Roman" panose="02020603050405020304" pitchFamily="18" charset="0"/>
              </a:rPr>
              <a:t>变化的磁场</a:t>
            </a:r>
          </a:p>
          <a:p>
            <a:pPr eaLnBrk="1" hangingPunct="1">
              <a:lnSpc>
                <a:spcPct val="120000"/>
              </a:lnSpc>
              <a:spcBef>
                <a:spcPct val="0"/>
              </a:spcBef>
              <a:buFontTx/>
              <a:buNone/>
            </a:pPr>
            <a:r>
              <a:rPr kumimoji="1" lang="en-US" altLang="zh-CN" sz="2800" b="1" dirty="0">
                <a:solidFill>
                  <a:schemeClr val="accent2"/>
                </a:solidFill>
                <a:latin typeface="Times New Roman" panose="02020603050405020304" pitchFamily="18" charset="0"/>
              </a:rPr>
              <a:t>3. </a:t>
            </a:r>
            <a:r>
              <a:rPr kumimoji="1" lang="zh-CN" altLang="en-US" sz="2800" b="1" dirty="0">
                <a:solidFill>
                  <a:schemeClr val="accent2"/>
                </a:solidFill>
                <a:latin typeface="Times New Roman" panose="02020603050405020304" pitchFamily="18" charset="0"/>
              </a:rPr>
              <a:t>运动的恒定电流</a:t>
            </a:r>
          </a:p>
          <a:p>
            <a:pPr eaLnBrk="1" hangingPunct="1">
              <a:lnSpc>
                <a:spcPct val="120000"/>
              </a:lnSpc>
              <a:spcBef>
                <a:spcPct val="0"/>
              </a:spcBef>
              <a:buFontTx/>
              <a:buNone/>
            </a:pPr>
            <a:r>
              <a:rPr kumimoji="1" lang="en-US" altLang="zh-CN" sz="2800" b="1" dirty="0">
                <a:solidFill>
                  <a:schemeClr val="accent2"/>
                </a:solidFill>
                <a:latin typeface="Times New Roman" panose="02020603050405020304" pitchFamily="18" charset="0"/>
              </a:rPr>
              <a:t>4. </a:t>
            </a:r>
            <a:r>
              <a:rPr kumimoji="1" lang="zh-CN" altLang="en-US" sz="2800" b="1" dirty="0">
                <a:solidFill>
                  <a:schemeClr val="accent2"/>
                </a:solidFill>
                <a:latin typeface="Times New Roman" panose="02020603050405020304" pitchFamily="18" charset="0"/>
              </a:rPr>
              <a:t>运动的磁铁</a:t>
            </a:r>
          </a:p>
          <a:p>
            <a:pPr eaLnBrk="1" hangingPunct="1">
              <a:lnSpc>
                <a:spcPct val="120000"/>
              </a:lnSpc>
              <a:spcBef>
                <a:spcPct val="0"/>
              </a:spcBef>
              <a:buFontTx/>
              <a:buNone/>
            </a:pPr>
            <a:r>
              <a:rPr kumimoji="1" lang="en-US" altLang="zh-CN" sz="2800" b="1" dirty="0">
                <a:solidFill>
                  <a:schemeClr val="accent2"/>
                </a:solidFill>
                <a:latin typeface="Times New Roman" panose="02020603050405020304" pitchFamily="18" charset="0"/>
              </a:rPr>
              <a:t>5. </a:t>
            </a:r>
            <a:r>
              <a:rPr kumimoji="1" lang="zh-CN" altLang="en-US" sz="2800" b="1" dirty="0">
                <a:solidFill>
                  <a:schemeClr val="accent2"/>
                </a:solidFill>
                <a:latin typeface="Times New Roman" panose="02020603050405020304" pitchFamily="18" charset="0"/>
              </a:rPr>
              <a:t>磁场中运动的导体</a:t>
            </a:r>
          </a:p>
        </p:txBody>
      </p:sp>
      <p:sp>
        <p:nvSpPr>
          <p:cNvPr id="10244" name="Text Box 4"/>
          <p:cNvSpPr txBox="1">
            <a:spLocks noChangeArrowheads="1"/>
          </p:cNvSpPr>
          <p:nvPr/>
        </p:nvSpPr>
        <p:spPr bwMode="auto">
          <a:xfrm>
            <a:off x="1140408" y="4615609"/>
            <a:ext cx="6148388"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3600" b="1" dirty="0">
                <a:solidFill>
                  <a:srgbClr val="FF0000"/>
                </a:solidFill>
                <a:latin typeface="Times New Roman" panose="02020603050405020304" pitchFamily="18" charset="0"/>
              </a:rPr>
              <a:t>亨利</a:t>
            </a:r>
            <a:r>
              <a:rPr kumimoji="1" lang="en-US" altLang="zh-CN" sz="3600" b="1" dirty="0">
                <a:solidFill>
                  <a:srgbClr val="FF0000"/>
                </a:solidFill>
                <a:latin typeface="Times New Roman" panose="02020603050405020304" pitchFamily="18" charset="0"/>
              </a:rPr>
              <a:t>:J. Henry, 1799-1878</a:t>
            </a:r>
          </a:p>
          <a:p>
            <a:pPr eaLnBrk="1" hangingPunct="1">
              <a:spcBef>
                <a:spcPct val="0"/>
              </a:spcBef>
              <a:buFontTx/>
              <a:buNone/>
            </a:pPr>
            <a:r>
              <a:rPr kumimoji="1" lang="zh-CN" altLang="en-US" sz="3600" b="1" dirty="0">
                <a:solidFill>
                  <a:srgbClr val="FF0000"/>
                </a:solidFill>
                <a:latin typeface="Times New Roman" panose="02020603050405020304" pitchFamily="18" charset="0"/>
              </a:rPr>
              <a:t>美国，同时发现电磁感应定律</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290" name="Rectangle 3"/>
          <p:cNvSpPr>
            <a:spLocks noChangeArrowheads="1"/>
          </p:cNvSpPr>
          <p:nvPr/>
        </p:nvSpPr>
        <p:spPr bwMode="auto">
          <a:xfrm>
            <a:off x="2955131" y="1785085"/>
            <a:ext cx="3124200" cy="831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kumimoji="1" lang="zh-CN" altLang="en-US" sz="2400" b="1" dirty="0">
                <a:solidFill>
                  <a:srgbClr val="0000FF"/>
                </a:solidFill>
                <a:latin typeface="楷体_GB2312"/>
                <a:ea typeface="楷体_GB2312"/>
                <a:cs typeface="楷体_GB2312"/>
              </a:rPr>
              <a:t>磁铁插入或抽出时，电流计指针偏转。</a:t>
            </a:r>
          </a:p>
        </p:txBody>
      </p:sp>
      <p:sp>
        <p:nvSpPr>
          <p:cNvPr id="12291" name="Rectangle 4"/>
          <p:cNvSpPr>
            <a:spLocks noChangeArrowheads="1"/>
          </p:cNvSpPr>
          <p:nvPr/>
        </p:nvSpPr>
        <p:spPr bwMode="auto">
          <a:xfrm>
            <a:off x="391358" y="933651"/>
            <a:ext cx="601127"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kumimoji="1" lang="en-US" altLang="zh-CN" sz="2000" b="1" dirty="0">
                <a:solidFill>
                  <a:srgbClr val="0000FF"/>
                </a:solidFill>
                <a:latin typeface="楷体_GB2312"/>
                <a:ea typeface="楷体_GB2312"/>
                <a:cs typeface="楷体_GB2312"/>
              </a:rPr>
              <a:t>1</a:t>
            </a:r>
            <a:r>
              <a:rPr kumimoji="1" lang="zh-CN" altLang="en-US" sz="2000" b="1" dirty="0">
                <a:solidFill>
                  <a:srgbClr val="0000FF"/>
                </a:solidFill>
                <a:latin typeface="楷体_GB2312"/>
                <a:ea typeface="楷体_GB2312"/>
                <a:cs typeface="楷体_GB2312"/>
              </a:rPr>
              <a:t>、</a:t>
            </a:r>
            <a:endParaRPr kumimoji="1" lang="zh-CN" altLang="en-US" sz="3600" b="1" dirty="0">
              <a:solidFill>
                <a:srgbClr val="0000FF"/>
              </a:solidFill>
              <a:latin typeface="楷体_GB2312"/>
              <a:ea typeface="楷体_GB2312"/>
              <a:cs typeface="楷体_GB2312"/>
            </a:endParaRPr>
          </a:p>
        </p:txBody>
      </p:sp>
      <p:grpSp>
        <p:nvGrpSpPr>
          <p:cNvPr id="12292" name="Group 5"/>
          <p:cNvGrpSpPr>
            <a:grpSpLocks/>
          </p:cNvGrpSpPr>
          <p:nvPr/>
        </p:nvGrpSpPr>
        <p:grpSpPr bwMode="auto">
          <a:xfrm>
            <a:off x="892968" y="932072"/>
            <a:ext cx="3259138" cy="1819274"/>
            <a:chOff x="1259" y="950"/>
            <a:chExt cx="2053" cy="1146"/>
          </a:xfrm>
        </p:grpSpPr>
        <p:grpSp>
          <p:nvGrpSpPr>
            <p:cNvPr id="12300" name="Group 6"/>
            <p:cNvGrpSpPr>
              <a:grpSpLocks/>
            </p:cNvGrpSpPr>
            <p:nvPr/>
          </p:nvGrpSpPr>
          <p:grpSpPr bwMode="auto">
            <a:xfrm>
              <a:off x="2642" y="1078"/>
              <a:ext cx="670" cy="129"/>
              <a:chOff x="960" y="1440"/>
              <a:chExt cx="768" cy="144"/>
            </a:xfrm>
          </p:grpSpPr>
          <p:sp>
            <p:nvSpPr>
              <p:cNvPr id="12317" name="Rectangle 7"/>
              <p:cNvSpPr>
                <a:spLocks noChangeArrowheads="1"/>
              </p:cNvSpPr>
              <p:nvPr/>
            </p:nvSpPr>
            <p:spPr bwMode="auto">
              <a:xfrm>
                <a:off x="960" y="1440"/>
                <a:ext cx="384" cy="144"/>
              </a:xfrm>
              <a:prstGeom prst="rect">
                <a:avLst/>
              </a:prstGeom>
              <a:solidFill>
                <a:srgbClr val="0000FF"/>
              </a:solidFill>
              <a:ln w="9525">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2318" name="Rectangle 8"/>
              <p:cNvSpPr>
                <a:spLocks noChangeArrowheads="1"/>
              </p:cNvSpPr>
              <p:nvPr/>
            </p:nvSpPr>
            <p:spPr bwMode="auto">
              <a:xfrm>
                <a:off x="1344" y="1440"/>
                <a:ext cx="384" cy="144"/>
              </a:xfrm>
              <a:prstGeom prst="rect">
                <a:avLst/>
              </a:prstGeom>
              <a:solidFill>
                <a:srgbClr val="CC3300"/>
              </a:solidFill>
              <a:ln w="9525">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grpSp>
          <p:nvGrpSpPr>
            <p:cNvPr id="12301" name="Group 9"/>
            <p:cNvGrpSpPr>
              <a:grpSpLocks/>
            </p:cNvGrpSpPr>
            <p:nvPr/>
          </p:nvGrpSpPr>
          <p:grpSpPr bwMode="auto">
            <a:xfrm>
              <a:off x="1259" y="950"/>
              <a:ext cx="1289" cy="428"/>
              <a:chOff x="3552" y="2592"/>
              <a:chExt cx="1477" cy="480"/>
            </a:xfrm>
          </p:grpSpPr>
          <p:sp>
            <p:nvSpPr>
              <p:cNvPr id="12308" name="Freeform 10"/>
              <p:cNvSpPr>
                <a:spLocks/>
              </p:cNvSpPr>
              <p:nvPr/>
            </p:nvSpPr>
            <p:spPr bwMode="auto">
              <a:xfrm>
                <a:off x="4272" y="2592"/>
                <a:ext cx="325" cy="480"/>
              </a:xfrm>
              <a:custGeom>
                <a:avLst/>
                <a:gdLst>
                  <a:gd name="T0" fmla="*/ 0 w 325"/>
                  <a:gd name="T1" fmla="*/ 55 h 480"/>
                  <a:gd name="T2" fmla="*/ 112 w 325"/>
                  <a:gd name="T3" fmla="*/ 42 h 480"/>
                  <a:gd name="T4" fmla="*/ 137 w 325"/>
                  <a:gd name="T5" fmla="*/ 117 h 480"/>
                  <a:gd name="T6" fmla="*/ 150 w 325"/>
                  <a:gd name="T7" fmla="*/ 155 h 480"/>
                  <a:gd name="T8" fmla="*/ 187 w 325"/>
                  <a:gd name="T9" fmla="*/ 367 h 480"/>
                  <a:gd name="T10" fmla="*/ 250 w 325"/>
                  <a:gd name="T11" fmla="*/ 480 h 480"/>
                  <a:gd name="T12" fmla="*/ 325 w 325"/>
                  <a:gd name="T13" fmla="*/ 442 h 480"/>
                  <a:gd name="T14" fmla="*/ 0 60000 65536"/>
                  <a:gd name="T15" fmla="*/ 0 60000 65536"/>
                  <a:gd name="T16" fmla="*/ 0 60000 65536"/>
                  <a:gd name="T17" fmla="*/ 0 60000 65536"/>
                  <a:gd name="T18" fmla="*/ 0 60000 65536"/>
                  <a:gd name="T19" fmla="*/ 0 60000 65536"/>
                  <a:gd name="T20" fmla="*/ 0 60000 65536"/>
                  <a:gd name="T21" fmla="*/ 0 w 325"/>
                  <a:gd name="T22" fmla="*/ 0 h 480"/>
                  <a:gd name="T23" fmla="*/ 325 w 325"/>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5" h="480">
                    <a:moveTo>
                      <a:pt x="0" y="55"/>
                    </a:moveTo>
                    <a:cubicBezTo>
                      <a:pt x="34" y="32"/>
                      <a:pt x="64" y="0"/>
                      <a:pt x="112" y="42"/>
                    </a:cubicBezTo>
                    <a:cubicBezTo>
                      <a:pt x="132" y="59"/>
                      <a:pt x="129" y="92"/>
                      <a:pt x="137" y="117"/>
                    </a:cubicBezTo>
                    <a:cubicBezTo>
                      <a:pt x="141" y="130"/>
                      <a:pt x="150" y="155"/>
                      <a:pt x="150" y="155"/>
                    </a:cubicBezTo>
                    <a:cubicBezTo>
                      <a:pt x="159" y="228"/>
                      <a:pt x="171" y="296"/>
                      <a:pt x="187" y="367"/>
                    </a:cubicBezTo>
                    <a:cubicBezTo>
                      <a:pt x="196" y="409"/>
                      <a:pt x="250" y="480"/>
                      <a:pt x="250" y="480"/>
                    </a:cubicBezTo>
                    <a:cubicBezTo>
                      <a:pt x="311" y="464"/>
                      <a:pt x="288" y="479"/>
                      <a:pt x="325" y="442"/>
                    </a:cubicBezTo>
                  </a:path>
                </a:pathLst>
              </a:cu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309" name="Freeform 11"/>
              <p:cNvSpPr>
                <a:spLocks/>
              </p:cNvSpPr>
              <p:nvPr/>
            </p:nvSpPr>
            <p:spPr bwMode="auto">
              <a:xfrm>
                <a:off x="3696" y="2592"/>
                <a:ext cx="325" cy="480"/>
              </a:xfrm>
              <a:custGeom>
                <a:avLst/>
                <a:gdLst>
                  <a:gd name="T0" fmla="*/ 0 w 325"/>
                  <a:gd name="T1" fmla="*/ 55 h 480"/>
                  <a:gd name="T2" fmla="*/ 112 w 325"/>
                  <a:gd name="T3" fmla="*/ 42 h 480"/>
                  <a:gd name="T4" fmla="*/ 137 w 325"/>
                  <a:gd name="T5" fmla="*/ 117 h 480"/>
                  <a:gd name="T6" fmla="*/ 150 w 325"/>
                  <a:gd name="T7" fmla="*/ 155 h 480"/>
                  <a:gd name="T8" fmla="*/ 187 w 325"/>
                  <a:gd name="T9" fmla="*/ 367 h 480"/>
                  <a:gd name="T10" fmla="*/ 250 w 325"/>
                  <a:gd name="T11" fmla="*/ 480 h 480"/>
                  <a:gd name="T12" fmla="*/ 325 w 325"/>
                  <a:gd name="T13" fmla="*/ 442 h 480"/>
                  <a:gd name="T14" fmla="*/ 0 60000 65536"/>
                  <a:gd name="T15" fmla="*/ 0 60000 65536"/>
                  <a:gd name="T16" fmla="*/ 0 60000 65536"/>
                  <a:gd name="T17" fmla="*/ 0 60000 65536"/>
                  <a:gd name="T18" fmla="*/ 0 60000 65536"/>
                  <a:gd name="T19" fmla="*/ 0 60000 65536"/>
                  <a:gd name="T20" fmla="*/ 0 60000 65536"/>
                  <a:gd name="T21" fmla="*/ 0 w 325"/>
                  <a:gd name="T22" fmla="*/ 0 h 480"/>
                  <a:gd name="T23" fmla="*/ 325 w 325"/>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5" h="480">
                    <a:moveTo>
                      <a:pt x="0" y="55"/>
                    </a:moveTo>
                    <a:cubicBezTo>
                      <a:pt x="34" y="32"/>
                      <a:pt x="64" y="0"/>
                      <a:pt x="112" y="42"/>
                    </a:cubicBezTo>
                    <a:cubicBezTo>
                      <a:pt x="132" y="59"/>
                      <a:pt x="129" y="92"/>
                      <a:pt x="137" y="117"/>
                    </a:cubicBezTo>
                    <a:cubicBezTo>
                      <a:pt x="141" y="130"/>
                      <a:pt x="150" y="155"/>
                      <a:pt x="150" y="155"/>
                    </a:cubicBezTo>
                    <a:cubicBezTo>
                      <a:pt x="159" y="228"/>
                      <a:pt x="171" y="296"/>
                      <a:pt x="187" y="367"/>
                    </a:cubicBezTo>
                    <a:cubicBezTo>
                      <a:pt x="196" y="409"/>
                      <a:pt x="250" y="480"/>
                      <a:pt x="250" y="480"/>
                    </a:cubicBezTo>
                    <a:cubicBezTo>
                      <a:pt x="311" y="464"/>
                      <a:pt x="288" y="479"/>
                      <a:pt x="325" y="442"/>
                    </a:cubicBezTo>
                  </a:path>
                </a:pathLst>
              </a:cu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310" name="Freeform 12"/>
              <p:cNvSpPr>
                <a:spLocks/>
              </p:cNvSpPr>
              <p:nvPr/>
            </p:nvSpPr>
            <p:spPr bwMode="auto">
              <a:xfrm>
                <a:off x="3840" y="2592"/>
                <a:ext cx="325" cy="480"/>
              </a:xfrm>
              <a:custGeom>
                <a:avLst/>
                <a:gdLst>
                  <a:gd name="T0" fmla="*/ 0 w 325"/>
                  <a:gd name="T1" fmla="*/ 55 h 480"/>
                  <a:gd name="T2" fmla="*/ 112 w 325"/>
                  <a:gd name="T3" fmla="*/ 42 h 480"/>
                  <a:gd name="T4" fmla="*/ 137 w 325"/>
                  <a:gd name="T5" fmla="*/ 117 h 480"/>
                  <a:gd name="T6" fmla="*/ 150 w 325"/>
                  <a:gd name="T7" fmla="*/ 155 h 480"/>
                  <a:gd name="T8" fmla="*/ 187 w 325"/>
                  <a:gd name="T9" fmla="*/ 367 h 480"/>
                  <a:gd name="T10" fmla="*/ 250 w 325"/>
                  <a:gd name="T11" fmla="*/ 480 h 480"/>
                  <a:gd name="T12" fmla="*/ 325 w 325"/>
                  <a:gd name="T13" fmla="*/ 442 h 480"/>
                  <a:gd name="T14" fmla="*/ 0 60000 65536"/>
                  <a:gd name="T15" fmla="*/ 0 60000 65536"/>
                  <a:gd name="T16" fmla="*/ 0 60000 65536"/>
                  <a:gd name="T17" fmla="*/ 0 60000 65536"/>
                  <a:gd name="T18" fmla="*/ 0 60000 65536"/>
                  <a:gd name="T19" fmla="*/ 0 60000 65536"/>
                  <a:gd name="T20" fmla="*/ 0 60000 65536"/>
                  <a:gd name="T21" fmla="*/ 0 w 325"/>
                  <a:gd name="T22" fmla="*/ 0 h 480"/>
                  <a:gd name="T23" fmla="*/ 325 w 325"/>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5" h="480">
                    <a:moveTo>
                      <a:pt x="0" y="55"/>
                    </a:moveTo>
                    <a:cubicBezTo>
                      <a:pt x="34" y="32"/>
                      <a:pt x="64" y="0"/>
                      <a:pt x="112" y="42"/>
                    </a:cubicBezTo>
                    <a:cubicBezTo>
                      <a:pt x="132" y="59"/>
                      <a:pt x="129" y="92"/>
                      <a:pt x="137" y="117"/>
                    </a:cubicBezTo>
                    <a:cubicBezTo>
                      <a:pt x="141" y="130"/>
                      <a:pt x="150" y="155"/>
                      <a:pt x="150" y="155"/>
                    </a:cubicBezTo>
                    <a:cubicBezTo>
                      <a:pt x="159" y="228"/>
                      <a:pt x="171" y="296"/>
                      <a:pt x="187" y="367"/>
                    </a:cubicBezTo>
                    <a:cubicBezTo>
                      <a:pt x="196" y="409"/>
                      <a:pt x="250" y="480"/>
                      <a:pt x="250" y="480"/>
                    </a:cubicBezTo>
                    <a:cubicBezTo>
                      <a:pt x="311" y="464"/>
                      <a:pt x="288" y="479"/>
                      <a:pt x="325" y="442"/>
                    </a:cubicBezTo>
                  </a:path>
                </a:pathLst>
              </a:cu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311" name="Freeform 13"/>
              <p:cNvSpPr>
                <a:spLocks/>
              </p:cNvSpPr>
              <p:nvPr/>
            </p:nvSpPr>
            <p:spPr bwMode="auto">
              <a:xfrm>
                <a:off x="3984" y="2592"/>
                <a:ext cx="325" cy="480"/>
              </a:xfrm>
              <a:custGeom>
                <a:avLst/>
                <a:gdLst>
                  <a:gd name="T0" fmla="*/ 0 w 325"/>
                  <a:gd name="T1" fmla="*/ 55 h 480"/>
                  <a:gd name="T2" fmla="*/ 112 w 325"/>
                  <a:gd name="T3" fmla="*/ 42 h 480"/>
                  <a:gd name="T4" fmla="*/ 137 w 325"/>
                  <a:gd name="T5" fmla="*/ 117 h 480"/>
                  <a:gd name="T6" fmla="*/ 150 w 325"/>
                  <a:gd name="T7" fmla="*/ 155 h 480"/>
                  <a:gd name="T8" fmla="*/ 187 w 325"/>
                  <a:gd name="T9" fmla="*/ 367 h 480"/>
                  <a:gd name="T10" fmla="*/ 250 w 325"/>
                  <a:gd name="T11" fmla="*/ 480 h 480"/>
                  <a:gd name="T12" fmla="*/ 325 w 325"/>
                  <a:gd name="T13" fmla="*/ 442 h 480"/>
                  <a:gd name="T14" fmla="*/ 0 60000 65536"/>
                  <a:gd name="T15" fmla="*/ 0 60000 65536"/>
                  <a:gd name="T16" fmla="*/ 0 60000 65536"/>
                  <a:gd name="T17" fmla="*/ 0 60000 65536"/>
                  <a:gd name="T18" fmla="*/ 0 60000 65536"/>
                  <a:gd name="T19" fmla="*/ 0 60000 65536"/>
                  <a:gd name="T20" fmla="*/ 0 60000 65536"/>
                  <a:gd name="T21" fmla="*/ 0 w 325"/>
                  <a:gd name="T22" fmla="*/ 0 h 480"/>
                  <a:gd name="T23" fmla="*/ 325 w 325"/>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5" h="480">
                    <a:moveTo>
                      <a:pt x="0" y="55"/>
                    </a:moveTo>
                    <a:cubicBezTo>
                      <a:pt x="34" y="32"/>
                      <a:pt x="64" y="0"/>
                      <a:pt x="112" y="42"/>
                    </a:cubicBezTo>
                    <a:cubicBezTo>
                      <a:pt x="132" y="59"/>
                      <a:pt x="129" y="92"/>
                      <a:pt x="137" y="117"/>
                    </a:cubicBezTo>
                    <a:cubicBezTo>
                      <a:pt x="141" y="130"/>
                      <a:pt x="150" y="155"/>
                      <a:pt x="150" y="155"/>
                    </a:cubicBezTo>
                    <a:cubicBezTo>
                      <a:pt x="159" y="228"/>
                      <a:pt x="171" y="296"/>
                      <a:pt x="187" y="367"/>
                    </a:cubicBezTo>
                    <a:cubicBezTo>
                      <a:pt x="196" y="409"/>
                      <a:pt x="250" y="480"/>
                      <a:pt x="250" y="480"/>
                    </a:cubicBezTo>
                    <a:cubicBezTo>
                      <a:pt x="311" y="464"/>
                      <a:pt x="288" y="479"/>
                      <a:pt x="325" y="442"/>
                    </a:cubicBezTo>
                  </a:path>
                </a:pathLst>
              </a:cu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312" name="Freeform 14"/>
              <p:cNvSpPr>
                <a:spLocks/>
              </p:cNvSpPr>
              <p:nvPr/>
            </p:nvSpPr>
            <p:spPr bwMode="auto">
              <a:xfrm>
                <a:off x="4128" y="2592"/>
                <a:ext cx="325" cy="480"/>
              </a:xfrm>
              <a:custGeom>
                <a:avLst/>
                <a:gdLst>
                  <a:gd name="T0" fmla="*/ 0 w 325"/>
                  <a:gd name="T1" fmla="*/ 55 h 480"/>
                  <a:gd name="T2" fmla="*/ 112 w 325"/>
                  <a:gd name="T3" fmla="*/ 42 h 480"/>
                  <a:gd name="T4" fmla="*/ 137 w 325"/>
                  <a:gd name="T5" fmla="*/ 117 h 480"/>
                  <a:gd name="T6" fmla="*/ 150 w 325"/>
                  <a:gd name="T7" fmla="*/ 155 h 480"/>
                  <a:gd name="T8" fmla="*/ 187 w 325"/>
                  <a:gd name="T9" fmla="*/ 367 h 480"/>
                  <a:gd name="T10" fmla="*/ 250 w 325"/>
                  <a:gd name="T11" fmla="*/ 480 h 480"/>
                  <a:gd name="T12" fmla="*/ 325 w 325"/>
                  <a:gd name="T13" fmla="*/ 442 h 480"/>
                  <a:gd name="T14" fmla="*/ 0 60000 65536"/>
                  <a:gd name="T15" fmla="*/ 0 60000 65536"/>
                  <a:gd name="T16" fmla="*/ 0 60000 65536"/>
                  <a:gd name="T17" fmla="*/ 0 60000 65536"/>
                  <a:gd name="T18" fmla="*/ 0 60000 65536"/>
                  <a:gd name="T19" fmla="*/ 0 60000 65536"/>
                  <a:gd name="T20" fmla="*/ 0 60000 65536"/>
                  <a:gd name="T21" fmla="*/ 0 w 325"/>
                  <a:gd name="T22" fmla="*/ 0 h 480"/>
                  <a:gd name="T23" fmla="*/ 325 w 325"/>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5" h="480">
                    <a:moveTo>
                      <a:pt x="0" y="55"/>
                    </a:moveTo>
                    <a:cubicBezTo>
                      <a:pt x="34" y="32"/>
                      <a:pt x="64" y="0"/>
                      <a:pt x="112" y="42"/>
                    </a:cubicBezTo>
                    <a:cubicBezTo>
                      <a:pt x="132" y="59"/>
                      <a:pt x="129" y="92"/>
                      <a:pt x="137" y="117"/>
                    </a:cubicBezTo>
                    <a:cubicBezTo>
                      <a:pt x="141" y="130"/>
                      <a:pt x="150" y="155"/>
                      <a:pt x="150" y="155"/>
                    </a:cubicBezTo>
                    <a:cubicBezTo>
                      <a:pt x="159" y="228"/>
                      <a:pt x="171" y="296"/>
                      <a:pt x="187" y="367"/>
                    </a:cubicBezTo>
                    <a:cubicBezTo>
                      <a:pt x="196" y="409"/>
                      <a:pt x="250" y="480"/>
                      <a:pt x="250" y="480"/>
                    </a:cubicBezTo>
                    <a:cubicBezTo>
                      <a:pt x="311" y="464"/>
                      <a:pt x="288" y="479"/>
                      <a:pt x="325" y="442"/>
                    </a:cubicBezTo>
                  </a:path>
                </a:pathLst>
              </a:cu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313" name="Freeform 15"/>
              <p:cNvSpPr>
                <a:spLocks/>
              </p:cNvSpPr>
              <p:nvPr/>
            </p:nvSpPr>
            <p:spPr bwMode="auto">
              <a:xfrm>
                <a:off x="4560" y="2592"/>
                <a:ext cx="325" cy="480"/>
              </a:xfrm>
              <a:custGeom>
                <a:avLst/>
                <a:gdLst>
                  <a:gd name="T0" fmla="*/ 0 w 325"/>
                  <a:gd name="T1" fmla="*/ 55 h 480"/>
                  <a:gd name="T2" fmla="*/ 112 w 325"/>
                  <a:gd name="T3" fmla="*/ 42 h 480"/>
                  <a:gd name="T4" fmla="*/ 137 w 325"/>
                  <a:gd name="T5" fmla="*/ 117 h 480"/>
                  <a:gd name="T6" fmla="*/ 150 w 325"/>
                  <a:gd name="T7" fmla="*/ 155 h 480"/>
                  <a:gd name="T8" fmla="*/ 187 w 325"/>
                  <a:gd name="T9" fmla="*/ 367 h 480"/>
                  <a:gd name="T10" fmla="*/ 250 w 325"/>
                  <a:gd name="T11" fmla="*/ 480 h 480"/>
                  <a:gd name="T12" fmla="*/ 325 w 325"/>
                  <a:gd name="T13" fmla="*/ 442 h 480"/>
                  <a:gd name="T14" fmla="*/ 0 60000 65536"/>
                  <a:gd name="T15" fmla="*/ 0 60000 65536"/>
                  <a:gd name="T16" fmla="*/ 0 60000 65536"/>
                  <a:gd name="T17" fmla="*/ 0 60000 65536"/>
                  <a:gd name="T18" fmla="*/ 0 60000 65536"/>
                  <a:gd name="T19" fmla="*/ 0 60000 65536"/>
                  <a:gd name="T20" fmla="*/ 0 60000 65536"/>
                  <a:gd name="T21" fmla="*/ 0 w 325"/>
                  <a:gd name="T22" fmla="*/ 0 h 480"/>
                  <a:gd name="T23" fmla="*/ 325 w 325"/>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5" h="480">
                    <a:moveTo>
                      <a:pt x="0" y="55"/>
                    </a:moveTo>
                    <a:cubicBezTo>
                      <a:pt x="34" y="32"/>
                      <a:pt x="64" y="0"/>
                      <a:pt x="112" y="42"/>
                    </a:cubicBezTo>
                    <a:cubicBezTo>
                      <a:pt x="132" y="59"/>
                      <a:pt x="129" y="92"/>
                      <a:pt x="137" y="117"/>
                    </a:cubicBezTo>
                    <a:cubicBezTo>
                      <a:pt x="141" y="130"/>
                      <a:pt x="150" y="155"/>
                      <a:pt x="150" y="155"/>
                    </a:cubicBezTo>
                    <a:cubicBezTo>
                      <a:pt x="159" y="228"/>
                      <a:pt x="171" y="296"/>
                      <a:pt x="187" y="367"/>
                    </a:cubicBezTo>
                    <a:cubicBezTo>
                      <a:pt x="196" y="409"/>
                      <a:pt x="250" y="480"/>
                      <a:pt x="250" y="480"/>
                    </a:cubicBezTo>
                    <a:cubicBezTo>
                      <a:pt x="311" y="464"/>
                      <a:pt x="288" y="479"/>
                      <a:pt x="325" y="442"/>
                    </a:cubicBezTo>
                  </a:path>
                </a:pathLst>
              </a:cu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314" name="Freeform 16"/>
              <p:cNvSpPr>
                <a:spLocks/>
              </p:cNvSpPr>
              <p:nvPr/>
            </p:nvSpPr>
            <p:spPr bwMode="auto">
              <a:xfrm>
                <a:off x="4416" y="2592"/>
                <a:ext cx="325" cy="480"/>
              </a:xfrm>
              <a:custGeom>
                <a:avLst/>
                <a:gdLst>
                  <a:gd name="T0" fmla="*/ 0 w 325"/>
                  <a:gd name="T1" fmla="*/ 55 h 480"/>
                  <a:gd name="T2" fmla="*/ 112 w 325"/>
                  <a:gd name="T3" fmla="*/ 42 h 480"/>
                  <a:gd name="T4" fmla="*/ 137 w 325"/>
                  <a:gd name="T5" fmla="*/ 117 h 480"/>
                  <a:gd name="T6" fmla="*/ 150 w 325"/>
                  <a:gd name="T7" fmla="*/ 155 h 480"/>
                  <a:gd name="T8" fmla="*/ 187 w 325"/>
                  <a:gd name="T9" fmla="*/ 367 h 480"/>
                  <a:gd name="T10" fmla="*/ 250 w 325"/>
                  <a:gd name="T11" fmla="*/ 480 h 480"/>
                  <a:gd name="T12" fmla="*/ 325 w 325"/>
                  <a:gd name="T13" fmla="*/ 442 h 480"/>
                  <a:gd name="T14" fmla="*/ 0 60000 65536"/>
                  <a:gd name="T15" fmla="*/ 0 60000 65536"/>
                  <a:gd name="T16" fmla="*/ 0 60000 65536"/>
                  <a:gd name="T17" fmla="*/ 0 60000 65536"/>
                  <a:gd name="T18" fmla="*/ 0 60000 65536"/>
                  <a:gd name="T19" fmla="*/ 0 60000 65536"/>
                  <a:gd name="T20" fmla="*/ 0 60000 65536"/>
                  <a:gd name="T21" fmla="*/ 0 w 325"/>
                  <a:gd name="T22" fmla="*/ 0 h 480"/>
                  <a:gd name="T23" fmla="*/ 325 w 325"/>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5" h="480">
                    <a:moveTo>
                      <a:pt x="0" y="55"/>
                    </a:moveTo>
                    <a:cubicBezTo>
                      <a:pt x="34" y="32"/>
                      <a:pt x="64" y="0"/>
                      <a:pt x="112" y="42"/>
                    </a:cubicBezTo>
                    <a:cubicBezTo>
                      <a:pt x="132" y="59"/>
                      <a:pt x="129" y="92"/>
                      <a:pt x="137" y="117"/>
                    </a:cubicBezTo>
                    <a:cubicBezTo>
                      <a:pt x="141" y="130"/>
                      <a:pt x="150" y="155"/>
                      <a:pt x="150" y="155"/>
                    </a:cubicBezTo>
                    <a:cubicBezTo>
                      <a:pt x="159" y="228"/>
                      <a:pt x="171" y="296"/>
                      <a:pt x="187" y="367"/>
                    </a:cubicBezTo>
                    <a:cubicBezTo>
                      <a:pt x="196" y="409"/>
                      <a:pt x="250" y="480"/>
                      <a:pt x="250" y="480"/>
                    </a:cubicBezTo>
                    <a:cubicBezTo>
                      <a:pt x="311" y="464"/>
                      <a:pt x="288" y="479"/>
                      <a:pt x="325" y="442"/>
                    </a:cubicBezTo>
                  </a:path>
                </a:pathLst>
              </a:cu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315" name="Freeform 17"/>
              <p:cNvSpPr>
                <a:spLocks/>
              </p:cNvSpPr>
              <p:nvPr/>
            </p:nvSpPr>
            <p:spPr bwMode="auto">
              <a:xfrm>
                <a:off x="3552" y="2592"/>
                <a:ext cx="325" cy="480"/>
              </a:xfrm>
              <a:custGeom>
                <a:avLst/>
                <a:gdLst>
                  <a:gd name="T0" fmla="*/ 0 w 325"/>
                  <a:gd name="T1" fmla="*/ 55 h 480"/>
                  <a:gd name="T2" fmla="*/ 112 w 325"/>
                  <a:gd name="T3" fmla="*/ 42 h 480"/>
                  <a:gd name="T4" fmla="*/ 137 w 325"/>
                  <a:gd name="T5" fmla="*/ 117 h 480"/>
                  <a:gd name="T6" fmla="*/ 150 w 325"/>
                  <a:gd name="T7" fmla="*/ 155 h 480"/>
                  <a:gd name="T8" fmla="*/ 187 w 325"/>
                  <a:gd name="T9" fmla="*/ 367 h 480"/>
                  <a:gd name="T10" fmla="*/ 250 w 325"/>
                  <a:gd name="T11" fmla="*/ 480 h 480"/>
                  <a:gd name="T12" fmla="*/ 325 w 325"/>
                  <a:gd name="T13" fmla="*/ 442 h 480"/>
                  <a:gd name="T14" fmla="*/ 0 60000 65536"/>
                  <a:gd name="T15" fmla="*/ 0 60000 65536"/>
                  <a:gd name="T16" fmla="*/ 0 60000 65536"/>
                  <a:gd name="T17" fmla="*/ 0 60000 65536"/>
                  <a:gd name="T18" fmla="*/ 0 60000 65536"/>
                  <a:gd name="T19" fmla="*/ 0 60000 65536"/>
                  <a:gd name="T20" fmla="*/ 0 60000 65536"/>
                  <a:gd name="T21" fmla="*/ 0 w 325"/>
                  <a:gd name="T22" fmla="*/ 0 h 480"/>
                  <a:gd name="T23" fmla="*/ 325 w 325"/>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5" h="480">
                    <a:moveTo>
                      <a:pt x="0" y="55"/>
                    </a:moveTo>
                    <a:cubicBezTo>
                      <a:pt x="34" y="32"/>
                      <a:pt x="64" y="0"/>
                      <a:pt x="112" y="42"/>
                    </a:cubicBezTo>
                    <a:cubicBezTo>
                      <a:pt x="132" y="59"/>
                      <a:pt x="129" y="92"/>
                      <a:pt x="137" y="117"/>
                    </a:cubicBezTo>
                    <a:cubicBezTo>
                      <a:pt x="141" y="130"/>
                      <a:pt x="150" y="155"/>
                      <a:pt x="150" y="155"/>
                    </a:cubicBezTo>
                    <a:cubicBezTo>
                      <a:pt x="159" y="228"/>
                      <a:pt x="171" y="296"/>
                      <a:pt x="187" y="367"/>
                    </a:cubicBezTo>
                    <a:cubicBezTo>
                      <a:pt x="196" y="409"/>
                      <a:pt x="250" y="480"/>
                      <a:pt x="250" y="480"/>
                    </a:cubicBezTo>
                    <a:cubicBezTo>
                      <a:pt x="311" y="464"/>
                      <a:pt x="288" y="479"/>
                      <a:pt x="325" y="442"/>
                    </a:cubicBezTo>
                  </a:path>
                </a:pathLst>
              </a:cu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316" name="Freeform 18"/>
              <p:cNvSpPr>
                <a:spLocks/>
              </p:cNvSpPr>
              <p:nvPr/>
            </p:nvSpPr>
            <p:spPr bwMode="auto">
              <a:xfrm>
                <a:off x="4704" y="2592"/>
                <a:ext cx="325" cy="480"/>
              </a:xfrm>
              <a:custGeom>
                <a:avLst/>
                <a:gdLst>
                  <a:gd name="T0" fmla="*/ 0 w 325"/>
                  <a:gd name="T1" fmla="*/ 55 h 480"/>
                  <a:gd name="T2" fmla="*/ 112 w 325"/>
                  <a:gd name="T3" fmla="*/ 42 h 480"/>
                  <a:gd name="T4" fmla="*/ 137 w 325"/>
                  <a:gd name="T5" fmla="*/ 117 h 480"/>
                  <a:gd name="T6" fmla="*/ 150 w 325"/>
                  <a:gd name="T7" fmla="*/ 155 h 480"/>
                  <a:gd name="T8" fmla="*/ 187 w 325"/>
                  <a:gd name="T9" fmla="*/ 367 h 480"/>
                  <a:gd name="T10" fmla="*/ 250 w 325"/>
                  <a:gd name="T11" fmla="*/ 480 h 480"/>
                  <a:gd name="T12" fmla="*/ 325 w 325"/>
                  <a:gd name="T13" fmla="*/ 442 h 480"/>
                  <a:gd name="T14" fmla="*/ 0 60000 65536"/>
                  <a:gd name="T15" fmla="*/ 0 60000 65536"/>
                  <a:gd name="T16" fmla="*/ 0 60000 65536"/>
                  <a:gd name="T17" fmla="*/ 0 60000 65536"/>
                  <a:gd name="T18" fmla="*/ 0 60000 65536"/>
                  <a:gd name="T19" fmla="*/ 0 60000 65536"/>
                  <a:gd name="T20" fmla="*/ 0 60000 65536"/>
                  <a:gd name="T21" fmla="*/ 0 w 325"/>
                  <a:gd name="T22" fmla="*/ 0 h 480"/>
                  <a:gd name="T23" fmla="*/ 325 w 325"/>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5" h="480">
                    <a:moveTo>
                      <a:pt x="0" y="55"/>
                    </a:moveTo>
                    <a:cubicBezTo>
                      <a:pt x="34" y="32"/>
                      <a:pt x="64" y="0"/>
                      <a:pt x="112" y="42"/>
                    </a:cubicBezTo>
                    <a:cubicBezTo>
                      <a:pt x="132" y="59"/>
                      <a:pt x="129" y="92"/>
                      <a:pt x="137" y="117"/>
                    </a:cubicBezTo>
                    <a:cubicBezTo>
                      <a:pt x="141" y="130"/>
                      <a:pt x="150" y="155"/>
                      <a:pt x="150" y="155"/>
                    </a:cubicBezTo>
                    <a:cubicBezTo>
                      <a:pt x="159" y="228"/>
                      <a:pt x="171" y="296"/>
                      <a:pt x="187" y="367"/>
                    </a:cubicBezTo>
                    <a:cubicBezTo>
                      <a:pt x="196" y="409"/>
                      <a:pt x="250" y="480"/>
                      <a:pt x="250" y="480"/>
                    </a:cubicBezTo>
                    <a:cubicBezTo>
                      <a:pt x="311" y="464"/>
                      <a:pt x="288" y="479"/>
                      <a:pt x="325" y="442"/>
                    </a:cubicBezTo>
                  </a:path>
                </a:pathLst>
              </a:cu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12302" name="Freeform 19"/>
            <p:cNvSpPr>
              <a:spLocks/>
            </p:cNvSpPr>
            <p:nvPr/>
          </p:nvSpPr>
          <p:spPr bwMode="auto">
            <a:xfrm>
              <a:off x="2474" y="950"/>
              <a:ext cx="84" cy="985"/>
            </a:xfrm>
            <a:custGeom>
              <a:avLst/>
              <a:gdLst>
                <a:gd name="T0" fmla="*/ 0 w 117"/>
                <a:gd name="T1" fmla="*/ 2 h 1259"/>
                <a:gd name="T2" fmla="*/ 1 w 117"/>
                <a:gd name="T3" fmla="*/ 2 h 1259"/>
                <a:gd name="T4" fmla="*/ 1 w 117"/>
                <a:gd name="T5" fmla="*/ 6 h 1259"/>
                <a:gd name="T6" fmla="*/ 1 w 117"/>
                <a:gd name="T7" fmla="*/ 32 h 1259"/>
                <a:gd name="T8" fmla="*/ 0 60000 65536"/>
                <a:gd name="T9" fmla="*/ 0 60000 65536"/>
                <a:gd name="T10" fmla="*/ 0 60000 65536"/>
                <a:gd name="T11" fmla="*/ 0 60000 65536"/>
                <a:gd name="T12" fmla="*/ 0 w 117"/>
                <a:gd name="T13" fmla="*/ 0 h 1259"/>
                <a:gd name="T14" fmla="*/ 117 w 117"/>
                <a:gd name="T15" fmla="*/ 1259 h 1259"/>
              </a:gdLst>
              <a:ahLst/>
              <a:cxnLst>
                <a:cxn ang="T8">
                  <a:pos x="T0" y="T1"/>
                </a:cxn>
                <a:cxn ang="T9">
                  <a:pos x="T2" y="T3"/>
                </a:cxn>
                <a:cxn ang="T10">
                  <a:pos x="T4" y="T5"/>
                </a:cxn>
                <a:cxn ang="T11">
                  <a:pos x="T6" y="T7"/>
                </a:cxn>
              </a:cxnLst>
              <a:rect l="T12" t="T13" r="T14" b="T15"/>
              <a:pathLst>
                <a:path w="117" h="1259">
                  <a:moveTo>
                    <a:pt x="0" y="59"/>
                  </a:moveTo>
                  <a:cubicBezTo>
                    <a:pt x="21" y="0"/>
                    <a:pt x="51" y="24"/>
                    <a:pt x="75" y="72"/>
                  </a:cubicBezTo>
                  <a:cubicBezTo>
                    <a:pt x="100" y="122"/>
                    <a:pt x="112" y="208"/>
                    <a:pt x="113" y="259"/>
                  </a:cubicBezTo>
                  <a:cubicBezTo>
                    <a:pt x="117" y="592"/>
                    <a:pt x="113" y="926"/>
                    <a:pt x="113" y="1259"/>
                  </a:cubicBezTo>
                </a:path>
              </a:pathLst>
            </a:cu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303" name="Line 20"/>
            <p:cNvSpPr>
              <a:spLocks noChangeShapeType="1"/>
            </p:cNvSpPr>
            <p:nvPr/>
          </p:nvSpPr>
          <p:spPr bwMode="auto">
            <a:xfrm>
              <a:off x="1259" y="993"/>
              <a:ext cx="0" cy="94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04" name="Line 21"/>
            <p:cNvSpPr>
              <a:spLocks noChangeShapeType="1"/>
            </p:cNvSpPr>
            <p:nvPr/>
          </p:nvSpPr>
          <p:spPr bwMode="auto">
            <a:xfrm>
              <a:off x="1259" y="1935"/>
              <a:ext cx="54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05" name="Line 22"/>
            <p:cNvSpPr>
              <a:spLocks noChangeShapeType="1"/>
            </p:cNvSpPr>
            <p:nvPr/>
          </p:nvSpPr>
          <p:spPr bwMode="auto">
            <a:xfrm>
              <a:off x="2055" y="1935"/>
              <a:ext cx="50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06" name="Rectangle 23"/>
            <p:cNvSpPr>
              <a:spLocks noChangeArrowheads="1"/>
            </p:cNvSpPr>
            <p:nvPr/>
          </p:nvSpPr>
          <p:spPr bwMode="auto">
            <a:xfrm rot="21599914">
              <a:off x="1736" y="1805"/>
              <a:ext cx="32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kumimoji="1" lang="en-US" altLang="zh-CN" sz="2400" b="1">
                  <a:latin typeface="楷体_GB2312"/>
                  <a:ea typeface="楷体_GB2312"/>
                  <a:cs typeface="楷体_GB2312"/>
                </a:rPr>
                <a:t> G</a:t>
              </a:r>
            </a:p>
          </p:txBody>
        </p:sp>
        <p:sp>
          <p:nvSpPr>
            <p:cNvPr id="12307" name="Oval 24"/>
            <p:cNvSpPr>
              <a:spLocks noChangeArrowheads="1"/>
            </p:cNvSpPr>
            <p:nvPr/>
          </p:nvSpPr>
          <p:spPr bwMode="auto">
            <a:xfrm rot="-86">
              <a:off x="1804" y="1807"/>
              <a:ext cx="244" cy="25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sp>
        <p:nvSpPr>
          <p:cNvPr id="12293" name="Rectangle 25"/>
          <p:cNvSpPr>
            <a:spLocks noChangeArrowheads="1"/>
          </p:cNvSpPr>
          <p:nvPr/>
        </p:nvSpPr>
        <p:spPr bwMode="auto">
          <a:xfrm>
            <a:off x="7017814" y="913273"/>
            <a:ext cx="3124200" cy="831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kumimoji="1" lang="zh-CN" altLang="en-US" sz="2400" b="1" dirty="0">
                <a:solidFill>
                  <a:srgbClr val="FF0000"/>
                </a:solidFill>
                <a:latin typeface="楷体_GB2312"/>
                <a:ea typeface="楷体_GB2312"/>
                <a:cs typeface="楷体_GB2312"/>
              </a:rPr>
              <a:t>磁铁不动时，电流计指针不偏转。</a:t>
            </a:r>
          </a:p>
        </p:txBody>
      </p:sp>
      <p:sp>
        <p:nvSpPr>
          <p:cNvPr id="12294" name="Line 26"/>
          <p:cNvSpPr>
            <a:spLocks noChangeShapeType="1"/>
          </p:cNvSpPr>
          <p:nvPr/>
        </p:nvSpPr>
        <p:spPr bwMode="auto">
          <a:xfrm>
            <a:off x="3323431" y="932072"/>
            <a:ext cx="855662" cy="0"/>
          </a:xfrm>
          <a:prstGeom prst="line">
            <a:avLst/>
          </a:prstGeom>
          <a:noFill/>
          <a:ln w="76200" cap="sq">
            <a:solidFill>
              <a:srgbClr val="0000FF"/>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2295" name="Line 27"/>
          <p:cNvSpPr>
            <a:spLocks noChangeShapeType="1"/>
          </p:cNvSpPr>
          <p:nvPr/>
        </p:nvSpPr>
        <p:spPr bwMode="auto">
          <a:xfrm>
            <a:off x="3367881" y="1562309"/>
            <a:ext cx="855662" cy="0"/>
          </a:xfrm>
          <a:prstGeom prst="line">
            <a:avLst/>
          </a:prstGeom>
          <a:noFill/>
          <a:ln w="76200" cap="sq">
            <a:solidFill>
              <a:srgbClr val="FF0000"/>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296" name="Rectangle 28"/>
          <p:cNvSpPr>
            <a:spLocks noChangeArrowheads="1"/>
          </p:cNvSpPr>
          <p:nvPr/>
        </p:nvSpPr>
        <p:spPr bwMode="auto">
          <a:xfrm>
            <a:off x="361833" y="3742270"/>
            <a:ext cx="3735387" cy="831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kumimoji="1" lang="zh-CN" altLang="en-US" sz="2400" b="1" dirty="0">
                <a:latin typeface="楷体_GB2312"/>
                <a:ea typeface="楷体_GB2312"/>
                <a:cs typeface="楷体_GB2312"/>
              </a:rPr>
              <a:t>磁铁移动速度越快，电流计指针偏转越大。</a:t>
            </a:r>
          </a:p>
        </p:txBody>
      </p:sp>
      <p:sp>
        <p:nvSpPr>
          <p:cNvPr id="12297" name="Rectangle 29"/>
          <p:cNvSpPr>
            <a:spLocks noChangeArrowheads="1"/>
          </p:cNvSpPr>
          <p:nvPr/>
        </p:nvSpPr>
        <p:spPr bwMode="auto">
          <a:xfrm>
            <a:off x="322146" y="4663069"/>
            <a:ext cx="3171825" cy="831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kumimoji="1" lang="zh-CN" altLang="en-US" sz="2400" b="1" dirty="0">
                <a:latin typeface="楷体_GB2312"/>
                <a:ea typeface="楷体_GB2312"/>
                <a:cs typeface="楷体_GB2312"/>
              </a:rPr>
              <a:t>通电线圈替代磁铁，出现同样现象。</a:t>
            </a:r>
          </a:p>
        </p:txBody>
      </p:sp>
      <p:sp>
        <p:nvSpPr>
          <p:cNvPr id="12298" name="Rectangle 30"/>
          <p:cNvSpPr>
            <a:spLocks noChangeArrowheads="1"/>
          </p:cNvSpPr>
          <p:nvPr/>
        </p:nvSpPr>
        <p:spPr bwMode="auto">
          <a:xfrm>
            <a:off x="314887" y="5611785"/>
            <a:ext cx="3151188" cy="1200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kumimoji="1" lang="zh-CN" altLang="en-US" sz="2400" b="1" dirty="0">
                <a:solidFill>
                  <a:srgbClr val="0000FF"/>
                </a:solidFill>
                <a:latin typeface="楷体_GB2312"/>
                <a:ea typeface="楷体_GB2312"/>
                <a:cs typeface="楷体_GB2312"/>
              </a:rPr>
              <a:t>磁铁插入或抽出时，电流计指针偏转方向相反。</a:t>
            </a:r>
          </a:p>
        </p:txBody>
      </p:sp>
      <p:sp>
        <p:nvSpPr>
          <p:cNvPr id="60447" name="Rectangle 31"/>
          <p:cNvSpPr>
            <a:spLocks noChangeArrowheads="1"/>
          </p:cNvSpPr>
          <p:nvPr/>
        </p:nvSpPr>
        <p:spPr bwMode="auto">
          <a:xfrm>
            <a:off x="1957388" y="45244"/>
            <a:ext cx="7239000" cy="571500"/>
          </a:xfrm>
          <a:prstGeom prst="rect">
            <a:avLst/>
          </a:prstGeom>
          <a:noFill/>
          <a:ln w="9525">
            <a:noFill/>
            <a:miter lim="800000"/>
            <a:headEnd/>
            <a:tailEnd/>
          </a:ln>
          <a:effectLst/>
        </p:spPr>
        <p:txBody>
          <a:bodyPr lIns="92075" tIns="46038" rIns="92075" bIns="46038" anchor="ctr"/>
          <a:lstStyle/>
          <a:p>
            <a:pPr algn="ctr" eaLnBrk="1" hangingPunct="1">
              <a:defRPr/>
            </a:pPr>
            <a:r>
              <a:rPr kumimoji="1" lang="zh-CN" altLang="en-US" sz="3600" dirty="0">
                <a:solidFill>
                  <a:srgbClr val="FF0000"/>
                </a:solidFill>
                <a:effectLst>
                  <a:outerShdw blurRad="38100" dist="38100" dir="2700000" algn="tl">
                    <a:srgbClr val="C0C0C0"/>
                  </a:outerShdw>
                </a:effectLst>
                <a:latin typeface="黑体" pitchFamily="2" charset="-122"/>
                <a:ea typeface="黑体" pitchFamily="2" charset="-122"/>
              </a:rPr>
              <a:t>电磁感应定律</a:t>
            </a:r>
          </a:p>
        </p:txBody>
      </p:sp>
      <p:sp>
        <p:nvSpPr>
          <p:cNvPr id="31" name="Rectangle 4">
            <a:extLst>
              <a:ext uri="{FF2B5EF4-FFF2-40B4-BE49-F238E27FC236}">
                <a16:creationId xmlns:a16="http://schemas.microsoft.com/office/drawing/2014/main" id="{D594ABE8-AC0D-4C2D-A47E-26D059E34020}"/>
              </a:ext>
            </a:extLst>
          </p:cNvPr>
          <p:cNvSpPr>
            <a:spLocks noChangeArrowheads="1"/>
          </p:cNvSpPr>
          <p:nvPr/>
        </p:nvSpPr>
        <p:spPr bwMode="auto">
          <a:xfrm>
            <a:off x="4398146" y="2906697"/>
            <a:ext cx="601127"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kumimoji="1" lang="en-US" altLang="zh-CN" sz="2000" b="1">
                <a:solidFill>
                  <a:srgbClr val="0000FF"/>
                </a:solidFill>
                <a:latin typeface="楷体_GB2312"/>
                <a:ea typeface="楷体_GB2312"/>
                <a:cs typeface="楷体_GB2312"/>
              </a:rPr>
              <a:t>2</a:t>
            </a:r>
            <a:r>
              <a:rPr kumimoji="1" lang="zh-CN" altLang="en-US" sz="2000" b="1">
                <a:solidFill>
                  <a:srgbClr val="0000FF"/>
                </a:solidFill>
                <a:latin typeface="楷体_GB2312"/>
                <a:ea typeface="楷体_GB2312"/>
                <a:cs typeface="楷体_GB2312"/>
              </a:rPr>
              <a:t>、</a:t>
            </a:r>
            <a:endParaRPr kumimoji="1" lang="zh-CN" altLang="en-US" sz="3600" b="1">
              <a:solidFill>
                <a:srgbClr val="0000FF"/>
              </a:solidFill>
              <a:latin typeface="楷体_GB2312"/>
              <a:ea typeface="楷体_GB2312"/>
              <a:cs typeface="楷体_GB2312"/>
            </a:endParaRPr>
          </a:p>
        </p:txBody>
      </p:sp>
      <p:sp>
        <p:nvSpPr>
          <p:cNvPr id="32" name="Rectangle 5">
            <a:extLst>
              <a:ext uri="{FF2B5EF4-FFF2-40B4-BE49-F238E27FC236}">
                <a16:creationId xmlns:a16="http://schemas.microsoft.com/office/drawing/2014/main" id="{0041D822-3754-40BC-8AFF-BB304A18E681}"/>
              </a:ext>
            </a:extLst>
          </p:cNvPr>
          <p:cNvSpPr>
            <a:spLocks noChangeArrowheads="1"/>
          </p:cNvSpPr>
          <p:nvPr/>
        </p:nvSpPr>
        <p:spPr bwMode="auto">
          <a:xfrm>
            <a:off x="6553970" y="2525697"/>
            <a:ext cx="1511300" cy="13589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3" name="Rectangle 6">
            <a:extLst>
              <a:ext uri="{FF2B5EF4-FFF2-40B4-BE49-F238E27FC236}">
                <a16:creationId xmlns:a16="http://schemas.microsoft.com/office/drawing/2014/main" id="{5F652F7F-512D-436D-8C05-9695F9FB2E87}"/>
              </a:ext>
            </a:extLst>
          </p:cNvPr>
          <p:cNvSpPr>
            <a:spLocks noChangeArrowheads="1"/>
          </p:cNvSpPr>
          <p:nvPr/>
        </p:nvSpPr>
        <p:spPr bwMode="auto">
          <a:xfrm>
            <a:off x="6782570" y="2678097"/>
            <a:ext cx="1054100" cy="10541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4" name="Line 7">
            <a:extLst>
              <a:ext uri="{FF2B5EF4-FFF2-40B4-BE49-F238E27FC236}">
                <a16:creationId xmlns:a16="http://schemas.microsoft.com/office/drawing/2014/main" id="{0BABEF78-CB87-47E9-B4B3-2A19B5392AF3}"/>
              </a:ext>
            </a:extLst>
          </p:cNvPr>
          <p:cNvSpPr>
            <a:spLocks noChangeShapeType="1"/>
          </p:cNvSpPr>
          <p:nvPr/>
        </p:nvSpPr>
        <p:spPr bwMode="auto">
          <a:xfrm>
            <a:off x="5785620" y="2824147"/>
            <a:ext cx="9906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 name="Freeform 8">
            <a:extLst>
              <a:ext uri="{FF2B5EF4-FFF2-40B4-BE49-F238E27FC236}">
                <a16:creationId xmlns:a16="http://schemas.microsoft.com/office/drawing/2014/main" id="{5B5F4565-9540-4BCC-8959-384C39A65D3A}"/>
              </a:ext>
            </a:extLst>
          </p:cNvPr>
          <p:cNvSpPr>
            <a:spLocks/>
          </p:cNvSpPr>
          <p:nvPr/>
        </p:nvSpPr>
        <p:spPr bwMode="auto">
          <a:xfrm>
            <a:off x="6531745" y="2976547"/>
            <a:ext cx="311150" cy="230188"/>
          </a:xfrm>
          <a:custGeom>
            <a:avLst/>
            <a:gdLst>
              <a:gd name="T0" fmla="*/ 0 w 196"/>
              <a:gd name="T1" fmla="*/ 0 h 145"/>
              <a:gd name="T2" fmla="*/ 2147483646 w 196"/>
              <a:gd name="T3" fmla="*/ 2147483646 h 145"/>
              <a:gd name="T4" fmla="*/ 2147483646 w 196"/>
              <a:gd name="T5" fmla="*/ 2147483646 h 145"/>
              <a:gd name="T6" fmla="*/ 2147483646 w 196"/>
              <a:gd name="T7" fmla="*/ 2147483646 h 145"/>
              <a:gd name="T8" fmla="*/ 2147483646 w 196"/>
              <a:gd name="T9" fmla="*/ 2147483646 h 145"/>
              <a:gd name="T10" fmla="*/ 2147483646 w 196"/>
              <a:gd name="T11" fmla="*/ 2147483646 h 145"/>
              <a:gd name="T12" fmla="*/ 0 60000 65536"/>
              <a:gd name="T13" fmla="*/ 0 60000 65536"/>
              <a:gd name="T14" fmla="*/ 0 60000 65536"/>
              <a:gd name="T15" fmla="*/ 0 60000 65536"/>
              <a:gd name="T16" fmla="*/ 0 60000 65536"/>
              <a:gd name="T17" fmla="*/ 0 60000 65536"/>
              <a:gd name="T18" fmla="*/ 0 w 196"/>
              <a:gd name="T19" fmla="*/ 0 h 145"/>
              <a:gd name="T20" fmla="*/ 196 w 196"/>
              <a:gd name="T21" fmla="*/ 145 h 145"/>
            </a:gdLst>
            <a:ahLst/>
            <a:cxnLst>
              <a:cxn ang="T12">
                <a:pos x="T0" y="T1"/>
              </a:cxn>
              <a:cxn ang="T13">
                <a:pos x="T2" y="T3"/>
              </a:cxn>
              <a:cxn ang="T14">
                <a:pos x="T4" y="T5"/>
              </a:cxn>
              <a:cxn ang="T15">
                <a:pos x="T6" y="T7"/>
              </a:cxn>
              <a:cxn ang="T16">
                <a:pos x="T8" y="T9"/>
              </a:cxn>
              <a:cxn ang="T17">
                <a:pos x="T10" y="T11"/>
              </a:cxn>
            </a:cxnLst>
            <a:rect l="T18" t="T19" r="T20" b="T21"/>
            <a:pathLst>
              <a:path w="196" h="145">
                <a:moveTo>
                  <a:pt x="0" y="0"/>
                </a:moveTo>
                <a:lnTo>
                  <a:pt x="79" y="16"/>
                </a:lnTo>
                <a:lnTo>
                  <a:pt x="137" y="55"/>
                </a:lnTo>
                <a:lnTo>
                  <a:pt x="195" y="75"/>
                </a:lnTo>
                <a:lnTo>
                  <a:pt x="137" y="113"/>
                </a:lnTo>
                <a:lnTo>
                  <a:pt x="96" y="144"/>
                </a:lnTo>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 name="Freeform 9">
            <a:extLst>
              <a:ext uri="{FF2B5EF4-FFF2-40B4-BE49-F238E27FC236}">
                <a16:creationId xmlns:a16="http://schemas.microsoft.com/office/drawing/2014/main" id="{B2C7D41C-5F65-4502-A5E5-92B02351EDB7}"/>
              </a:ext>
            </a:extLst>
          </p:cNvPr>
          <p:cNvSpPr>
            <a:spLocks/>
          </p:cNvSpPr>
          <p:nvPr/>
        </p:nvSpPr>
        <p:spPr bwMode="auto">
          <a:xfrm>
            <a:off x="6531745" y="3281347"/>
            <a:ext cx="311150" cy="230188"/>
          </a:xfrm>
          <a:custGeom>
            <a:avLst/>
            <a:gdLst>
              <a:gd name="T0" fmla="*/ 0 w 196"/>
              <a:gd name="T1" fmla="*/ 0 h 145"/>
              <a:gd name="T2" fmla="*/ 2147483646 w 196"/>
              <a:gd name="T3" fmla="*/ 2147483646 h 145"/>
              <a:gd name="T4" fmla="*/ 2147483646 w 196"/>
              <a:gd name="T5" fmla="*/ 2147483646 h 145"/>
              <a:gd name="T6" fmla="*/ 2147483646 w 196"/>
              <a:gd name="T7" fmla="*/ 2147483646 h 145"/>
              <a:gd name="T8" fmla="*/ 2147483646 w 196"/>
              <a:gd name="T9" fmla="*/ 2147483646 h 145"/>
              <a:gd name="T10" fmla="*/ 2147483646 w 196"/>
              <a:gd name="T11" fmla="*/ 2147483646 h 145"/>
              <a:gd name="T12" fmla="*/ 0 60000 65536"/>
              <a:gd name="T13" fmla="*/ 0 60000 65536"/>
              <a:gd name="T14" fmla="*/ 0 60000 65536"/>
              <a:gd name="T15" fmla="*/ 0 60000 65536"/>
              <a:gd name="T16" fmla="*/ 0 60000 65536"/>
              <a:gd name="T17" fmla="*/ 0 60000 65536"/>
              <a:gd name="T18" fmla="*/ 0 w 196"/>
              <a:gd name="T19" fmla="*/ 0 h 145"/>
              <a:gd name="T20" fmla="*/ 196 w 196"/>
              <a:gd name="T21" fmla="*/ 145 h 145"/>
            </a:gdLst>
            <a:ahLst/>
            <a:cxnLst>
              <a:cxn ang="T12">
                <a:pos x="T0" y="T1"/>
              </a:cxn>
              <a:cxn ang="T13">
                <a:pos x="T2" y="T3"/>
              </a:cxn>
              <a:cxn ang="T14">
                <a:pos x="T4" y="T5"/>
              </a:cxn>
              <a:cxn ang="T15">
                <a:pos x="T6" y="T7"/>
              </a:cxn>
              <a:cxn ang="T16">
                <a:pos x="T8" y="T9"/>
              </a:cxn>
              <a:cxn ang="T17">
                <a:pos x="T10" y="T11"/>
              </a:cxn>
            </a:cxnLst>
            <a:rect l="T18" t="T19" r="T20" b="T21"/>
            <a:pathLst>
              <a:path w="196" h="145">
                <a:moveTo>
                  <a:pt x="0" y="0"/>
                </a:moveTo>
                <a:lnTo>
                  <a:pt x="79" y="16"/>
                </a:lnTo>
                <a:lnTo>
                  <a:pt x="137" y="55"/>
                </a:lnTo>
                <a:lnTo>
                  <a:pt x="195" y="75"/>
                </a:lnTo>
                <a:lnTo>
                  <a:pt x="137" y="113"/>
                </a:lnTo>
                <a:lnTo>
                  <a:pt x="96" y="144"/>
                </a:lnTo>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7" name="Line 10">
            <a:extLst>
              <a:ext uri="{FF2B5EF4-FFF2-40B4-BE49-F238E27FC236}">
                <a16:creationId xmlns:a16="http://schemas.microsoft.com/office/drawing/2014/main" id="{FBFE4F91-5503-4C16-B747-415D6290B3CF}"/>
              </a:ext>
            </a:extLst>
          </p:cNvPr>
          <p:cNvSpPr>
            <a:spLocks noChangeShapeType="1"/>
          </p:cNvSpPr>
          <p:nvPr/>
        </p:nvSpPr>
        <p:spPr bwMode="auto">
          <a:xfrm>
            <a:off x="5785620" y="3509947"/>
            <a:ext cx="6858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 name="Line 11">
            <a:extLst>
              <a:ext uri="{FF2B5EF4-FFF2-40B4-BE49-F238E27FC236}">
                <a16:creationId xmlns:a16="http://schemas.microsoft.com/office/drawing/2014/main" id="{D61C8EA6-0412-4E48-91DF-D593711389BA}"/>
              </a:ext>
            </a:extLst>
          </p:cNvPr>
          <p:cNvSpPr>
            <a:spLocks noChangeShapeType="1"/>
          </p:cNvSpPr>
          <p:nvPr/>
        </p:nvSpPr>
        <p:spPr bwMode="auto">
          <a:xfrm>
            <a:off x="5785620" y="2824147"/>
            <a:ext cx="0"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 name="Line 12">
            <a:extLst>
              <a:ext uri="{FF2B5EF4-FFF2-40B4-BE49-F238E27FC236}">
                <a16:creationId xmlns:a16="http://schemas.microsoft.com/office/drawing/2014/main" id="{91A74414-296A-4F01-904F-86C41039DBEE}"/>
              </a:ext>
            </a:extLst>
          </p:cNvPr>
          <p:cNvSpPr>
            <a:spLocks noChangeShapeType="1"/>
          </p:cNvSpPr>
          <p:nvPr/>
        </p:nvSpPr>
        <p:spPr bwMode="auto">
          <a:xfrm>
            <a:off x="5785620" y="3357547"/>
            <a:ext cx="0"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 name="Oval 13">
            <a:extLst>
              <a:ext uri="{FF2B5EF4-FFF2-40B4-BE49-F238E27FC236}">
                <a16:creationId xmlns:a16="http://schemas.microsoft.com/office/drawing/2014/main" id="{857F8BA3-1E65-4916-9F14-4B8BEAC686D7}"/>
              </a:ext>
            </a:extLst>
          </p:cNvPr>
          <p:cNvSpPr>
            <a:spLocks noChangeArrowheads="1"/>
          </p:cNvSpPr>
          <p:nvPr/>
        </p:nvSpPr>
        <p:spPr bwMode="auto">
          <a:xfrm>
            <a:off x="5563370" y="2906697"/>
            <a:ext cx="444500" cy="4445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41" name="Rectangle 14">
            <a:extLst>
              <a:ext uri="{FF2B5EF4-FFF2-40B4-BE49-F238E27FC236}">
                <a16:creationId xmlns:a16="http://schemas.microsoft.com/office/drawing/2014/main" id="{918292FB-4A3F-4D42-AACC-504D400C7E45}"/>
              </a:ext>
            </a:extLst>
          </p:cNvPr>
          <p:cNvSpPr>
            <a:spLocks noChangeArrowheads="1"/>
          </p:cNvSpPr>
          <p:nvPr/>
        </p:nvSpPr>
        <p:spPr bwMode="auto">
          <a:xfrm>
            <a:off x="5464946" y="2906698"/>
            <a:ext cx="512961"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kumimoji="1" lang="en-US" altLang="zh-CN" sz="2400" b="1">
                <a:latin typeface="楷体_GB2312"/>
                <a:ea typeface="楷体_GB2312"/>
                <a:cs typeface="楷体_GB2312"/>
              </a:rPr>
              <a:t> G</a:t>
            </a:r>
          </a:p>
        </p:txBody>
      </p:sp>
      <p:sp>
        <p:nvSpPr>
          <p:cNvPr id="42" name="Line 15">
            <a:extLst>
              <a:ext uri="{FF2B5EF4-FFF2-40B4-BE49-F238E27FC236}">
                <a16:creationId xmlns:a16="http://schemas.microsoft.com/office/drawing/2014/main" id="{ADC095C9-42B8-45F7-B7E0-DD23C4F72925}"/>
              </a:ext>
            </a:extLst>
          </p:cNvPr>
          <p:cNvSpPr>
            <a:spLocks noChangeShapeType="1"/>
          </p:cNvSpPr>
          <p:nvPr/>
        </p:nvSpPr>
        <p:spPr bwMode="auto">
          <a:xfrm flipH="1">
            <a:off x="8071620" y="2824147"/>
            <a:ext cx="9144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 name="Line 16">
            <a:extLst>
              <a:ext uri="{FF2B5EF4-FFF2-40B4-BE49-F238E27FC236}">
                <a16:creationId xmlns:a16="http://schemas.microsoft.com/office/drawing/2014/main" id="{9C5561AE-AF13-4BCE-81DD-149F196CE8AF}"/>
              </a:ext>
            </a:extLst>
          </p:cNvPr>
          <p:cNvSpPr>
            <a:spLocks noChangeShapeType="1"/>
          </p:cNvSpPr>
          <p:nvPr/>
        </p:nvSpPr>
        <p:spPr bwMode="auto">
          <a:xfrm>
            <a:off x="7843020" y="3586147"/>
            <a:ext cx="13716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 name="Line 17">
            <a:extLst>
              <a:ext uri="{FF2B5EF4-FFF2-40B4-BE49-F238E27FC236}">
                <a16:creationId xmlns:a16="http://schemas.microsoft.com/office/drawing/2014/main" id="{C32ABD63-AFE3-422E-B4A4-DF5B84E77AE5}"/>
              </a:ext>
            </a:extLst>
          </p:cNvPr>
          <p:cNvSpPr>
            <a:spLocks noChangeShapeType="1"/>
          </p:cNvSpPr>
          <p:nvPr/>
        </p:nvSpPr>
        <p:spPr bwMode="auto">
          <a:xfrm>
            <a:off x="8986020" y="2678097"/>
            <a:ext cx="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 name="Line 18">
            <a:extLst>
              <a:ext uri="{FF2B5EF4-FFF2-40B4-BE49-F238E27FC236}">
                <a16:creationId xmlns:a16="http://schemas.microsoft.com/office/drawing/2014/main" id="{15FB6E2D-E9DD-4998-BB46-C42830AA94CE}"/>
              </a:ext>
            </a:extLst>
          </p:cNvPr>
          <p:cNvSpPr>
            <a:spLocks noChangeShapeType="1"/>
          </p:cNvSpPr>
          <p:nvPr/>
        </p:nvSpPr>
        <p:spPr bwMode="auto">
          <a:xfrm>
            <a:off x="9138420" y="2747947"/>
            <a:ext cx="0" cy="228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 name="Line 19">
            <a:extLst>
              <a:ext uri="{FF2B5EF4-FFF2-40B4-BE49-F238E27FC236}">
                <a16:creationId xmlns:a16="http://schemas.microsoft.com/office/drawing/2014/main" id="{641C13F9-E316-42BC-9AAC-8A4A10055975}"/>
              </a:ext>
            </a:extLst>
          </p:cNvPr>
          <p:cNvSpPr>
            <a:spLocks noChangeShapeType="1"/>
          </p:cNvSpPr>
          <p:nvPr/>
        </p:nvSpPr>
        <p:spPr bwMode="auto">
          <a:xfrm>
            <a:off x="9138420" y="2824147"/>
            <a:ext cx="3810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 name="Line 20">
            <a:extLst>
              <a:ext uri="{FF2B5EF4-FFF2-40B4-BE49-F238E27FC236}">
                <a16:creationId xmlns:a16="http://schemas.microsoft.com/office/drawing/2014/main" id="{12DA2C25-793E-42D3-893C-93622D60E41D}"/>
              </a:ext>
            </a:extLst>
          </p:cNvPr>
          <p:cNvSpPr>
            <a:spLocks noChangeShapeType="1"/>
          </p:cNvSpPr>
          <p:nvPr/>
        </p:nvSpPr>
        <p:spPr bwMode="auto">
          <a:xfrm>
            <a:off x="9519420" y="2824147"/>
            <a:ext cx="0" cy="304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 name="Oval 21">
            <a:extLst>
              <a:ext uri="{FF2B5EF4-FFF2-40B4-BE49-F238E27FC236}">
                <a16:creationId xmlns:a16="http://schemas.microsoft.com/office/drawing/2014/main" id="{4D826A44-F298-4139-9607-9C6EDCBD05C8}"/>
              </a:ext>
            </a:extLst>
          </p:cNvPr>
          <p:cNvSpPr>
            <a:spLocks noChangeArrowheads="1"/>
          </p:cNvSpPr>
          <p:nvPr/>
        </p:nvSpPr>
        <p:spPr bwMode="auto">
          <a:xfrm>
            <a:off x="9449570" y="3135297"/>
            <a:ext cx="139700" cy="63500"/>
          </a:xfrm>
          <a:prstGeom prst="ellipse">
            <a:avLst/>
          </a:prstGeom>
          <a:solidFill>
            <a:schemeClr val="accent1"/>
          </a:solidFill>
          <a:ln w="12700">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49" name="Line 22">
            <a:extLst>
              <a:ext uri="{FF2B5EF4-FFF2-40B4-BE49-F238E27FC236}">
                <a16:creationId xmlns:a16="http://schemas.microsoft.com/office/drawing/2014/main" id="{FE119EF1-873D-4B67-B8C7-641C1B5D8ECF}"/>
              </a:ext>
            </a:extLst>
          </p:cNvPr>
          <p:cNvSpPr>
            <a:spLocks noChangeShapeType="1"/>
          </p:cNvSpPr>
          <p:nvPr/>
        </p:nvSpPr>
        <p:spPr bwMode="auto">
          <a:xfrm>
            <a:off x="9595621" y="3205147"/>
            <a:ext cx="136525" cy="387350"/>
          </a:xfrm>
          <a:prstGeom prst="line">
            <a:avLst/>
          </a:prstGeom>
          <a:noFill/>
          <a:ln w="508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 name="Oval 23">
            <a:extLst>
              <a:ext uri="{FF2B5EF4-FFF2-40B4-BE49-F238E27FC236}">
                <a16:creationId xmlns:a16="http://schemas.microsoft.com/office/drawing/2014/main" id="{20107E6F-4A1D-41E1-AE7F-02EB09E5901D}"/>
              </a:ext>
            </a:extLst>
          </p:cNvPr>
          <p:cNvSpPr>
            <a:spLocks noChangeArrowheads="1"/>
          </p:cNvSpPr>
          <p:nvPr/>
        </p:nvSpPr>
        <p:spPr bwMode="auto">
          <a:xfrm>
            <a:off x="9449570" y="3516297"/>
            <a:ext cx="139700" cy="63500"/>
          </a:xfrm>
          <a:prstGeom prst="ellipse">
            <a:avLst/>
          </a:prstGeom>
          <a:solidFill>
            <a:schemeClr val="accent1"/>
          </a:solidFill>
          <a:ln w="12700">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1" name="Line 24">
            <a:extLst>
              <a:ext uri="{FF2B5EF4-FFF2-40B4-BE49-F238E27FC236}">
                <a16:creationId xmlns:a16="http://schemas.microsoft.com/office/drawing/2014/main" id="{F98D480E-BD8E-4350-924B-07EC05DCEC7E}"/>
              </a:ext>
            </a:extLst>
          </p:cNvPr>
          <p:cNvSpPr>
            <a:spLocks noChangeShapeType="1"/>
          </p:cNvSpPr>
          <p:nvPr/>
        </p:nvSpPr>
        <p:spPr bwMode="auto">
          <a:xfrm>
            <a:off x="9214620" y="3586147"/>
            <a:ext cx="3048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 name="Rectangle 25">
            <a:extLst>
              <a:ext uri="{FF2B5EF4-FFF2-40B4-BE49-F238E27FC236}">
                <a16:creationId xmlns:a16="http://schemas.microsoft.com/office/drawing/2014/main" id="{D2287781-89E4-4A93-8CF6-30D4A6CC8F54}"/>
              </a:ext>
            </a:extLst>
          </p:cNvPr>
          <p:cNvSpPr>
            <a:spLocks noChangeArrowheads="1"/>
          </p:cNvSpPr>
          <p:nvPr/>
        </p:nvSpPr>
        <p:spPr bwMode="auto">
          <a:xfrm>
            <a:off x="6804796" y="2960673"/>
            <a:ext cx="416781"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kumimoji="1" lang="en-US" altLang="zh-CN" sz="2400" b="1">
                <a:solidFill>
                  <a:srgbClr val="0000FF"/>
                </a:solidFill>
                <a:latin typeface="楷体_GB2312"/>
                <a:ea typeface="楷体_GB2312"/>
                <a:cs typeface="楷体_GB2312"/>
              </a:rPr>
              <a:t>A</a:t>
            </a:r>
          </a:p>
        </p:txBody>
      </p:sp>
      <p:sp>
        <p:nvSpPr>
          <p:cNvPr id="53" name="Freeform 26">
            <a:extLst>
              <a:ext uri="{FF2B5EF4-FFF2-40B4-BE49-F238E27FC236}">
                <a16:creationId xmlns:a16="http://schemas.microsoft.com/office/drawing/2014/main" id="{D00EC135-6530-432B-99C4-E8238788B8B3}"/>
              </a:ext>
            </a:extLst>
          </p:cNvPr>
          <p:cNvSpPr>
            <a:spLocks/>
          </p:cNvSpPr>
          <p:nvPr/>
        </p:nvSpPr>
        <p:spPr bwMode="auto">
          <a:xfrm>
            <a:off x="7736659" y="2803510"/>
            <a:ext cx="414337" cy="234950"/>
          </a:xfrm>
          <a:custGeom>
            <a:avLst/>
            <a:gdLst>
              <a:gd name="T0" fmla="*/ 2147483646 w 320"/>
              <a:gd name="T1" fmla="*/ 0 h 193"/>
              <a:gd name="T2" fmla="*/ 0 w 320"/>
              <a:gd name="T3" fmla="*/ 2147483646 h 193"/>
              <a:gd name="T4" fmla="*/ 2147483646 w 320"/>
              <a:gd name="T5" fmla="*/ 2147483646 h 193"/>
              <a:gd name="T6" fmla="*/ 2147483646 w 320"/>
              <a:gd name="T7" fmla="*/ 2147483646 h 193"/>
              <a:gd name="T8" fmla="*/ 2147483646 w 320"/>
              <a:gd name="T9" fmla="*/ 2147483646 h 193"/>
              <a:gd name="T10" fmla="*/ 2147483646 w 320"/>
              <a:gd name="T11" fmla="*/ 2147483646 h 193"/>
              <a:gd name="T12" fmla="*/ 2147483646 w 320"/>
              <a:gd name="T13" fmla="*/ 2147483646 h 193"/>
              <a:gd name="T14" fmla="*/ 2147483646 w 320"/>
              <a:gd name="T15" fmla="*/ 2147483646 h 193"/>
              <a:gd name="T16" fmla="*/ 2147483646 w 320"/>
              <a:gd name="T17" fmla="*/ 2147483646 h 193"/>
              <a:gd name="T18" fmla="*/ 2147483646 w 320"/>
              <a:gd name="T19" fmla="*/ 2147483646 h 193"/>
              <a:gd name="T20" fmla="*/ 2147483646 w 320"/>
              <a:gd name="T21" fmla="*/ 2147483646 h 19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20"/>
              <a:gd name="T34" fmla="*/ 0 h 193"/>
              <a:gd name="T35" fmla="*/ 320 w 320"/>
              <a:gd name="T36" fmla="*/ 193 h 19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20" h="193">
                <a:moveTo>
                  <a:pt x="79" y="0"/>
                </a:moveTo>
                <a:lnTo>
                  <a:pt x="0" y="54"/>
                </a:lnTo>
                <a:lnTo>
                  <a:pt x="19" y="112"/>
                </a:lnTo>
                <a:lnTo>
                  <a:pt x="77" y="151"/>
                </a:lnTo>
                <a:lnTo>
                  <a:pt x="136" y="171"/>
                </a:lnTo>
                <a:lnTo>
                  <a:pt x="194" y="190"/>
                </a:lnTo>
                <a:lnTo>
                  <a:pt x="252" y="190"/>
                </a:lnTo>
                <a:lnTo>
                  <a:pt x="310" y="171"/>
                </a:lnTo>
                <a:lnTo>
                  <a:pt x="252" y="190"/>
                </a:lnTo>
                <a:lnTo>
                  <a:pt x="271" y="192"/>
                </a:lnTo>
                <a:lnTo>
                  <a:pt x="319" y="192"/>
                </a:lnTo>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 name="Freeform 27">
            <a:extLst>
              <a:ext uri="{FF2B5EF4-FFF2-40B4-BE49-F238E27FC236}">
                <a16:creationId xmlns:a16="http://schemas.microsoft.com/office/drawing/2014/main" id="{DB7CA9B1-838B-4439-A276-3FF114633A80}"/>
              </a:ext>
            </a:extLst>
          </p:cNvPr>
          <p:cNvSpPr>
            <a:spLocks/>
          </p:cNvSpPr>
          <p:nvPr/>
        </p:nvSpPr>
        <p:spPr bwMode="auto">
          <a:xfrm>
            <a:off x="7717609" y="3128947"/>
            <a:ext cx="414337" cy="234950"/>
          </a:xfrm>
          <a:custGeom>
            <a:avLst/>
            <a:gdLst>
              <a:gd name="T0" fmla="*/ 2147483646 w 320"/>
              <a:gd name="T1" fmla="*/ 0 h 193"/>
              <a:gd name="T2" fmla="*/ 0 w 320"/>
              <a:gd name="T3" fmla="*/ 2147483646 h 193"/>
              <a:gd name="T4" fmla="*/ 2147483646 w 320"/>
              <a:gd name="T5" fmla="*/ 2147483646 h 193"/>
              <a:gd name="T6" fmla="*/ 2147483646 w 320"/>
              <a:gd name="T7" fmla="*/ 2147483646 h 193"/>
              <a:gd name="T8" fmla="*/ 2147483646 w 320"/>
              <a:gd name="T9" fmla="*/ 2147483646 h 193"/>
              <a:gd name="T10" fmla="*/ 2147483646 w 320"/>
              <a:gd name="T11" fmla="*/ 2147483646 h 193"/>
              <a:gd name="T12" fmla="*/ 2147483646 w 320"/>
              <a:gd name="T13" fmla="*/ 2147483646 h 193"/>
              <a:gd name="T14" fmla="*/ 2147483646 w 320"/>
              <a:gd name="T15" fmla="*/ 2147483646 h 193"/>
              <a:gd name="T16" fmla="*/ 2147483646 w 320"/>
              <a:gd name="T17" fmla="*/ 2147483646 h 193"/>
              <a:gd name="T18" fmla="*/ 2147483646 w 320"/>
              <a:gd name="T19" fmla="*/ 2147483646 h 193"/>
              <a:gd name="T20" fmla="*/ 2147483646 w 320"/>
              <a:gd name="T21" fmla="*/ 2147483646 h 19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20"/>
              <a:gd name="T34" fmla="*/ 0 h 193"/>
              <a:gd name="T35" fmla="*/ 320 w 320"/>
              <a:gd name="T36" fmla="*/ 193 h 19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20" h="193">
                <a:moveTo>
                  <a:pt x="79" y="0"/>
                </a:moveTo>
                <a:lnTo>
                  <a:pt x="0" y="54"/>
                </a:lnTo>
                <a:lnTo>
                  <a:pt x="19" y="112"/>
                </a:lnTo>
                <a:lnTo>
                  <a:pt x="77" y="151"/>
                </a:lnTo>
                <a:lnTo>
                  <a:pt x="136" y="171"/>
                </a:lnTo>
                <a:lnTo>
                  <a:pt x="194" y="190"/>
                </a:lnTo>
                <a:lnTo>
                  <a:pt x="252" y="190"/>
                </a:lnTo>
                <a:lnTo>
                  <a:pt x="310" y="171"/>
                </a:lnTo>
                <a:lnTo>
                  <a:pt x="252" y="190"/>
                </a:lnTo>
                <a:lnTo>
                  <a:pt x="271" y="192"/>
                </a:lnTo>
                <a:lnTo>
                  <a:pt x="319" y="192"/>
                </a:lnTo>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 name="Freeform 28">
            <a:extLst>
              <a:ext uri="{FF2B5EF4-FFF2-40B4-BE49-F238E27FC236}">
                <a16:creationId xmlns:a16="http://schemas.microsoft.com/office/drawing/2014/main" id="{98F08FB2-3539-4383-8103-915011E6EEF6}"/>
              </a:ext>
            </a:extLst>
          </p:cNvPr>
          <p:cNvSpPr>
            <a:spLocks/>
          </p:cNvSpPr>
          <p:nvPr/>
        </p:nvSpPr>
        <p:spPr bwMode="auto">
          <a:xfrm>
            <a:off x="7701734" y="3357547"/>
            <a:ext cx="295275" cy="215900"/>
          </a:xfrm>
          <a:custGeom>
            <a:avLst/>
            <a:gdLst>
              <a:gd name="T0" fmla="*/ 2147483646 w 186"/>
              <a:gd name="T1" fmla="*/ 0 h 136"/>
              <a:gd name="T2" fmla="*/ 0 w 186"/>
              <a:gd name="T3" fmla="*/ 2147483646 h 136"/>
              <a:gd name="T4" fmla="*/ 2147483646 w 186"/>
              <a:gd name="T5" fmla="*/ 2147483646 h 136"/>
              <a:gd name="T6" fmla="*/ 2147483646 w 186"/>
              <a:gd name="T7" fmla="*/ 2147483646 h 136"/>
              <a:gd name="T8" fmla="*/ 2147483646 w 186"/>
              <a:gd name="T9" fmla="*/ 2147483646 h 136"/>
              <a:gd name="T10" fmla="*/ 2147483646 w 186"/>
              <a:gd name="T11" fmla="*/ 2147483646 h 136"/>
              <a:gd name="T12" fmla="*/ 0 60000 65536"/>
              <a:gd name="T13" fmla="*/ 0 60000 65536"/>
              <a:gd name="T14" fmla="*/ 0 60000 65536"/>
              <a:gd name="T15" fmla="*/ 0 60000 65536"/>
              <a:gd name="T16" fmla="*/ 0 60000 65536"/>
              <a:gd name="T17" fmla="*/ 0 60000 65536"/>
              <a:gd name="T18" fmla="*/ 0 w 186"/>
              <a:gd name="T19" fmla="*/ 0 h 136"/>
              <a:gd name="T20" fmla="*/ 186 w 186"/>
              <a:gd name="T21" fmla="*/ 136 h 136"/>
            </a:gdLst>
            <a:ahLst/>
            <a:cxnLst>
              <a:cxn ang="T12">
                <a:pos x="T0" y="T1"/>
              </a:cxn>
              <a:cxn ang="T13">
                <a:pos x="T2" y="T3"/>
              </a:cxn>
              <a:cxn ang="T14">
                <a:pos x="T4" y="T5"/>
              </a:cxn>
              <a:cxn ang="T15">
                <a:pos x="T6" y="T7"/>
              </a:cxn>
              <a:cxn ang="T16">
                <a:pos x="T8" y="T9"/>
              </a:cxn>
              <a:cxn ang="T17">
                <a:pos x="T10" y="T11"/>
              </a:cxn>
            </a:cxnLst>
            <a:rect l="T18" t="T19" r="T20" b="T21"/>
            <a:pathLst>
              <a:path w="186" h="136">
                <a:moveTo>
                  <a:pt x="41" y="0"/>
                </a:moveTo>
                <a:lnTo>
                  <a:pt x="0" y="77"/>
                </a:lnTo>
                <a:lnTo>
                  <a:pt x="58" y="96"/>
                </a:lnTo>
                <a:lnTo>
                  <a:pt x="116" y="135"/>
                </a:lnTo>
                <a:lnTo>
                  <a:pt x="174" y="115"/>
                </a:lnTo>
                <a:lnTo>
                  <a:pt x="185" y="96"/>
                </a:lnTo>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6" name="Rectangle 29">
            <a:extLst>
              <a:ext uri="{FF2B5EF4-FFF2-40B4-BE49-F238E27FC236}">
                <a16:creationId xmlns:a16="http://schemas.microsoft.com/office/drawing/2014/main" id="{69B7614E-BD80-489D-BB21-2DC1958E1037}"/>
              </a:ext>
            </a:extLst>
          </p:cNvPr>
          <p:cNvSpPr>
            <a:spLocks noChangeArrowheads="1"/>
          </p:cNvSpPr>
          <p:nvPr/>
        </p:nvSpPr>
        <p:spPr bwMode="auto">
          <a:xfrm>
            <a:off x="9674995" y="3073385"/>
            <a:ext cx="434414" cy="5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kumimoji="1" lang="en-US" altLang="zh-CN" sz="2800" b="1">
                <a:solidFill>
                  <a:srgbClr val="0000FF"/>
                </a:solidFill>
                <a:latin typeface="楷体_GB2312"/>
                <a:ea typeface="楷体_GB2312"/>
                <a:cs typeface="楷体_GB2312"/>
              </a:rPr>
              <a:t>K</a:t>
            </a:r>
            <a:endParaRPr kumimoji="1" lang="en-US" altLang="zh-CN" sz="2400" b="1">
              <a:solidFill>
                <a:srgbClr val="0000FF"/>
              </a:solidFill>
              <a:latin typeface="楷体_GB2312"/>
              <a:ea typeface="楷体_GB2312"/>
              <a:cs typeface="楷体_GB2312"/>
            </a:endParaRPr>
          </a:p>
        </p:txBody>
      </p:sp>
      <p:sp>
        <p:nvSpPr>
          <p:cNvPr id="57" name="Rectangle 30">
            <a:extLst>
              <a:ext uri="{FF2B5EF4-FFF2-40B4-BE49-F238E27FC236}">
                <a16:creationId xmlns:a16="http://schemas.microsoft.com/office/drawing/2014/main" id="{FA6E3BDE-AD39-4B3B-988C-BDCB11EDC109}"/>
              </a:ext>
            </a:extLst>
          </p:cNvPr>
          <p:cNvSpPr>
            <a:spLocks noChangeArrowheads="1"/>
          </p:cNvSpPr>
          <p:nvPr/>
        </p:nvSpPr>
        <p:spPr bwMode="auto">
          <a:xfrm>
            <a:off x="5541145" y="3973498"/>
            <a:ext cx="5029200" cy="831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kumimoji="1" lang="en-US" altLang="zh-CN" sz="2400" b="1">
                <a:solidFill>
                  <a:srgbClr val="0000FF"/>
                </a:solidFill>
                <a:latin typeface="楷体_GB2312"/>
                <a:ea typeface="楷体_GB2312"/>
                <a:cs typeface="楷体_GB2312"/>
              </a:rPr>
              <a:t>K</a:t>
            </a:r>
            <a:r>
              <a:rPr kumimoji="1" lang="zh-CN" altLang="en-US" sz="2400" b="1">
                <a:solidFill>
                  <a:srgbClr val="0000FF"/>
                </a:solidFill>
                <a:latin typeface="楷体_GB2312"/>
                <a:ea typeface="楷体_GB2312"/>
                <a:cs typeface="楷体_GB2312"/>
              </a:rPr>
              <a:t>闭合和打开瞬间</a:t>
            </a:r>
            <a:r>
              <a:rPr kumimoji="1" lang="en-US" altLang="zh-CN" sz="2400" b="1">
                <a:solidFill>
                  <a:srgbClr val="0000FF"/>
                </a:solidFill>
                <a:latin typeface="楷体_GB2312"/>
                <a:ea typeface="楷体_GB2312"/>
                <a:cs typeface="楷体_GB2312"/>
              </a:rPr>
              <a:t>,</a:t>
            </a:r>
            <a:r>
              <a:rPr kumimoji="1" lang="zh-CN" altLang="en-US" sz="2400" b="1">
                <a:solidFill>
                  <a:srgbClr val="0000FF"/>
                </a:solidFill>
                <a:latin typeface="楷体_GB2312"/>
                <a:ea typeface="楷体_GB2312"/>
                <a:cs typeface="楷体_GB2312"/>
              </a:rPr>
              <a:t>电流计指针偏转，方向相反</a:t>
            </a:r>
            <a:r>
              <a:rPr kumimoji="1" lang="en-US" altLang="zh-CN" sz="2400" b="1">
                <a:solidFill>
                  <a:srgbClr val="0000FF"/>
                </a:solidFill>
                <a:latin typeface="楷体_GB2312"/>
                <a:ea typeface="楷体_GB2312"/>
                <a:cs typeface="楷体_GB2312"/>
              </a:rPr>
              <a:t>.</a:t>
            </a:r>
          </a:p>
        </p:txBody>
      </p:sp>
      <p:sp>
        <p:nvSpPr>
          <p:cNvPr id="58" name="Rectangle 31">
            <a:extLst>
              <a:ext uri="{FF2B5EF4-FFF2-40B4-BE49-F238E27FC236}">
                <a16:creationId xmlns:a16="http://schemas.microsoft.com/office/drawing/2014/main" id="{D7B61D2A-170E-47F5-BFAF-6ACC356F45B4}"/>
              </a:ext>
            </a:extLst>
          </p:cNvPr>
          <p:cNvSpPr>
            <a:spLocks noChangeArrowheads="1"/>
          </p:cNvSpPr>
          <p:nvPr/>
        </p:nvSpPr>
        <p:spPr bwMode="auto">
          <a:xfrm>
            <a:off x="4779146" y="4997435"/>
            <a:ext cx="601127"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kumimoji="1" lang="en-US" altLang="zh-CN" sz="2000" b="1">
                <a:solidFill>
                  <a:srgbClr val="0000FF"/>
                </a:solidFill>
                <a:latin typeface="楷体_GB2312"/>
                <a:ea typeface="楷体_GB2312"/>
                <a:cs typeface="楷体_GB2312"/>
              </a:rPr>
              <a:t>3</a:t>
            </a:r>
            <a:r>
              <a:rPr kumimoji="1" lang="zh-CN" altLang="en-US" sz="2000" b="1">
                <a:solidFill>
                  <a:srgbClr val="0000FF"/>
                </a:solidFill>
                <a:latin typeface="楷体_GB2312"/>
                <a:ea typeface="楷体_GB2312"/>
                <a:cs typeface="楷体_GB2312"/>
              </a:rPr>
              <a:t>、</a:t>
            </a:r>
            <a:endParaRPr kumimoji="1" lang="zh-CN" altLang="en-US" sz="3600" b="1">
              <a:solidFill>
                <a:srgbClr val="0000FF"/>
              </a:solidFill>
              <a:latin typeface="楷体_GB2312"/>
              <a:ea typeface="楷体_GB2312"/>
              <a:cs typeface="楷体_GB2312"/>
            </a:endParaRPr>
          </a:p>
        </p:txBody>
      </p:sp>
      <p:sp>
        <p:nvSpPr>
          <p:cNvPr id="59" name="Rectangle 33">
            <a:extLst>
              <a:ext uri="{FF2B5EF4-FFF2-40B4-BE49-F238E27FC236}">
                <a16:creationId xmlns:a16="http://schemas.microsoft.com/office/drawing/2014/main" id="{1A48E1B2-C88A-44C1-9EAC-D92CAB865A2B}"/>
              </a:ext>
            </a:extLst>
          </p:cNvPr>
          <p:cNvSpPr>
            <a:spLocks noChangeArrowheads="1"/>
          </p:cNvSpPr>
          <p:nvPr/>
        </p:nvSpPr>
        <p:spPr bwMode="auto">
          <a:xfrm>
            <a:off x="7141345" y="4692636"/>
            <a:ext cx="363882"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kumimoji="1" lang="en-US" altLang="zh-CN" sz="2400" b="1">
                <a:solidFill>
                  <a:srgbClr val="0000FF"/>
                </a:solidFill>
                <a:latin typeface="楷体_GB2312"/>
                <a:ea typeface="楷体_GB2312"/>
                <a:cs typeface="楷体_GB2312"/>
              </a:rPr>
              <a:t>a</a:t>
            </a:r>
          </a:p>
        </p:txBody>
      </p:sp>
      <p:sp>
        <p:nvSpPr>
          <p:cNvPr id="60" name="Rectangle 34">
            <a:extLst>
              <a:ext uri="{FF2B5EF4-FFF2-40B4-BE49-F238E27FC236}">
                <a16:creationId xmlns:a16="http://schemas.microsoft.com/office/drawing/2014/main" id="{E1DB549A-B72D-4144-AEA7-C2B0DB3F89D5}"/>
              </a:ext>
            </a:extLst>
          </p:cNvPr>
          <p:cNvSpPr>
            <a:spLocks noChangeArrowheads="1"/>
          </p:cNvSpPr>
          <p:nvPr/>
        </p:nvSpPr>
        <p:spPr bwMode="auto">
          <a:xfrm>
            <a:off x="7141346" y="6216636"/>
            <a:ext cx="391133"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kumimoji="1" lang="en-US" altLang="zh-CN" sz="2400" b="1">
                <a:solidFill>
                  <a:srgbClr val="0000FF"/>
                </a:solidFill>
                <a:latin typeface="楷体_GB2312"/>
                <a:ea typeface="楷体_GB2312"/>
                <a:cs typeface="楷体_GB2312"/>
              </a:rPr>
              <a:t>b</a:t>
            </a:r>
          </a:p>
        </p:txBody>
      </p:sp>
      <p:sp>
        <p:nvSpPr>
          <p:cNvPr id="61" name="Text Box 35">
            <a:extLst>
              <a:ext uri="{FF2B5EF4-FFF2-40B4-BE49-F238E27FC236}">
                <a16:creationId xmlns:a16="http://schemas.microsoft.com/office/drawing/2014/main" id="{C6A78414-2BA3-4CA3-AF3A-00E921C3FD8C}"/>
              </a:ext>
            </a:extLst>
          </p:cNvPr>
          <p:cNvSpPr txBox="1">
            <a:spLocks noChangeArrowheads="1"/>
          </p:cNvSpPr>
          <p:nvPr/>
        </p:nvSpPr>
        <p:spPr bwMode="auto">
          <a:xfrm>
            <a:off x="5464945" y="4616435"/>
            <a:ext cx="4343400" cy="212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en-US" altLang="zh-CN" sz="2400" b="1">
                <a:solidFill>
                  <a:srgbClr val="0000FF"/>
                </a:solidFill>
                <a:latin typeface="楷体_GB2312"/>
                <a:ea typeface="楷体_GB2312"/>
                <a:cs typeface="楷体_GB2312"/>
                <a:sym typeface="Symbol" panose="05050102010706020507" pitchFamily="18" charset="2"/>
              </a:rPr>
              <a:t>                   </a:t>
            </a:r>
          </a:p>
          <a:p>
            <a:pPr>
              <a:spcBef>
                <a:spcPct val="50000"/>
              </a:spcBef>
              <a:buFontTx/>
              <a:buNone/>
            </a:pPr>
            <a:r>
              <a:rPr kumimoji="1" lang="en-US" altLang="zh-CN" sz="2400" b="1">
                <a:solidFill>
                  <a:srgbClr val="0000FF"/>
                </a:solidFill>
                <a:latin typeface="楷体_GB2312"/>
                <a:ea typeface="楷体_GB2312"/>
                <a:cs typeface="楷体_GB2312"/>
                <a:sym typeface="Symbol" panose="05050102010706020507" pitchFamily="18" charset="2"/>
              </a:rPr>
              <a:t>                   </a:t>
            </a:r>
          </a:p>
          <a:p>
            <a:pPr>
              <a:spcBef>
                <a:spcPct val="50000"/>
              </a:spcBef>
              <a:buFontTx/>
              <a:buNone/>
            </a:pPr>
            <a:r>
              <a:rPr kumimoji="1" lang="en-US" altLang="zh-CN" sz="2400" b="1">
                <a:solidFill>
                  <a:srgbClr val="0000FF"/>
                </a:solidFill>
                <a:latin typeface="楷体_GB2312"/>
                <a:ea typeface="楷体_GB2312"/>
                <a:cs typeface="楷体_GB2312"/>
                <a:sym typeface="Symbol" panose="05050102010706020507" pitchFamily="18" charset="2"/>
              </a:rPr>
              <a:t>                  </a:t>
            </a:r>
          </a:p>
          <a:p>
            <a:pPr>
              <a:spcBef>
                <a:spcPct val="50000"/>
              </a:spcBef>
              <a:buFontTx/>
              <a:buNone/>
            </a:pPr>
            <a:r>
              <a:rPr kumimoji="1" lang="en-US" altLang="zh-CN" sz="2400" b="1">
                <a:solidFill>
                  <a:srgbClr val="0000FF"/>
                </a:solidFill>
                <a:latin typeface="楷体_GB2312"/>
                <a:ea typeface="楷体_GB2312"/>
                <a:cs typeface="楷体_GB2312"/>
                <a:sym typeface="Symbol" panose="05050102010706020507" pitchFamily="18" charset="2"/>
              </a:rPr>
              <a:t>                  </a:t>
            </a:r>
          </a:p>
        </p:txBody>
      </p:sp>
      <p:grpSp>
        <p:nvGrpSpPr>
          <p:cNvPr id="62" name="Group 36">
            <a:extLst>
              <a:ext uri="{FF2B5EF4-FFF2-40B4-BE49-F238E27FC236}">
                <a16:creationId xmlns:a16="http://schemas.microsoft.com/office/drawing/2014/main" id="{C3116449-3E0F-4F2B-B7DA-7A7948E184C6}"/>
              </a:ext>
            </a:extLst>
          </p:cNvPr>
          <p:cNvGrpSpPr>
            <a:grpSpLocks/>
          </p:cNvGrpSpPr>
          <p:nvPr/>
        </p:nvGrpSpPr>
        <p:grpSpPr bwMode="auto">
          <a:xfrm>
            <a:off x="5541145" y="5149835"/>
            <a:ext cx="3803650" cy="1143000"/>
            <a:chOff x="1636" y="3120"/>
            <a:chExt cx="2396" cy="720"/>
          </a:xfrm>
        </p:grpSpPr>
        <p:sp>
          <p:nvSpPr>
            <p:cNvPr id="63" name="Line 37">
              <a:extLst>
                <a:ext uri="{FF2B5EF4-FFF2-40B4-BE49-F238E27FC236}">
                  <a16:creationId xmlns:a16="http://schemas.microsoft.com/office/drawing/2014/main" id="{B1B66C35-74C5-499F-AB76-9404526E9504}"/>
                </a:ext>
              </a:extLst>
            </p:cNvPr>
            <p:cNvSpPr>
              <a:spLocks noChangeShapeType="1"/>
            </p:cNvSpPr>
            <p:nvPr/>
          </p:nvSpPr>
          <p:spPr bwMode="auto">
            <a:xfrm flipH="1">
              <a:off x="2736" y="3120"/>
              <a:ext cx="0" cy="720"/>
            </a:xfrm>
            <a:prstGeom prst="line">
              <a:avLst/>
            </a:prstGeom>
            <a:noFill/>
            <a:ln w="57150">
              <a:solidFill>
                <a:srgbClr val="99003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 name="Rectangle 38">
              <a:extLst>
                <a:ext uri="{FF2B5EF4-FFF2-40B4-BE49-F238E27FC236}">
                  <a16:creationId xmlns:a16="http://schemas.microsoft.com/office/drawing/2014/main" id="{03020F57-D08C-41E8-B2D3-D75B7B682E3D}"/>
                </a:ext>
              </a:extLst>
            </p:cNvPr>
            <p:cNvSpPr>
              <a:spLocks noChangeArrowheads="1"/>
            </p:cNvSpPr>
            <p:nvPr/>
          </p:nvSpPr>
          <p:spPr bwMode="auto">
            <a:xfrm>
              <a:off x="1872" y="3792"/>
              <a:ext cx="2160" cy="4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5" name="Rectangle 39">
              <a:extLst>
                <a:ext uri="{FF2B5EF4-FFF2-40B4-BE49-F238E27FC236}">
                  <a16:creationId xmlns:a16="http://schemas.microsoft.com/office/drawing/2014/main" id="{ECD9EBEE-E0F0-40E5-AAAE-F089F527B22C}"/>
                </a:ext>
              </a:extLst>
            </p:cNvPr>
            <p:cNvSpPr>
              <a:spLocks noChangeArrowheads="1"/>
            </p:cNvSpPr>
            <p:nvPr/>
          </p:nvSpPr>
          <p:spPr bwMode="auto">
            <a:xfrm>
              <a:off x="1824" y="3120"/>
              <a:ext cx="2160" cy="4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6" name="Rectangle 40">
              <a:extLst>
                <a:ext uri="{FF2B5EF4-FFF2-40B4-BE49-F238E27FC236}">
                  <a16:creationId xmlns:a16="http://schemas.microsoft.com/office/drawing/2014/main" id="{7D26572D-308F-4E2F-B7ED-91D3F5857770}"/>
                </a:ext>
              </a:extLst>
            </p:cNvPr>
            <p:cNvSpPr>
              <a:spLocks noChangeArrowheads="1"/>
            </p:cNvSpPr>
            <p:nvPr/>
          </p:nvSpPr>
          <p:spPr bwMode="auto">
            <a:xfrm>
              <a:off x="1824" y="3168"/>
              <a:ext cx="48" cy="24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7" name="Rectangle 41">
              <a:extLst>
                <a:ext uri="{FF2B5EF4-FFF2-40B4-BE49-F238E27FC236}">
                  <a16:creationId xmlns:a16="http://schemas.microsoft.com/office/drawing/2014/main" id="{BEC06E20-443D-4329-A9F1-FB52D4F17710}"/>
                </a:ext>
              </a:extLst>
            </p:cNvPr>
            <p:cNvSpPr>
              <a:spLocks noChangeArrowheads="1"/>
            </p:cNvSpPr>
            <p:nvPr/>
          </p:nvSpPr>
          <p:spPr bwMode="auto">
            <a:xfrm>
              <a:off x="1824" y="3600"/>
              <a:ext cx="48" cy="24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8" name="Oval 42">
              <a:extLst>
                <a:ext uri="{FF2B5EF4-FFF2-40B4-BE49-F238E27FC236}">
                  <a16:creationId xmlns:a16="http://schemas.microsoft.com/office/drawing/2014/main" id="{88FC13D6-16B2-4293-9F69-82B56A295B2B}"/>
                </a:ext>
              </a:extLst>
            </p:cNvPr>
            <p:cNvSpPr>
              <a:spLocks noChangeArrowheads="1"/>
            </p:cNvSpPr>
            <p:nvPr/>
          </p:nvSpPr>
          <p:spPr bwMode="auto">
            <a:xfrm>
              <a:off x="1680" y="3360"/>
              <a:ext cx="323" cy="280"/>
            </a:xfrm>
            <a:prstGeom prst="ellipse">
              <a:avLst/>
            </a:prstGeom>
            <a:solidFill>
              <a:schemeClr val="accent1"/>
            </a:solidFill>
            <a:ln w="12700">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9" name="Rectangle 43">
              <a:extLst>
                <a:ext uri="{FF2B5EF4-FFF2-40B4-BE49-F238E27FC236}">
                  <a16:creationId xmlns:a16="http://schemas.microsoft.com/office/drawing/2014/main" id="{1703E790-8AF5-4A6A-BF32-588B5185E530}"/>
                </a:ext>
              </a:extLst>
            </p:cNvPr>
            <p:cNvSpPr>
              <a:spLocks noChangeArrowheads="1"/>
            </p:cNvSpPr>
            <p:nvPr/>
          </p:nvSpPr>
          <p:spPr bwMode="auto">
            <a:xfrm>
              <a:off x="1636" y="3349"/>
              <a:ext cx="32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kumimoji="1" lang="en-US" altLang="zh-CN" sz="2400" b="1">
                  <a:latin typeface="楷体_GB2312"/>
                  <a:ea typeface="楷体_GB2312"/>
                  <a:cs typeface="楷体_GB2312"/>
                </a:rPr>
                <a:t> G</a:t>
              </a:r>
            </a:p>
          </p:txBody>
        </p:sp>
      </p:grpSp>
      <p:sp>
        <p:nvSpPr>
          <p:cNvPr id="70" name="Rectangle 44">
            <a:extLst>
              <a:ext uri="{FF2B5EF4-FFF2-40B4-BE49-F238E27FC236}">
                <a16:creationId xmlns:a16="http://schemas.microsoft.com/office/drawing/2014/main" id="{21A30CC7-21A9-47A2-9465-7C3D77AAD02F}"/>
              </a:ext>
            </a:extLst>
          </p:cNvPr>
          <p:cNvSpPr>
            <a:spLocks noChangeArrowheads="1"/>
          </p:cNvSpPr>
          <p:nvPr/>
        </p:nvSpPr>
        <p:spPr bwMode="auto">
          <a:xfrm>
            <a:off x="10076633" y="5052998"/>
            <a:ext cx="1903412" cy="1200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kumimoji="1" lang="en-US" altLang="zh-CN" sz="2400" b="1">
                <a:solidFill>
                  <a:srgbClr val="0000FF"/>
                </a:solidFill>
                <a:latin typeface="楷体_GB2312"/>
                <a:ea typeface="楷体_GB2312"/>
                <a:cs typeface="楷体_GB2312"/>
              </a:rPr>
              <a:t>ab</a:t>
            </a:r>
            <a:r>
              <a:rPr kumimoji="1" lang="zh-CN" altLang="en-US" sz="2400" b="1">
                <a:solidFill>
                  <a:srgbClr val="0000FF"/>
                </a:solidFill>
                <a:latin typeface="楷体_GB2312"/>
                <a:ea typeface="楷体_GB2312"/>
                <a:cs typeface="楷体_GB2312"/>
              </a:rPr>
              <a:t>左右滑动时</a:t>
            </a:r>
            <a:r>
              <a:rPr kumimoji="1" lang="en-US" altLang="zh-CN" sz="2400" b="1">
                <a:solidFill>
                  <a:srgbClr val="0000FF"/>
                </a:solidFill>
                <a:latin typeface="楷体_GB2312"/>
                <a:ea typeface="楷体_GB2312"/>
                <a:cs typeface="楷体_GB2312"/>
              </a:rPr>
              <a:t>,</a:t>
            </a:r>
            <a:r>
              <a:rPr kumimoji="1" lang="zh-CN" altLang="en-US" sz="2400" b="1">
                <a:solidFill>
                  <a:srgbClr val="0000FF"/>
                </a:solidFill>
                <a:latin typeface="楷体_GB2312"/>
                <a:ea typeface="楷体_GB2312"/>
                <a:cs typeface="楷体_GB2312"/>
              </a:rPr>
              <a:t>电流计指针偏转。</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290" name="Rectangle 2"/>
          <p:cNvSpPr>
            <a:spLocks noChangeArrowheads="1"/>
          </p:cNvSpPr>
          <p:nvPr/>
        </p:nvSpPr>
        <p:spPr bwMode="auto">
          <a:xfrm>
            <a:off x="1955800" y="638175"/>
            <a:ext cx="7239000" cy="571500"/>
          </a:xfrm>
          <a:prstGeom prst="rect">
            <a:avLst/>
          </a:prstGeom>
          <a:noFill/>
          <a:ln w="9525">
            <a:noFill/>
            <a:miter lim="800000"/>
            <a:headEnd/>
            <a:tailEnd/>
          </a:ln>
          <a:effectLst/>
        </p:spPr>
        <p:txBody>
          <a:bodyPr lIns="92075" tIns="46038" rIns="92075" bIns="46038" anchor="ctr"/>
          <a:lstStyle/>
          <a:p>
            <a:pPr algn="ctr" eaLnBrk="1" hangingPunct="1">
              <a:defRPr/>
            </a:pPr>
            <a:r>
              <a:rPr kumimoji="1" lang="zh-CN" altLang="en-US" sz="3600">
                <a:solidFill>
                  <a:srgbClr val="FF0000"/>
                </a:solidFill>
                <a:effectLst>
                  <a:outerShdw blurRad="38100" dist="38100" dir="2700000" algn="tl">
                    <a:srgbClr val="C0C0C0"/>
                  </a:outerShdw>
                </a:effectLst>
                <a:latin typeface="黑体" pitchFamily="2" charset="-122"/>
                <a:ea typeface="黑体" pitchFamily="2" charset="-122"/>
              </a:rPr>
              <a:t>电磁感应定律</a:t>
            </a:r>
          </a:p>
        </p:txBody>
      </p:sp>
      <p:sp>
        <p:nvSpPr>
          <p:cNvPr id="14339" name="Rectangle 4"/>
          <p:cNvSpPr>
            <a:spLocks noChangeArrowheads="1"/>
          </p:cNvSpPr>
          <p:nvPr/>
        </p:nvSpPr>
        <p:spPr bwMode="auto">
          <a:xfrm>
            <a:off x="2667001" y="2362200"/>
            <a:ext cx="601127"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kumimoji="1" lang="en-US" altLang="zh-CN" sz="2000" b="1">
                <a:solidFill>
                  <a:srgbClr val="0000FF"/>
                </a:solidFill>
                <a:latin typeface="楷体_GB2312"/>
                <a:ea typeface="楷体_GB2312"/>
                <a:cs typeface="楷体_GB2312"/>
              </a:rPr>
              <a:t>2</a:t>
            </a:r>
            <a:r>
              <a:rPr kumimoji="1" lang="zh-CN" altLang="en-US" sz="2000" b="1">
                <a:solidFill>
                  <a:srgbClr val="0000FF"/>
                </a:solidFill>
                <a:latin typeface="楷体_GB2312"/>
                <a:ea typeface="楷体_GB2312"/>
                <a:cs typeface="楷体_GB2312"/>
              </a:rPr>
              <a:t>、</a:t>
            </a:r>
            <a:endParaRPr kumimoji="1" lang="zh-CN" altLang="en-US" sz="3600" b="1">
              <a:solidFill>
                <a:srgbClr val="0000FF"/>
              </a:solidFill>
              <a:latin typeface="楷体_GB2312"/>
              <a:ea typeface="楷体_GB2312"/>
              <a:cs typeface="楷体_GB2312"/>
            </a:endParaRPr>
          </a:p>
        </p:txBody>
      </p:sp>
      <p:sp>
        <p:nvSpPr>
          <p:cNvPr id="14340" name="Rectangle 5"/>
          <p:cNvSpPr>
            <a:spLocks noChangeArrowheads="1"/>
          </p:cNvSpPr>
          <p:nvPr/>
        </p:nvSpPr>
        <p:spPr bwMode="auto">
          <a:xfrm>
            <a:off x="4822825" y="1981200"/>
            <a:ext cx="1511300" cy="13589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341" name="Rectangle 6"/>
          <p:cNvSpPr>
            <a:spLocks noChangeArrowheads="1"/>
          </p:cNvSpPr>
          <p:nvPr/>
        </p:nvSpPr>
        <p:spPr bwMode="auto">
          <a:xfrm>
            <a:off x="5051425" y="2133600"/>
            <a:ext cx="1054100" cy="10541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342" name="Line 7"/>
          <p:cNvSpPr>
            <a:spLocks noChangeShapeType="1"/>
          </p:cNvSpPr>
          <p:nvPr/>
        </p:nvSpPr>
        <p:spPr bwMode="auto">
          <a:xfrm>
            <a:off x="4054475" y="2279650"/>
            <a:ext cx="9906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43" name="Freeform 8"/>
          <p:cNvSpPr>
            <a:spLocks/>
          </p:cNvSpPr>
          <p:nvPr/>
        </p:nvSpPr>
        <p:spPr bwMode="auto">
          <a:xfrm>
            <a:off x="4800600" y="2432050"/>
            <a:ext cx="311150" cy="230188"/>
          </a:xfrm>
          <a:custGeom>
            <a:avLst/>
            <a:gdLst>
              <a:gd name="T0" fmla="*/ 0 w 196"/>
              <a:gd name="T1" fmla="*/ 0 h 145"/>
              <a:gd name="T2" fmla="*/ 2147483646 w 196"/>
              <a:gd name="T3" fmla="*/ 2147483646 h 145"/>
              <a:gd name="T4" fmla="*/ 2147483646 w 196"/>
              <a:gd name="T5" fmla="*/ 2147483646 h 145"/>
              <a:gd name="T6" fmla="*/ 2147483646 w 196"/>
              <a:gd name="T7" fmla="*/ 2147483646 h 145"/>
              <a:gd name="T8" fmla="*/ 2147483646 w 196"/>
              <a:gd name="T9" fmla="*/ 2147483646 h 145"/>
              <a:gd name="T10" fmla="*/ 2147483646 w 196"/>
              <a:gd name="T11" fmla="*/ 2147483646 h 145"/>
              <a:gd name="T12" fmla="*/ 0 60000 65536"/>
              <a:gd name="T13" fmla="*/ 0 60000 65536"/>
              <a:gd name="T14" fmla="*/ 0 60000 65536"/>
              <a:gd name="T15" fmla="*/ 0 60000 65536"/>
              <a:gd name="T16" fmla="*/ 0 60000 65536"/>
              <a:gd name="T17" fmla="*/ 0 60000 65536"/>
              <a:gd name="T18" fmla="*/ 0 w 196"/>
              <a:gd name="T19" fmla="*/ 0 h 145"/>
              <a:gd name="T20" fmla="*/ 196 w 196"/>
              <a:gd name="T21" fmla="*/ 145 h 145"/>
            </a:gdLst>
            <a:ahLst/>
            <a:cxnLst>
              <a:cxn ang="T12">
                <a:pos x="T0" y="T1"/>
              </a:cxn>
              <a:cxn ang="T13">
                <a:pos x="T2" y="T3"/>
              </a:cxn>
              <a:cxn ang="T14">
                <a:pos x="T4" y="T5"/>
              </a:cxn>
              <a:cxn ang="T15">
                <a:pos x="T6" y="T7"/>
              </a:cxn>
              <a:cxn ang="T16">
                <a:pos x="T8" y="T9"/>
              </a:cxn>
              <a:cxn ang="T17">
                <a:pos x="T10" y="T11"/>
              </a:cxn>
            </a:cxnLst>
            <a:rect l="T18" t="T19" r="T20" b="T21"/>
            <a:pathLst>
              <a:path w="196" h="145">
                <a:moveTo>
                  <a:pt x="0" y="0"/>
                </a:moveTo>
                <a:lnTo>
                  <a:pt x="79" y="16"/>
                </a:lnTo>
                <a:lnTo>
                  <a:pt x="137" y="55"/>
                </a:lnTo>
                <a:lnTo>
                  <a:pt x="195" y="75"/>
                </a:lnTo>
                <a:lnTo>
                  <a:pt x="137" y="113"/>
                </a:lnTo>
                <a:lnTo>
                  <a:pt x="96" y="144"/>
                </a:lnTo>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344" name="Freeform 9"/>
          <p:cNvSpPr>
            <a:spLocks/>
          </p:cNvSpPr>
          <p:nvPr/>
        </p:nvSpPr>
        <p:spPr bwMode="auto">
          <a:xfrm>
            <a:off x="4800600" y="2736850"/>
            <a:ext cx="311150" cy="230188"/>
          </a:xfrm>
          <a:custGeom>
            <a:avLst/>
            <a:gdLst>
              <a:gd name="T0" fmla="*/ 0 w 196"/>
              <a:gd name="T1" fmla="*/ 0 h 145"/>
              <a:gd name="T2" fmla="*/ 2147483646 w 196"/>
              <a:gd name="T3" fmla="*/ 2147483646 h 145"/>
              <a:gd name="T4" fmla="*/ 2147483646 w 196"/>
              <a:gd name="T5" fmla="*/ 2147483646 h 145"/>
              <a:gd name="T6" fmla="*/ 2147483646 w 196"/>
              <a:gd name="T7" fmla="*/ 2147483646 h 145"/>
              <a:gd name="T8" fmla="*/ 2147483646 w 196"/>
              <a:gd name="T9" fmla="*/ 2147483646 h 145"/>
              <a:gd name="T10" fmla="*/ 2147483646 w 196"/>
              <a:gd name="T11" fmla="*/ 2147483646 h 145"/>
              <a:gd name="T12" fmla="*/ 0 60000 65536"/>
              <a:gd name="T13" fmla="*/ 0 60000 65536"/>
              <a:gd name="T14" fmla="*/ 0 60000 65536"/>
              <a:gd name="T15" fmla="*/ 0 60000 65536"/>
              <a:gd name="T16" fmla="*/ 0 60000 65536"/>
              <a:gd name="T17" fmla="*/ 0 60000 65536"/>
              <a:gd name="T18" fmla="*/ 0 w 196"/>
              <a:gd name="T19" fmla="*/ 0 h 145"/>
              <a:gd name="T20" fmla="*/ 196 w 196"/>
              <a:gd name="T21" fmla="*/ 145 h 145"/>
            </a:gdLst>
            <a:ahLst/>
            <a:cxnLst>
              <a:cxn ang="T12">
                <a:pos x="T0" y="T1"/>
              </a:cxn>
              <a:cxn ang="T13">
                <a:pos x="T2" y="T3"/>
              </a:cxn>
              <a:cxn ang="T14">
                <a:pos x="T4" y="T5"/>
              </a:cxn>
              <a:cxn ang="T15">
                <a:pos x="T6" y="T7"/>
              </a:cxn>
              <a:cxn ang="T16">
                <a:pos x="T8" y="T9"/>
              </a:cxn>
              <a:cxn ang="T17">
                <a:pos x="T10" y="T11"/>
              </a:cxn>
            </a:cxnLst>
            <a:rect l="T18" t="T19" r="T20" b="T21"/>
            <a:pathLst>
              <a:path w="196" h="145">
                <a:moveTo>
                  <a:pt x="0" y="0"/>
                </a:moveTo>
                <a:lnTo>
                  <a:pt x="79" y="16"/>
                </a:lnTo>
                <a:lnTo>
                  <a:pt x="137" y="55"/>
                </a:lnTo>
                <a:lnTo>
                  <a:pt x="195" y="75"/>
                </a:lnTo>
                <a:lnTo>
                  <a:pt x="137" y="113"/>
                </a:lnTo>
                <a:lnTo>
                  <a:pt x="96" y="144"/>
                </a:lnTo>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345" name="Line 10"/>
          <p:cNvSpPr>
            <a:spLocks noChangeShapeType="1"/>
          </p:cNvSpPr>
          <p:nvPr/>
        </p:nvSpPr>
        <p:spPr bwMode="auto">
          <a:xfrm>
            <a:off x="4054475" y="2965450"/>
            <a:ext cx="6858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46" name="Line 11"/>
          <p:cNvSpPr>
            <a:spLocks noChangeShapeType="1"/>
          </p:cNvSpPr>
          <p:nvPr/>
        </p:nvSpPr>
        <p:spPr bwMode="auto">
          <a:xfrm>
            <a:off x="4054475" y="2279650"/>
            <a:ext cx="0"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47" name="Line 12"/>
          <p:cNvSpPr>
            <a:spLocks noChangeShapeType="1"/>
          </p:cNvSpPr>
          <p:nvPr/>
        </p:nvSpPr>
        <p:spPr bwMode="auto">
          <a:xfrm>
            <a:off x="4054475" y="2813050"/>
            <a:ext cx="0"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48" name="Oval 13"/>
          <p:cNvSpPr>
            <a:spLocks noChangeArrowheads="1"/>
          </p:cNvSpPr>
          <p:nvPr/>
        </p:nvSpPr>
        <p:spPr bwMode="auto">
          <a:xfrm>
            <a:off x="3832225" y="2362200"/>
            <a:ext cx="444500" cy="4445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349" name="Rectangle 14"/>
          <p:cNvSpPr>
            <a:spLocks noChangeArrowheads="1"/>
          </p:cNvSpPr>
          <p:nvPr/>
        </p:nvSpPr>
        <p:spPr bwMode="auto">
          <a:xfrm>
            <a:off x="3733801" y="2362201"/>
            <a:ext cx="512961"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kumimoji="1" lang="en-US" altLang="zh-CN" sz="2400" b="1">
                <a:latin typeface="楷体_GB2312"/>
                <a:ea typeface="楷体_GB2312"/>
                <a:cs typeface="楷体_GB2312"/>
              </a:rPr>
              <a:t> G</a:t>
            </a:r>
          </a:p>
        </p:txBody>
      </p:sp>
      <p:sp>
        <p:nvSpPr>
          <p:cNvPr id="14350" name="Line 15"/>
          <p:cNvSpPr>
            <a:spLocks noChangeShapeType="1"/>
          </p:cNvSpPr>
          <p:nvPr/>
        </p:nvSpPr>
        <p:spPr bwMode="auto">
          <a:xfrm flipH="1">
            <a:off x="6340475" y="2279650"/>
            <a:ext cx="9144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51" name="Line 16"/>
          <p:cNvSpPr>
            <a:spLocks noChangeShapeType="1"/>
          </p:cNvSpPr>
          <p:nvPr/>
        </p:nvSpPr>
        <p:spPr bwMode="auto">
          <a:xfrm>
            <a:off x="6111875" y="3041650"/>
            <a:ext cx="13716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52" name="Line 17"/>
          <p:cNvSpPr>
            <a:spLocks noChangeShapeType="1"/>
          </p:cNvSpPr>
          <p:nvPr/>
        </p:nvSpPr>
        <p:spPr bwMode="auto">
          <a:xfrm>
            <a:off x="7254875" y="2133600"/>
            <a:ext cx="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53" name="Line 18"/>
          <p:cNvSpPr>
            <a:spLocks noChangeShapeType="1"/>
          </p:cNvSpPr>
          <p:nvPr/>
        </p:nvSpPr>
        <p:spPr bwMode="auto">
          <a:xfrm>
            <a:off x="7407275" y="2203450"/>
            <a:ext cx="0" cy="228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54" name="Line 19"/>
          <p:cNvSpPr>
            <a:spLocks noChangeShapeType="1"/>
          </p:cNvSpPr>
          <p:nvPr/>
        </p:nvSpPr>
        <p:spPr bwMode="auto">
          <a:xfrm>
            <a:off x="7407275" y="2279650"/>
            <a:ext cx="3810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55" name="Line 20"/>
          <p:cNvSpPr>
            <a:spLocks noChangeShapeType="1"/>
          </p:cNvSpPr>
          <p:nvPr/>
        </p:nvSpPr>
        <p:spPr bwMode="auto">
          <a:xfrm>
            <a:off x="7788275" y="2279650"/>
            <a:ext cx="0" cy="304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56" name="Oval 21"/>
          <p:cNvSpPr>
            <a:spLocks noChangeArrowheads="1"/>
          </p:cNvSpPr>
          <p:nvPr/>
        </p:nvSpPr>
        <p:spPr bwMode="auto">
          <a:xfrm>
            <a:off x="7718425" y="2590800"/>
            <a:ext cx="139700" cy="63500"/>
          </a:xfrm>
          <a:prstGeom prst="ellipse">
            <a:avLst/>
          </a:prstGeom>
          <a:solidFill>
            <a:schemeClr val="accent1"/>
          </a:solidFill>
          <a:ln w="12700">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357" name="Line 22"/>
          <p:cNvSpPr>
            <a:spLocks noChangeShapeType="1"/>
          </p:cNvSpPr>
          <p:nvPr/>
        </p:nvSpPr>
        <p:spPr bwMode="auto">
          <a:xfrm>
            <a:off x="7864476" y="2660650"/>
            <a:ext cx="136525" cy="387350"/>
          </a:xfrm>
          <a:prstGeom prst="line">
            <a:avLst/>
          </a:prstGeom>
          <a:noFill/>
          <a:ln w="508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58" name="Oval 23"/>
          <p:cNvSpPr>
            <a:spLocks noChangeArrowheads="1"/>
          </p:cNvSpPr>
          <p:nvPr/>
        </p:nvSpPr>
        <p:spPr bwMode="auto">
          <a:xfrm>
            <a:off x="7718425" y="2971800"/>
            <a:ext cx="139700" cy="63500"/>
          </a:xfrm>
          <a:prstGeom prst="ellipse">
            <a:avLst/>
          </a:prstGeom>
          <a:solidFill>
            <a:schemeClr val="accent1"/>
          </a:solidFill>
          <a:ln w="12700">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359" name="Line 24"/>
          <p:cNvSpPr>
            <a:spLocks noChangeShapeType="1"/>
          </p:cNvSpPr>
          <p:nvPr/>
        </p:nvSpPr>
        <p:spPr bwMode="auto">
          <a:xfrm>
            <a:off x="7483475" y="3041650"/>
            <a:ext cx="3048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60" name="Rectangle 25"/>
          <p:cNvSpPr>
            <a:spLocks noChangeArrowheads="1"/>
          </p:cNvSpPr>
          <p:nvPr/>
        </p:nvSpPr>
        <p:spPr bwMode="auto">
          <a:xfrm>
            <a:off x="5073651" y="2416176"/>
            <a:ext cx="416781"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kumimoji="1" lang="en-US" altLang="zh-CN" sz="2400" b="1">
                <a:solidFill>
                  <a:srgbClr val="0000FF"/>
                </a:solidFill>
                <a:latin typeface="楷体_GB2312"/>
                <a:ea typeface="楷体_GB2312"/>
                <a:cs typeface="楷体_GB2312"/>
              </a:rPr>
              <a:t>A</a:t>
            </a:r>
          </a:p>
        </p:txBody>
      </p:sp>
      <p:sp>
        <p:nvSpPr>
          <p:cNvPr id="14361" name="Freeform 26"/>
          <p:cNvSpPr>
            <a:spLocks/>
          </p:cNvSpPr>
          <p:nvPr/>
        </p:nvSpPr>
        <p:spPr bwMode="auto">
          <a:xfrm>
            <a:off x="6005514" y="2259013"/>
            <a:ext cx="414337" cy="234950"/>
          </a:xfrm>
          <a:custGeom>
            <a:avLst/>
            <a:gdLst>
              <a:gd name="T0" fmla="*/ 2147483646 w 320"/>
              <a:gd name="T1" fmla="*/ 0 h 193"/>
              <a:gd name="T2" fmla="*/ 0 w 320"/>
              <a:gd name="T3" fmla="*/ 2147483646 h 193"/>
              <a:gd name="T4" fmla="*/ 2147483646 w 320"/>
              <a:gd name="T5" fmla="*/ 2147483646 h 193"/>
              <a:gd name="T6" fmla="*/ 2147483646 w 320"/>
              <a:gd name="T7" fmla="*/ 2147483646 h 193"/>
              <a:gd name="T8" fmla="*/ 2147483646 w 320"/>
              <a:gd name="T9" fmla="*/ 2147483646 h 193"/>
              <a:gd name="T10" fmla="*/ 2147483646 w 320"/>
              <a:gd name="T11" fmla="*/ 2147483646 h 193"/>
              <a:gd name="T12" fmla="*/ 2147483646 w 320"/>
              <a:gd name="T13" fmla="*/ 2147483646 h 193"/>
              <a:gd name="T14" fmla="*/ 2147483646 w 320"/>
              <a:gd name="T15" fmla="*/ 2147483646 h 193"/>
              <a:gd name="T16" fmla="*/ 2147483646 w 320"/>
              <a:gd name="T17" fmla="*/ 2147483646 h 193"/>
              <a:gd name="T18" fmla="*/ 2147483646 w 320"/>
              <a:gd name="T19" fmla="*/ 2147483646 h 193"/>
              <a:gd name="T20" fmla="*/ 2147483646 w 320"/>
              <a:gd name="T21" fmla="*/ 2147483646 h 19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20"/>
              <a:gd name="T34" fmla="*/ 0 h 193"/>
              <a:gd name="T35" fmla="*/ 320 w 320"/>
              <a:gd name="T36" fmla="*/ 193 h 19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20" h="193">
                <a:moveTo>
                  <a:pt x="79" y="0"/>
                </a:moveTo>
                <a:lnTo>
                  <a:pt x="0" y="54"/>
                </a:lnTo>
                <a:lnTo>
                  <a:pt x="19" y="112"/>
                </a:lnTo>
                <a:lnTo>
                  <a:pt x="77" y="151"/>
                </a:lnTo>
                <a:lnTo>
                  <a:pt x="136" y="171"/>
                </a:lnTo>
                <a:lnTo>
                  <a:pt x="194" y="190"/>
                </a:lnTo>
                <a:lnTo>
                  <a:pt x="252" y="190"/>
                </a:lnTo>
                <a:lnTo>
                  <a:pt x="310" y="171"/>
                </a:lnTo>
                <a:lnTo>
                  <a:pt x="252" y="190"/>
                </a:lnTo>
                <a:lnTo>
                  <a:pt x="271" y="192"/>
                </a:lnTo>
                <a:lnTo>
                  <a:pt x="319" y="192"/>
                </a:lnTo>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362" name="Freeform 27"/>
          <p:cNvSpPr>
            <a:spLocks/>
          </p:cNvSpPr>
          <p:nvPr/>
        </p:nvSpPr>
        <p:spPr bwMode="auto">
          <a:xfrm>
            <a:off x="5986464" y="2584450"/>
            <a:ext cx="414337" cy="234950"/>
          </a:xfrm>
          <a:custGeom>
            <a:avLst/>
            <a:gdLst>
              <a:gd name="T0" fmla="*/ 2147483646 w 320"/>
              <a:gd name="T1" fmla="*/ 0 h 193"/>
              <a:gd name="T2" fmla="*/ 0 w 320"/>
              <a:gd name="T3" fmla="*/ 2147483646 h 193"/>
              <a:gd name="T4" fmla="*/ 2147483646 w 320"/>
              <a:gd name="T5" fmla="*/ 2147483646 h 193"/>
              <a:gd name="T6" fmla="*/ 2147483646 w 320"/>
              <a:gd name="T7" fmla="*/ 2147483646 h 193"/>
              <a:gd name="T8" fmla="*/ 2147483646 w 320"/>
              <a:gd name="T9" fmla="*/ 2147483646 h 193"/>
              <a:gd name="T10" fmla="*/ 2147483646 w 320"/>
              <a:gd name="T11" fmla="*/ 2147483646 h 193"/>
              <a:gd name="T12" fmla="*/ 2147483646 w 320"/>
              <a:gd name="T13" fmla="*/ 2147483646 h 193"/>
              <a:gd name="T14" fmla="*/ 2147483646 w 320"/>
              <a:gd name="T15" fmla="*/ 2147483646 h 193"/>
              <a:gd name="T16" fmla="*/ 2147483646 w 320"/>
              <a:gd name="T17" fmla="*/ 2147483646 h 193"/>
              <a:gd name="T18" fmla="*/ 2147483646 w 320"/>
              <a:gd name="T19" fmla="*/ 2147483646 h 193"/>
              <a:gd name="T20" fmla="*/ 2147483646 w 320"/>
              <a:gd name="T21" fmla="*/ 2147483646 h 19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20"/>
              <a:gd name="T34" fmla="*/ 0 h 193"/>
              <a:gd name="T35" fmla="*/ 320 w 320"/>
              <a:gd name="T36" fmla="*/ 193 h 19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20" h="193">
                <a:moveTo>
                  <a:pt x="79" y="0"/>
                </a:moveTo>
                <a:lnTo>
                  <a:pt x="0" y="54"/>
                </a:lnTo>
                <a:lnTo>
                  <a:pt x="19" y="112"/>
                </a:lnTo>
                <a:lnTo>
                  <a:pt x="77" y="151"/>
                </a:lnTo>
                <a:lnTo>
                  <a:pt x="136" y="171"/>
                </a:lnTo>
                <a:lnTo>
                  <a:pt x="194" y="190"/>
                </a:lnTo>
                <a:lnTo>
                  <a:pt x="252" y="190"/>
                </a:lnTo>
                <a:lnTo>
                  <a:pt x="310" y="171"/>
                </a:lnTo>
                <a:lnTo>
                  <a:pt x="252" y="190"/>
                </a:lnTo>
                <a:lnTo>
                  <a:pt x="271" y="192"/>
                </a:lnTo>
                <a:lnTo>
                  <a:pt x="319" y="192"/>
                </a:lnTo>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363" name="Freeform 28"/>
          <p:cNvSpPr>
            <a:spLocks/>
          </p:cNvSpPr>
          <p:nvPr/>
        </p:nvSpPr>
        <p:spPr bwMode="auto">
          <a:xfrm>
            <a:off x="5970589" y="2813050"/>
            <a:ext cx="295275" cy="215900"/>
          </a:xfrm>
          <a:custGeom>
            <a:avLst/>
            <a:gdLst>
              <a:gd name="T0" fmla="*/ 2147483646 w 186"/>
              <a:gd name="T1" fmla="*/ 0 h 136"/>
              <a:gd name="T2" fmla="*/ 0 w 186"/>
              <a:gd name="T3" fmla="*/ 2147483646 h 136"/>
              <a:gd name="T4" fmla="*/ 2147483646 w 186"/>
              <a:gd name="T5" fmla="*/ 2147483646 h 136"/>
              <a:gd name="T6" fmla="*/ 2147483646 w 186"/>
              <a:gd name="T7" fmla="*/ 2147483646 h 136"/>
              <a:gd name="T8" fmla="*/ 2147483646 w 186"/>
              <a:gd name="T9" fmla="*/ 2147483646 h 136"/>
              <a:gd name="T10" fmla="*/ 2147483646 w 186"/>
              <a:gd name="T11" fmla="*/ 2147483646 h 136"/>
              <a:gd name="T12" fmla="*/ 0 60000 65536"/>
              <a:gd name="T13" fmla="*/ 0 60000 65536"/>
              <a:gd name="T14" fmla="*/ 0 60000 65536"/>
              <a:gd name="T15" fmla="*/ 0 60000 65536"/>
              <a:gd name="T16" fmla="*/ 0 60000 65536"/>
              <a:gd name="T17" fmla="*/ 0 60000 65536"/>
              <a:gd name="T18" fmla="*/ 0 w 186"/>
              <a:gd name="T19" fmla="*/ 0 h 136"/>
              <a:gd name="T20" fmla="*/ 186 w 186"/>
              <a:gd name="T21" fmla="*/ 136 h 136"/>
            </a:gdLst>
            <a:ahLst/>
            <a:cxnLst>
              <a:cxn ang="T12">
                <a:pos x="T0" y="T1"/>
              </a:cxn>
              <a:cxn ang="T13">
                <a:pos x="T2" y="T3"/>
              </a:cxn>
              <a:cxn ang="T14">
                <a:pos x="T4" y="T5"/>
              </a:cxn>
              <a:cxn ang="T15">
                <a:pos x="T6" y="T7"/>
              </a:cxn>
              <a:cxn ang="T16">
                <a:pos x="T8" y="T9"/>
              </a:cxn>
              <a:cxn ang="T17">
                <a:pos x="T10" y="T11"/>
              </a:cxn>
            </a:cxnLst>
            <a:rect l="T18" t="T19" r="T20" b="T21"/>
            <a:pathLst>
              <a:path w="186" h="136">
                <a:moveTo>
                  <a:pt x="41" y="0"/>
                </a:moveTo>
                <a:lnTo>
                  <a:pt x="0" y="77"/>
                </a:lnTo>
                <a:lnTo>
                  <a:pt x="58" y="96"/>
                </a:lnTo>
                <a:lnTo>
                  <a:pt x="116" y="135"/>
                </a:lnTo>
                <a:lnTo>
                  <a:pt x="174" y="115"/>
                </a:lnTo>
                <a:lnTo>
                  <a:pt x="185" y="96"/>
                </a:lnTo>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364" name="Rectangle 29"/>
          <p:cNvSpPr>
            <a:spLocks noChangeArrowheads="1"/>
          </p:cNvSpPr>
          <p:nvPr/>
        </p:nvSpPr>
        <p:spPr bwMode="auto">
          <a:xfrm>
            <a:off x="7943850" y="2528888"/>
            <a:ext cx="434414" cy="5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kumimoji="1" lang="en-US" altLang="zh-CN" sz="2800" b="1">
                <a:solidFill>
                  <a:srgbClr val="0000FF"/>
                </a:solidFill>
                <a:latin typeface="楷体_GB2312"/>
                <a:ea typeface="楷体_GB2312"/>
                <a:cs typeface="楷体_GB2312"/>
              </a:rPr>
              <a:t>K</a:t>
            </a:r>
            <a:endParaRPr kumimoji="1" lang="en-US" altLang="zh-CN" sz="2400" b="1">
              <a:solidFill>
                <a:srgbClr val="0000FF"/>
              </a:solidFill>
              <a:latin typeface="楷体_GB2312"/>
              <a:ea typeface="楷体_GB2312"/>
              <a:cs typeface="楷体_GB2312"/>
            </a:endParaRPr>
          </a:p>
        </p:txBody>
      </p:sp>
      <p:sp>
        <p:nvSpPr>
          <p:cNvPr id="14365" name="Rectangle 30"/>
          <p:cNvSpPr>
            <a:spLocks noChangeArrowheads="1"/>
          </p:cNvSpPr>
          <p:nvPr/>
        </p:nvSpPr>
        <p:spPr bwMode="auto">
          <a:xfrm>
            <a:off x="3810000" y="3429001"/>
            <a:ext cx="5029200" cy="831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kumimoji="1" lang="en-US" altLang="zh-CN" sz="2400" b="1">
                <a:solidFill>
                  <a:srgbClr val="0000FF"/>
                </a:solidFill>
                <a:latin typeface="楷体_GB2312"/>
                <a:ea typeface="楷体_GB2312"/>
                <a:cs typeface="楷体_GB2312"/>
              </a:rPr>
              <a:t>K</a:t>
            </a:r>
            <a:r>
              <a:rPr kumimoji="1" lang="zh-CN" altLang="en-US" sz="2400" b="1">
                <a:solidFill>
                  <a:srgbClr val="0000FF"/>
                </a:solidFill>
                <a:latin typeface="楷体_GB2312"/>
                <a:ea typeface="楷体_GB2312"/>
                <a:cs typeface="楷体_GB2312"/>
              </a:rPr>
              <a:t>闭合和打开瞬间</a:t>
            </a:r>
            <a:r>
              <a:rPr kumimoji="1" lang="en-US" altLang="zh-CN" sz="2400" b="1">
                <a:solidFill>
                  <a:srgbClr val="0000FF"/>
                </a:solidFill>
                <a:latin typeface="楷体_GB2312"/>
                <a:ea typeface="楷体_GB2312"/>
                <a:cs typeface="楷体_GB2312"/>
              </a:rPr>
              <a:t>,</a:t>
            </a:r>
            <a:r>
              <a:rPr kumimoji="1" lang="zh-CN" altLang="en-US" sz="2400" b="1">
                <a:solidFill>
                  <a:srgbClr val="0000FF"/>
                </a:solidFill>
                <a:latin typeface="楷体_GB2312"/>
                <a:ea typeface="楷体_GB2312"/>
                <a:cs typeface="楷体_GB2312"/>
              </a:rPr>
              <a:t>电流计指针偏转，方向相反</a:t>
            </a:r>
            <a:r>
              <a:rPr kumimoji="1" lang="en-US" altLang="zh-CN" sz="2400" b="1">
                <a:solidFill>
                  <a:srgbClr val="0000FF"/>
                </a:solidFill>
                <a:latin typeface="楷体_GB2312"/>
                <a:ea typeface="楷体_GB2312"/>
                <a:cs typeface="楷体_GB2312"/>
              </a:rPr>
              <a:t>.</a:t>
            </a:r>
          </a:p>
        </p:txBody>
      </p:sp>
      <p:sp>
        <p:nvSpPr>
          <p:cNvPr id="14366" name="Rectangle 31"/>
          <p:cNvSpPr>
            <a:spLocks noChangeArrowheads="1"/>
          </p:cNvSpPr>
          <p:nvPr/>
        </p:nvSpPr>
        <p:spPr bwMode="auto">
          <a:xfrm>
            <a:off x="3048001" y="4452938"/>
            <a:ext cx="601127"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kumimoji="1" lang="en-US" altLang="zh-CN" sz="2000" b="1">
                <a:solidFill>
                  <a:srgbClr val="0000FF"/>
                </a:solidFill>
                <a:latin typeface="楷体_GB2312"/>
                <a:ea typeface="楷体_GB2312"/>
                <a:cs typeface="楷体_GB2312"/>
              </a:rPr>
              <a:t>3</a:t>
            </a:r>
            <a:r>
              <a:rPr kumimoji="1" lang="zh-CN" altLang="en-US" sz="2000" b="1">
                <a:solidFill>
                  <a:srgbClr val="0000FF"/>
                </a:solidFill>
                <a:latin typeface="楷体_GB2312"/>
                <a:ea typeface="楷体_GB2312"/>
                <a:cs typeface="楷体_GB2312"/>
              </a:rPr>
              <a:t>、</a:t>
            </a:r>
            <a:endParaRPr kumimoji="1" lang="zh-CN" altLang="en-US" sz="3600" b="1">
              <a:solidFill>
                <a:srgbClr val="0000FF"/>
              </a:solidFill>
              <a:latin typeface="楷体_GB2312"/>
              <a:ea typeface="楷体_GB2312"/>
              <a:cs typeface="楷体_GB2312"/>
            </a:endParaRPr>
          </a:p>
        </p:txBody>
      </p:sp>
      <p:sp>
        <p:nvSpPr>
          <p:cNvPr id="14367" name="Rectangle 33"/>
          <p:cNvSpPr>
            <a:spLocks noChangeArrowheads="1"/>
          </p:cNvSpPr>
          <p:nvPr/>
        </p:nvSpPr>
        <p:spPr bwMode="auto">
          <a:xfrm>
            <a:off x="5410200" y="4148139"/>
            <a:ext cx="363882"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kumimoji="1" lang="en-US" altLang="zh-CN" sz="2400" b="1">
                <a:solidFill>
                  <a:srgbClr val="0000FF"/>
                </a:solidFill>
                <a:latin typeface="楷体_GB2312"/>
                <a:ea typeface="楷体_GB2312"/>
                <a:cs typeface="楷体_GB2312"/>
              </a:rPr>
              <a:t>a</a:t>
            </a:r>
          </a:p>
        </p:txBody>
      </p:sp>
      <p:sp>
        <p:nvSpPr>
          <p:cNvPr id="14368" name="Rectangle 34"/>
          <p:cNvSpPr>
            <a:spLocks noChangeArrowheads="1"/>
          </p:cNvSpPr>
          <p:nvPr/>
        </p:nvSpPr>
        <p:spPr bwMode="auto">
          <a:xfrm>
            <a:off x="5410201" y="5672139"/>
            <a:ext cx="391133"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kumimoji="1" lang="en-US" altLang="zh-CN" sz="2400" b="1">
                <a:solidFill>
                  <a:srgbClr val="0000FF"/>
                </a:solidFill>
                <a:latin typeface="楷体_GB2312"/>
                <a:ea typeface="楷体_GB2312"/>
                <a:cs typeface="楷体_GB2312"/>
              </a:rPr>
              <a:t>b</a:t>
            </a:r>
          </a:p>
        </p:txBody>
      </p:sp>
      <p:sp>
        <p:nvSpPr>
          <p:cNvPr id="14369" name="Text Box 35"/>
          <p:cNvSpPr txBox="1">
            <a:spLocks noChangeArrowheads="1"/>
          </p:cNvSpPr>
          <p:nvPr/>
        </p:nvSpPr>
        <p:spPr bwMode="auto">
          <a:xfrm>
            <a:off x="3733800" y="4071938"/>
            <a:ext cx="4343400" cy="212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en-US" altLang="zh-CN" sz="2400" b="1">
                <a:solidFill>
                  <a:srgbClr val="0000FF"/>
                </a:solidFill>
                <a:latin typeface="楷体_GB2312"/>
                <a:ea typeface="楷体_GB2312"/>
                <a:cs typeface="楷体_GB2312"/>
                <a:sym typeface="Symbol" panose="05050102010706020507" pitchFamily="18" charset="2"/>
              </a:rPr>
              <a:t>                   </a:t>
            </a:r>
          </a:p>
          <a:p>
            <a:pPr>
              <a:spcBef>
                <a:spcPct val="50000"/>
              </a:spcBef>
              <a:buFontTx/>
              <a:buNone/>
            </a:pPr>
            <a:r>
              <a:rPr kumimoji="1" lang="en-US" altLang="zh-CN" sz="2400" b="1">
                <a:solidFill>
                  <a:srgbClr val="0000FF"/>
                </a:solidFill>
                <a:latin typeface="楷体_GB2312"/>
                <a:ea typeface="楷体_GB2312"/>
                <a:cs typeface="楷体_GB2312"/>
                <a:sym typeface="Symbol" panose="05050102010706020507" pitchFamily="18" charset="2"/>
              </a:rPr>
              <a:t>                   </a:t>
            </a:r>
          </a:p>
          <a:p>
            <a:pPr>
              <a:spcBef>
                <a:spcPct val="50000"/>
              </a:spcBef>
              <a:buFontTx/>
              <a:buNone/>
            </a:pPr>
            <a:r>
              <a:rPr kumimoji="1" lang="en-US" altLang="zh-CN" sz="2400" b="1">
                <a:solidFill>
                  <a:srgbClr val="0000FF"/>
                </a:solidFill>
                <a:latin typeface="楷体_GB2312"/>
                <a:ea typeface="楷体_GB2312"/>
                <a:cs typeface="楷体_GB2312"/>
                <a:sym typeface="Symbol" panose="05050102010706020507" pitchFamily="18" charset="2"/>
              </a:rPr>
              <a:t>                  </a:t>
            </a:r>
          </a:p>
          <a:p>
            <a:pPr>
              <a:spcBef>
                <a:spcPct val="50000"/>
              </a:spcBef>
              <a:buFontTx/>
              <a:buNone/>
            </a:pPr>
            <a:r>
              <a:rPr kumimoji="1" lang="en-US" altLang="zh-CN" sz="2400" b="1">
                <a:solidFill>
                  <a:srgbClr val="0000FF"/>
                </a:solidFill>
                <a:latin typeface="楷体_GB2312"/>
                <a:ea typeface="楷体_GB2312"/>
                <a:cs typeface="楷体_GB2312"/>
                <a:sym typeface="Symbol" panose="05050102010706020507" pitchFamily="18" charset="2"/>
              </a:rPr>
              <a:t>                  </a:t>
            </a:r>
          </a:p>
        </p:txBody>
      </p:sp>
      <p:grpSp>
        <p:nvGrpSpPr>
          <p:cNvPr id="14370" name="Group 36"/>
          <p:cNvGrpSpPr>
            <a:grpSpLocks/>
          </p:cNvGrpSpPr>
          <p:nvPr/>
        </p:nvGrpSpPr>
        <p:grpSpPr bwMode="auto">
          <a:xfrm>
            <a:off x="3810000" y="4605338"/>
            <a:ext cx="3803650" cy="1143000"/>
            <a:chOff x="1636" y="3120"/>
            <a:chExt cx="2396" cy="720"/>
          </a:xfrm>
        </p:grpSpPr>
        <p:sp>
          <p:nvSpPr>
            <p:cNvPr id="14372" name="Line 37"/>
            <p:cNvSpPr>
              <a:spLocks noChangeShapeType="1"/>
            </p:cNvSpPr>
            <p:nvPr/>
          </p:nvSpPr>
          <p:spPr bwMode="auto">
            <a:xfrm flipH="1">
              <a:off x="2736" y="3120"/>
              <a:ext cx="0" cy="720"/>
            </a:xfrm>
            <a:prstGeom prst="line">
              <a:avLst/>
            </a:prstGeom>
            <a:noFill/>
            <a:ln w="57150">
              <a:solidFill>
                <a:srgbClr val="99003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73" name="Rectangle 38"/>
            <p:cNvSpPr>
              <a:spLocks noChangeArrowheads="1"/>
            </p:cNvSpPr>
            <p:nvPr/>
          </p:nvSpPr>
          <p:spPr bwMode="auto">
            <a:xfrm>
              <a:off x="1872" y="3792"/>
              <a:ext cx="2160" cy="4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374" name="Rectangle 39"/>
            <p:cNvSpPr>
              <a:spLocks noChangeArrowheads="1"/>
            </p:cNvSpPr>
            <p:nvPr/>
          </p:nvSpPr>
          <p:spPr bwMode="auto">
            <a:xfrm>
              <a:off x="1824" y="3120"/>
              <a:ext cx="2160" cy="4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375" name="Rectangle 40"/>
            <p:cNvSpPr>
              <a:spLocks noChangeArrowheads="1"/>
            </p:cNvSpPr>
            <p:nvPr/>
          </p:nvSpPr>
          <p:spPr bwMode="auto">
            <a:xfrm>
              <a:off x="1824" y="3168"/>
              <a:ext cx="48" cy="24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376" name="Rectangle 41"/>
            <p:cNvSpPr>
              <a:spLocks noChangeArrowheads="1"/>
            </p:cNvSpPr>
            <p:nvPr/>
          </p:nvSpPr>
          <p:spPr bwMode="auto">
            <a:xfrm>
              <a:off x="1824" y="3600"/>
              <a:ext cx="48" cy="24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377" name="Oval 42"/>
            <p:cNvSpPr>
              <a:spLocks noChangeArrowheads="1"/>
            </p:cNvSpPr>
            <p:nvPr/>
          </p:nvSpPr>
          <p:spPr bwMode="auto">
            <a:xfrm>
              <a:off x="1680" y="3360"/>
              <a:ext cx="323" cy="280"/>
            </a:xfrm>
            <a:prstGeom prst="ellipse">
              <a:avLst/>
            </a:prstGeom>
            <a:solidFill>
              <a:schemeClr val="accent1"/>
            </a:solidFill>
            <a:ln w="12700">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378" name="Rectangle 43"/>
            <p:cNvSpPr>
              <a:spLocks noChangeArrowheads="1"/>
            </p:cNvSpPr>
            <p:nvPr/>
          </p:nvSpPr>
          <p:spPr bwMode="auto">
            <a:xfrm>
              <a:off x="1636" y="3349"/>
              <a:ext cx="32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kumimoji="1" lang="en-US" altLang="zh-CN" sz="2400" b="1">
                  <a:latin typeface="楷体_GB2312"/>
                  <a:ea typeface="楷体_GB2312"/>
                  <a:cs typeface="楷体_GB2312"/>
                </a:rPr>
                <a:t> G</a:t>
              </a:r>
            </a:p>
          </p:txBody>
        </p:sp>
      </p:grpSp>
      <p:sp>
        <p:nvSpPr>
          <p:cNvPr id="14371" name="Rectangle 44"/>
          <p:cNvSpPr>
            <a:spLocks noChangeArrowheads="1"/>
          </p:cNvSpPr>
          <p:nvPr/>
        </p:nvSpPr>
        <p:spPr bwMode="auto">
          <a:xfrm>
            <a:off x="8345488" y="4508501"/>
            <a:ext cx="1903412" cy="1200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kumimoji="1" lang="en-US" altLang="zh-CN" sz="2400" b="1">
                <a:solidFill>
                  <a:srgbClr val="0000FF"/>
                </a:solidFill>
                <a:latin typeface="楷体_GB2312"/>
                <a:ea typeface="楷体_GB2312"/>
                <a:cs typeface="楷体_GB2312"/>
              </a:rPr>
              <a:t>ab</a:t>
            </a:r>
            <a:r>
              <a:rPr kumimoji="1" lang="zh-CN" altLang="en-US" sz="2400" b="1">
                <a:solidFill>
                  <a:srgbClr val="0000FF"/>
                </a:solidFill>
                <a:latin typeface="楷体_GB2312"/>
                <a:ea typeface="楷体_GB2312"/>
                <a:cs typeface="楷体_GB2312"/>
              </a:rPr>
              <a:t>左右滑动时</a:t>
            </a:r>
            <a:r>
              <a:rPr kumimoji="1" lang="en-US" altLang="zh-CN" sz="2400" b="1">
                <a:solidFill>
                  <a:srgbClr val="0000FF"/>
                </a:solidFill>
                <a:latin typeface="楷体_GB2312"/>
                <a:ea typeface="楷体_GB2312"/>
                <a:cs typeface="楷体_GB2312"/>
              </a:rPr>
              <a:t>,</a:t>
            </a:r>
            <a:r>
              <a:rPr kumimoji="1" lang="zh-CN" altLang="en-US" sz="2400" b="1">
                <a:solidFill>
                  <a:srgbClr val="0000FF"/>
                </a:solidFill>
                <a:latin typeface="楷体_GB2312"/>
                <a:ea typeface="楷体_GB2312"/>
                <a:cs typeface="楷体_GB2312"/>
              </a:rPr>
              <a:t>电流计指针偏转。</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9" descr="49968306360"/>
          <p:cNvPicPr>
            <a:picLocks noChangeAspect="1" noChangeArrowheads="1"/>
          </p:cNvPicPr>
          <p:nvPr/>
        </p:nvPicPr>
        <p:blipFill>
          <a:blip r:embed="rId3">
            <a:extLst>
              <a:ext uri="{28A0092B-C50C-407E-A947-70E740481C1C}">
                <a14:useLocalDpi xmlns:a14="http://schemas.microsoft.com/office/drawing/2010/main" val="0"/>
              </a:ext>
            </a:extLst>
          </a:blip>
          <a:srcRect t="8199" r="1247" b="13518"/>
          <a:stretch>
            <a:fillRect/>
          </a:stretch>
        </p:blipFill>
        <p:spPr bwMode="auto">
          <a:xfrm>
            <a:off x="1657350" y="157163"/>
            <a:ext cx="4298950" cy="314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7" name="Picture 11" descr="499632960480"/>
          <p:cNvPicPr>
            <a:picLocks noChangeAspect="1" noChangeArrowheads="1"/>
          </p:cNvPicPr>
          <p:nvPr/>
        </p:nvPicPr>
        <p:blipFill>
          <a:blip r:embed="rId4">
            <a:extLst>
              <a:ext uri="{28A0092B-C50C-407E-A947-70E740481C1C}">
                <a14:useLocalDpi xmlns:a14="http://schemas.microsoft.com/office/drawing/2010/main" val="0"/>
              </a:ext>
            </a:extLst>
          </a:blip>
          <a:srcRect t="5690" b="10567"/>
          <a:stretch>
            <a:fillRect/>
          </a:stretch>
        </p:blipFill>
        <p:spPr bwMode="auto">
          <a:xfrm>
            <a:off x="6389688" y="222251"/>
            <a:ext cx="4125912"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8" name="Picture 13" descr="200451819723930"/>
          <p:cNvPicPr>
            <a:picLocks noChangeAspect="1" noChangeArrowheads="1"/>
          </p:cNvPicPr>
          <p:nvPr/>
        </p:nvPicPr>
        <p:blipFill>
          <a:blip r:embed="rId5">
            <a:extLst>
              <a:ext uri="{28A0092B-C50C-407E-A947-70E740481C1C}">
                <a14:useLocalDpi xmlns:a14="http://schemas.microsoft.com/office/drawing/2010/main" val="0"/>
              </a:ext>
            </a:extLst>
          </a:blip>
          <a:srcRect l="9683" t="11143" r="11588" b="16476"/>
          <a:stretch>
            <a:fillRect/>
          </a:stretch>
        </p:blipFill>
        <p:spPr bwMode="auto">
          <a:xfrm>
            <a:off x="7518400" y="3975100"/>
            <a:ext cx="3149600" cy="241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9" name="Picture 5" descr="D:\zmzhang\电磁学\第二版图\图6-2.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1" y="3987800"/>
            <a:ext cx="6189663" cy="242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434" name="Text Box 30"/>
          <p:cNvSpPr txBox="1">
            <a:spLocks noChangeArrowheads="1"/>
          </p:cNvSpPr>
          <p:nvPr/>
        </p:nvSpPr>
        <p:spPr bwMode="auto">
          <a:xfrm>
            <a:off x="463012" y="546078"/>
            <a:ext cx="11189775"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800" dirty="0">
                <a:solidFill>
                  <a:srgbClr val="0000FF"/>
                </a:solidFill>
                <a:latin typeface="Times New Roman" panose="02020603050405020304" pitchFamily="18" charset="0"/>
              </a:rPr>
              <a:t>当穿过一个闭合导体回路所包围的面积内的磁通量发生变化时，在导体回路中就会产生感应电流，这种现象称为电磁感应现象。</a:t>
            </a:r>
          </a:p>
        </p:txBody>
      </p:sp>
      <p:sp>
        <p:nvSpPr>
          <p:cNvPr id="18435" name="Text Box 2"/>
          <p:cNvSpPr txBox="1">
            <a:spLocks noChangeArrowheads="1"/>
          </p:cNvSpPr>
          <p:nvPr/>
        </p:nvSpPr>
        <p:spPr bwMode="auto">
          <a:xfrm>
            <a:off x="2228851" y="1676400"/>
            <a:ext cx="33432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b="1">
                <a:solidFill>
                  <a:srgbClr val="0000FF"/>
                </a:solidFill>
                <a:latin typeface="Times New Roman" panose="02020603050405020304" pitchFamily="18" charset="0"/>
              </a:rPr>
              <a:t>二、楞次定律</a:t>
            </a:r>
          </a:p>
        </p:txBody>
      </p:sp>
      <p:grpSp>
        <p:nvGrpSpPr>
          <p:cNvPr id="18436" name="Group 3"/>
          <p:cNvGrpSpPr>
            <a:grpSpLocks/>
          </p:cNvGrpSpPr>
          <p:nvPr/>
        </p:nvGrpSpPr>
        <p:grpSpPr bwMode="auto">
          <a:xfrm>
            <a:off x="3041651" y="2408234"/>
            <a:ext cx="5853487" cy="581024"/>
            <a:chOff x="1344" y="2862"/>
            <a:chExt cx="3292" cy="366"/>
          </a:xfrm>
        </p:grpSpPr>
        <p:sp>
          <p:nvSpPr>
            <p:cNvPr id="18440" name="Line 4"/>
            <p:cNvSpPr>
              <a:spLocks noChangeShapeType="1"/>
            </p:cNvSpPr>
            <p:nvPr/>
          </p:nvSpPr>
          <p:spPr bwMode="auto">
            <a:xfrm>
              <a:off x="2400" y="3072"/>
              <a:ext cx="912" cy="0"/>
            </a:xfrm>
            <a:prstGeom prst="line">
              <a:avLst/>
            </a:prstGeom>
            <a:noFill/>
            <a:ln w="38100">
              <a:solidFill>
                <a:srgbClr val="FF0033"/>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41" name="Text Box 5"/>
            <p:cNvSpPr txBox="1">
              <a:spLocks noChangeArrowheads="1"/>
            </p:cNvSpPr>
            <p:nvPr/>
          </p:nvSpPr>
          <p:spPr bwMode="auto">
            <a:xfrm>
              <a:off x="1344" y="2862"/>
              <a:ext cx="101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620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kumimoji="1" lang="zh-CN" altLang="en-US" sz="2800" b="1">
                  <a:solidFill>
                    <a:srgbClr val="0000FF"/>
                  </a:solidFill>
                  <a:latin typeface="宋体" panose="02010600030101010101" pitchFamily="2" charset="-122"/>
                </a:rPr>
                <a:t>磁场变化</a:t>
              </a:r>
            </a:p>
          </p:txBody>
        </p:sp>
        <p:sp>
          <p:nvSpPr>
            <p:cNvPr id="18442" name="Text Box 6"/>
            <p:cNvSpPr txBox="1">
              <a:spLocks noChangeArrowheads="1"/>
            </p:cNvSpPr>
            <p:nvPr/>
          </p:nvSpPr>
          <p:spPr bwMode="auto">
            <a:xfrm>
              <a:off x="3600" y="2898"/>
              <a:ext cx="103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defTabSz="7620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kumimoji="1" lang="zh-CN" altLang="en-US" sz="2800" b="1">
                  <a:solidFill>
                    <a:srgbClr val="0000FF"/>
                  </a:solidFill>
                  <a:latin typeface="宋体" panose="02010600030101010101" pitchFamily="2" charset="-122"/>
                </a:rPr>
                <a:t>感应电流</a:t>
              </a:r>
              <a:r>
                <a:rPr kumimoji="1" lang="zh-CN" altLang="en-US" sz="2800" b="1">
                  <a:solidFill>
                    <a:srgbClr val="0000FF"/>
                  </a:solidFill>
                  <a:latin typeface="楷体_GB2312"/>
                  <a:ea typeface="楷体_GB2312"/>
                  <a:cs typeface="楷体_GB2312"/>
                </a:rPr>
                <a:t>  </a:t>
              </a:r>
            </a:p>
          </p:txBody>
        </p:sp>
      </p:grpSp>
      <p:sp>
        <p:nvSpPr>
          <p:cNvPr id="18437" name="Text Box 7"/>
          <p:cNvSpPr txBox="1">
            <a:spLocks noChangeArrowheads="1"/>
          </p:cNvSpPr>
          <p:nvPr/>
        </p:nvSpPr>
        <p:spPr bwMode="auto">
          <a:xfrm>
            <a:off x="463012" y="3094039"/>
            <a:ext cx="11189774"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defTabSz="7620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kumimoji="1" lang="zh-CN" altLang="en-US" sz="2800" dirty="0">
                <a:solidFill>
                  <a:srgbClr val="0000FF"/>
                </a:solidFill>
                <a:latin typeface="宋体" panose="02010600030101010101" pitchFamily="2" charset="-122"/>
              </a:rPr>
              <a:t>闭合回路中产生的感应电流具有确定的方向，感应电流总是使它所激发的磁场来阻止引起感应电流的磁通量的变化。</a:t>
            </a:r>
            <a:r>
              <a:rPr kumimoji="1" lang="en-US" altLang="zh-CN" sz="2800" b="1" dirty="0">
                <a:solidFill>
                  <a:srgbClr val="FF0000"/>
                </a:solidFill>
                <a:latin typeface="宋体" panose="02010600030101010101" pitchFamily="2" charset="-122"/>
              </a:rPr>
              <a:t>(</a:t>
            </a:r>
            <a:r>
              <a:rPr kumimoji="1" lang="zh-CN" altLang="en-US" sz="2800" b="1" dirty="0">
                <a:solidFill>
                  <a:srgbClr val="FF0000"/>
                </a:solidFill>
                <a:latin typeface="宋体" panose="02010600030101010101" pitchFamily="2" charset="-122"/>
              </a:rPr>
              <a:t>能量守恒）</a:t>
            </a:r>
          </a:p>
        </p:txBody>
      </p:sp>
      <p:sp>
        <p:nvSpPr>
          <p:cNvPr id="18438" name="Text Box 8"/>
          <p:cNvSpPr txBox="1">
            <a:spLocks noChangeArrowheads="1"/>
          </p:cNvSpPr>
          <p:nvPr/>
        </p:nvSpPr>
        <p:spPr bwMode="auto">
          <a:xfrm>
            <a:off x="2197101" y="4495800"/>
            <a:ext cx="56880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b="1">
                <a:solidFill>
                  <a:srgbClr val="0000FF"/>
                </a:solidFill>
                <a:latin typeface="Times New Roman" panose="02020603050405020304" pitchFamily="18" charset="0"/>
              </a:rPr>
              <a:t>三、法拉第电磁感应定律</a:t>
            </a:r>
          </a:p>
        </p:txBody>
      </p:sp>
      <p:sp>
        <p:nvSpPr>
          <p:cNvPr id="18439" name="Text Box 9"/>
          <p:cNvSpPr txBox="1">
            <a:spLocks noChangeArrowheads="1"/>
          </p:cNvSpPr>
          <p:nvPr/>
        </p:nvSpPr>
        <p:spPr bwMode="auto">
          <a:xfrm>
            <a:off x="198895" y="5380940"/>
            <a:ext cx="1179421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800" dirty="0">
                <a:solidFill>
                  <a:srgbClr val="0000FF"/>
                </a:solidFill>
                <a:latin typeface="Times New Roman" panose="02020603050405020304" pitchFamily="18" charset="0"/>
              </a:rPr>
              <a:t>通过回路中的磁通量发生变化时，在回路中产生的感应电动势与磁通量的变化成正比。</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0482" name="Object 5"/>
          <p:cNvGraphicFramePr>
            <a:graphicFrameLocks noChangeAspect="1"/>
          </p:cNvGraphicFramePr>
          <p:nvPr/>
        </p:nvGraphicFramePr>
        <p:xfrm>
          <a:off x="2870200" y="1308100"/>
          <a:ext cx="1290638" cy="827088"/>
        </p:xfrm>
        <a:graphic>
          <a:graphicData uri="http://schemas.openxmlformats.org/presentationml/2006/ole">
            <mc:AlternateContent xmlns:mc="http://schemas.openxmlformats.org/markup-compatibility/2006">
              <mc:Choice xmlns:v="urn:schemas-microsoft-com:vml" Requires="v">
                <p:oleObj spid="_x0000_s20647" name="Equation" r:id="rId4" imgW="590537" imgH="361882" progId="Equation.DSMT4">
                  <p:embed/>
                </p:oleObj>
              </mc:Choice>
              <mc:Fallback>
                <p:oleObj name="Equation" r:id="rId4" imgW="590537" imgH="361882"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0200" y="1308100"/>
                        <a:ext cx="1290638" cy="827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483" name="Line 10"/>
          <p:cNvSpPr>
            <a:spLocks noChangeShapeType="1"/>
          </p:cNvSpPr>
          <p:nvPr/>
        </p:nvSpPr>
        <p:spPr bwMode="auto">
          <a:xfrm>
            <a:off x="8813800" y="3200400"/>
            <a:ext cx="0" cy="685800"/>
          </a:xfrm>
          <a:prstGeom prst="line">
            <a:avLst/>
          </a:prstGeom>
          <a:noFill/>
          <a:ln w="571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484" name="Oval 11"/>
          <p:cNvSpPr>
            <a:spLocks noChangeArrowheads="1"/>
          </p:cNvSpPr>
          <p:nvPr/>
        </p:nvSpPr>
        <p:spPr bwMode="auto">
          <a:xfrm>
            <a:off x="7661275" y="2646363"/>
            <a:ext cx="2127250" cy="533400"/>
          </a:xfrm>
          <a:prstGeom prst="ellipse">
            <a:avLst/>
          </a:prstGeom>
          <a:noFill/>
          <a:ln w="57150">
            <a:solidFill>
              <a:schemeClr val="tx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0485" name="Line 12"/>
          <p:cNvSpPr>
            <a:spLocks noChangeShapeType="1"/>
          </p:cNvSpPr>
          <p:nvPr/>
        </p:nvSpPr>
        <p:spPr bwMode="auto">
          <a:xfrm>
            <a:off x="8991600" y="2362200"/>
            <a:ext cx="0" cy="533400"/>
          </a:xfrm>
          <a:prstGeom prst="line">
            <a:avLst/>
          </a:prstGeom>
          <a:noFill/>
          <a:ln w="5715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486" name="Line 13"/>
          <p:cNvSpPr>
            <a:spLocks noChangeShapeType="1"/>
          </p:cNvSpPr>
          <p:nvPr/>
        </p:nvSpPr>
        <p:spPr bwMode="auto">
          <a:xfrm>
            <a:off x="8370888" y="2362200"/>
            <a:ext cx="0" cy="533400"/>
          </a:xfrm>
          <a:prstGeom prst="line">
            <a:avLst/>
          </a:prstGeom>
          <a:noFill/>
          <a:ln w="5715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487" name="Line 14"/>
          <p:cNvSpPr>
            <a:spLocks noChangeShapeType="1"/>
          </p:cNvSpPr>
          <p:nvPr/>
        </p:nvSpPr>
        <p:spPr bwMode="auto">
          <a:xfrm>
            <a:off x="8370888" y="3200400"/>
            <a:ext cx="0" cy="685800"/>
          </a:xfrm>
          <a:prstGeom prst="line">
            <a:avLst/>
          </a:prstGeom>
          <a:noFill/>
          <a:ln w="571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488" name="Line 15"/>
          <p:cNvSpPr>
            <a:spLocks noChangeShapeType="1"/>
          </p:cNvSpPr>
          <p:nvPr/>
        </p:nvSpPr>
        <p:spPr bwMode="auto">
          <a:xfrm>
            <a:off x="8991600" y="3200400"/>
            <a:ext cx="0" cy="685800"/>
          </a:xfrm>
          <a:prstGeom prst="line">
            <a:avLst/>
          </a:prstGeom>
          <a:noFill/>
          <a:ln w="571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0489" name="Group 16"/>
          <p:cNvGrpSpPr>
            <a:grpSpLocks/>
          </p:cNvGrpSpPr>
          <p:nvPr/>
        </p:nvGrpSpPr>
        <p:grpSpPr bwMode="auto">
          <a:xfrm>
            <a:off x="8015288" y="2209801"/>
            <a:ext cx="1777372" cy="1731963"/>
            <a:chOff x="1632" y="1405"/>
            <a:chExt cx="962" cy="1091"/>
          </a:xfrm>
        </p:grpSpPr>
        <p:grpSp>
          <p:nvGrpSpPr>
            <p:cNvPr id="20505" name="Group 17"/>
            <p:cNvGrpSpPr>
              <a:grpSpLocks/>
            </p:cNvGrpSpPr>
            <p:nvPr/>
          </p:nvGrpSpPr>
          <p:grpSpPr bwMode="auto">
            <a:xfrm>
              <a:off x="1632" y="1440"/>
              <a:ext cx="720" cy="1056"/>
              <a:chOff x="912" y="576"/>
              <a:chExt cx="720" cy="1056"/>
            </a:xfrm>
          </p:grpSpPr>
          <p:sp>
            <p:nvSpPr>
              <p:cNvPr id="20507" name="Line 18"/>
              <p:cNvSpPr>
                <a:spLocks noChangeShapeType="1"/>
              </p:cNvSpPr>
              <p:nvPr/>
            </p:nvSpPr>
            <p:spPr bwMode="auto">
              <a:xfrm>
                <a:off x="1632" y="1152"/>
                <a:ext cx="0" cy="480"/>
              </a:xfrm>
              <a:prstGeom prst="line">
                <a:avLst/>
              </a:prstGeom>
              <a:noFill/>
              <a:ln w="571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0508" name="Group 19"/>
              <p:cNvGrpSpPr>
                <a:grpSpLocks/>
              </p:cNvGrpSpPr>
              <p:nvPr/>
            </p:nvGrpSpPr>
            <p:grpSpPr bwMode="auto">
              <a:xfrm>
                <a:off x="912" y="576"/>
                <a:ext cx="720" cy="1056"/>
                <a:chOff x="912" y="576"/>
                <a:chExt cx="720" cy="1056"/>
              </a:xfrm>
            </p:grpSpPr>
            <p:sp>
              <p:nvSpPr>
                <p:cNvPr id="20509" name="Line 20"/>
                <p:cNvSpPr>
                  <a:spLocks noChangeShapeType="1"/>
                </p:cNvSpPr>
                <p:nvPr/>
              </p:nvSpPr>
              <p:spPr bwMode="auto">
                <a:xfrm>
                  <a:off x="1632" y="576"/>
                  <a:ext cx="0" cy="384"/>
                </a:xfrm>
                <a:prstGeom prst="line">
                  <a:avLst/>
                </a:prstGeom>
                <a:noFill/>
                <a:ln w="57150">
                  <a:solidFill>
                    <a:schemeClr val="tx1"/>
                  </a:solidFill>
                  <a:round/>
                  <a:headEnd type="triangle" w="med" len="med"/>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10" name="Line 21"/>
                <p:cNvSpPr>
                  <a:spLocks noChangeShapeType="1"/>
                </p:cNvSpPr>
                <p:nvPr/>
              </p:nvSpPr>
              <p:spPr bwMode="auto">
                <a:xfrm>
                  <a:off x="912" y="576"/>
                  <a:ext cx="0" cy="384"/>
                </a:xfrm>
                <a:prstGeom prst="line">
                  <a:avLst/>
                </a:prstGeom>
                <a:noFill/>
                <a:ln w="57150">
                  <a:solidFill>
                    <a:schemeClr val="tx1"/>
                  </a:solidFill>
                  <a:round/>
                  <a:headEnd type="triangle" w="med" len="med"/>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11" name="Line 22"/>
                <p:cNvSpPr>
                  <a:spLocks noChangeShapeType="1"/>
                </p:cNvSpPr>
                <p:nvPr/>
              </p:nvSpPr>
              <p:spPr bwMode="auto">
                <a:xfrm>
                  <a:off x="912" y="1152"/>
                  <a:ext cx="0" cy="480"/>
                </a:xfrm>
                <a:prstGeom prst="line">
                  <a:avLst/>
                </a:prstGeom>
                <a:noFill/>
                <a:ln w="571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sp>
          <p:nvSpPr>
            <p:cNvPr id="20506" name="Text Box 23"/>
            <p:cNvSpPr txBox="1">
              <a:spLocks noChangeArrowheads="1"/>
            </p:cNvSpPr>
            <p:nvPr/>
          </p:nvSpPr>
          <p:spPr bwMode="auto">
            <a:xfrm>
              <a:off x="2390" y="1405"/>
              <a:ext cx="20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type="none" w="sm" len="sm"/>
                  <a:tailEnd type="none" w="sm" len="sm"/>
                </a14:hiddenLine>
              </a:ext>
            </a:extLst>
          </p:spPr>
          <p:txBody>
            <a:bodyPr wrap="none">
              <a:spAutoFit/>
            </a:bodyPr>
            <a:lstStyle>
              <a:lvl1pPr defTabSz="7620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kumimoji="1" lang="en-US" altLang="zh-CN" sz="2400">
                  <a:solidFill>
                    <a:srgbClr val="0000FF"/>
                  </a:solidFill>
                  <a:latin typeface="楷体_GB2312"/>
                  <a:ea typeface="楷体_GB2312"/>
                  <a:cs typeface="楷体_GB2312"/>
                </a:rPr>
                <a:t>B</a:t>
              </a:r>
            </a:p>
          </p:txBody>
        </p:sp>
      </p:grpSp>
      <p:sp>
        <p:nvSpPr>
          <p:cNvPr id="20490" name="Arc 24"/>
          <p:cNvSpPr>
            <a:spLocks/>
          </p:cNvSpPr>
          <p:nvPr/>
        </p:nvSpPr>
        <p:spPr bwMode="auto">
          <a:xfrm>
            <a:off x="9788525" y="2743200"/>
            <a:ext cx="166688" cy="381000"/>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5715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0491" name="Line 25"/>
          <p:cNvSpPr>
            <a:spLocks noChangeShapeType="1"/>
          </p:cNvSpPr>
          <p:nvPr/>
        </p:nvSpPr>
        <p:spPr bwMode="auto">
          <a:xfrm flipV="1">
            <a:off x="8732838" y="2103438"/>
            <a:ext cx="0" cy="83820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492" name="Text Box 26"/>
          <p:cNvSpPr txBox="1">
            <a:spLocks noChangeArrowheads="1"/>
          </p:cNvSpPr>
          <p:nvPr/>
        </p:nvSpPr>
        <p:spPr bwMode="auto">
          <a:xfrm>
            <a:off x="8193088" y="1828801"/>
            <a:ext cx="45076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defTabSz="7620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kumimoji="1" lang="en-US" altLang="zh-CN" b="1">
                <a:solidFill>
                  <a:srgbClr val="0000FF"/>
                </a:solidFill>
                <a:latin typeface="楷体_GB2312"/>
                <a:ea typeface="楷体_GB2312"/>
                <a:cs typeface="楷体_GB2312"/>
              </a:rPr>
              <a:t>n</a:t>
            </a:r>
          </a:p>
        </p:txBody>
      </p:sp>
      <p:sp>
        <p:nvSpPr>
          <p:cNvPr id="20493" name="Line 27"/>
          <p:cNvSpPr>
            <a:spLocks noChangeShapeType="1"/>
          </p:cNvSpPr>
          <p:nvPr/>
        </p:nvSpPr>
        <p:spPr bwMode="auto">
          <a:xfrm>
            <a:off x="8547100" y="3200400"/>
            <a:ext cx="355600" cy="0"/>
          </a:xfrm>
          <a:prstGeom prst="line">
            <a:avLst/>
          </a:prstGeom>
          <a:noFill/>
          <a:ln w="57150">
            <a:solidFill>
              <a:srgbClr val="CC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494" name="Line 29"/>
          <p:cNvSpPr>
            <a:spLocks noChangeShapeType="1"/>
          </p:cNvSpPr>
          <p:nvPr/>
        </p:nvSpPr>
        <p:spPr bwMode="auto">
          <a:xfrm>
            <a:off x="8547100" y="2590800"/>
            <a:ext cx="0" cy="533400"/>
          </a:xfrm>
          <a:prstGeom prst="line">
            <a:avLst/>
          </a:prstGeom>
          <a:noFill/>
          <a:ln w="5715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495" name="Line 30"/>
          <p:cNvSpPr>
            <a:spLocks noChangeShapeType="1"/>
          </p:cNvSpPr>
          <p:nvPr/>
        </p:nvSpPr>
        <p:spPr bwMode="auto">
          <a:xfrm>
            <a:off x="8193088" y="2590800"/>
            <a:ext cx="0" cy="533400"/>
          </a:xfrm>
          <a:prstGeom prst="line">
            <a:avLst/>
          </a:prstGeom>
          <a:noFill/>
          <a:ln w="5715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496" name="Line 31"/>
          <p:cNvSpPr>
            <a:spLocks noChangeShapeType="1"/>
          </p:cNvSpPr>
          <p:nvPr/>
        </p:nvSpPr>
        <p:spPr bwMode="auto">
          <a:xfrm>
            <a:off x="9167813" y="2590800"/>
            <a:ext cx="0" cy="533400"/>
          </a:xfrm>
          <a:prstGeom prst="line">
            <a:avLst/>
          </a:prstGeom>
          <a:noFill/>
          <a:ln w="5715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497" name="Line 32"/>
          <p:cNvSpPr>
            <a:spLocks noChangeShapeType="1"/>
          </p:cNvSpPr>
          <p:nvPr/>
        </p:nvSpPr>
        <p:spPr bwMode="auto">
          <a:xfrm>
            <a:off x="8813800" y="2590800"/>
            <a:ext cx="0" cy="533400"/>
          </a:xfrm>
          <a:prstGeom prst="line">
            <a:avLst/>
          </a:prstGeom>
          <a:noFill/>
          <a:ln w="5715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498" name="Line 33"/>
          <p:cNvSpPr>
            <a:spLocks noChangeShapeType="1"/>
          </p:cNvSpPr>
          <p:nvPr/>
        </p:nvSpPr>
        <p:spPr bwMode="auto">
          <a:xfrm>
            <a:off x="8193088" y="3200400"/>
            <a:ext cx="0" cy="685800"/>
          </a:xfrm>
          <a:prstGeom prst="line">
            <a:avLst/>
          </a:prstGeom>
          <a:noFill/>
          <a:ln w="571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499" name="Line 34"/>
          <p:cNvSpPr>
            <a:spLocks noChangeShapeType="1"/>
          </p:cNvSpPr>
          <p:nvPr/>
        </p:nvSpPr>
        <p:spPr bwMode="auto">
          <a:xfrm>
            <a:off x="8547100" y="3200400"/>
            <a:ext cx="0" cy="685800"/>
          </a:xfrm>
          <a:prstGeom prst="line">
            <a:avLst/>
          </a:prstGeom>
          <a:noFill/>
          <a:ln w="571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00" name="Line 35"/>
          <p:cNvSpPr>
            <a:spLocks noChangeShapeType="1"/>
          </p:cNvSpPr>
          <p:nvPr/>
        </p:nvSpPr>
        <p:spPr bwMode="auto">
          <a:xfrm>
            <a:off x="9167813" y="3200400"/>
            <a:ext cx="0" cy="685800"/>
          </a:xfrm>
          <a:prstGeom prst="line">
            <a:avLst/>
          </a:prstGeom>
          <a:noFill/>
          <a:ln w="571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0501" name="Object 36"/>
          <p:cNvGraphicFramePr>
            <a:graphicFrameLocks noChangeAspect="1"/>
          </p:cNvGraphicFramePr>
          <p:nvPr/>
        </p:nvGraphicFramePr>
        <p:xfrm>
          <a:off x="10101263" y="2933701"/>
          <a:ext cx="258762" cy="284163"/>
        </p:xfrm>
        <a:graphic>
          <a:graphicData uri="http://schemas.openxmlformats.org/presentationml/2006/ole">
            <mc:AlternateContent xmlns:mc="http://schemas.openxmlformats.org/markup-compatibility/2006">
              <mc:Choice xmlns:v="urn:schemas-microsoft-com:vml" Requires="v">
                <p:oleObj spid="_x0000_s20648" name="Equation" r:id="rId6" imgW="76149" imgH="95216" progId="Equation.DSMT4">
                  <p:embed/>
                </p:oleObj>
              </mc:Choice>
              <mc:Fallback>
                <p:oleObj name="Equation" r:id="rId6" imgW="76149" imgH="95216" progId="Equation.DSMT4">
                  <p:embed/>
                  <p:pic>
                    <p:nvPicPr>
                      <p:cNvPr id="0" name="Object 3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101263" y="2933701"/>
                        <a:ext cx="258762" cy="284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02" name="Object 38"/>
          <p:cNvGraphicFramePr>
            <a:graphicFrameLocks noChangeAspect="1"/>
          </p:cNvGraphicFramePr>
          <p:nvPr/>
        </p:nvGraphicFramePr>
        <p:xfrm>
          <a:off x="3235325" y="2239963"/>
          <a:ext cx="1703388" cy="360362"/>
        </p:xfrm>
        <a:graphic>
          <a:graphicData uri="http://schemas.openxmlformats.org/presentationml/2006/ole">
            <mc:AlternateContent xmlns:mc="http://schemas.openxmlformats.org/markup-compatibility/2006">
              <mc:Choice xmlns:v="urn:schemas-microsoft-com:vml" Requires="v">
                <p:oleObj spid="_x0000_s20649" name="Equation" r:id="rId8" imgW="790543" imgH="133486" progId="Equation.DSMT4">
                  <p:embed/>
                </p:oleObj>
              </mc:Choice>
              <mc:Fallback>
                <p:oleObj name="Equation" r:id="rId8" imgW="790543" imgH="133486" progId="Equation.DSMT4">
                  <p:embed/>
                  <p:pic>
                    <p:nvPicPr>
                      <p:cNvPr id="0" name="Object 3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35325" y="2239963"/>
                        <a:ext cx="1703388" cy="360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03" name="Object 39"/>
          <p:cNvGraphicFramePr>
            <a:graphicFrameLocks noChangeAspect="1"/>
          </p:cNvGraphicFramePr>
          <p:nvPr/>
        </p:nvGraphicFramePr>
        <p:xfrm>
          <a:off x="2062163" y="2989263"/>
          <a:ext cx="5522912" cy="1731962"/>
        </p:xfrm>
        <a:graphic>
          <a:graphicData uri="http://schemas.openxmlformats.org/presentationml/2006/ole">
            <mc:AlternateContent xmlns:mc="http://schemas.openxmlformats.org/markup-compatibility/2006">
              <mc:Choice xmlns:v="urn:schemas-microsoft-com:vml" Requires="v">
                <p:oleObj spid="_x0000_s20650" name="Equation" r:id="rId10" imgW="2667051" imgH="799998" progId="Equation.DSMT4">
                  <p:embed/>
                </p:oleObj>
              </mc:Choice>
              <mc:Fallback>
                <p:oleObj name="Equation" r:id="rId10" imgW="2667051" imgH="799998" progId="Equation.DSMT4">
                  <p:embed/>
                  <p:pic>
                    <p:nvPicPr>
                      <p:cNvPr id="0" name="Object 3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062163" y="2989263"/>
                        <a:ext cx="5522912" cy="1731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04" name="Object 44"/>
          <p:cNvGraphicFramePr>
            <a:graphicFrameLocks noChangeAspect="1"/>
          </p:cNvGraphicFramePr>
          <p:nvPr/>
        </p:nvGraphicFramePr>
        <p:xfrm>
          <a:off x="2249489" y="5157789"/>
          <a:ext cx="1781175" cy="619125"/>
        </p:xfrm>
        <a:graphic>
          <a:graphicData uri="http://schemas.openxmlformats.org/presentationml/2006/ole">
            <mc:AlternateContent xmlns:mc="http://schemas.openxmlformats.org/markup-compatibility/2006">
              <mc:Choice xmlns:v="urn:schemas-microsoft-com:vml" Requires="v">
                <p:oleObj spid="_x0000_s20651" name="Equation" r:id="rId12" imgW="828771" imgH="257175" progId="Equation.DSMT4">
                  <p:embed/>
                </p:oleObj>
              </mc:Choice>
              <mc:Fallback>
                <p:oleObj name="Equation" r:id="rId12" imgW="828771" imgH="257175" progId="Equation.DSMT4">
                  <p:embed/>
                  <p:pic>
                    <p:nvPicPr>
                      <p:cNvPr id="0" name="Object 4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249489" y="5157789"/>
                        <a:ext cx="1781175" cy="619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530" name="Text Box 3"/>
          <p:cNvSpPr txBox="1">
            <a:spLocks noChangeArrowheads="1"/>
          </p:cNvSpPr>
          <p:nvPr/>
        </p:nvSpPr>
        <p:spPr bwMode="auto">
          <a:xfrm>
            <a:off x="1917700" y="342901"/>
            <a:ext cx="4806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确定感生电动势的大小、方向</a:t>
            </a:r>
          </a:p>
        </p:txBody>
      </p:sp>
      <p:sp>
        <p:nvSpPr>
          <p:cNvPr id="22531" name="Text Box 4"/>
          <p:cNvSpPr txBox="1">
            <a:spLocks noChangeArrowheads="1"/>
          </p:cNvSpPr>
          <p:nvPr/>
        </p:nvSpPr>
        <p:spPr bwMode="auto">
          <a:xfrm>
            <a:off x="2247901" y="1803401"/>
            <a:ext cx="22955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判断</a:t>
            </a:r>
            <a:r>
              <a:rPr kumimoji="1" lang="zh-CN" altLang="en-US" sz="2800" i="1">
                <a:solidFill>
                  <a:srgbClr val="0000FF"/>
                </a:solidFill>
                <a:latin typeface="Times New Roman" panose="02020603050405020304" pitchFamily="18" charset="0"/>
                <a:sym typeface="Symbol" panose="05050102010706020507" pitchFamily="18" charset="2"/>
              </a:rPr>
              <a:t>  </a:t>
            </a:r>
            <a:r>
              <a:rPr kumimoji="1" lang="zh-CN" altLang="en-US" sz="2800">
                <a:solidFill>
                  <a:srgbClr val="0000FF"/>
                </a:solidFill>
                <a:latin typeface="Times New Roman" panose="02020603050405020304" pitchFamily="18" charset="0"/>
              </a:rPr>
              <a:t>的方法</a:t>
            </a:r>
          </a:p>
        </p:txBody>
      </p:sp>
      <p:sp>
        <p:nvSpPr>
          <p:cNvPr id="22532" name="Text Box 5"/>
          <p:cNvSpPr txBox="1">
            <a:spLocks noChangeArrowheads="1"/>
          </p:cNvSpPr>
          <p:nvPr/>
        </p:nvSpPr>
        <p:spPr bwMode="auto">
          <a:xfrm>
            <a:off x="2133600" y="2540001"/>
            <a:ext cx="895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推广</a:t>
            </a:r>
          </a:p>
        </p:txBody>
      </p:sp>
      <p:graphicFrame>
        <p:nvGraphicFramePr>
          <p:cNvPr id="22533" name="Object 40"/>
          <p:cNvGraphicFramePr>
            <a:graphicFrameLocks noChangeAspect="1"/>
          </p:cNvGraphicFramePr>
          <p:nvPr/>
        </p:nvGraphicFramePr>
        <p:xfrm>
          <a:off x="3124201" y="1079500"/>
          <a:ext cx="1343025" cy="723900"/>
        </p:xfrm>
        <a:graphic>
          <a:graphicData uri="http://schemas.openxmlformats.org/presentationml/2006/ole">
            <mc:AlternateContent xmlns:mc="http://schemas.openxmlformats.org/markup-compatibility/2006">
              <mc:Choice xmlns:v="urn:schemas-microsoft-com:vml" Requires="v">
                <p:oleObj spid="_x0000_s22755" name="公式" r:id="rId4" imgW="609498" imgH="304936" progId="Equation.3">
                  <p:embed/>
                </p:oleObj>
              </mc:Choice>
              <mc:Fallback>
                <p:oleObj name="公式" r:id="rId4" imgW="609498" imgH="304936" progId="Equation.3">
                  <p:embed/>
                  <p:pic>
                    <p:nvPicPr>
                      <p:cNvPr id="0" name="Object 4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24201" y="1079500"/>
                        <a:ext cx="1343025" cy="723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34" name="Object 41"/>
          <p:cNvGraphicFramePr>
            <a:graphicFrameLocks noChangeAspect="1"/>
          </p:cNvGraphicFramePr>
          <p:nvPr/>
        </p:nvGraphicFramePr>
        <p:xfrm>
          <a:off x="3340100" y="2514600"/>
          <a:ext cx="1989138" cy="723900"/>
        </p:xfrm>
        <a:graphic>
          <a:graphicData uri="http://schemas.openxmlformats.org/presentationml/2006/ole">
            <mc:AlternateContent xmlns:mc="http://schemas.openxmlformats.org/markup-compatibility/2006">
              <mc:Choice xmlns:v="urn:schemas-microsoft-com:vml" Requires="v">
                <p:oleObj spid="_x0000_s22756" name="公式" r:id="rId6" imgW="933361" imgH="304936" progId="Equation.3">
                  <p:embed/>
                </p:oleObj>
              </mc:Choice>
              <mc:Fallback>
                <p:oleObj name="公式" r:id="rId6" imgW="933361" imgH="304936" progId="Equation.3">
                  <p:embed/>
                  <p:pic>
                    <p:nvPicPr>
                      <p:cNvPr id="0" name="Object 4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40100" y="2514600"/>
                        <a:ext cx="1989138" cy="723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35" name="Object 42"/>
          <p:cNvGraphicFramePr>
            <a:graphicFrameLocks noChangeAspect="1"/>
          </p:cNvGraphicFramePr>
          <p:nvPr/>
        </p:nvGraphicFramePr>
        <p:xfrm>
          <a:off x="3302000" y="3378200"/>
          <a:ext cx="2789238" cy="723900"/>
        </p:xfrm>
        <a:graphic>
          <a:graphicData uri="http://schemas.openxmlformats.org/presentationml/2006/ole">
            <mc:AlternateContent xmlns:mc="http://schemas.openxmlformats.org/markup-compatibility/2006">
              <mc:Choice xmlns:v="urn:schemas-microsoft-com:vml" Requires="v">
                <p:oleObj spid="_x0000_s22757" name="公式" r:id="rId8" imgW="1323892" imgH="304936" progId="Equation.3">
                  <p:embed/>
                </p:oleObj>
              </mc:Choice>
              <mc:Fallback>
                <p:oleObj name="公式" r:id="rId8" imgW="1323892" imgH="304936" progId="Equation.3">
                  <p:embed/>
                  <p:pic>
                    <p:nvPicPr>
                      <p:cNvPr id="0" name="Object 4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302000" y="3378200"/>
                        <a:ext cx="2789238" cy="723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36" name="Object 43"/>
          <p:cNvGraphicFramePr>
            <a:graphicFrameLocks noChangeAspect="1"/>
          </p:cNvGraphicFramePr>
          <p:nvPr/>
        </p:nvGraphicFramePr>
        <p:xfrm>
          <a:off x="3289301" y="4292600"/>
          <a:ext cx="1446213" cy="541338"/>
        </p:xfrm>
        <a:graphic>
          <a:graphicData uri="http://schemas.openxmlformats.org/presentationml/2006/ole">
            <mc:AlternateContent xmlns:mc="http://schemas.openxmlformats.org/markup-compatibility/2006">
              <mc:Choice xmlns:v="urn:schemas-microsoft-com:vml" Requires="v">
                <p:oleObj spid="_x0000_s22758" name="公式" r:id="rId10" imgW="666686" imgH="219211" progId="Equation.3">
                  <p:embed/>
                </p:oleObj>
              </mc:Choice>
              <mc:Fallback>
                <p:oleObj name="公式" r:id="rId10" imgW="666686" imgH="219211" progId="Equation.3">
                  <p:embed/>
                  <p:pic>
                    <p:nvPicPr>
                      <p:cNvPr id="0" name="Object 4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89301" y="4292600"/>
                        <a:ext cx="1446213" cy="541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37" name="Object 44"/>
          <p:cNvGraphicFramePr>
            <a:graphicFrameLocks noChangeAspect="1"/>
          </p:cNvGraphicFramePr>
          <p:nvPr/>
        </p:nvGraphicFramePr>
        <p:xfrm>
          <a:off x="2962275" y="5003800"/>
          <a:ext cx="3227388" cy="825500"/>
        </p:xfrm>
        <a:graphic>
          <a:graphicData uri="http://schemas.openxmlformats.org/presentationml/2006/ole">
            <mc:AlternateContent xmlns:mc="http://schemas.openxmlformats.org/markup-compatibility/2006">
              <mc:Choice xmlns:v="urn:schemas-microsoft-com:vml" Requires="v">
                <p:oleObj spid="_x0000_s22759" name="Equation" r:id="rId12" imgW="1543165" imgH="361882" progId="Equation.DSMT4">
                  <p:embed/>
                </p:oleObj>
              </mc:Choice>
              <mc:Fallback>
                <p:oleObj name="Equation" r:id="rId12" imgW="1543165" imgH="361882" progId="Equation.DSMT4">
                  <p:embed/>
                  <p:pic>
                    <p:nvPicPr>
                      <p:cNvPr id="0" name="Object 4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962275" y="5003800"/>
                        <a:ext cx="3227388"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538" name="Line 13"/>
          <p:cNvSpPr>
            <a:spLocks noChangeShapeType="1"/>
          </p:cNvSpPr>
          <p:nvPr/>
        </p:nvSpPr>
        <p:spPr bwMode="auto">
          <a:xfrm>
            <a:off x="8813800" y="3200400"/>
            <a:ext cx="0" cy="685800"/>
          </a:xfrm>
          <a:prstGeom prst="line">
            <a:avLst/>
          </a:prstGeom>
          <a:noFill/>
          <a:ln w="571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39" name="Oval 14"/>
          <p:cNvSpPr>
            <a:spLocks noChangeArrowheads="1"/>
          </p:cNvSpPr>
          <p:nvPr/>
        </p:nvSpPr>
        <p:spPr bwMode="auto">
          <a:xfrm>
            <a:off x="7661275" y="2646363"/>
            <a:ext cx="2127250" cy="533400"/>
          </a:xfrm>
          <a:prstGeom prst="ellipse">
            <a:avLst/>
          </a:prstGeom>
          <a:noFill/>
          <a:ln w="57150">
            <a:solidFill>
              <a:schemeClr val="tx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2540" name="Line 15"/>
          <p:cNvSpPr>
            <a:spLocks noChangeShapeType="1"/>
          </p:cNvSpPr>
          <p:nvPr/>
        </p:nvSpPr>
        <p:spPr bwMode="auto">
          <a:xfrm>
            <a:off x="8991600" y="2362200"/>
            <a:ext cx="0" cy="533400"/>
          </a:xfrm>
          <a:prstGeom prst="line">
            <a:avLst/>
          </a:prstGeom>
          <a:noFill/>
          <a:ln w="5715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41" name="Line 16"/>
          <p:cNvSpPr>
            <a:spLocks noChangeShapeType="1"/>
          </p:cNvSpPr>
          <p:nvPr/>
        </p:nvSpPr>
        <p:spPr bwMode="auto">
          <a:xfrm>
            <a:off x="8370888" y="2362200"/>
            <a:ext cx="0" cy="533400"/>
          </a:xfrm>
          <a:prstGeom prst="line">
            <a:avLst/>
          </a:prstGeom>
          <a:noFill/>
          <a:ln w="5715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42" name="Line 17"/>
          <p:cNvSpPr>
            <a:spLocks noChangeShapeType="1"/>
          </p:cNvSpPr>
          <p:nvPr/>
        </p:nvSpPr>
        <p:spPr bwMode="auto">
          <a:xfrm>
            <a:off x="8370888" y="3200400"/>
            <a:ext cx="0" cy="685800"/>
          </a:xfrm>
          <a:prstGeom prst="line">
            <a:avLst/>
          </a:prstGeom>
          <a:noFill/>
          <a:ln w="571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43" name="Line 18"/>
          <p:cNvSpPr>
            <a:spLocks noChangeShapeType="1"/>
          </p:cNvSpPr>
          <p:nvPr/>
        </p:nvSpPr>
        <p:spPr bwMode="auto">
          <a:xfrm>
            <a:off x="8991600" y="3200400"/>
            <a:ext cx="0" cy="685800"/>
          </a:xfrm>
          <a:prstGeom prst="line">
            <a:avLst/>
          </a:prstGeom>
          <a:noFill/>
          <a:ln w="571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2544" name="Group 19"/>
          <p:cNvGrpSpPr>
            <a:grpSpLocks/>
          </p:cNvGrpSpPr>
          <p:nvPr/>
        </p:nvGrpSpPr>
        <p:grpSpPr bwMode="auto">
          <a:xfrm>
            <a:off x="8015288" y="2209801"/>
            <a:ext cx="1777372" cy="1731963"/>
            <a:chOff x="1632" y="1405"/>
            <a:chExt cx="962" cy="1091"/>
          </a:xfrm>
        </p:grpSpPr>
        <p:grpSp>
          <p:nvGrpSpPr>
            <p:cNvPr id="22559" name="Group 20"/>
            <p:cNvGrpSpPr>
              <a:grpSpLocks/>
            </p:cNvGrpSpPr>
            <p:nvPr/>
          </p:nvGrpSpPr>
          <p:grpSpPr bwMode="auto">
            <a:xfrm>
              <a:off x="1632" y="1440"/>
              <a:ext cx="720" cy="1056"/>
              <a:chOff x="912" y="576"/>
              <a:chExt cx="720" cy="1056"/>
            </a:xfrm>
          </p:grpSpPr>
          <p:sp>
            <p:nvSpPr>
              <p:cNvPr id="22561" name="Line 21"/>
              <p:cNvSpPr>
                <a:spLocks noChangeShapeType="1"/>
              </p:cNvSpPr>
              <p:nvPr/>
            </p:nvSpPr>
            <p:spPr bwMode="auto">
              <a:xfrm>
                <a:off x="1632" y="1152"/>
                <a:ext cx="0" cy="480"/>
              </a:xfrm>
              <a:prstGeom prst="line">
                <a:avLst/>
              </a:prstGeom>
              <a:noFill/>
              <a:ln w="571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2562" name="Group 22"/>
              <p:cNvGrpSpPr>
                <a:grpSpLocks/>
              </p:cNvGrpSpPr>
              <p:nvPr/>
            </p:nvGrpSpPr>
            <p:grpSpPr bwMode="auto">
              <a:xfrm>
                <a:off x="912" y="576"/>
                <a:ext cx="720" cy="1056"/>
                <a:chOff x="912" y="576"/>
                <a:chExt cx="720" cy="1056"/>
              </a:xfrm>
            </p:grpSpPr>
            <p:sp>
              <p:nvSpPr>
                <p:cNvPr id="22563" name="Line 23"/>
                <p:cNvSpPr>
                  <a:spLocks noChangeShapeType="1"/>
                </p:cNvSpPr>
                <p:nvPr/>
              </p:nvSpPr>
              <p:spPr bwMode="auto">
                <a:xfrm>
                  <a:off x="1632" y="576"/>
                  <a:ext cx="0" cy="384"/>
                </a:xfrm>
                <a:prstGeom prst="line">
                  <a:avLst/>
                </a:prstGeom>
                <a:noFill/>
                <a:ln w="57150">
                  <a:solidFill>
                    <a:schemeClr val="tx1"/>
                  </a:solidFill>
                  <a:round/>
                  <a:headEnd type="triangle" w="med" len="med"/>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64" name="Line 24"/>
                <p:cNvSpPr>
                  <a:spLocks noChangeShapeType="1"/>
                </p:cNvSpPr>
                <p:nvPr/>
              </p:nvSpPr>
              <p:spPr bwMode="auto">
                <a:xfrm>
                  <a:off x="912" y="576"/>
                  <a:ext cx="0" cy="384"/>
                </a:xfrm>
                <a:prstGeom prst="line">
                  <a:avLst/>
                </a:prstGeom>
                <a:noFill/>
                <a:ln w="57150">
                  <a:solidFill>
                    <a:schemeClr val="tx1"/>
                  </a:solidFill>
                  <a:round/>
                  <a:headEnd type="triangle" w="med" len="med"/>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65" name="Line 25"/>
                <p:cNvSpPr>
                  <a:spLocks noChangeShapeType="1"/>
                </p:cNvSpPr>
                <p:nvPr/>
              </p:nvSpPr>
              <p:spPr bwMode="auto">
                <a:xfrm>
                  <a:off x="912" y="1152"/>
                  <a:ext cx="0" cy="480"/>
                </a:xfrm>
                <a:prstGeom prst="line">
                  <a:avLst/>
                </a:prstGeom>
                <a:noFill/>
                <a:ln w="571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sp>
          <p:nvSpPr>
            <p:cNvPr id="22560" name="Text Box 26"/>
            <p:cNvSpPr txBox="1">
              <a:spLocks noChangeArrowheads="1"/>
            </p:cNvSpPr>
            <p:nvPr/>
          </p:nvSpPr>
          <p:spPr bwMode="auto">
            <a:xfrm>
              <a:off x="2390" y="1405"/>
              <a:ext cx="20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type="none" w="sm" len="sm"/>
                  <a:tailEnd type="none" w="sm" len="sm"/>
                </a14:hiddenLine>
              </a:ext>
            </a:extLst>
          </p:spPr>
          <p:txBody>
            <a:bodyPr wrap="none">
              <a:spAutoFit/>
            </a:bodyPr>
            <a:lstStyle>
              <a:lvl1pPr defTabSz="7620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kumimoji="1" lang="en-US" altLang="zh-CN" sz="2400">
                  <a:solidFill>
                    <a:srgbClr val="0000FF"/>
                  </a:solidFill>
                  <a:latin typeface="楷体_GB2312"/>
                  <a:ea typeface="楷体_GB2312"/>
                  <a:cs typeface="楷体_GB2312"/>
                </a:rPr>
                <a:t>B</a:t>
              </a:r>
            </a:p>
          </p:txBody>
        </p:sp>
      </p:grpSp>
      <p:sp>
        <p:nvSpPr>
          <p:cNvPr id="22545" name="Arc 27"/>
          <p:cNvSpPr>
            <a:spLocks/>
          </p:cNvSpPr>
          <p:nvPr/>
        </p:nvSpPr>
        <p:spPr bwMode="auto">
          <a:xfrm>
            <a:off x="9788525" y="2743200"/>
            <a:ext cx="166688" cy="381000"/>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5715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546" name="Line 30"/>
          <p:cNvSpPr>
            <a:spLocks noChangeShapeType="1"/>
          </p:cNvSpPr>
          <p:nvPr/>
        </p:nvSpPr>
        <p:spPr bwMode="auto">
          <a:xfrm flipV="1">
            <a:off x="8732838" y="2103438"/>
            <a:ext cx="0" cy="83820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47" name="Text Box 31"/>
          <p:cNvSpPr txBox="1">
            <a:spLocks noChangeArrowheads="1"/>
          </p:cNvSpPr>
          <p:nvPr/>
        </p:nvSpPr>
        <p:spPr bwMode="auto">
          <a:xfrm>
            <a:off x="8193088" y="1828801"/>
            <a:ext cx="45076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defTabSz="7620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kumimoji="1" lang="en-US" altLang="zh-CN" b="1">
                <a:solidFill>
                  <a:srgbClr val="0000FF"/>
                </a:solidFill>
                <a:latin typeface="楷体_GB2312"/>
                <a:ea typeface="楷体_GB2312"/>
                <a:cs typeface="楷体_GB2312"/>
              </a:rPr>
              <a:t>n</a:t>
            </a:r>
          </a:p>
        </p:txBody>
      </p:sp>
      <p:sp>
        <p:nvSpPr>
          <p:cNvPr id="22548" name="Line 32"/>
          <p:cNvSpPr>
            <a:spLocks noChangeShapeType="1"/>
          </p:cNvSpPr>
          <p:nvPr/>
        </p:nvSpPr>
        <p:spPr bwMode="auto">
          <a:xfrm>
            <a:off x="8547100" y="3200400"/>
            <a:ext cx="355600" cy="0"/>
          </a:xfrm>
          <a:prstGeom prst="line">
            <a:avLst/>
          </a:prstGeom>
          <a:noFill/>
          <a:ln w="57150">
            <a:solidFill>
              <a:srgbClr val="CC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49" name="Text Box 34"/>
          <p:cNvSpPr txBox="1">
            <a:spLocks noChangeArrowheads="1"/>
          </p:cNvSpPr>
          <p:nvPr/>
        </p:nvSpPr>
        <p:spPr bwMode="auto">
          <a:xfrm>
            <a:off x="7169151" y="2590800"/>
            <a:ext cx="531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zh-CN" altLang="en-US" sz="2400" b="1">
                <a:solidFill>
                  <a:srgbClr val="0000FF"/>
                </a:solidFill>
                <a:latin typeface="楷体_GB2312"/>
                <a:ea typeface="楷体_GB2312"/>
                <a:cs typeface="楷体_GB2312"/>
              </a:rPr>
              <a:t>匝</a:t>
            </a:r>
          </a:p>
        </p:txBody>
      </p:sp>
      <p:sp>
        <p:nvSpPr>
          <p:cNvPr id="22550" name="Line 35"/>
          <p:cNvSpPr>
            <a:spLocks noChangeShapeType="1"/>
          </p:cNvSpPr>
          <p:nvPr/>
        </p:nvSpPr>
        <p:spPr bwMode="auto">
          <a:xfrm>
            <a:off x="8547100" y="2590800"/>
            <a:ext cx="0" cy="533400"/>
          </a:xfrm>
          <a:prstGeom prst="line">
            <a:avLst/>
          </a:prstGeom>
          <a:noFill/>
          <a:ln w="5715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51" name="Line 36"/>
          <p:cNvSpPr>
            <a:spLocks noChangeShapeType="1"/>
          </p:cNvSpPr>
          <p:nvPr/>
        </p:nvSpPr>
        <p:spPr bwMode="auto">
          <a:xfrm>
            <a:off x="8193088" y="2590800"/>
            <a:ext cx="0" cy="533400"/>
          </a:xfrm>
          <a:prstGeom prst="line">
            <a:avLst/>
          </a:prstGeom>
          <a:noFill/>
          <a:ln w="5715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52" name="Line 37"/>
          <p:cNvSpPr>
            <a:spLocks noChangeShapeType="1"/>
          </p:cNvSpPr>
          <p:nvPr/>
        </p:nvSpPr>
        <p:spPr bwMode="auto">
          <a:xfrm>
            <a:off x="9167813" y="2590800"/>
            <a:ext cx="0" cy="533400"/>
          </a:xfrm>
          <a:prstGeom prst="line">
            <a:avLst/>
          </a:prstGeom>
          <a:noFill/>
          <a:ln w="5715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53" name="Line 38"/>
          <p:cNvSpPr>
            <a:spLocks noChangeShapeType="1"/>
          </p:cNvSpPr>
          <p:nvPr/>
        </p:nvSpPr>
        <p:spPr bwMode="auto">
          <a:xfrm>
            <a:off x="8813800" y="2590800"/>
            <a:ext cx="0" cy="533400"/>
          </a:xfrm>
          <a:prstGeom prst="line">
            <a:avLst/>
          </a:prstGeom>
          <a:noFill/>
          <a:ln w="5715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54" name="Line 39"/>
          <p:cNvSpPr>
            <a:spLocks noChangeShapeType="1"/>
          </p:cNvSpPr>
          <p:nvPr/>
        </p:nvSpPr>
        <p:spPr bwMode="auto">
          <a:xfrm>
            <a:off x="8193088" y="3200400"/>
            <a:ext cx="0" cy="685800"/>
          </a:xfrm>
          <a:prstGeom prst="line">
            <a:avLst/>
          </a:prstGeom>
          <a:noFill/>
          <a:ln w="571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55" name="Line 40"/>
          <p:cNvSpPr>
            <a:spLocks noChangeShapeType="1"/>
          </p:cNvSpPr>
          <p:nvPr/>
        </p:nvSpPr>
        <p:spPr bwMode="auto">
          <a:xfrm>
            <a:off x="8547100" y="3200400"/>
            <a:ext cx="0" cy="685800"/>
          </a:xfrm>
          <a:prstGeom prst="line">
            <a:avLst/>
          </a:prstGeom>
          <a:noFill/>
          <a:ln w="571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56" name="Line 41"/>
          <p:cNvSpPr>
            <a:spLocks noChangeShapeType="1"/>
          </p:cNvSpPr>
          <p:nvPr/>
        </p:nvSpPr>
        <p:spPr bwMode="auto">
          <a:xfrm>
            <a:off x="9167813" y="3200400"/>
            <a:ext cx="0" cy="685800"/>
          </a:xfrm>
          <a:prstGeom prst="line">
            <a:avLst/>
          </a:prstGeom>
          <a:noFill/>
          <a:ln w="571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2557" name="Object 45"/>
          <p:cNvGraphicFramePr>
            <a:graphicFrameLocks noChangeAspect="1"/>
          </p:cNvGraphicFramePr>
          <p:nvPr/>
        </p:nvGraphicFramePr>
        <p:xfrm>
          <a:off x="10101263" y="2933701"/>
          <a:ext cx="258762" cy="284163"/>
        </p:xfrm>
        <a:graphic>
          <a:graphicData uri="http://schemas.openxmlformats.org/presentationml/2006/ole">
            <mc:AlternateContent xmlns:mc="http://schemas.openxmlformats.org/markup-compatibility/2006">
              <mc:Choice xmlns:v="urn:schemas-microsoft-com:vml" Requires="v">
                <p:oleObj spid="_x0000_s22760" name="Equation" r:id="rId14" imgW="76149" imgH="95216" progId="Equation.DSMT4">
                  <p:embed/>
                </p:oleObj>
              </mc:Choice>
              <mc:Fallback>
                <p:oleObj name="Equation" r:id="rId14" imgW="76149" imgH="95216" progId="Equation.DSMT4">
                  <p:embed/>
                  <p:pic>
                    <p:nvPicPr>
                      <p:cNvPr id="0" name="Object 4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0101263" y="2933701"/>
                        <a:ext cx="258762" cy="284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58" name="Object 46"/>
          <p:cNvGraphicFramePr>
            <a:graphicFrameLocks noChangeAspect="1"/>
          </p:cNvGraphicFramePr>
          <p:nvPr/>
        </p:nvGraphicFramePr>
        <p:xfrm>
          <a:off x="6905625" y="2663825"/>
          <a:ext cx="361950" cy="361950"/>
        </p:xfrm>
        <a:graphic>
          <a:graphicData uri="http://schemas.openxmlformats.org/presentationml/2006/ole">
            <mc:AlternateContent xmlns:mc="http://schemas.openxmlformats.org/markup-compatibility/2006">
              <mc:Choice xmlns:v="urn:schemas-microsoft-com:vml" Requires="v">
                <p:oleObj spid="_x0000_s22761" name="Equation" r:id="rId16" imgW="133337" imgH="133486" progId="Equation.DSMT4">
                  <p:embed/>
                </p:oleObj>
              </mc:Choice>
              <mc:Fallback>
                <p:oleObj name="Equation" r:id="rId16" imgW="133337" imgH="133486" progId="Equation.DSMT4">
                  <p:embed/>
                  <p:pic>
                    <p:nvPicPr>
                      <p:cNvPr id="0" name="Object 4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905625" y="2663825"/>
                        <a:ext cx="361950" cy="361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2" name="Rectangle 2"/>
          <p:cNvSpPr>
            <a:spLocks noChangeArrowheads="1"/>
          </p:cNvSpPr>
          <p:nvPr/>
        </p:nvSpPr>
        <p:spPr bwMode="auto">
          <a:xfrm>
            <a:off x="1885224" y="103124"/>
            <a:ext cx="7239000" cy="571500"/>
          </a:xfrm>
          <a:prstGeom prst="rect">
            <a:avLst/>
          </a:prstGeom>
          <a:noFill/>
          <a:ln w="9525">
            <a:noFill/>
            <a:miter lim="800000"/>
            <a:headEnd/>
            <a:tailEnd/>
          </a:ln>
          <a:effectLst/>
        </p:spPr>
        <p:txBody>
          <a:bodyPr lIns="92075" tIns="46038" rIns="92075" bIns="46038" anchor="ctr"/>
          <a:lstStyle/>
          <a:p>
            <a:pPr algn="ctr" eaLnBrk="1" hangingPunct="1">
              <a:defRPr/>
            </a:pPr>
            <a:r>
              <a:rPr kumimoji="1" lang="zh-CN" altLang="en-US" sz="3600" dirty="0">
                <a:solidFill>
                  <a:srgbClr val="FF0000"/>
                </a:solidFill>
                <a:effectLst>
                  <a:outerShdw blurRad="38100" dist="38100" dir="2700000" algn="tl">
                    <a:srgbClr val="C0C0C0"/>
                  </a:outerShdw>
                </a:effectLst>
                <a:latin typeface="宋体" charset="-122"/>
                <a:ea typeface="宋体" charset="-122"/>
              </a:rPr>
              <a:t>涡电流</a:t>
            </a:r>
          </a:p>
        </p:txBody>
      </p:sp>
      <p:sp>
        <p:nvSpPr>
          <p:cNvPr id="24579" name="Rectangle 3"/>
          <p:cNvSpPr>
            <a:spLocks noChangeArrowheads="1"/>
          </p:cNvSpPr>
          <p:nvPr/>
        </p:nvSpPr>
        <p:spPr bwMode="auto">
          <a:xfrm>
            <a:off x="380921" y="1225420"/>
            <a:ext cx="34480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b="1">
                <a:solidFill>
                  <a:srgbClr val="0000FF"/>
                </a:solidFill>
                <a:latin typeface="Times New Roman" panose="02020603050405020304" pitchFamily="18" charset="0"/>
              </a:rPr>
              <a:t>一、涡电流的产生</a:t>
            </a:r>
          </a:p>
        </p:txBody>
      </p:sp>
      <p:sp>
        <p:nvSpPr>
          <p:cNvPr id="24580" name="Line 10"/>
          <p:cNvSpPr>
            <a:spLocks noChangeShapeType="1"/>
          </p:cNvSpPr>
          <p:nvPr/>
        </p:nvSpPr>
        <p:spPr bwMode="auto">
          <a:xfrm>
            <a:off x="7239000" y="190500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nvGrpSpPr>
          <p:cNvPr id="24581" name="Group 66"/>
          <p:cNvGrpSpPr>
            <a:grpSpLocks/>
          </p:cNvGrpSpPr>
          <p:nvPr/>
        </p:nvGrpSpPr>
        <p:grpSpPr bwMode="auto">
          <a:xfrm>
            <a:off x="8747125" y="817563"/>
            <a:ext cx="2470150" cy="2514600"/>
            <a:chOff x="3840" y="1008"/>
            <a:chExt cx="1556" cy="1584"/>
          </a:xfrm>
        </p:grpSpPr>
        <p:grpSp>
          <p:nvGrpSpPr>
            <p:cNvPr id="24615" name="Group 12"/>
            <p:cNvGrpSpPr>
              <a:grpSpLocks/>
            </p:cNvGrpSpPr>
            <p:nvPr/>
          </p:nvGrpSpPr>
          <p:grpSpPr bwMode="auto">
            <a:xfrm>
              <a:off x="4380" y="1008"/>
              <a:ext cx="912" cy="1584"/>
              <a:chOff x="3600" y="1056"/>
              <a:chExt cx="912" cy="1584"/>
            </a:xfrm>
          </p:grpSpPr>
          <p:sp>
            <p:nvSpPr>
              <p:cNvPr id="24624" name="Oval 13"/>
              <p:cNvSpPr>
                <a:spLocks noChangeArrowheads="1"/>
              </p:cNvSpPr>
              <p:nvPr/>
            </p:nvSpPr>
            <p:spPr bwMode="auto">
              <a:xfrm>
                <a:off x="3600" y="1056"/>
                <a:ext cx="912" cy="28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4625" name="Oval 14"/>
              <p:cNvSpPr>
                <a:spLocks noChangeArrowheads="1"/>
              </p:cNvSpPr>
              <p:nvPr/>
            </p:nvSpPr>
            <p:spPr bwMode="auto">
              <a:xfrm>
                <a:off x="3600" y="2352"/>
                <a:ext cx="912" cy="28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4626" name="Line 15"/>
              <p:cNvSpPr>
                <a:spLocks noChangeShapeType="1"/>
              </p:cNvSpPr>
              <p:nvPr/>
            </p:nvSpPr>
            <p:spPr bwMode="auto">
              <a:xfrm>
                <a:off x="3600" y="1200"/>
                <a:ext cx="0" cy="12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27" name="Line 16"/>
              <p:cNvSpPr>
                <a:spLocks noChangeShapeType="1"/>
              </p:cNvSpPr>
              <p:nvPr/>
            </p:nvSpPr>
            <p:spPr bwMode="auto">
              <a:xfrm>
                <a:off x="4512" y="1200"/>
                <a:ext cx="0" cy="12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4628" name="Group 17"/>
              <p:cNvGrpSpPr>
                <a:grpSpLocks/>
              </p:cNvGrpSpPr>
              <p:nvPr/>
            </p:nvGrpSpPr>
            <p:grpSpPr bwMode="auto">
              <a:xfrm>
                <a:off x="3696" y="1130"/>
                <a:ext cx="720" cy="144"/>
                <a:chOff x="3696" y="1130"/>
                <a:chExt cx="720" cy="144"/>
              </a:xfrm>
            </p:grpSpPr>
            <p:sp>
              <p:nvSpPr>
                <p:cNvPr id="24636" name="Oval 18"/>
                <p:cNvSpPr>
                  <a:spLocks noChangeArrowheads="1"/>
                </p:cNvSpPr>
                <p:nvPr/>
              </p:nvSpPr>
              <p:spPr bwMode="auto">
                <a:xfrm>
                  <a:off x="3696" y="1130"/>
                  <a:ext cx="720" cy="14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4637" name="Oval 19"/>
                <p:cNvSpPr>
                  <a:spLocks noChangeArrowheads="1"/>
                </p:cNvSpPr>
                <p:nvPr/>
              </p:nvSpPr>
              <p:spPr bwMode="auto">
                <a:xfrm>
                  <a:off x="3792" y="1152"/>
                  <a:ext cx="528" cy="9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grpSp>
            <p:nvGrpSpPr>
              <p:cNvPr id="24629" name="Group 20"/>
              <p:cNvGrpSpPr>
                <a:grpSpLocks/>
              </p:cNvGrpSpPr>
              <p:nvPr/>
            </p:nvGrpSpPr>
            <p:grpSpPr bwMode="auto">
              <a:xfrm>
                <a:off x="3707" y="2437"/>
                <a:ext cx="720" cy="144"/>
                <a:chOff x="3696" y="1130"/>
                <a:chExt cx="720" cy="144"/>
              </a:xfrm>
            </p:grpSpPr>
            <p:sp>
              <p:nvSpPr>
                <p:cNvPr id="24634" name="Oval 21"/>
                <p:cNvSpPr>
                  <a:spLocks noChangeArrowheads="1"/>
                </p:cNvSpPr>
                <p:nvPr/>
              </p:nvSpPr>
              <p:spPr bwMode="auto">
                <a:xfrm>
                  <a:off x="3696" y="1130"/>
                  <a:ext cx="720" cy="14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4635" name="Oval 22"/>
                <p:cNvSpPr>
                  <a:spLocks noChangeArrowheads="1"/>
                </p:cNvSpPr>
                <p:nvPr/>
              </p:nvSpPr>
              <p:spPr bwMode="auto">
                <a:xfrm>
                  <a:off x="3792" y="1152"/>
                  <a:ext cx="528" cy="9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sp>
            <p:nvSpPr>
              <p:cNvPr id="24630" name="Line 23"/>
              <p:cNvSpPr>
                <a:spLocks noChangeShapeType="1"/>
              </p:cNvSpPr>
              <p:nvPr/>
            </p:nvSpPr>
            <p:spPr bwMode="auto">
              <a:xfrm>
                <a:off x="4416" y="1200"/>
                <a:ext cx="0" cy="1344"/>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31" name="Line 24"/>
              <p:cNvSpPr>
                <a:spLocks noChangeShapeType="1"/>
              </p:cNvSpPr>
              <p:nvPr/>
            </p:nvSpPr>
            <p:spPr bwMode="auto">
              <a:xfrm>
                <a:off x="3696" y="1200"/>
                <a:ext cx="0" cy="1344"/>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32" name="Line 25"/>
              <p:cNvSpPr>
                <a:spLocks noChangeShapeType="1"/>
              </p:cNvSpPr>
              <p:nvPr/>
            </p:nvSpPr>
            <p:spPr bwMode="auto">
              <a:xfrm>
                <a:off x="4320" y="1200"/>
                <a:ext cx="0" cy="1344"/>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33" name="Line 26"/>
              <p:cNvSpPr>
                <a:spLocks noChangeShapeType="1"/>
              </p:cNvSpPr>
              <p:nvPr/>
            </p:nvSpPr>
            <p:spPr bwMode="auto">
              <a:xfrm>
                <a:off x="3792" y="1200"/>
                <a:ext cx="0" cy="1344"/>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4616" name="Line 27"/>
            <p:cNvSpPr>
              <a:spLocks noChangeShapeType="1"/>
            </p:cNvSpPr>
            <p:nvPr/>
          </p:nvSpPr>
          <p:spPr bwMode="auto">
            <a:xfrm>
              <a:off x="4044" y="2160"/>
              <a:ext cx="336"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17" name="Freeform 28"/>
            <p:cNvSpPr>
              <a:spLocks/>
            </p:cNvSpPr>
            <p:nvPr/>
          </p:nvSpPr>
          <p:spPr bwMode="auto">
            <a:xfrm>
              <a:off x="4332" y="2112"/>
              <a:ext cx="1064" cy="152"/>
            </a:xfrm>
            <a:custGeom>
              <a:avLst/>
              <a:gdLst>
                <a:gd name="T0" fmla="*/ 0 w 1064"/>
                <a:gd name="T1" fmla="*/ 48 h 152"/>
                <a:gd name="T2" fmla="*/ 288 w 1064"/>
                <a:gd name="T3" fmla="*/ 144 h 152"/>
                <a:gd name="T4" fmla="*/ 960 w 1064"/>
                <a:gd name="T5" fmla="*/ 96 h 152"/>
                <a:gd name="T6" fmla="*/ 912 w 1064"/>
                <a:gd name="T7" fmla="*/ 0 h 152"/>
                <a:gd name="T8" fmla="*/ 0 60000 65536"/>
                <a:gd name="T9" fmla="*/ 0 60000 65536"/>
                <a:gd name="T10" fmla="*/ 0 60000 65536"/>
                <a:gd name="T11" fmla="*/ 0 60000 65536"/>
                <a:gd name="T12" fmla="*/ 0 w 1064"/>
                <a:gd name="T13" fmla="*/ 0 h 152"/>
                <a:gd name="T14" fmla="*/ 1064 w 1064"/>
                <a:gd name="T15" fmla="*/ 152 h 152"/>
              </a:gdLst>
              <a:ahLst/>
              <a:cxnLst>
                <a:cxn ang="T8">
                  <a:pos x="T0" y="T1"/>
                </a:cxn>
                <a:cxn ang="T9">
                  <a:pos x="T2" y="T3"/>
                </a:cxn>
                <a:cxn ang="T10">
                  <a:pos x="T4" y="T5"/>
                </a:cxn>
                <a:cxn ang="T11">
                  <a:pos x="T6" y="T7"/>
                </a:cxn>
              </a:cxnLst>
              <a:rect l="T12" t="T13" r="T14" b="T15"/>
              <a:pathLst>
                <a:path w="1064" h="152">
                  <a:moveTo>
                    <a:pt x="0" y="48"/>
                  </a:moveTo>
                  <a:cubicBezTo>
                    <a:pt x="64" y="92"/>
                    <a:pt x="128" y="136"/>
                    <a:pt x="288" y="144"/>
                  </a:cubicBezTo>
                  <a:cubicBezTo>
                    <a:pt x="448" y="152"/>
                    <a:pt x="856" y="120"/>
                    <a:pt x="960" y="96"/>
                  </a:cubicBezTo>
                  <a:cubicBezTo>
                    <a:pt x="1064" y="72"/>
                    <a:pt x="920" y="16"/>
                    <a:pt x="912" y="0"/>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618" name="Freeform 29"/>
            <p:cNvSpPr>
              <a:spLocks/>
            </p:cNvSpPr>
            <p:nvPr/>
          </p:nvSpPr>
          <p:spPr bwMode="auto">
            <a:xfrm>
              <a:off x="4311" y="1912"/>
              <a:ext cx="1048" cy="152"/>
            </a:xfrm>
            <a:custGeom>
              <a:avLst/>
              <a:gdLst>
                <a:gd name="T0" fmla="*/ 80 w 1048"/>
                <a:gd name="T1" fmla="*/ 0 h 152"/>
                <a:gd name="T2" fmla="*/ 32 w 1048"/>
                <a:gd name="T3" fmla="*/ 96 h 152"/>
                <a:gd name="T4" fmla="*/ 272 w 1048"/>
                <a:gd name="T5" fmla="*/ 144 h 152"/>
                <a:gd name="T6" fmla="*/ 656 w 1048"/>
                <a:gd name="T7" fmla="*/ 144 h 152"/>
                <a:gd name="T8" fmla="*/ 992 w 1048"/>
                <a:gd name="T9" fmla="*/ 96 h 152"/>
                <a:gd name="T10" fmla="*/ 992 w 1048"/>
                <a:gd name="T11" fmla="*/ 0 h 152"/>
                <a:gd name="T12" fmla="*/ 0 60000 65536"/>
                <a:gd name="T13" fmla="*/ 0 60000 65536"/>
                <a:gd name="T14" fmla="*/ 0 60000 65536"/>
                <a:gd name="T15" fmla="*/ 0 60000 65536"/>
                <a:gd name="T16" fmla="*/ 0 60000 65536"/>
                <a:gd name="T17" fmla="*/ 0 60000 65536"/>
                <a:gd name="T18" fmla="*/ 0 w 1048"/>
                <a:gd name="T19" fmla="*/ 0 h 152"/>
                <a:gd name="T20" fmla="*/ 1048 w 1048"/>
                <a:gd name="T21" fmla="*/ 152 h 152"/>
              </a:gdLst>
              <a:ahLst/>
              <a:cxnLst>
                <a:cxn ang="T12">
                  <a:pos x="T0" y="T1"/>
                </a:cxn>
                <a:cxn ang="T13">
                  <a:pos x="T2" y="T3"/>
                </a:cxn>
                <a:cxn ang="T14">
                  <a:pos x="T4" y="T5"/>
                </a:cxn>
                <a:cxn ang="T15">
                  <a:pos x="T6" y="T7"/>
                </a:cxn>
                <a:cxn ang="T16">
                  <a:pos x="T8" y="T9"/>
                </a:cxn>
                <a:cxn ang="T17">
                  <a:pos x="T10" y="T11"/>
                </a:cxn>
              </a:cxnLst>
              <a:rect l="T18" t="T19" r="T20" b="T21"/>
              <a:pathLst>
                <a:path w="1048" h="152">
                  <a:moveTo>
                    <a:pt x="80" y="0"/>
                  </a:moveTo>
                  <a:cubicBezTo>
                    <a:pt x="40" y="36"/>
                    <a:pt x="0" y="72"/>
                    <a:pt x="32" y="96"/>
                  </a:cubicBezTo>
                  <a:cubicBezTo>
                    <a:pt x="64" y="120"/>
                    <a:pt x="168" y="136"/>
                    <a:pt x="272" y="144"/>
                  </a:cubicBezTo>
                  <a:cubicBezTo>
                    <a:pt x="376" y="152"/>
                    <a:pt x="536" y="152"/>
                    <a:pt x="656" y="144"/>
                  </a:cubicBezTo>
                  <a:cubicBezTo>
                    <a:pt x="776" y="136"/>
                    <a:pt x="936" y="120"/>
                    <a:pt x="992" y="96"/>
                  </a:cubicBezTo>
                  <a:cubicBezTo>
                    <a:pt x="1048" y="72"/>
                    <a:pt x="992" y="16"/>
                    <a:pt x="992" y="0"/>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619" name="Freeform 30"/>
            <p:cNvSpPr>
              <a:spLocks/>
            </p:cNvSpPr>
            <p:nvPr/>
          </p:nvSpPr>
          <p:spPr bwMode="auto">
            <a:xfrm>
              <a:off x="4317" y="1728"/>
              <a:ext cx="1048" cy="152"/>
            </a:xfrm>
            <a:custGeom>
              <a:avLst/>
              <a:gdLst>
                <a:gd name="T0" fmla="*/ 80 w 1048"/>
                <a:gd name="T1" fmla="*/ 0 h 152"/>
                <a:gd name="T2" fmla="*/ 32 w 1048"/>
                <a:gd name="T3" fmla="*/ 96 h 152"/>
                <a:gd name="T4" fmla="*/ 272 w 1048"/>
                <a:gd name="T5" fmla="*/ 144 h 152"/>
                <a:gd name="T6" fmla="*/ 656 w 1048"/>
                <a:gd name="T7" fmla="*/ 144 h 152"/>
                <a:gd name="T8" fmla="*/ 992 w 1048"/>
                <a:gd name="T9" fmla="*/ 96 h 152"/>
                <a:gd name="T10" fmla="*/ 992 w 1048"/>
                <a:gd name="T11" fmla="*/ 0 h 152"/>
                <a:gd name="T12" fmla="*/ 0 60000 65536"/>
                <a:gd name="T13" fmla="*/ 0 60000 65536"/>
                <a:gd name="T14" fmla="*/ 0 60000 65536"/>
                <a:gd name="T15" fmla="*/ 0 60000 65536"/>
                <a:gd name="T16" fmla="*/ 0 60000 65536"/>
                <a:gd name="T17" fmla="*/ 0 60000 65536"/>
                <a:gd name="T18" fmla="*/ 0 w 1048"/>
                <a:gd name="T19" fmla="*/ 0 h 152"/>
                <a:gd name="T20" fmla="*/ 1048 w 1048"/>
                <a:gd name="T21" fmla="*/ 152 h 152"/>
              </a:gdLst>
              <a:ahLst/>
              <a:cxnLst>
                <a:cxn ang="T12">
                  <a:pos x="T0" y="T1"/>
                </a:cxn>
                <a:cxn ang="T13">
                  <a:pos x="T2" y="T3"/>
                </a:cxn>
                <a:cxn ang="T14">
                  <a:pos x="T4" y="T5"/>
                </a:cxn>
                <a:cxn ang="T15">
                  <a:pos x="T6" y="T7"/>
                </a:cxn>
                <a:cxn ang="T16">
                  <a:pos x="T8" y="T9"/>
                </a:cxn>
                <a:cxn ang="T17">
                  <a:pos x="T10" y="T11"/>
                </a:cxn>
              </a:cxnLst>
              <a:rect l="T18" t="T19" r="T20" b="T21"/>
              <a:pathLst>
                <a:path w="1048" h="152">
                  <a:moveTo>
                    <a:pt x="80" y="0"/>
                  </a:moveTo>
                  <a:cubicBezTo>
                    <a:pt x="40" y="36"/>
                    <a:pt x="0" y="72"/>
                    <a:pt x="32" y="96"/>
                  </a:cubicBezTo>
                  <a:cubicBezTo>
                    <a:pt x="64" y="120"/>
                    <a:pt x="168" y="136"/>
                    <a:pt x="272" y="144"/>
                  </a:cubicBezTo>
                  <a:cubicBezTo>
                    <a:pt x="376" y="152"/>
                    <a:pt x="536" y="152"/>
                    <a:pt x="656" y="144"/>
                  </a:cubicBezTo>
                  <a:cubicBezTo>
                    <a:pt x="776" y="136"/>
                    <a:pt x="936" y="120"/>
                    <a:pt x="992" y="96"/>
                  </a:cubicBezTo>
                  <a:cubicBezTo>
                    <a:pt x="1048" y="72"/>
                    <a:pt x="992" y="16"/>
                    <a:pt x="992" y="0"/>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620" name="Freeform 31"/>
            <p:cNvSpPr>
              <a:spLocks/>
            </p:cNvSpPr>
            <p:nvPr/>
          </p:nvSpPr>
          <p:spPr bwMode="auto">
            <a:xfrm>
              <a:off x="4329" y="1536"/>
              <a:ext cx="1048" cy="152"/>
            </a:xfrm>
            <a:custGeom>
              <a:avLst/>
              <a:gdLst>
                <a:gd name="T0" fmla="*/ 80 w 1048"/>
                <a:gd name="T1" fmla="*/ 0 h 152"/>
                <a:gd name="T2" fmla="*/ 32 w 1048"/>
                <a:gd name="T3" fmla="*/ 96 h 152"/>
                <a:gd name="T4" fmla="*/ 272 w 1048"/>
                <a:gd name="T5" fmla="*/ 144 h 152"/>
                <a:gd name="T6" fmla="*/ 656 w 1048"/>
                <a:gd name="T7" fmla="*/ 144 h 152"/>
                <a:gd name="T8" fmla="*/ 992 w 1048"/>
                <a:gd name="T9" fmla="*/ 96 h 152"/>
                <a:gd name="T10" fmla="*/ 992 w 1048"/>
                <a:gd name="T11" fmla="*/ 0 h 152"/>
                <a:gd name="T12" fmla="*/ 0 60000 65536"/>
                <a:gd name="T13" fmla="*/ 0 60000 65536"/>
                <a:gd name="T14" fmla="*/ 0 60000 65536"/>
                <a:gd name="T15" fmla="*/ 0 60000 65536"/>
                <a:gd name="T16" fmla="*/ 0 60000 65536"/>
                <a:gd name="T17" fmla="*/ 0 60000 65536"/>
                <a:gd name="T18" fmla="*/ 0 w 1048"/>
                <a:gd name="T19" fmla="*/ 0 h 152"/>
                <a:gd name="T20" fmla="*/ 1048 w 1048"/>
                <a:gd name="T21" fmla="*/ 152 h 152"/>
              </a:gdLst>
              <a:ahLst/>
              <a:cxnLst>
                <a:cxn ang="T12">
                  <a:pos x="T0" y="T1"/>
                </a:cxn>
                <a:cxn ang="T13">
                  <a:pos x="T2" y="T3"/>
                </a:cxn>
                <a:cxn ang="T14">
                  <a:pos x="T4" y="T5"/>
                </a:cxn>
                <a:cxn ang="T15">
                  <a:pos x="T6" y="T7"/>
                </a:cxn>
                <a:cxn ang="T16">
                  <a:pos x="T8" y="T9"/>
                </a:cxn>
                <a:cxn ang="T17">
                  <a:pos x="T10" y="T11"/>
                </a:cxn>
              </a:cxnLst>
              <a:rect l="T18" t="T19" r="T20" b="T21"/>
              <a:pathLst>
                <a:path w="1048" h="152">
                  <a:moveTo>
                    <a:pt x="80" y="0"/>
                  </a:moveTo>
                  <a:cubicBezTo>
                    <a:pt x="40" y="36"/>
                    <a:pt x="0" y="72"/>
                    <a:pt x="32" y="96"/>
                  </a:cubicBezTo>
                  <a:cubicBezTo>
                    <a:pt x="64" y="120"/>
                    <a:pt x="168" y="136"/>
                    <a:pt x="272" y="144"/>
                  </a:cubicBezTo>
                  <a:cubicBezTo>
                    <a:pt x="376" y="152"/>
                    <a:pt x="536" y="152"/>
                    <a:pt x="656" y="144"/>
                  </a:cubicBezTo>
                  <a:cubicBezTo>
                    <a:pt x="776" y="136"/>
                    <a:pt x="936" y="120"/>
                    <a:pt x="992" y="96"/>
                  </a:cubicBezTo>
                  <a:cubicBezTo>
                    <a:pt x="1048" y="72"/>
                    <a:pt x="992" y="16"/>
                    <a:pt x="992" y="0"/>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621" name="Line 32"/>
            <p:cNvSpPr>
              <a:spLocks noChangeShapeType="1"/>
            </p:cNvSpPr>
            <p:nvPr/>
          </p:nvSpPr>
          <p:spPr bwMode="auto">
            <a:xfrm flipH="1">
              <a:off x="3996" y="1440"/>
              <a:ext cx="384"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4622" name="Object 33"/>
            <p:cNvGraphicFramePr>
              <a:graphicFrameLocks noChangeAspect="1"/>
            </p:cNvGraphicFramePr>
            <p:nvPr/>
          </p:nvGraphicFramePr>
          <p:xfrm>
            <a:off x="3840" y="2038"/>
            <a:ext cx="187" cy="244"/>
          </p:xfrm>
          <a:graphic>
            <a:graphicData uri="http://schemas.openxmlformats.org/presentationml/2006/ole">
              <mc:AlternateContent xmlns:mc="http://schemas.openxmlformats.org/markup-compatibility/2006">
                <mc:Choice xmlns:v="urn:schemas-microsoft-com:vml" Requires="v">
                  <p:oleObj spid="_x0000_s24719" name="公式" r:id="rId4" imgW="76149" imgH="114198" progId="Equation.3">
                    <p:embed/>
                  </p:oleObj>
                </mc:Choice>
                <mc:Fallback>
                  <p:oleObj name="公式" r:id="rId4" imgW="76149" imgH="114198" progId="Equation.3">
                    <p:embed/>
                    <p:pic>
                      <p:nvPicPr>
                        <p:cNvPr id="0" name="Object 3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40" y="2038"/>
                          <a:ext cx="187" cy="2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623" name="Object 34"/>
            <p:cNvGraphicFramePr>
              <a:graphicFrameLocks noChangeAspect="1"/>
            </p:cNvGraphicFramePr>
            <p:nvPr/>
          </p:nvGraphicFramePr>
          <p:xfrm>
            <a:off x="3857" y="1322"/>
            <a:ext cx="187" cy="244"/>
          </p:xfrm>
          <a:graphic>
            <a:graphicData uri="http://schemas.openxmlformats.org/presentationml/2006/ole">
              <mc:AlternateContent xmlns:mc="http://schemas.openxmlformats.org/markup-compatibility/2006">
                <mc:Choice xmlns:v="urn:schemas-microsoft-com:vml" Requires="v">
                  <p:oleObj spid="_x0000_s24720" name="公式" r:id="rId6" imgW="76149" imgH="114198" progId="Equation.3">
                    <p:embed/>
                  </p:oleObj>
                </mc:Choice>
                <mc:Fallback>
                  <p:oleObj name="公式" r:id="rId6" imgW="76149" imgH="114198" progId="Equation.3">
                    <p:embed/>
                    <p:pic>
                      <p:nvPicPr>
                        <p:cNvPr id="0" name="Object 3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57" y="1322"/>
                          <a:ext cx="187" cy="2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4582" name="Text Box 67"/>
          <p:cNvSpPr txBox="1">
            <a:spLocks noChangeArrowheads="1"/>
          </p:cNvSpPr>
          <p:nvPr/>
        </p:nvSpPr>
        <p:spPr bwMode="auto">
          <a:xfrm>
            <a:off x="177283" y="1981200"/>
            <a:ext cx="783771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400" dirty="0">
                <a:solidFill>
                  <a:srgbClr val="0000FF"/>
                </a:solidFill>
                <a:latin typeface="Times New Roman" panose="02020603050405020304" pitchFamily="18" charset="0"/>
              </a:rPr>
              <a:t>前面讨论了变化的磁场要在回路中产生感应电流。对于大块的金属导体处在变化的磁场时，导体内也会产生感应电流，这种电流在金属导体内形成闭合回路，称为涡电流。</a:t>
            </a:r>
          </a:p>
        </p:txBody>
      </p:sp>
      <p:sp>
        <p:nvSpPr>
          <p:cNvPr id="24583" name="Rectangle 68"/>
          <p:cNvSpPr>
            <a:spLocks noChangeArrowheads="1"/>
          </p:cNvSpPr>
          <p:nvPr/>
        </p:nvSpPr>
        <p:spPr bwMode="auto">
          <a:xfrm>
            <a:off x="350045" y="3867829"/>
            <a:ext cx="385603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b="1" dirty="0">
                <a:solidFill>
                  <a:srgbClr val="0000FF"/>
                </a:solidFill>
                <a:latin typeface="Times New Roman" panose="02020603050405020304" pitchFamily="18" charset="0"/>
              </a:rPr>
              <a:t>二、涡电流的热效应</a:t>
            </a:r>
          </a:p>
        </p:txBody>
      </p:sp>
      <p:grpSp>
        <p:nvGrpSpPr>
          <p:cNvPr id="24584" name="Group 99"/>
          <p:cNvGrpSpPr>
            <a:grpSpLocks/>
          </p:cNvGrpSpPr>
          <p:nvPr/>
        </p:nvGrpSpPr>
        <p:grpSpPr bwMode="auto">
          <a:xfrm>
            <a:off x="8466136" y="3954462"/>
            <a:ext cx="3124200" cy="2286000"/>
            <a:chOff x="3600" y="2640"/>
            <a:chExt cx="1968" cy="1440"/>
          </a:xfrm>
        </p:grpSpPr>
        <p:grpSp>
          <p:nvGrpSpPr>
            <p:cNvPr id="24586" name="Group 70"/>
            <p:cNvGrpSpPr>
              <a:grpSpLocks/>
            </p:cNvGrpSpPr>
            <p:nvPr/>
          </p:nvGrpSpPr>
          <p:grpSpPr bwMode="auto">
            <a:xfrm>
              <a:off x="3984" y="2640"/>
              <a:ext cx="1584" cy="1440"/>
              <a:chOff x="3840" y="1440"/>
              <a:chExt cx="1584" cy="1440"/>
            </a:xfrm>
          </p:grpSpPr>
          <p:sp>
            <p:nvSpPr>
              <p:cNvPr id="24611" name="Rectangle 71"/>
              <p:cNvSpPr>
                <a:spLocks noChangeArrowheads="1"/>
              </p:cNvSpPr>
              <p:nvPr/>
            </p:nvSpPr>
            <p:spPr bwMode="auto">
              <a:xfrm>
                <a:off x="3840" y="2016"/>
                <a:ext cx="624" cy="86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4612" name="Line 72"/>
              <p:cNvSpPr>
                <a:spLocks noChangeShapeType="1"/>
              </p:cNvSpPr>
              <p:nvPr/>
            </p:nvSpPr>
            <p:spPr bwMode="auto">
              <a:xfrm flipV="1">
                <a:off x="3840" y="1440"/>
                <a:ext cx="1152"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13" name="Line 73"/>
              <p:cNvSpPr>
                <a:spLocks noChangeShapeType="1"/>
              </p:cNvSpPr>
              <p:nvPr/>
            </p:nvSpPr>
            <p:spPr bwMode="auto">
              <a:xfrm flipV="1">
                <a:off x="4464" y="1536"/>
                <a:ext cx="960"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14" name="Line 74"/>
              <p:cNvSpPr>
                <a:spLocks noChangeShapeType="1"/>
              </p:cNvSpPr>
              <p:nvPr/>
            </p:nvSpPr>
            <p:spPr bwMode="auto">
              <a:xfrm flipV="1">
                <a:off x="4464" y="2400"/>
                <a:ext cx="960"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4587" name="Line 75"/>
            <p:cNvSpPr>
              <a:spLocks noChangeShapeType="1"/>
            </p:cNvSpPr>
            <p:nvPr/>
          </p:nvSpPr>
          <p:spPr bwMode="auto">
            <a:xfrm>
              <a:off x="4176" y="312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588" name="Line 76"/>
            <p:cNvSpPr>
              <a:spLocks noChangeShapeType="1"/>
            </p:cNvSpPr>
            <p:nvPr/>
          </p:nvSpPr>
          <p:spPr bwMode="auto">
            <a:xfrm>
              <a:off x="4800" y="3120"/>
              <a:ext cx="0" cy="86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589" name="Line 77"/>
            <p:cNvSpPr>
              <a:spLocks noChangeShapeType="1"/>
            </p:cNvSpPr>
            <p:nvPr/>
          </p:nvSpPr>
          <p:spPr bwMode="auto">
            <a:xfrm>
              <a:off x="4944" y="3061"/>
              <a:ext cx="0" cy="86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590" name="Line 78"/>
            <p:cNvSpPr>
              <a:spLocks noChangeShapeType="1"/>
            </p:cNvSpPr>
            <p:nvPr/>
          </p:nvSpPr>
          <p:spPr bwMode="auto">
            <a:xfrm>
              <a:off x="4331" y="304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591" name="Line 79"/>
            <p:cNvSpPr>
              <a:spLocks noChangeShapeType="1"/>
            </p:cNvSpPr>
            <p:nvPr/>
          </p:nvSpPr>
          <p:spPr bwMode="auto">
            <a:xfrm>
              <a:off x="4505" y="2965"/>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592" name="Line 80"/>
            <p:cNvSpPr>
              <a:spLocks noChangeShapeType="1"/>
            </p:cNvSpPr>
            <p:nvPr/>
          </p:nvSpPr>
          <p:spPr bwMode="auto">
            <a:xfrm>
              <a:off x="3600" y="2880"/>
              <a:ext cx="168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593" name="Line 81"/>
            <p:cNvSpPr>
              <a:spLocks noChangeShapeType="1"/>
            </p:cNvSpPr>
            <p:nvPr/>
          </p:nvSpPr>
          <p:spPr bwMode="auto">
            <a:xfrm>
              <a:off x="5088" y="2991"/>
              <a:ext cx="0" cy="86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594" name="Line 82"/>
            <p:cNvSpPr>
              <a:spLocks noChangeShapeType="1"/>
            </p:cNvSpPr>
            <p:nvPr/>
          </p:nvSpPr>
          <p:spPr bwMode="auto">
            <a:xfrm>
              <a:off x="5254" y="2906"/>
              <a:ext cx="0" cy="86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595" name="Line 83"/>
            <p:cNvSpPr>
              <a:spLocks noChangeShapeType="1"/>
            </p:cNvSpPr>
            <p:nvPr/>
          </p:nvSpPr>
          <p:spPr bwMode="auto">
            <a:xfrm>
              <a:off x="3648" y="3936"/>
              <a:ext cx="3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596" name="Line 84"/>
            <p:cNvSpPr>
              <a:spLocks noChangeShapeType="1"/>
            </p:cNvSpPr>
            <p:nvPr/>
          </p:nvSpPr>
          <p:spPr bwMode="auto">
            <a:xfrm>
              <a:off x="4224" y="2784"/>
              <a:ext cx="288" cy="0"/>
            </a:xfrm>
            <a:prstGeom prst="line">
              <a:avLst/>
            </a:prstGeom>
            <a:noFill/>
            <a:ln w="28575">
              <a:solidFill>
                <a:srgbClr val="CC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4597" name="Object 85"/>
            <p:cNvGraphicFramePr>
              <a:graphicFrameLocks noChangeAspect="1"/>
            </p:cNvGraphicFramePr>
            <p:nvPr/>
          </p:nvGraphicFramePr>
          <p:xfrm>
            <a:off x="4032" y="2640"/>
            <a:ext cx="194" cy="253"/>
          </p:xfrm>
          <a:graphic>
            <a:graphicData uri="http://schemas.openxmlformats.org/presentationml/2006/ole">
              <mc:AlternateContent xmlns:mc="http://schemas.openxmlformats.org/markup-compatibility/2006">
                <mc:Choice xmlns:v="urn:schemas-microsoft-com:vml" Requires="v">
                  <p:oleObj spid="_x0000_s24721" name="公式" r:id="rId8" imgW="76149" imgH="114198" progId="Equation.3">
                    <p:embed/>
                  </p:oleObj>
                </mc:Choice>
                <mc:Fallback>
                  <p:oleObj name="公式" r:id="rId8" imgW="76149" imgH="114198" progId="Equation.3">
                    <p:embed/>
                    <p:pic>
                      <p:nvPicPr>
                        <p:cNvPr id="0" name="Object 8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32" y="2640"/>
                          <a:ext cx="194" cy="2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598" name="Rectangle 86"/>
            <p:cNvSpPr>
              <a:spLocks noChangeArrowheads="1"/>
            </p:cNvSpPr>
            <p:nvPr/>
          </p:nvSpPr>
          <p:spPr bwMode="auto">
            <a:xfrm>
              <a:off x="3615" y="3233"/>
              <a:ext cx="266"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3600" b="1">
                  <a:latin typeface="Times New Roman" panose="02020603050405020304" pitchFamily="18" charset="0"/>
                </a:rPr>
                <a:t>~</a:t>
              </a:r>
              <a:endParaRPr kumimoji="1" lang="en-US" altLang="zh-CN" sz="2000">
                <a:latin typeface="Times New Roman" panose="02020603050405020304" pitchFamily="18" charset="0"/>
              </a:endParaRPr>
            </a:p>
          </p:txBody>
        </p:sp>
        <p:sp>
          <p:nvSpPr>
            <p:cNvPr id="24599" name="Line 87"/>
            <p:cNvSpPr>
              <a:spLocks noChangeShapeType="1"/>
            </p:cNvSpPr>
            <p:nvPr/>
          </p:nvSpPr>
          <p:spPr bwMode="auto">
            <a:xfrm>
              <a:off x="4128" y="3936"/>
              <a:ext cx="336"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00" name="Line 88"/>
            <p:cNvSpPr>
              <a:spLocks noChangeShapeType="1"/>
            </p:cNvSpPr>
            <p:nvPr/>
          </p:nvSpPr>
          <p:spPr bwMode="auto">
            <a:xfrm>
              <a:off x="4128" y="3360"/>
              <a:ext cx="336"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01" name="Line 89"/>
            <p:cNvSpPr>
              <a:spLocks noChangeShapeType="1"/>
            </p:cNvSpPr>
            <p:nvPr/>
          </p:nvSpPr>
          <p:spPr bwMode="auto">
            <a:xfrm>
              <a:off x="4128" y="3360"/>
              <a:ext cx="0" cy="576"/>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02" name="Line 90"/>
            <p:cNvSpPr>
              <a:spLocks noChangeShapeType="1"/>
            </p:cNvSpPr>
            <p:nvPr/>
          </p:nvSpPr>
          <p:spPr bwMode="auto">
            <a:xfrm>
              <a:off x="4464" y="3360"/>
              <a:ext cx="0" cy="576"/>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03" name="Line 91"/>
            <p:cNvSpPr>
              <a:spLocks noChangeShapeType="1"/>
            </p:cNvSpPr>
            <p:nvPr/>
          </p:nvSpPr>
          <p:spPr bwMode="auto">
            <a:xfrm>
              <a:off x="4235" y="3840"/>
              <a:ext cx="144" cy="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04" name="Line 92"/>
            <p:cNvSpPr>
              <a:spLocks noChangeShapeType="1"/>
            </p:cNvSpPr>
            <p:nvPr/>
          </p:nvSpPr>
          <p:spPr bwMode="auto">
            <a:xfrm>
              <a:off x="4224" y="3504"/>
              <a:ext cx="144" cy="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05" name="Line 93"/>
            <p:cNvSpPr>
              <a:spLocks noChangeShapeType="1"/>
            </p:cNvSpPr>
            <p:nvPr/>
          </p:nvSpPr>
          <p:spPr bwMode="auto">
            <a:xfrm>
              <a:off x="4224" y="3504"/>
              <a:ext cx="0" cy="336"/>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06" name="Line 94"/>
            <p:cNvSpPr>
              <a:spLocks noChangeShapeType="1"/>
            </p:cNvSpPr>
            <p:nvPr/>
          </p:nvSpPr>
          <p:spPr bwMode="auto">
            <a:xfrm>
              <a:off x="4368" y="3515"/>
              <a:ext cx="0" cy="336"/>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07" name="Line 95"/>
            <p:cNvSpPr>
              <a:spLocks noChangeShapeType="1"/>
            </p:cNvSpPr>
            <p:nvPr/>
          </p:nvSpPr>
          <p:spPr bwMode="auto">
            <a:xfrm>
              <a:off x="4128" y="3589"/>
              <a:ext cx="0" cy="96"/>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08" name="Line 96"/>
            <p:cNvSpPr>
              <a:spLocks noChangeShapeType="1"/>
            </p:cNvSpPr>
            <p:nvPr/>
          </p:nvSpPr>
          <p:spPr bwMode="auto">
            <a:xfrm>
              <a:off x="4239" y="3600"/>
              <a:ext cx="0" cy="96"/>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09" name="Line 97"/>
            <p:cNvSpPr>
              <a:spLocks noChangeShapeType="1"/>
            </p:cNvSpPr>
            <p:nvPr/>
          </p:nvSpPr>
          <p:spPr bwMode="auto">
            <a:xfrm flipV="1">
              <a:off x="4368" y="3600"/>
              <a:ext cx="0" cy="96"/>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10" name="Line 98"/>
            <p:cNvSpPr>
              <a:spLocks noChangeShapeType="1"/>
            </p:cNvSpPr>
            <p:nvPr/>
          </p:nvSpPr>
          <p:spPr bwMode="auto">
            <a:xfrm flipV="1">
              <a:off x="4464" y="3600"/>
              <a:ext cx="0" cy="96"/>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4585" name="Text Box 100"/>
          <p:cNvSpPr txBox="1">
            <a:spLocks noChangeArrowheads="1"/>
          </p:cNvSpPr>
          <p:nvPr/>
        </p:nvSpPr>
        <p:spPr bwMode="auto">
          <a:xfrm>
            <a:off x="177283" y="4876801"/>
            <a:ext cx="755066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400" dirty="0">
                <a:solidFill>
                  <a:srgbClr val="0000FF"/>
                </a:solidFill>
                <a:latin typeface="Times New Roman" panose="02020603050405020304" pitchFamily="18" charset="0"/>
              </a:rPr>
              <a:t>根据电流的热效应，可利用涡电流产生热量，如工业中用的坩埚及电磁炉等。</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5" descr="R08032815042097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2800" y="717549"/>
            <a:ext cx="2857500" cy="241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7" name="Picture 11" descr="dz-byq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77867" y="851159"/>
            <a:ext cx="1847850" cy="123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8" name="Picture 13" descr="20092913574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21700" y="362597"/>
            <a:ext cx="2781300" cy="245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9" name="Picture 15" descr="200841011462157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67331" y="2682616"/>
            <a:ext cx="3897215" cy="332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0" name="Picture 7" descr="D:\zmzhang\电磁学\第二版图\图6-17.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2800" y="3730625"/>
            <a:ext cx="4635500" cy="244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674" name="Rectangle 5"/>
          <p:cNvSpPr>
            <a:spLocks noChangeArrowheads="1"/>
          </p:cNvSpPr>
          <p:nvPr/>
        </p:nvSpPr>
        <p:spPr bwMode="auto">
          <a:xfrm>
            <a:off x="255038" y="295274"/>
            <a:ext cx="430438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b="1" dirty="0">
                <a:solidFill>
                  <a:schemeClr val="tx2"/>
                </a:solidFill>
                <a:latin typeface="Times New Roman" panose="02020603050405020304" pitchFamily="18" charset="0"/>
              </a:rPr>
              <a:t>三、涡电流的电磁阻尼</a:t>
            </a:r>
          </a:p>
        </p:txBody>
      </p:sp>
      <p:sp>
        <p:nvSpPr>
          <p:cNvPr id="28675" name="Line 10"/>
          <p:cNvSpPr>
            <a:spLocks noChangeShapeType="1"/>
          </p:cNvSpPr>
          <p:nvPr/>
        </p:nvSpPr>
        <p:spPr bwMode="auto">
          <a:xfrm>
            <a:off x="7239000" y="281940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28676" name="Text Box 66"/>
          <p:cNvSpPr txBox="1">
            <a:spLocks noChangeArrowheads="1"/>
          </p:cNvSpPr>
          <p:nvPr/>
        </p:nvSpPr>
        <p:spPr bwMode="auto">
          <a:xfrm>
            <a:off x="255038" y="1139825"/>
            <a:ext cx="57155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400" dirty="0">
                <a:latin typeface="Times New Roman" panose="02020603050405020304" pitchFamily="18" charset="0"/>
              </a:rPr>
              <a:t>如图，根据楞次定律，磁场对涡电流的作用要阻碍摆的运动，故使摆受到一个阻尼力的作用。</a:t>
            </a:r>
          </a:p>
        </p:txBody>
      </p:sp>
      <p:pic>
        <p:nvPicPr>
          <p:cNvPr id="28677" name="Picture 69" descr="121091364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1414" y="1996719"/>
            <a:ext cx="5262976" cy="3788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8" name="Picture 8" descr="D:\zmzhang\电磁学\第二版图\图6-18.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1553" y="2876616"/>
            <a:ext cx="5214717" cy="3337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ChangeArrowheads="1"/>
          </p:cNvSpPr>
          <p:nvPr/>
        </p:nvSpPr>
        <p:spPr bwMode="auto">
          <a:xfrm>
            <a:off x="139959" y="181478"/>
            <a:ext cx="4267200" cy="5598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kumimoji="1" lang="zh-CN" altLang="en-US" sz="2800" b="1" dirty="0">
                <a:solidFill>
                  <a:srgbClr val="3333FF"/>
                </a:solidFill>
                <a:latin typeface="Times New Roman" panose="02020603050405020304" pitchFamily="18" charset="0"/>
              </a:rPr>
              <a:t>趋肤效应 </a:t>
            </a:r>
            <a:r>
              <a:rPr kumimoji="1" lang="en-US" altLang="zh-CN" sz="2400" b="1" i="1" dirty="0">
                <a:solidFill>
                  <a:srgbClr val="3333FF"/>
                </a:solidFill>
                <a:latin typeface="Times New Roman" panose="02020603050405020304" pitchFamily="18" charset="0"/>
              </a:rPr>
              <a:t>(skin effect )</a:t>
            </a:r>
          </a:p>
        </p:txBody>
      </p:sp>
      <p:sp>
        <p:nvSpPr>
          <p:cNvPr id="30723" name="Rectangle 3"/>
          <p:cNvSpPr>
            <a:spLocks noChangeArrowheads="1"/>
          </p:cNvSpPr>
          <p:nvPr/>
        </p:nvSpPr>
        <p:spPr bwMode="auto">
          <a:xfrm>
            <a:off x="205273" y="1157770"/>
            <a:ext cx="11588621" cy="1076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lnSpc>
                <a:spcPct val="120000"/>
              </a:lnSpc>
              <a:spcBef>
                <a:spcPct val="0"/>
              </a:spcBef>
              <a:buFontTx/>
              <a:buNone/>
            </a:pPr>
            <a:r>
              <a:rPr kumimoji="1" lang="zh-CN" altLang="en-US" sz="2800" b="1" dirty="0">
                <a:latin typeface="Times New Roman" panose="02020603050405020304" pitchFamily="18" charset="0"/>
              </a:rPr>
              <a:t>电流密度在导线横截面上的分布是不均匀的，并随着电流变化频率的升高，电流将越来越集中于导线的表面附近，导线内部的电流却越来越小</a:t>
            </a:r>
          </a:p>
        </p:txBody>
      </p:sp>
      <p:sp>
        <p:nvSpPr>
          <p:cNvPr id="30724" name="Rectangle 4"/>
          <p:cNvSpPr>
            <a:spLocks noChangeArrowheads="1"/>
          </p:cNvSpPr>
          <p:nvPr/>
        </p:nvSpPr>
        <p:spPr bwMode="auto">
          <a:xfrm>
            <a:off x="4254500" y="2709863"/>
            <a:ext cx="5334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spcBef>
                <a:spcPct val="50000"/>
              </a:spcBef>
              <a:buFontTx/>
              <a:buNone/>
            </a:pPr>
            <a:r>
              <a:rPr kumimoji="1" lang="zh-CN" altLang="en-US" sz="2800" b="1">
                <a:latin typeface="Times New Roman" panose="02020603050405020304" pitchFamily="18" charset="0"/>
              </a:rPr>
              <a:t>原因：</a:t>
            </a:r>
            <a:r>
              <a:rPr kumimoji="1" lang="zh-CN" altLang="en-US" sz="2800" b="1">
                <a:solidFill>
                  <a:srgbClr val="FF0000"/>
                </a:solidFill>
                <a:latin typeface="Times New Roman" panose="02020603050405020304" pitchFamily="18" charset="0"/>
              </a:rPr>
              <a:t>涡流</a:t>
            </a:r>
            <a:r>
              <a:rPr kumimoji="1" lang="zh-CN" altLang="en-US" sz="2800" b="1">
                <a:latin typeface="Times New Roman" panose="02020603050405020304" pitchFamily="18" charset="0"/>
              </a:rPr>
              <a:t>。 </a:t>
            </a:r>
          </a:p>
        </p:txBody>
      </p:sp>
      <p:sp>
        <p:nvSpPr>
          <p:cNvPr id="30725" name="Rectangle 5"/>
          <p:cNvSpPr>
            <a:spLocks noChangeArrowheads="1"/>
          </p:cNvSpPr>
          <p:nvPr/>
        </p:nvSpPr>
        <p:spPr bwMode="auto">
          <a:xfrm>
            <a:off x="2939143" y="3452814"/>
            <a:ext cx="8854751" cy="2111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20000"/>
              </a:lnSpc>
              <a:spcBef>
                <a:spcPct val="0"/>
              </a:spcBef>
              <a:buFontTx/>
              <a:buNone/>
            </a:pPr>
            <a:r>
              <a:rPr kumimoji="1" lang="en-US" altLang="zh-CN" sz="2800" b="1" dirty="0">
                <a:latin typeface="Times New Roman" panose="02020603050405020304" pitchFamily="18" charset="0"/>
                <a:sym typeface="Symbol" panose="05050102010706020507" pitchFamily="18" charset="2"/>
              </a:rPr>
              <a:t>    </a:t>
            </a:r>
            <a:r>
              <a:rPr kumimoji="1" lang="zh-CN" altLang="en-US" sz="2800" b="1" dirty="0">
                <a:latin typeface="Times New Roman" panose="02020603050405020304" pitchFamily="18" charset="0"/>
                <a:sym typeface="Symbol" panose="05050102010706020507" pitchFamily="18" charset="2"/>
              </a:rPr>
              <a:t>涡流</a:t>
            </a:r>
            <a:r>
              <a:rPr kumimoji="1" lang="en-US" altLang="zh-CN" sz="2800" b="1" i="1" dirty="0" err="1">
                <a:latin typeface="Times New Roman" panose="02020603050405020304" pitchFamily="18" charset="0"/>
                <a:sym typeface="Symbol" panose="05050102010706020507" pitchFamily="18" charset="2"/>
              </a:rPr>
              <a:t>i</a:t>
            </a:r>
            <a:r>
              <a:rPr kumimoji="1" lang="zh-CN" altLang="en-US" sz="2800" b="1" dirty="0">
                <a:latin typeface="Times New Roman" panose="02020603050405020304" pitchFamily="18" charset="0"/>
                <a:sym typeface="Symbol" panose="05050102010706020507" pitchFamily="18" charset="2"/>
              </a:rPr>
              <a:t>的方向在导体内部总与电流</a:t>
            </a:r>
            <a:r>
              <a:rPr kumimoji="1" lang="en-US" altLang="zh-CN" sz="2800" b="1" i="1" dirty="0">
                <a:latin typeface="Times New Roman" panose="02020603050405020304" pitchFamily="18" charset="0"/>
                <a:sym typeface="Symbol" panose="05050102010706020507" pitchFamily="18" charset="2"/>
              </a:rPr>
              <a:t>I</a:t>
            </a:r>
            <a:r>
              <a:rPr kumimoji="1" lang="zh-CN" altLang="en-US" sz="2800" b="1" dirty="0">
                <a:latin typeface="Times New Roman" panose="02020603050405020304" pitchFamily="18" charset="0"/>
                <a:sym typeface="Symbol" panose="05050102010706020507" pitchFamily="18" charset="2"/>
              </a:rPr>
              <a:t>变化趋势相反，阻碍</a:t>
            </a:r>
            <a:r>
              <a:rPr kumimoji="1" lang="en-US" altLang="zh-CN" sz="2800" b="1" i="1" dirty="0">
                <a:latin typeface="Times New Roman" panose="02020603050405020304" pitchFamily="18" charset="0"/>
                <a:sym typeface="Symbol" panose="05050102010706020507" pitchFamily="18" charset="2"/>
              </a:rPr>
              <a:t>I</a:t>
            </a:r>
            <a:r>
              <a:rPr kumimoji="1" lang="zh-CN" altLang="en-US" sz="2800" b="1" dirty="0">
                <a:latin typeface="Times New Roman" panose="02020603050405020304" pitchFamily="18" charset="0"/>
                <a:sym typeface="Symbol" panose="05050102010706020507" pitchFamily="18" charset="2"/>
              </a:rPr>
              <a:t>变化，在导体表面附近，却与</a:t>
            </a:r>
            <a:r>
              <a:rPr kumimoji="1" lang="en-US" altLang="zh-CN" sz="2800" b="1" i="1" dirty="0">
                <a:latin typeface="Times New Roman" panose="02020603050405020304" pitchFamily="18" charset="0"/>
                <a:sym typeface="Symbol" panose="05050102010706020507" pitchFamily="18" charset="2"/>
              </a:rPr>
              <a:t>I</a:t>
            </a:r>
            <a:r>
              <a:rPr kumimoji="1" lang="zh-CN" altLang="en-US" sz="2800" b="1" dirty="0">
                <a:latin typeface="Times New Roman" panose="02020603050405020304" pitchFamily="18" charset="0"/>
                <a:sym typeface="Symbol" panose="05050102010706020507" pitchFamily="18" charset="2"/>
              </a:rPr>
              <a:t>变化趋势相同。</a:t>
            </a:r>
            <a:r>
              <a:rPr kumimoji="1" lang="zh-CN" altLang="en-US" sz="2800" b="1" dirty="0">
                <a:solidFill>
                  <a:srgbClr val="3333FF"/>
                </a:solidFill>
                <a:latin typeface="Times New Roman" panose="02020603050405020304" pitchFamily="18" charset="0"/>
                <a:sym typeface="Symbol" panose="05050102010706020507" pitchFamily="18" charset="2"/>
              </a:rPr>
              <a:t>交变电流不易在导体内部流动，而易于在导体表面附近流动，形成趋肤效应。</a:t>
            </a:r>
          </a:p>
        </p:txBody>
      </p:sp>
      <p:pic>
        <p:nvPicPr>
          <p:cNvPr id="30726" name="Picture 28" descr="D:\zmzhang\电磁学\第二版图\图6-2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4675" y="2651126"/>
            <a:ext cx="2266950" cy="354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2770" name="Object 2"/>
              <p:cNvSpPr txBox="1">
                <a:spLocks noGrp="1"/>
              </p:cNvSpPr>
              <p:nvPr>
                <p:ph/>
              </p:nvPr>
            </p:nvSpPr>
            <p:spPr bwMode="auto">
              <a:xfrm>
                <a:off x="1187450" y="491023"/>
                <a:ext cx="2146300" cy="1244600"/>
              </a:xfrm>
              <a:prstGeom prst="rect">
                <a:avLst/>
              </a:prstGeom>
              <a:noFill/>
              <a:ln>
                <a:noFill/>
              </a:ln>
              <a:effectLst/>
            </p:spPr>
            <p:txBody>
              <a:bodyPr>
                <a:normAutofit/>
              </a:bodyPr>
              <a:lstStyle/>
              <a:p>
                <a:pPr>
                  <a:buNone/>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𝑗</m:t>
                          </m:r>
                        </m:e>
                        <m:sub>
                          <m:r>
                            <a:rPr lang="zh-CN" altLang="en-US" i="1">
                              <a:solidFill>
                                <a:srgbClr val="000000"/>
                              </a:solidFill>
                              <a:latin typeface="Cambria Math" panose="02040503050406030204" pitchFamily="18" charset="0"/>
                            </a:rPr>
                            <m:t>0</m:t>
                          </m:r>
                        </m:sub>
                      </m:sSub>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𝑒</m:t>
                          </m:r>
                        </m:e>
                        <m:sup>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𝑑</m:t>
                              </m:r>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𝑑</m:t>
                                  </m:r>
                                </m:e>
                                <m:sub>
                                  <m:r>
                                    <a:rPr lang="zh-CN" altLang="en-US" i="1">
                                      <a:solidFill>
                                        <a:srgbClr val="000000"/>
                                      </a:solidFill>
                                      <a:latin typeface="Cambria Math" panose="02040503050406030204" pitchFamily="18" charset="0"/>
                                    </a:rPr>
                                    <m:t>𝑠</m:t>
                                  </m:r>
                                </m:sub>
                              </m:sSub>
                            </m:den>
                          </m:f>
                        </m:sup>
                      </m:sSup>
                    </m:oMath>
                  </m:oMathPara>
                </a14:m>
                <a:endParaRPr lang="zh-CN" altLang="en-US" dirty="0"/>
              </a:p>
            </p:txBody>
          </p:sp>
        </mc:Choice>
        <mc:Fallback>
          <p:sp>
            <p:nvSpPr>
              <p:cNvPr id="32770" name="Object 2"/>
              <p:cNvSpPr txBox="1">
                <a:spLocks noGrp="1" noRot="1" noChangeAspect="1" noMove="1" noResize="1" noEditPoints="1" noAdjustHandles="1" noChangeArrowheads="1" noChangeShapeType="1" noTextEdit="1"/>
              </p:cNvSpPr>
              <p:nvPr>
                <p:ph/>
              </p:nvPr>
            </p:nvSpPr>
            <p:spPr bwMode="auto">
              <a:xfrm>
                <a:off x="1187450" y="491023"/>
                <a:ext cx="2146300" cy="1244600"/>
              </a:xfrm>
              <a:prstGeom prst="rect">
                <a:avLst/>
              </a:prstGeom>
              <a:blipFill>
                <a:blip r:embed="rId4"/>
                <a:stretch>
                  <a:fillRect/>
                </a:stretch>
              </a:blipFill>
              <a:ln>
                <a:noFill/>
              </a:ln>
              <a:effectLst/>
            </p:spPr>
            <p:txBody>
              <a:bodyPr/>
              <a:lstStyle/>
              <a:p>
                <a:r>
                  <a:rPr lang="zh-CN" altLang="en-US">
                    <a:noFill/>
                  </a:rPr>
                  <a:t> </a:t>
                </a:r>
              </a:p>
            </p:txBody>
          </p:sp>
        </mc:Fallback>
      </mc:AlternateContent>
      <p:sp>
        <p:nvSpPr>
          <p:cNvPr id="32771" name="Text Box 3"/>
          <p:cNvSpPr txBox="1">
            <a:spLocks noChangeArrowheads="1"/>
          </p:cNvSpPr>
          <p:nvPr/>
        </p:nvSpPr>
        <p:spPr bwMode="auto">
          <a:xfrm>
            <a:off x="6578600" y="801915"/>
            <a:ext cx="3352800" cy="119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dirty="0"/>
              <a:t>J0:</a:t>
            </a:r>
            <a:r>
              <a:rPr lang="zh-CN" altLang="en-US" sz="1800" dirty="0"/>
              <a:t>导体表面的电流密度</a:t>
            </a:r>
          </a:p>
          <a:p>
            <a:pPr eaLnBrk="1" hangingPunct="1">
              <a:spcBef>
                <a:spcPct val="50000"/>
              </a:spcBef>
              <a:buFontTx/>
              <a:buNone/>
            </a:pPr>
            <a:r>
              <a:rPr lang="en-US" altLang="zh-CN" sz="1800" dirty="0"/>
              <a:t>ds:</a:t>
            </a:r>
            <a:r>
              <a:rPr lang="zh-CN" altLang="en-US" sz="1800" dirty="0"/>
              <a:t>趋肤深度</a:t>
            </a:r>
          </a:p>
          <a:p>
            <a:pPr eaLnBrk="1" hangingPunct="1">
              <a:spcBef>
                <a:spcPct val="50000"/>
              </a:spcBef>
              <a:buFontTx/>
              <a:buNone/>
            </a:pPr>
            <a:r>
              <a:rPr lang="en-US" altLang="zh-CN" sz="1800" dirty="0"/>
              <a:t>d:</a:t>
            </a:r>
            <a:r>
              <a:rPr lang="zh-CN" altLang="en-US" sz="1800" dirty="0"/>
              <a:t>从导体表面算起的深度</a:t>
            </a:r>
          </a:p>
        </p:txBody>
      </p:sp>
      <p:graphicFrame>
        <p:nvGraphicFramePr>
          <p:cNvPr id="32772" name="Object 4"/>
          <p:cNvGraphicFramePr>
            <a:graphicFrameLocks noChangeAspect="1"/>
          </p:cNvGraphicFramePr>
          <p:nvPr>
            <p:extLst>
              <p:ext uri="{D42A27DB-BD31-4B8C-83A1-F6EECF244321}">
                <p14:modId xmlns:p14="http://schemas.microsoft.com/office/powerpoint/2010/main" val="2980677695"/>
              </p:ext>
            </p:extLst>
          </p:nvPr>
        </p:nvGraphicFramePr>
        <p:xfrm>
          <a:off x="1329128" y="1737960"/>
          <a:ext cx="3289300" cy="730250"/>
        </p:xfrm>
        <a:graphic>
          <a:graphicData uri="http://schemas.openxmlformats.org/presentationml/2006/ole">
            <mc:AlternateContent xmlns:mc="http://schemas.openxmlformats.org/markup-compatibility/2006">
              <mc:Choice xmlns:v="urn:schemas-microsoft-com:vml" Requires="v">
                <p:oleObj spid="_x0000_s32834" name="Equation" r:id="rId5" imgW="2171700" imgH="482600" progId="Equation.DSMT4">
                  <p:embed/>
                </p:oleObj>
              </mc:Choice>
              <mc:Fallback>
                <p:oleObj name="Equation" r:id="rId5" imgW="2171700" imgH="4826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29128" y="1737960"/>
                        <a:ext cx="3289300" cy="730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773" name="Text Box 5"/>
          <p:cNvSpPr txBox="1">
            <a:spLocks noChangeArrowheads="1"/>
          </p:cNvSpPr>
          <p:nvPr/>
        </p:nvSpPr>
        <p:spPr bwMode="auto">
          <a:xfrm>
            <a:off x="1362076" y="2813601"/>
            <a:ext cx="3352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t>铜导线室温下：</a:t>
            </a:r>
          </a:p>
        </p:txBody>
      </p:sp>
      <p:graphicFrame>
        <p:nvGraphicFramePr>
          <p:cNvPr id="32774" name="Object 6"/>
          <p:cNvGraphicFramePr>
            <a:graphicFrameLocks noChangeAspect="1"/>
          </p:cNvGraphicFramePr>
          <p:nvPr>
            <p:extLst>
              <p:ext uri="{D42A27DB-BD31-4B8C-83A1-F6EECF244321}">
                <p14:modId xmlns:p14="http://schemas.microsoft.com/office/powerpoint/2010/main" val="3915319879"/>
              </p:ext>
            </p:extLst>
          </p:nvPr>
        </p:nvGraphicFramePr>
        <p:xfrm>
          <a:off x="1362076" y="3429000"/>
          <a:ext cx="2740025" cy="2762250"/>
        </p:xfrm>
        <a:graphic>
          <a:graphicData uri="http://schemas.openxmlformats.org/presentationml/2006/ole">
            <mc:AlternateContent xmlns:mc="http://schemas.openxmlformats.org/markup-compatibility/2006">
              <mc:Choice xmlns:v="urn:schemas-microsoft-com:vml" Requires="v">
                <p:oleObj spid="_x0000_s32835" name="Equation" r:id="rId7" imgW="1384300" imgH="1397000" progId="Equation.DSMT4">
                  <p:embed/>
                </p:oleObj>
              </mc:Choice>
              <mc:Fallback>
                <p:oleObj name="Equation" r:id="rId7" imgW="1384300" imgH="1397000"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62076" y="3429000"/>
                        <a:ext cx="2740025" cy="2762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32775" name="Picture 8" descr="D:\zmzhang\电磁学\第二版图\图6-22.jp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82827" y="2813601"/>
            <a:ext cx="5597525" cy="368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ChangeArrowheads="1"/>
          </p:cNvSpPr>
          <p:nvPr/>
        </p:nvSpPr>
        <p:spPr bwMode="auto">
          <a:xfrm>
            <a:off x="177281" y="452364"/>
            <a:ext cx="11541968" cy="59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spcBef>
                <a:spcPct val="0"/>
              </a:spcBef>
              <a:buFontTx/>
              <a:buNone/>
            </a:pPr>
            <a:r>
              <a:rPr kumimoji="1" lang="zh-CN" altLang="en-US" sz="2800" b="1" dirty="0">
                <a:latin typeface="Times New Roman" panose="02020603050405020304" pitchFamily="18" charset="0"/>
                <a:sym typeface="Symbol" panose="05050102010706020507" pitchFamily="18" charset="2"/>
              </a:rPr>
              <a:t>趋肤效应使导线通过交变电流的有效截面积减小了，导线的</a:t>
            </a:r>
            <a:r>
              <a:rPr kumimoji="1" lang="zh-CN" altLang="en-US" sz="2800" b="1" dirty="0">
                <a:solidFill>
                  <a:srgbClr val="3333FF"/>
                </a:solidFill>
                <a:latin typeface="Times New Roman" panose="02020603050405020304" pitchFamily="18" charset="0"/>
                <a:sym typeface="Symbol" panose="05050102010706020507" pitchFamily="18" charset="2"/>
              </a:rPr>
              <a:t>电阻增大</a:t>
            </a:r>
            <a:r>
              <a:rPr kumimoji="1" lang="zh-CN" altLang="en-US" sz="2800" b="1" dirty="0">
                <a:latin typeface="Times New Roman" panose="02020603050405020304" pitchFamily="18" charset="0"/>
                <a:sym typeface="Symbol" panose="05050102010706020507" pitchFamily="18" charset="2"/>
              </a:rPr>
              <a:t>了。</a:t>
            </a:r>
          </a:p>
        </p:txBody>
      </p:sp>
      <p:sp>
        <p:nvSpPr>
          <p:cNvPr id="34819" name="Rectangle 3"/>
          <p:cNvSpPr>
            <a:spLocks noChangeArrowheads="1"/>
          </p:cNvSpPr>
          <p:nvPr/>
        </p:nvSpPr>
        <p:spPr bwMode="auto">
          <a:xfrm>
            <a:off x="177281" y="2603500"/>
            <a:ext cx="11411339" cy="1076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20000"/>
              </a:lnSpc>
              <a:spcBef>
                <a:spcPct val="0"/>
              </a:spcBef>
              <a:buFontTx/>
              <a:buNone/>
            </a:pPr>
            <a:r>
              <a:rPr kumimoji="1" lang="zh-CN" altLang="en-US" sz="2800" b="1" dirty="0">
                <a:solidFill>
                  <a:srgbClr val="3333FF"/>
                </a:solidFill>
                <a:latin typeface="Times New Roman" panose="02020603050405020304" pitchFamily="18" charset="0"/>
                <a:sym typeface="Symbol" panose="05050102010706020507" pitchFamily="18" charset="2"/>
              </a:rPr>
              <a:t>表面淬火：</a:t>
            </a:r>
            <a:r>
              <a:rPr kumimoji="1" lang="zh-CN" altLang="en-US" sz="2800" b="1" dirty="0">
                <a:latin typeface="Times New Roman" panose="02020603050405020304" pitchFamily="18" charset="0"/>
                <a:sym typeface="Symbol" panose="05050102010706020507" pitchFamily="18" charset="2"/>
              </a:rPr>
              <a:t>当导体表面温度升至淬火温度时，迅速冷却，使表面硬度增大。内部远低于淬火温度，在迅速冷却后仍保持韧性。</a:t>
            </a:r>
          </a:p>
        </p:txBody>
      </p:sp>
      <p:sp>
        <p:nvSpPr>
          <p:cNvPr id="34820" name="Rectangle 4"/>
          <p:cNvSpPr>
            <a:spLocks noChangeArrowheads="1"/>
          </p:cNvSpPr>
          <p:nvPr/>
        </p:nvSpPr>
        <p:spPr bwMode="auto">
          <a:xfrm>
            <a:off x="177281" y="1600936"/>
            <a:ext cx="11411339" cy="5598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20000"/>
              </a:lnSpc>
              <a:spcBef>
                <a:spcPct val="0"/>
              </a:spcBef>
              <a:buFontTx/>
              <a:buNone/>
            </a:pPr>
            <a:r>
              <a:rPr kumimoji="1" lang="en-US" altLang="zh-CN" sz="2800" b="1" dirty="0">
                <a:solidFill>
                  <a:srgbClr val="3333FF"/>
                </a:solidFill>
                <a:latin typeface="Times New Roman" panose="02020603050405020304" pitchFamily="18" charset="0"/>
                <a:sym typeface="Symbol" panose="05050102010706020507" pitchFamily="18" charset="2"/>
              </a:rPr>
              <a:t>     </a:t>
            </a:r>
            <a:r>
              <a:rPr kumimoji="1" lang="zh-CN" altLang="en-US" sz="2800" b="1" dirty="0">
                <a:solidFill>
                  <a:srgbClr val="3333FF"/>
                </a:solidFill>
                <a:latin typeface="Times New Roman" panose="02020603050405020304" pitchFamily="18" charset="0"/>
                <a:sym typeface="Symbol" panose="05050102010706020507" pitchFamily="18" charset="2"/>
              </a:rPr>
              <a:t>改善方法：采</a:t>
            </a:r>
            <a:r>
              <a:rPr kumimoji="1" lang="zh-CN" altLang="en-US" sz="2800" b="1" dirty="0">
                <a:latin typeface="Times New Roman" panose="02020603050405020304" pitchFamily="18" charset="0"/>
                <a:sym typeface="Symbol" panose="05050102010706020507" pitchFamily="18" charset="2"/>
              </a:rPr>
              <a:t>绝缘细导线束，抑制涡流；表面镀银</a:t>
            </a:r>
            <a:r>
              <a:rPr kumimoji="1" lang="en-US" altLang="zh-CN" sz="2800" b="1" dirty="0">
                <a:latin typeface="Times New Roman" panose="02020603050405020304" pitchFamily="18" charset="0"/>
                <a:sym typeface="Symbol" panose="05050102010706020507" pitchFamily="18" charset="2"/>
              </a:rPr>
              <a:t>, </a:t>
            </a:r>
            <a:r>
              <a:rPr kumimoji="1" lang="zh-CN" altLang="en-US" sz="2800" b="1" dirty="0">
                <a:latin typeface="Times New Roman" panose="02020603050405020304" pitchFamily="18" charset="0"/>
                <a:sym typeface="Symbol" panose="05050102010706020507" pitchFamily="18" charset="2"/>
              </a:rPr>
              <a:t>降低表面电阻率。</a:t>
            </a:r>
          </a:p>
        </p:txBody>
      </p:sp>
      <p:pic>
        <p:nvPicPr>
          <p:cNvPr id="34821" name="图片 1"/>
          <p:cNvPicPr>
            <a:picLocks noChangeAspect="1"/>
          </p:cNvPicPr>
          <p:nvPr/>
        </p:nvPicPr>
        <p:blipFill>
          <a:blip r:embed="rId3">
            <a:extLst>
              <a:ext uri="{28A0092B-C50C-407E-A947-70E740481C1C}">
                <a14:useLocalDpi xmlns:a14="http://schemas.microsoft.com/office/drawing/2010/main" val="0"/>
              </a:ext>
            </a:extLst>
          </a:blip>
          <a:srcRect l="17744" t="-484" r="42549" b="67772"/>
          <a:stretch>
            <a:fillRect/>
          </a:stretch>
        </p:blipFill>
        <p:spPr bwMode="auto">
          <a:xfrm>
            <a:off x="444889" y="4071074"/>
            <a:ext cx="4336866" cy="255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2" name="图片 2"/>
          <p:cNvPicPr>
            <a:picLocks noChangeAspect="1"/>
          </p:cNvPicPr>
          <p:nvPr/>
        </p:nvPicPr>
        <p:blipFill>
          <a:blip r:embed="rId4" cstate="print">
            <a:extLst>
              <a:ext uri="{28A0092B-C50C-407E-A947-70E740481C1C}">
                <a14:useLocalDpi xmlns:a14="http://schemas.microsoft.com/office/drawing/2010/main" val="0"/>
              </a:ext>
            </a:extLst>
          </a:blip>
          <a:srcRect l="5032" t="3267" r="15839" b="23399"/>
          <a:stretch>
            <a:fillRect/>
          </a:stretch>
        </p:blipFill>
        <p:spPr bwMode="auto">
          <a:xfrm>
            <a:off x="5062935" y="3822740"/>
            <a:ext cx="2267189" cy="2800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a:extLst>
              <a:ext uri="{FF2B5EF4-FFF2-40B4-BE49-F238E27FC236}">
                <a16:creationId xmlns:a16="http://schemas.microsoft.com/office/drawing/2014/main" id="{CED65A03-E23D-4305-8223-04AC654801C6}"/>
              </a:ext>
            </a:extLst>
          </p:cNvPr>
          <p:cNvPicPr>
            <a:picLocks noChangeAspect="1"/>
          </p:cNvPicPr>
          <p:nvPr/>
        </p:nvPicPr>
        <p:blipFill rotWithShape="1">
          <a:blip r:embed="rId5"/>
          <a:srcRect r="5000" b="9016"/>
          <a:stretch/>
        </p:blipFill>
        <p:spPr>
          <a:xfrm>
            <a:off x="8476901" y="3822740"/>
            <a:ext cx="2993727" cy="280027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8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4822"/>
                                        </p:tgtEl>
                                        <p:attrNameLst>
                                          <p:attrName>style.visibility</p:attrName>
                                        </p:attrNameLst>
                                      </p:cBhvr>
                                      <p:to>
                                        <p:strVal val="visible"/>
                                      </p:to>
                                    </p:set>
                                    <p:animEffect transition="in" filter="fade">
                                      <p:cBhvr>
                                        <p:cTn id="11" dur="500"/>
                                        <p:tgtEl>
                                          <p:spTgt spid="348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2214445" y="513438"/>
            <a:ext cx="7239000" cy="571500"/>
          </a:xfrm>
          <a:prstGeom prst="rect">
            <a:avLst/>
          </a:prstGeom>
          <a:noFill/>
          <a:ln w="9525">
            <a:noFill/>
            <a:miter lim="800000"/>
            <a:headEnd/>
            <a:tailEnd/>
          </a:ln>
          <a:effectLst/>
        </p:spPr>
        <p:txBody>
          <a:bodyPr lIns="92075" tIns="46038" rIns="92075" bIns="46038" anchor="ctr"/>
          <a:lstStyle/>
          <a:p>
            <a:pPr algn="ctr" eaLnBrk="1" hangingPunct="1">
              <a:defRPr/>
            </a:pPr>
            <a:r>
              <a:rPr kumimoji="1" lang="zh-CN" altLang="en-US" sz="3600" dirty="0">
                <a:solidFill>
                  <a:srgbClr val="FF0000"/>
                </a:solidFill>
                <a:effectLst>
                  <a:outerShdw blurRad="38100" dist="38100" dir="2700000" algn="tl">
                    <a:srgbClr val="C0C0C0"/>
                  </a:outerShdw>
                </a:effectLst>
                <a:latin typeface="宋体" charset="-122"/>
                <a:ea typeface="宋体" charset="-122"/>
              </a:rPr>
              <a:t>动生电动势</a:t>
            </a:r>
          </a:p>
        </p:txBody>
      </p:sp>
      <p:sp>
        <p:nvSpPr>
          <p:cNvPr id="36867" name="Text Box 3"/>
          <p:cNvSpPr txBox="1">
            <a:spLocks noChangeArrowheads="1"/>
          </p:cNvSpPr>
          <p:nvPr/>
        </p:nvSpPr>
        <p:spPr bwMode="auto">
          <a:xfrm>
            <a:off x="1905000" y="1800226"/>
            <a:ext cx="5772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a:solidFill>
                  <a:srgbClr val="0000FF"/>
                </a:solidFill>
                <a:latin typeface="Times New Roman" panose="02020603050405020304" pitchFamily="18" charset="0"/>
              </a:rPr>
              <a:t>    </a:t>
            </a:r>
            <a:r>
              <a:rPr kumimoji="1" lang="zh-CN" altLang="en-US" sz="2800">
                <a:solidFill>
                  <a:srgbClr val="0000FF"/>
                </a:solidFill>
                <a:latin typeface="Times New Roman" panose="02020603050405020304" pitchFamily="18" charset="0"/>
              </a:rPr>
              <a:t>磁场中运动的导线内的感应电动势</a:t>
            </a:r>
          </a:p>
        </p:txBody>
      </p:sp>
      <p:graphicFrame>
        <p:nvGraphicFramePr>
          <p:cNvPr id="36868" name="Object 44"/>
          <p:cNvGraphicFramePr>
            <a:graphicFrameLocks noChangeAspect="1"/>
          </p:cNvGraphicFramePr>
          <p:nvPr/>
        </p:nvGraphicFramePr>
        <p:xfrm>
          <a:off x="4114800" y="2333625"/>
          <a:ext cx="2014538" cy="723900"/>
        </p:xfrm>
        <a:graphic>
          <a:graphicData uri="http://schemas.openxmlformats.org/presentationml/2006/ole">
            <mc:AlternateContent xmlns:mc="http://schemas.openxmlformats.org/markup-compatibility/2006">
              <mc:Choice xmlns:v="urn:schemas-microsoft-com:vml" Requires="v">
                <p:oleObj spid="_x0000_s36981" name="公式" r:id="rId4" imgW="942841" imgH="304936" progId="Equation.3">
                  <p:embed/>
                </p:oleObj>
              </mc:Choice>
              <mc:Fallback>
                <p:oleObj name="公式" r:id="rId4" imgW="942841" imgH="304936" progId="Equation.3">
                  <p:embed/>
                  <p:pic>
                    <p:nvPicPr>
                      <p:cNvPr id="0" name="Object 4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800" y="2333625"/>
                        <a:ext cx="2014538" cy="723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869" name="Text Box 5"/>
          <p:cNvSpPr txBox="1">
            <a:spLocks noChangeArrowheads="1"/>
          </p:cNvSpPr>
          <p:nvPr/>
        </p:nvSpPr>
        <p:spPr bwMode="auto">
          <a:xfrm>
            <a:off x="2590800" y="2409826"/>
            <a:ext cx="895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公式</a:t>
            </a:r>
          </a:p>
        </p:txBody>
      </p:sp>
      <p:sp>
        <p:nvSpPr>
          <p:cNvPr id="36870" name="Text Box 6"/>
          <p:cNvSpPr txBox="1">
            <a:spLocks noChangeArrowheads="1"/>
          </p:cNvSpPr>
          <p:nvPr/>
        </p:nvSpPr>
        <p:spPr bwMode="auto">
          <a:xfrm>
            <a:off x="2362200" y="3019425"/>
            <a:ext cx="46482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解释：</a:t>
            </a:r>
            <a:r>
              <a:rPr kumimoji="1" lang="zh-CN" altLang="zh-CN" sz="2800">
                <a:solidFill>
                  <a:srgbClr val="0000FF"/>
                </a:solidFill>
                <a:latin typeface="Times New Roman" panose="02020603050405020304" pitchFamily="18" charset="0"/>
              </a:rPr>
              <a:t>金属中的电子受洛伦兹力</a:t>
            </a:r>
          </a:p>
          <a:p>
            <a:pPr eaLnBrk="1" hangingPunct="1">
              <a:spcBef>
                <a:spcPct val="0"/>
              </a:spcBef>
              <a:buFontTx/>
              <a:buNone/>
            </a:pPr>
            <a:r>
              <a:rPr kumimoji="1" lang="zh-CN" altLang="zh-CN" sz="2800">
                <a:solidFill>
                  <a:srgbClr val="0000FF"/>
                </a:solidFill>
                <a:latin typeface="Times New Roman" panose="02020603050405020304" pitchFamily="18" charset="0"/>
              </a:rPr>
              <a:t>推广到一般形式</a:t>
            </a:r>
            <a:endParaRPr kumimoji="1" lang="zh-CN" altLang="en-US" sz="2800">
              <a:solidFill>
                <a:srgbClr val="0000FF"/>
              </a:solidFill>
              <a:latin typeface="Times New Roman" panose="02020603050405020304" pitchFamily="18" charset="0"/>
            </a:endParaRPr>
          </a:p>
        </p:txBody>
      </p:sp>
      <p:sp>
        <p:nvSpPr>
          <p:cNvPr id="36871" name="Text Box 7"/>
          <p:cNvSpPr txBox="1">
            <a:spLocks noChangeArrowheads="1"/>
          </p:cNvSpPr>
          <p:nvPr/>
        </p:nvSpPr>
        <p:spPr bwMode="auto">
          <a:xfrm>
            <a:off x="2819400" y="5076826"/>
            <a:ext cx="2673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消耗外力的功率</a:t>
            </a:r>
          </a:p>
        </p:txBody>
      </p:sp>
      <p:graphicFrame>
        <p:nvGraphicFramePr>
          <p:cNvPr id="36872" name="Object 45"/>
          <p:cNvGraphicFramePr>
            <a:graphicFrameLocks noChangeAspect="1"/>
          </p:cNvGraphicFramePr>
          <p:nvPr/>
        </p:nvGraphicFramePr>
        <p:xfrm>
          <a:off x="4038601" y="4383089"/>
          <a:ext cx="1704975" cy="541337"/>
        </p:xfrm>
        <a:graphic>
          <a:graphicData uri="http://schemas.openxmlformats.org/presentationml/2006/ole">
            <mc:AlternateContent xmlns:mc="http://schemas.openxmlformats.org/markup-compatibility/2006">
              <mc:Choice xmlns:v="urn:schemas-microsoft-com:vml" Requires="v">
                <p:oleObj spid="_x0000_s36982" name="公式" r:id="rId6" imgW="790543" imgH="219211" progId="Equation.3">
                  <p:embed/>
                </p:oleObj>
              </mc:Choice>
              <mc:Fallback>
                <p:oleObj name="公式" r:id="rId6" imgW="790543" imgH="219211" progId="Equation.3">
                  <p:embed/>
                  <p:pic>
                    <p:nvPicPr>
                      <p:cNvPr id="0" name="Object 4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38601" y="4383089"/>
                        <a:ext cx="1704975" cy="541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73" name="Object 46"/>
          <p:cNvGraphicFramePr>
            <a:graphicFrameLocks noChangeAspect="1"/>
          </p:cNvGraphicFramePr>
          <p:nvPr/>
        </p:nvGraphicFramePr>
        <p:xfrm>
          <a:off x="4113214" y="5838826"/>
          <a:ext cx="1601787" cy="333375"/>
        </p:xfrm>
        <a:graphic>
          <a:graphicData uri="http://schemas.openxmlformats.org/presentationml/2006/ole">
            <mc:AlternateContent xmlns:mc="http://schemas.openxmlformats.org/markup-compatibility/2006">
              <mc:Choice xmlns:v="urn:schemas-microsoft-com:vml" Requires="v">
                <p:oleObj spid="_x0000_s36983" name="公式" r:id="rId8" imgW="742835" imgH="114198" progId="Equation.3">
                  <p:embed/>
                </p:oleObj>
              </mc:Choice>
              <mc:Fallback>
                <p:oleObj name="公式" r:id="rId8" imgW="742835" imgH="114198" progId="Equation.3">
                  <p:embed/>
                  <p:pic>
                    <p:nvPicPr>
                      <p:cNvPr id="0" name="Object 4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13214" y="5838826"/>
                        <a:ext cx="1601787" cy="333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6874" name="Group 39"/>
          <p:cNvGrpSpPr>
            <a:grpSpLocks/>
          </p:cNvGrpSpPr>
          <p:nvPr/>
        </p:nvGrpSpPr>
        <p:grpSpPr bwMode="auto">
          <a:xfrm>
            <a:off x="6781800" y="2362200"/>
            <a:ext cx="3022600" cy="2827266"/>
            <a:chOff x="3456" y="1296"/>
            <a:chExt cx="2067" cy="2038"/>
          </a:xfrm>
        </p:grpSpPr>
        <p:sp>
          <p:nvSpPr>
            <p:cNvPr id="36877" name="Text Box 11"/>
            <p:cNvSpPr txBox="1">
              <a:spLocks noChangeArrowheads="1"/>
            </p:cNvSpPr>
            <p:nvPr/>
          </p:nvSpPr>
          <p:spPr bwMode="auto">
            <a:xfrm>
              <a:off x="3840" y="1392"/>
              <a:ext cx="480" cy="1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en-US" altLang="zh-CN" sz="2400" b="1">
                  <a:solidFill>
                    <a:srgbClr val="0000FF"/>
                  </a:solidFill>
                  <a:latin typeface="楷体_GB2312"/>
                  <a:ea typeface="楷体_GB2312"/>
                  <a:cs typeface="楷体_GB2312"/>
                  <a:sym typeface="Symbol" panose="05050102010706020507" pitchFamily="18" charset="2"/>
                </a:rPr>
                <a:t> </a:t>
              </a:r>
            </a:p>
            <a:p>
              <a:pPr>
                <a:spcBef>
                  <a:spcPct val="50000"/>
                </a:spcBef>
                <a:buFontTx/>
                <a:buNone/>
              </a:pPr>
              <a:r>
                <a:rPr kumimoji="1" lang="en-US" altLang="zh-CN" sz="2400" b="1">
                  <a:solidFill>
                    <a:srgbClr val="0000FF"/>
                  </a:solidFill>
                  <a:latin typeface="楷体_GB2312"/>
                  <a:ea typeface="楷体_GB2312"/>
                  <a:cs typeface="楷体_GB2312"/>
                  <a:sym typeface="Symbol" panose="05050102010706020507" pitchFamily="18" charset="2"/>
                </a:rPr>
                <a:t>  </a:t>
              </a:r>
            </a:p>
            <a:p>
              <a:pPr>
                <a:spcBef>
                  <a:spcPct val="50000"/>
                </a:spcBef>
                <a:buFontTx/>
                <a:buNone/>
              </a:pPr>
              <a:r>
                <a:rPr kumimoji="1" lang="en-US" altLang="zh-CN" sz="2400" b="1">
                  <a:solidFill>
                    <a:srgbClr val="0000FF"/>
                  </a:solidFill>
                  <a:latin typeface="楷体_GB2312"/>
                  <a:ea typeface="楷体_GB2312"/>
                  <a:cs typeface="楷体_GB2312"/>
                  <a:sym typeface="Symbol" panose="05050102010706020507" pitchFamily="18" charset="2"/>
                </a:rPr>
                <a:t>  </a:t>
              </a:r>
            </a:p>
            <a:p>
              <a:pPr>
                <a:spcBef>
                  <a:spcPct val="50000"/>
                </a:spcBef>
                <a:buFontTx/>
                <a:buNone/>
              </a:pPr>
              <a:r>
                <a:rPr kumimoji="1" lang="en-US" altLang="zh-CN" sz="2400" b="1">
                  <a:solidFill>
                    <a:srgbClr val="0000FF"/>
                  </a:solidFill>
                  <a:latin typeface="楷体_GB2312"/>
                  <a:ea typeface="楷体_GB2312"/>
                  <a:cs typeface="楷体_GB2312"/>
                  <a:sym typeface="Symbol" panose="05050102010706020507" pitchFamily="18" charset="2"/>
                </a:rPr>
                <a:t>  </a:t>
              </a:r>
            </a:p>
            <a:p>
              <a:pPr>
                <a:spcBef>
                  <a:spcPct val="50000"/>
                </a:spcBef>
                <a:buFontTx/>
                <a:buNone/>
              </a:pPr>
              <a:endParaRPr kumimoji="1" lang="en-US" altLang="zh-CN" sz="2400" b="1">
                <a:solidFill>
                  <a:srgbClr val="0000FF"/>
                </a:solidFill>
                <a:latin typeface="楷体_GB2312"/>
                <a:ea typeface="楷体_GB2312"/>
                <a:cs typeface="楷体_GB2312"/>
              </a:endParaRPr>
            </a:p>
          </p:txBody>
        </p:sp>
        <p:sp>
          <p:nvSpPr>
            <p:cNvPr id="36878" name="Line 13"/>
            <p:cNvSpPr>
              <a:spLocks noChangeShapeType="1"/>
            </p:cNvSpPr>
            <p:nvPr/>
          </p:nvSpPr>
          <p:spPr bwMode="auto">
            <a:xfrm>
              <a:off x="3600" y="1584"/>
              <a:ext cx="1776"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79" name="Line 14"/>
            <p:cNvSpPr>
              <a:spLocks noChangeShapeType="1"/>
            </p:cNvSpPr>
            <p:nvPr/>
          </p:nvSpPr>
          <p:spPr bwMode="auto">
            <a:xfrm>
              <a:off x="3600" y="2544"/>
              <a:ext cx="1776"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80" name="Line 15"/>
            <p:cNvSpPr>
              <a:spLocks noChangeShapeType="1"/>
            </p:cNvSpPr>
            <p:nvPr/>
          </p:nvSpPr>
          <p:spPr bwMode="auto">
            <a:xfrm>
              <a:off x="3600" y="1584"/>
              <a:ext cx="0" cy="96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81" name="Line 16"/>
            <p:cNvSpPr>
              <a:spLocks noChangeShapeType="1"/>
            </p:cNvSpPr>
            <p:nvPr/>
          </p:nvSpPr>
          <p:spPr bwMode="auto">
            <a:xfrm>
              <a:off x="3696" y="1680"/>
              <a:ext cx="163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82" name="Line 17"/>
            <p:cNvSpPr>
              <a:spLocks noChangeShapeType="1"/>
            </p:cNvSpPr>
            <p:nvPr/>
          </p:nvSpPr>
          <p:spPr bwMode="auto">
            <a:xfrm>
              <a:off x="3696" y="2448"/>
              <a:ext cx="163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83" name="Line 18"/>
            <p:cNvSpPr>
              <a:spLocks noChangeShapeType="1"/>
            </p:cNvSpPr>
            <p:nvPr/>
          </p:nvSpPr>
          <p:spPr bwMode="auto">
            <a:xfrm>
              <a:off x="3696" y="1680"/>
              <a:ext cx="0" cy="7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84" name="Text Box 19"/>
            <p:cNvSpPr txBox="1">
              <a:spLocks noChangeArrowheads="1"/>
            </p:cNvSpPr>
            <p:nvPr/>
          </p:nvSpPr>
          <p:spPr bwMode="auto">
            <a:xfrm>
              <a:off x="3552" y="1344"/>
              <a:ext cx="336" cy="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en-US" altLang="zh-CN" sz="2400" b="1">
                  <a:solidFill>
                    <a:srgbClr val="0000FF"/>
                  </a:solidFill>
                  <a:latin typeface="楷体_GB2312"/>
                  <a:ea typeface="楷体_GB2312"/>
                  <a:cs typeface="楷体_GB2312"/>
                </a:rPr>
                <a:t>D</a:t>
              </a:r>
            </a:p>
          </p:txBody>
        </p:sp>
        <p:sp>
          <p:nvSpPr>
            <p:cNvPr id="36885" name="Text Box 20"/>
            <p:cNvSpPr txBox="1">
              <a:spLocks noChangeArrowheads="1"/>
            </p:cNvSpPr>
            <p:nvPr/>
          </p:nvSpPr>
          <p:spPr bwMode="auto">
            <a:xfrm>
              <a:off x="3504" y="2544"/>
              <a:ext cx="336" cy="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en-US" altLang="zh-CN" sz="2400" b="1">
                  <a:solidFill>
                    <a:srgbClr val="0000FF"/>
                  </a:solidFill>
                  <a:latin typeface="楷体_GB2312"/>
                  <a:ea typeface="楷体_GB2312"/>
                  <a:cs typeface="楷体_GB2312"/>
                </a:rPr>
                <a:t>C</a:t>
              </a:r>
            </a:p>
          </p:txBody>
        </p:sp>
        <p:sp>
          <p:nvSpPr>
            <p:cNvPr id="36886" name="Line 21"/>
            <p:cNvSpPr>
              <a:spLocks noChangeShapeType="1"/>
            </p:cNvSpPr>
            <p:nvPr/>
          </p:nvSpPr>
          <p:spPr bwMode="auto">
            <a:xfrm>
              <a:off x="4608" y="2112"/>
              <a:ext cx="432" cy="0"/>
            </a:xfrm>
            <a:prstGeom prst="line">
              <a:avLst/>
            </a:prstGeom>
            <a:noFill/>
            <a:ln w="5715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87" name="Line 22"/>
            <p:cNvSpPr>
              <a:spLocks noChangeShapeType="1"/>
            </p:cNvSpPr>
            <p:nvPr/>
          </p:nvSpPr>
          <p:spPr bwMode="auto">
            <a:xfrm>
              <a:off x="5088" y="1567"/>
              <a:ext cx="0" cy="1008"/>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88" name="Line 23"/>
            <p:cNvSpPr>
              <a:spLocks noChangeShapeType="1"/>
            </p:cNvSpPr>
            <p:nvPr/>
          </p:nvSpPr>
          <p:spPr bwMode="auto">
            <a:xfrm>
              <a:off x="5167" y="1567"/>
              <a:ext cx="0" cy="1008"/>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89" name="Text Box 24"/>
            <p:cNvSpPr txBox="1">
              <a:spLocks noChangeArrowheads="1"/>
            </p:cNvSpPr>
            <p:nvPr/>
          </p:nvSpPr>
          <p:spPr bwMode="auto">
            <a:xfrm>
              <a:off x="4992" y="1296"/>
              <a:ext cx="336" cy="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en-US" altLang="zh-CN" sz="2400" b="1">
                  <a:solidFill>
                    <a:srgbClr val="0000FF"/>
                  </a:solidFill>
                  <a:latin typeface="楷体_GB2312"/>
                  <a:ea typeface="楷体_GB2312"/>
                  <a:cs typeface="楷体_GB2312"/>
                </a:rPr>
                <a:t>A</a:t>
              </a:r>
              <a:r>
                <a:rPr kumimoji="1" lang="en-US" altLang="zh-CN" sz="2400" b="1" baseline="30000">
                  <a:solidFill>
                    <a:srgbClr val="0000FF"/>
                  </a:solidFill>
                  <a:latin typeface="Times New Roman" panose="02020603050405020304" pitchFamily="18" charset="0"/>
                  <a:ea typeface="楷体_GB2312"/>
                  <a:cs typeface="楷体_GB2312"/>
                </a:rPr>
                <a:t>’</a:t>
              </a:r>
              <a:endParaRPr kumimoji="1" lang="en-US" altLang="zh-CN" sz="2400" b="1">
                <a:solidFill>
                  <a:srgbClr val="0000FF"/>
                </a:solidFill>
                <a:latin typeface="楷体_GB2312"/>
                <a:ea typeface="楷体_GB2312"/>
                <a:cs typeface="楷体_GB2312"/>
              </a:endParaRPr>
            </a:p>
          </p:txBody>
        </p:sp>
        <p:sp>
          <p:nvSpPr>
            <p:cNvPr id="36890" name="Text Box 25"/>
            <p:cNvSpPr txBox="1">
              <a:spLocks noChangeArrowheads="1"/>
            </p:cNvSpPr>
            <p:nvPr/>
          </p:nvSpPr>
          <p:spPr bwMode="auto">
            <a:xfrm>
              <a:off x="4992" y="2592"/>
              <a:ext cx="336" cy="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en-US" altLang="zh-CN" sz="2400" b="1">
                  <a:solidFill>
                    <a:srgbClr val="0000FF"/>
                  </a:solidFill>
                  <a:latin typeface="楷体_GB2312"/>
                  <a:ea typeface="楷体_GB2312"/>
                  <a:cs typeface="楷体_GB2312"/>
                </a:rPr>
                <a:t>B</a:t>
              </a:r>
              <a:r>
                <a:rPr kumimoji="1" lang="en-US" altLang="zh-CN" sz="2400" b="1" baseline="30000">
                  <a:solidFill>
                    <a:srgbClr val="0000FF"/>
                  </a:solidFill>
                  <a:latin typeface="Times New Roman" panose="02020603050405020304" pitchFamily="18" charset="0"/>
                  <a:ea typeface="楷体_GB2312"/>
                  <a:cs typeface="楷体_GB2312"/>
                </a:rPr>
                <a:t>’</a:t>
              </a:r>
              <a:endParaRPr kumimoji="1" lang="en-US" altLang="zh-CN" sz="2400" b="1">
                <a:solidFill>
                  <a:srgbClr val="0000FF"/>
                </a:solidFill>
                <a:latin typeface="楷体_GB2312"/>
                <a:ea typeface="楷体_GB2312"/>
                <a:cs typeface="楷体_GB2312"/>
              </a:endParaRPr>
            </a:p>
          </p:txBody>
        </p:sp>
        <p:grpSp>
          <p:nvGrpSpPr>
            <p:cNvPr id="36891" name="Group 26"/>
            <p:cNvGrpSpPr>
              <a:grpSpLocks/>
            </p:cNvGrpSpPr>
            <p:nvPr/>
          </p:nvGrpSpPr>
          <p:grpSpPr bwMode="auto">
            <a:xfrm>
              <a:off x="4464" y="1296"/>
              <a:ext cx="432" cy="1581"/>
              <a:chOff x="4368" y="960"/>
              <a:chExt cx="432" cy="1581"/>
            </a:xfrm>
          </p:grpSpPr>
          <p:sp>
            <p:nvSpPr>
              <p:cNvPr id="36896" name="Line 27"/>
              <p:cNvSpPr>
                <a:spLocks noChangeShapeType="1"/>
              </p:cNvSpPr>
              <p:nvPr/>
            </p:nvSpPr>
            <p:spPr bwMode="auto">
              <a:xfrm>
                <a:off x="4464" y="1231"/>
                <a:ext cx="0" cy="100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97" name="Line 28"/>
              <p:cNvSpPr>
                <a:spLocks noChangeShapeType="1"/>
              </p:cNvSpPr>
              <p:nvPr/>
            </p:nvSpPr>
            <p:spPr bwMode="auto">
              <a:xfrm>
                <a:off x="4543" y="1231"/>
                <a:ext cx="0" cy="100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98" name="Text Box 29"/>
              <p:cNvSpPr txBox="1">
                <a:spLocks noChangeArrowheads="1"/>
              </p:cNvSpPr>
              <p:nvPr/>
            </p:nvSpPr>
            <p:spPr bwMode="auto">
              <a:xfrm>
                <a:off x="4464" y="960"/>
                <a:ext cx="336" cy="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en-US" altLang="zh-CN" sz="2400" b="1">
                    <a:solidFill>
                      <a:srgbClr val="0000FF"/>
                    </a:solidFill>
                    <a:latin typeface="楷体_GB2312"/>
                    <a:ea typeface="楷体_GB2312"/>
                    <a:cs typeface="楷体_GB2312"/>
                  </a:rPr>
                  <a:t>A</a:t>
                </a:r>
              </a:p>
            </p:txBody>
          </p:sp>
          <p:sp>
            <p:nvSpPr>
              <p:cNvPr id="36899" name="Text Box 30"/>
              <p:cNvSpPr txBox="1">
                <a:spLocks noChangeArrowheads="1"/>
              </p:cNvSpPr>
              <p:nvPr/>
            </p:nvSpPr>
            <p:spPr bwMode="auto">
              <a:xfrm>
                <a:off x="4368" y="2208"/>
                <a:ext cx="336" cy="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en-US" altLang="zh-CN" sz="2400" b="1">
                    <a:solidFill>
                      <a:srgbClr val="0000FF"/>
                    </a:solidFill>
                    <a:latin typeface="楷体_GB2312"/>
                    <a:ea typeface="楷体_GB2312"/>
                    <a:cs typeface="楷体_GB2312"/>
                  </a:rPr>
                  <a:t>B</a:t>
                </a:r>
              </a:p>
            </p:txBody>
          </p:sp>
        </p:grpSp>
        <p:sp>
          <p:nvSpPr>
            <p:cNvPr id="36892" name="Text Box 31"/>
            <p:cNvSpPr txBox="1">
              <a:spLocks noChangeArrowheads="1"/>
            </p:cNvSpPr>
            <p:nvPr/>
          </p:nvSpPr>
          <p:spPr bwMode="auto">
            <a:xfrm>
              <a:off x="3456" y="1404"/>
              <a:ext cx="480" cy="1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en-US" altLang="zh-CN" sz="2400" b="1">
                  <a:solidFill>
                    <a:srgbClr val="0000FF"/>
                  </a:solidFill>
                  <a:latin typeface="楷体_GB2312"/>
                  <a:ea typeface="楷体_GB2312"/>
                  <a:cs typeface="楷体_GB2312"/>
                  <a:sym typeface="Symbol" panose="05050102010706020507" pitchFamily="18" charset="2"/>
                </a:rPr>
                <a:t> </a:t>
              </a:r>
            </a:p>
            <a:p>
              <a:pPr>
                <a:spcBef>
                  <a:spcPct val="50000"/>
                </a:spcBef>
                <a:buFontTx/>
                <a:buNone/>
              </a:pPr>
              <a:r>
                <a:rPr kumimoji="1" lang="en-US" altLang="zh-CN" sz="2400" b="1">
                  <a:solidFill>
                    <a:srgbClr val="0000FF"/>
                  </a:solidFill>
                  <a:latin typeface="楷体_GB2312"/>
                  <a:ea typeface="楷体_GB2312"/>
                  <a:cs typeface="楷体_GB2312"/>
                  <a:sym typeface="Symbol" panose="05050102010706020507" pitchFamily="18" charset="2"/>
                </a:rPr>
                <a:t>  </a:t>
              </a:r>
            </a:p>
            <a:p>
              <a:pPr>
                <a:spcBef>
                  <a:spcPct val="50000"/>
                </a:spcBef>
                <a:buFontTx/>
                <a:buNone/>
              </a:pPr>
              <a:r>
                <a:rPr kumimoji="1" lang="en-US" altLang="zh-CN" sz="2400" b="1">
                  <a:solidFill>
                    <a:srgbClr val="0000FF"/>
                  </a:solidFill>
                  <a:latin typeface="楷体_GB2312"/>
                  <a:ea typeface="楷体_GB2312"/>
                  <a:cs typeface="楷体_GB2312"/>
                  <a:sym typeface="Symbol" panose="05050102010706020507" pitchFamily="18" charset="2"/>
                </a:rPr>
                <a:t>  </a:t>
              </a:r>
            </a:p>
            <a:p>
              <a:pPr>
                <a:spcBef>
                  <a:spcPct val="50000"/>
                </a:spcBef>
                <a:buFontTx/>
                <a:buNone/>
              </a:pPr>
              <a:r>
                <a:rPr kumimoji="1" lang="en-US" altLang="zh-CN" sz="2400" b="1">
                  <a:solidFill>
                    <a:srgbClr val="0000FF"/>
                  </a:solidFill>
                  <a:latin typeface="楷体_GB2312"/>
                  <a:ea typeface="楷体_GB2312"/>
                  <a:cs typeface="楷体_GB2312"/>
                  <a:sym typeface="Symbol" panose="05050102010706020507" pitchFamily="18" charset="2"/>
                </a:rPr>
                <a:t>  </a:t>
              </a:r>
            </a:p>
            <a:p>
              <a:pPr>
                <a:spcBef>
                  <a:spcPct val="50000"/>
                </a:spcBef>
                <a:buFontTx/>
                <a:buNone/>
              </a:pPr>
              <a:endParaRPr kumimoji="1" lang="en-US" altLang="zh-CN" sz="2400" b="1">
                <a:solidFill>
                  <a:srgbClr val="0000FF"/>
                </a:solidFill>
                <a:latin typeface="楷体_GB2312"/>
                <a:ea typeface="楷体_GB2312"/>
                <a:cs typeface="楷体_GB2312"/>
              </a:endParaRPr>
            </a:p>
          </p:txBody>
        </p:sp>
        <p:sp>
          <p:nvSpPr>
            <p:cNvPr id="36893" name="Text Box 32"/>
            <p:cNvSpPr txBox="1">
              <a:spLocks noChangeArrowheads="1"/>
            </p:cNvSpPr>
            <p:nvPr/>
          </p:nvSpPr>
          <p:spPr bwMode="auto">
            <a:xfrm>
              <a:off x="5043" y="1395"/>
              <a:ext cx="480" cy="1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en-US" altLang="zh-CN" sz="2400" b="1">
                  <a:solidFill>
                    <a:srgbClr val="0000FF"/>
                  </a:solidFill>
                  <a:latin typeface="楷体_GB2312"/>
                  <a:ea typeface="楷体_GB2312"/>
                  <a:cs typeface="楷体_GB2312"/>
                  <a:sym typeface="Symbol" panose="05050102010706020507" pitchFamily="18" charset="2"/>
                </a:rPr>
                <a:t> </a:t>
              </a:r>
            </a:p>
            <a:p>
              <a:pPr>
                <a:spcBef>
                  <a:spcPct val="50000"/>
                </a:spcBef>
                <a:buFontTx/>
                <a:buNone/>
              </a:pPr>
              <a:r>
                <a:rPr kumimoji="1" lang="en-US" altLang="zh-CN" sz="2400" b="1">
                  <a:solidFill>
                    <a:srgbClr val="0000FF"/>
                  </a:solidFill>
                  <a:latin typeface="楷体_GB2312"/>
                  <a:ea typeface="楷体_GB2312"/>
                  <a:cs typeface="楷体_GB2312"/>
                  <a:sym typeface="Symbol" panose="05050102010706020507" pitchFamily="18" charset="2"/>
                </a:rPr>
                <a:t>  </a:t>
              </a:r>
            </a:p>
            <a:p>
              <a:pPr>
                <a:spcBef>
                  <a:spcPct val="50000"/>
                </a:spcBef>
                <a:buFontTx/>
                <a:buNone/>
              </a:pPr>
              <a:r>
                <a:rPr kumimoji="1" lang="en-US" altLang="zh-CN" sz="2400" b="1">
                  <a:solidFill>
                    <a:srgbClr val="0000FF"/>
                  </a:solidFill>
                  <a:latin typeface="楷体_GB2312"/>
                  <a:ea typeface="楷体_GB2312"/>
                  <a:cs typeface="楷体_GB2312"/>
                  <a:sym typeface="Symbol" panose="05050102010706020507" pitchFamily="18" charset="2"/>
                </a:rPr>
                <a:t>  </a:t>
              </a:r>
            </a:p>
            <a:p>
              <a:pPr>
                <a:spcBef>
                  <a:spcPct val="50000"/>
                </a:spcBef>
                <a:buFontTx/>
                <a:buNone/>
              </a:pPr>
              <a:r>
                <a:rPr kumimoji="1" lang="en-US" altLang="zh-CN" sz="2400" b="1">
                  <a:solidFill>
                    <a:srgbClr val="0000FF"/>
                  </a:solidFill>
                  <a:latin typeface="楷体_GB2312"/>
                  <a:ea typeface="楷体_GB2312"/>
                  <a:cs typeface="楷体_GB2312"/>
                  <a:sym typeface="Symbol" panose="05050102010706020507" pitchFamily="18" charset="2"/>
                </a:rPr>
                <a:t>  </a:t>
              </a:r>
            </a:p>
            <a:p>
              <a:pPr>
                <a:spcBef>
                  <a:spcPct val="50000"/>
                </a:spcBef>
                <a:buFontTx/>
                <a:buNone/>
              </a:pPr>
              <a:endParaRPr kumimoji="1" lang="en-US" altLang="zh-CN" sz="2400" b="1">
                <a:solidFill>
                  <a:srgbClr val="0000FF"/>
                </a:solidFill>
                <a:latin typeface="楷体_GB2312"/>
                <a:ea typeface="楷体_GB2312"/>
                <a:cs typeface="楷体_GB2312"/>
              </a:endParaRPr>
            </a:p>
          </p:txBody>
        </p:sp>
        <p:sp>
          <p:nvSpPr>
            <p:cNvPr id="36894" name="Text Box 33"/>
            <p:cNvSpPr txBox="1">
              <a:spLocks noChangeArrowheads="1"/>
            </p:cNvSpPr>
            <p:nvPr/>
          </p:nvSpPr>
          <p:spPr bwMode="auto">
            <a:xfrm>
              <a:off x="4656" y="1404"/>
              <a:ext cx="480" cy="1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en-US" altLang="zh-CN" sz="2400" b="1">
                  <a:solidFill>
                    <a:srgbClr val="0000FF"/>
                  </a:solidFill>
                  <a:latin typeface="楷体_GB2312"/>
                  <a:ea typeface="楷体_GB2312"/>
                  <a:cs typeface="楷体_GB2312"/>
                  <a:sym typeface="Symbol" panose="05050102010706020507" pitchFamily="18" charset="2"/>
                </a:rPr>
                <a:t> </a:t>
              </a:r>
            </a:p>
            <a:p>
              <a:pPr>
                <a:spcBef>
                  <a:spcPct val="50000"/>
                </a:spcBef>
                <a:buFontTx/>
                <a:buNone/>
              </a:pPr>
              <a:r>
                <a:rPr kumimoji="1" lang="en-US" altLang="zh-CN" sz="2400" b="1">
                  <a:solidFill>
                    <a:srgbClr val="0000FF"/>
                  </a:solidFill>
                  <a:latin typeface="楷体_GB2312"/>
                  <a:ea typeface="楷体_GB2312"/>
                  <a:cs typeface="楷体_GB2312"/>
                  <a:sym typeface="Symbol" panose="05050102010706020507" pitchFamily="18" charset="2"/>
                </a:rPr>
                <a:t>  </a:t>
              </a:r>
            </a:p>
            <a:p>
              <a:pPr>
                <a:spcBef>
                  <a:spcPct val="50000"/>
                </a:spcBef>
                <a:buFontTx/>
                <a:buNone/>
              </a:pPr>
              <a:r>
                <a:rPr kumimoji="1" lang="en-US" altLang="zh-CN" sz="2400" b="1">
                  <a:solidFill>
                    <a:srgbClr val="0000FF"/>
                  </a:solidFill>
                  <a:latin typeface="楷体_GB2312"/>
                  <a:ea typeface="楷体_GB2312"/>
                  <a:cs typeface="楷体_GB2312"/>
                  <a:sym typeface="Symbol" panose="05050102010706020507" pitchFamily="18" charset="2"/>
                </a:rPr>
                <a:t>  </a:t>
              </a:r>
            </a:p>
            <a:p>
              <a:pPr>
                <a:spcBef>
                  <a:spcPct val="50000"/>
                </a:spcBef>
                <a:buFontTx/>
                <a:buNone/>
              </a:pPr>
              <a:r>
                <a:rPr kumimoji="1" lang="en-US" altLang="zh-CN" sz="2400" b="1">
                  <a:solidFill>
                    <a:srgbClr val="0000FF"/>
                  </a:solidFill>
                  <a:latin typeface="楷体_GB2312"/>
                  <a:ea typeface="楷体_GB2312"/>
                  <a:cs typeface="楷体_GB2312"/>
                  <a:sym typeface="Symbol" panose="05050102010706020507" pitchFamily="18" charset="2"/>
                </a:rPr>
                <a:t>  </a:t>
              </a:r>
            </a:p>
            <a:p>
              <a:pPr>
                <a:spcBef>
                  <a:spcPct val="50000"/>
                </a:spcBef>
                <a:buFontTx/>
                <a:buNone/>
              </a:pPr>
              <a:endParaRPr kumimoji="1" lang="en-US" altLang="zh-CN" sz="2400" b="1">
                <a:solidFill>
                  <a:srgbClr val="0000FF"/>
                </a:solidFill>
                <a:latin typeface="楷体_GB2312"/>
                <a:ea typeface="楷体_GB2312"/>
                <a:cs typeface="楷体_GB2312"/>
              </a:endParaRPr>
            </a:p>
          </p:txBody>
        </p:sp>
        <p:sp>
          <p:nvSpPr>
            <p:cNvPr id="36895" name="Text Box 34"/>
            <p:cNvSpPr txBox="1">
              <a:spLocks noChangeArrowheads="1"/>
            </p:cNvSpPr>
            <p:nvPr/>
          </p:nvSpPr>
          <p:spPr bwMode="auto">
            <a:xfrm>
              <a:off x="4227" y="1404"/>
              <a:ext cx="480" cy="1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en-US" altLang="zh-CN" sz="2400" b="1" dirty="0">
                  <a:solidFill>
                    <a:srgbClr val="0000FF"/>
                  </a:solidFill>
                  <a:latin typeface="楷体_GB2312"/>
                  <a:ea typeface="楷体_GB2312"/>
                  <a:cs typeface="楷体_GB2312"/>
                  <a:sym typeface="Symbol" panose="05050102010706020507" pitchFamily="18" charset="2"/>
                </a:rPr>
                <a:t> </a:t>
              </a:r>
            </a:p>
            <a:p>
              <a:pPr>
                <a:spcBef>
                  <a:spcPct val="50000"/>
                </a:spcBef>
                <a:buFontTx/>
                <a:buNone/>
              </a:pPr>
              <a:r>
                <a:rPr kumimoji="1" lang="en-US" altLang="zh-CN" sz="2400" b="1" dirty="0">
                  <a:solidFill>
                    <a:srgbClr val="0000FF"/>
                  </a:solidFill>
                  <a:latin typeface="楷体_GB2312"/>
                  <a:ea typeface="楷体_GB2312"/>
                  <a:cs typeface="楷体_GB2312"/>
                  <a:sym typeface="Symbol" panose="05050102010706020507" pitchFamily="18" charset="2"/>
                </a:rPr>
                <a:t>  </a:t>
              </a:r>
            </a:p>
            <a:p>
              <a:pPr>
                <a:spcBef>
                  <a:spcPct val="50000"/>
                </a:spcBef>
                <a:buFontTx/>
                <a:buNone/>
              </a:pPr>
              <a:r>
                <a:rPr kumimoji="1" lang="en-US" altLang="zh-CN" sz="2400" b="1" dirty="0">
                  <a:solidFill>
                    <a:srgbClr val="0000FF"/>
                  </a:solidFill>
                  <a:latin typeface="楷体_GB2312"/>
                  <a:ea typeface="楷体_GB2312"/>
                  <a:cs typeface="楷体_GB2312"/>
                  <a:sym typeface="Symbol" panose="05050102010706020507" pitchFamily="18" charset="2"/>
                </a:rPr>
                <a:t>  </a:t>
              </a:r>
            </a:p>
            <a:p>
              <a:pPr>
                <a:spcBef>
                  <a:spcPct val="50000"/>
                </a:spcBef>
                <a:buFontTx/>
                <a:buNone/>
              </a:pPr>
              <a:r>
                <a:rPr kumimoji="1" lang="en-US" altLang="zh-CN" sz="2400" b="1" dirty="0">
                  <a:solidFill>
                    <a:srgbClr val="0000FF"/>
                  </a:solidFill>
                  <a:latin typeface="楷体_GB2312"/>
                  <a:ea typeface="楷体_GB2312"/>
                  <a:cs typeface="楷体_GB2312"/>
                  <a:sym typeface="Symbol" panose="05050102010706020507" pitchFamily="18" charset="2"/>
                </a:rPr>
                <a:t>  </a:t>
              </a:r>
            </a:p>
            <a:p>
              <a:pPr>
                <a:spcBef>
                  <a:spcPct val="50000"/>
                </a:spcBef>
                <a:buFontTx/>
                <a:buNone/>
              </a:pPr>
              <a:endParaRPr kumimoji="1" lang="en-US" altLang="zh-CN" sz="2400" b="1" dirty="0">
                <a:solidFill>
                  <a:srgbClr val="0000FF"/>
                </a:solidFill>
                <a:latin typeface="楷体_GB2312"/>
                <a:ea typeface="楷体_GB2312"/>
                <a:cs typeface="楷体_GB2312"/>
              </a:endParaRPr>
            </a:p>
          </p:txBody>
        </p:sp>
      </p:grpSp>
      <p:sp>
        <p:nvSpPr>
          <p:cNvPr id="36875" name="Text Box 38"/>
          <p:cNvSpPr txBox="1">
            <a:spLocks noChangeArrowheads="1"/>
          </p:cNvSpPr>
          <p:nvPr/>
        </p:nvSpPr>
        <p:spPr bwMode="auto">
          <a:xfrm>
            <a:off x="746148" y="1097539"/>
            <a:ext cx="8001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b="1" dirty="0">
                <a:solidFill>
                  <a:srgbClr val="0000FF"/>
                </a:solidFill>
                <a:latin typeface="宋体" panose="02010600030101010101" pitchFamily="2" charset="-122"/>
              </a:rPr>
              <a:t>一</a:t>
            </a:r>
            <a:r>
              <a:rPr kumimoji="1" lang="en-US" altLang="zh-CN" b="1" dirty="0">
                <a:solidFill>
                  <a:srgbClr val="0000FF"/>
                </a:solidFill>
                <a:latin typeface="宋体" panose="02010600030101010101" pitchFamily="2" charset="-122"/>
              </a:rPr>
              <a:t>. </a:t>
            </a:r>
            <a:r>
              <a:rPr kumimoji="1" lang="zh-CN" altLang="en-US" b="1" dirty="0">
                <a:solidFill>
                  <a:srgbClr val="0000FF"/>
                </a:solidFill>
                <a:latin typeface="宋体" panose="02010600030101010101" pitchFamily="2" charset="-122"/>
              </a:rPr>
              <a:t>在磁场中运动的导线产生感应电动势</a:t>
            </a:r>
          </a:p>
        </p:txBody>
      </p:sp>
      <p:pic>
        <p:nvPicPr>
          <p:cNvPr id="36876" name="Picture 47" descr="D:\zmzhang\电磁学\第二版图\图6-8.jpg"/>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065762" y="4771879"/>
            <a:ext cx="3924300"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47" descr="D:\zmzhang\电磁学\第二版图\图6-8.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8463" y="144464"/>
            <a:ext cx="3924300"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8915" name="Object 44"/>
          <p:cNvGraphicFramePr>
            <a:graphicFrameLocks noChangeAspect="1"/>
          </p:cNvGraphicFramePr>
          <p:nvPr/>
        </p:nvGraphicFramePr>
        <p:xfrm>
          <a:off x="6967538" y="654050"/>
          <a:ext cx="1446212" cy="827088"/>
        </p:xfrm>
        <a:graphic>
          <a:graphicData uri="http://schemas.openxmlformats.org/presentationml/2006/ole">
            <mc:AlternateContent xmlns:mc="http://schemas.openxmlformats.org/markup-compatibility/2006">
              <mc:Choice xmlns:v="urn:schemas-microsoft-com:vml" Requires="v">
                <p:oleObj spid="_x0000_s39055" name="公式" r:id="rId4" imgW="676167" imgH="371373" progId="Equation.3">
                  <p:embed/>
                </p:oleObj>
              </mc:Choice>
              <mc:Fallback>
                <p:oleObj name="公式" r:id="rId4" imgW="676167" imgH="371373" progId="Equation.3">
                  <p:embed/>
                  <p:pic>
                    <p:nvPicPr>
                      <p:cNvPr id="0" name="Object 4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67538" y="654050"/>
                        <a:ext cx="1446212" cy="827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916" name="Object 44"/>
          <p:cNvGraphicFramePr>
            <a:graphicFrameLocks noChangeAspect="1"/>
          </p:cNvGraphicFramePr>
          <p:nvPr/>
        </p:nvGraphicFramePr>
        <p:xfrm>
          <a:off x="6594475" y="1690689"/>
          <a:ext cx="2351088" cy="827087"/>
        </p:xfrm>
        <a:graphic>
          <a:graphicData uri="http://schemas.openxmlformats.org/presentationml/2006/ole">
            <mc:AlternateContent xmlns:mc="http://schemas.openxmlformats.org/markup-compatibility/2006">
              <mc:Choice xmlns:v="urn:schemas-microsoft-com:vml" Requires="v">
                <p:oleObj spid="_x0000_s39056" name="公式" r:id="rId6" imgW="1114406" imgH="371373" progId="Equation.3">
                  <p:embed/>
                </p:oleObj>
              </mc:Choice>
              <mc:Fallback>
                <p:oleObj name="公式" r:id="rId6" imgW="1114406" imgH="371373" progId="Equation.3">
                  <p:embed/>
                  <p:pic>
                    <p:nvPicPr>
                      <p:cNvPr id="0" name="Object 4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94475" y="1690689"/>
                        <a:ext cx="2351088" cy="827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917" name="Object 44"/>
          <p:cNvGraphicFramePr>
            <a:graphicFrameLocks noChangeAspect="1"/>
          </p:cNvGraphicFramePr>
          <p:nvPr/>
        </p:nvGraphicFramePr>
        <p:xfrm>
          <a:off x="1795464" y="2952750"/>
          <a:ext cx="4624387" cy="749300"/>
        </p:xfrm>
        <a:graphic>
          <a:graphicData uri="http://schemas.openxmlformats.org/presentationml/2006/ole">
            <mc:AlternateContent xmlns:mc="http://schemas.openxmlformats.org/markup-compatibility/2006">
              <mc:Choice xmlns:v="urn:schemas-microsoft-com:vml" Requires="v">
                <p:oleObj spid="_x0000_s39057" name="公式" r:id="rId8" imgW="2238292" imgH="333409" progId="Equation.3">
                  <p:embed/>
                </p:oleObj>
              </mc:Choice>
              <mc:Fallback>
                <p:oleObj name="公式" r:id="rId8" imgW="2238292" imgH="333409" progId="Equation.3">
                  <p:embed/>
                  <p:pic>
                    <p:nvPicPr>
                      <p:cNvPr id="0" name="Object 4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95464" y="2952750"/>
                        <a:ext cx="4624387" cy="749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918" name="Object 44"/>
          <p:cNvGraphicFramePr>
            <a:graphicFrameLocks noChangeAspect="1"/>
          </p:cNvGraphicFramePr>
          <p:nvPr/>
        </p:nvGraphicFramePr>
        <p:xfrm>
          <a:off x="2287589" y="4046538"/>
          <a:ext cx="2454275" cy="749300"/>
        </p:xfrm>
        <a:graphic>
          <a:graphicData uri="http://schemas.openxmlformats.org/presentationml/2006/ole">
            <mc:AlternateContent xmlns:mc="http://schemas.openxmlformats.org/markup-compatibility/2006">
              <mc:Choice xmlns:v="urn:schemas-microsoft-com:vml" Requires="v">
                <p:oleObj spid="_x0000_s39058" name="公式" r:id="rId10" imgW="1171594" imgH="333409" progId="Equation.3">
                  <p:embed/>
                </p:oleObj>
              </mc:Choice>
              <mc:Fallback>
                <p:oleObj name="公式" r:id="rId10" imgW="1171594" imgH="333409" progId="Equation.3">
                  <p:embed/>
                  <p:pic>
                    <p:nvPicPr>
                      <p:cNvPr id="0" name="Object 4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287589" y="4046538"/>
                        <a:ext cx="2454275" cy="749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919" name="Object 44"/>
          <p:cNvGraphicFramePr>
            <a:graphicFrameLocks noChangeAspect="1"/>
          </p:cNvGraphicFramePr>
          <p:nvPr/>
        </p:nvGraphicFramePr>
        <p:xfrm>
          <a:off x="6348414" y="5449889"/>
          <a:ext cx="2454275" cy="955675"/>
        </p:xfrm>
        <a:graphic>
          <a:graphicData uri="http://schemas.openxmlformats.org/presentationml/2006/ole">
            <mc:AlternateContent xmlns:mc="http://schemas.openxmlformats.org/markup-compatibility/2006">
              <mc:Choice xmlns:v="urn:schemas-microsoft-com:vml" Requires="v">
                <p:oleObj spid="_x0000_s39059" name="公式" r:id="rId12" imgW="1171594" imgH="428625" progId="Equation.3">
                  <p:embed/>
                </p:oleObj>
              </mc:Choice>
              <mc:Fallback>
                <p:oleObj name="公式" r:id="rId12" imgW="1171594" imgH="428625" progId="Equation.3">
                  <p:embed/>
                  <p:pic>
                    <p:nvPicPr>
                      <p:cNvPr id="0" name="Object 4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348414" y="5449889"/>
                        <a:ext cx="2454275" cy="955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2466" name="Rectangle 2"/>
          <p:cNvSpPr>
            <a:spLocks noChangeArrowheads="1"/>
          </p:cNvSpPr>
          <p:nvPr/>
        </p:nvSpPr>
        <p:spPr bwMode="auto">
          <a:xfrm>
            <a:off x="2225675" y="233363"/>
            <a:ext cx="7239000" cy="571500"/>
          </a:xfrm>
          <a:prstGeom prst="rect">
            <a:avLst/>
          </a:prstGeom>
          <a:noFill/>
          <a:ln w="9525">
            <a:noFill/>
            <a:miter lim="800000"/>
            <a:headEnd/>
            <a:tailEnd/>
          </a:ln>
          <a:effectLst/>
        </p:spPr>
        <p:txBody>
          <a:bodyPr lIns="92075" tIns="46038" rIns="92075" bIns="46038" anchor="ctr"/>
          <a:lstStyle/>
          <a:p>
            <a:pPr algn="ctr" eaLnBrk="1" hangingPunct="1">
              <a:defRPr/>
            </a:pPr>
            <a:r>
              <a:rPr kumimoji="1" lang="zh-CN" altLang="en-US" sz="3600">
                <a:solidFill>
                  <a:srgbClr val="FF0000"/>
                </a:solidFill>
                <a:effectLst>
                  <a:outerShdw blurRad="38100" dist="38100" dir="2700000" algn="tl">
                    <a:srgbClr val="C0C0C0"/>
                  </a:outerShdw>
                </a:effectLst>
                <a:latin typeface="宋体" charset="-122"/>
                <a:ea typeface="宋体" charset="-122"/>
              </a:rPr>
              <a:t>洛伦兹力作用</a:t>
            </a:r>
          </a:p>
        </p:txBody>
      </p:sp>
      <p:sp>
        <p:nvSpPr>
          <p:cNvPr id="39939" name="Text Box 3"/>
          <p:cNvSpPr txBox="1">
            <a:spLocks noChangeArrowheads="1"/>
          </p:cNvSpPr>
          <p:nvPr/>
        </p:nvSpPr>
        <p:spPr bwMode="auto">
          <a:xfrm>
            <a:off x="4116389" y="1133476"/>
            <a:ext cx="28289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a:solidFill>
                  <a:srgbClr val="0000FF"/>
                </a:solidFill>
                <a:latin typeface="Times New Roman" panose="02020603050405020304" pitchFamily="18" charset="0"/>
              </a:rPr>
              <a:t>    </a:t>
            </a:r>
            <a:r>
              <a:rPr kumimoji="1" lang="zh-CN" altLang="en-US" sz="2800">
                <a:solidFill>
                  <a:srgbClr val="0000FF"/>
                </a:solidFill>
                <a:latin typeface="Times New Roman" panose="02020603050405020304" pitchFamily="18" charset="0"/>
              </a:rPr>
              <a:t>导体本身速度</a:t>
            </a:r>
            <a:r>
              <a:rPr kumimoji="1" lang="en-US" altLang="zh-CN" sz="2800">
                <a:solidFill>
                  <a:srgbClr val="0000FF"/>
                </a:solidFill>
                <a:latin typeface="Times New Roman" panose="02020603050405020304" pitchFamily="18" charset="0"/>
              </a:rPr>
              <a:t>V</a:t>
            </a:r>
          </a:p>
        </p:txBody>
      </p:sp>
      <p:sp>
        <p:nvSpPr>
          <p:cNvPr id="39940" name="Text Box 34"/>
          <p:cNvSpPr txBox="1">
            <a:spLocks noChangeArrowheads="1"/>
          </p:cNvSpPr>
          <p:nvPr/>
        </p:nvSpPr>
        <p:spPr bwMode="auto">
          <a:xfrm>
            <a:off x="2133601" y="1190625"/>
            <a:ext cx="1666875"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b="1">
                <a:solidFill>
                  <a:srgbClr val="0000FF"/>
                </a:solidFill>
                <a:latin typeface="宋体" panose="02010600030101010101" pitchFamily="2" charset="-122"/>
              </a:rPr>
              <a:t>导线中的电荷运动：</a:t>
            </a:r>
          </a:p>
        </p:txBody>
      </p:sp>
      <p:sp>
        <p:nvSpPr>
          <p:cNvPr id="39941" name="Text Box 35"/>
          <p:cNvSpPr txBox="1">
            <a:spLocks noChangeArrowheads="1"/>
          </p:cNvSpPr>
          <p:nvPr/>
        </p:nvSpPr>
        <p:spPr bwMode="auto">
          <a:xfrm>
            <a:off x="3981451" y="2079626"/>
            <a:ext cx="36417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相对导体的定向速度</a:t>
            </a:r>
            <a:r>
              <a:rPr kumimoji="1" lang="en-US" altLang="zh-CN" sz="2800">
                <a:solidFill>
                  <a:srgbClr val="0000FF"/>
                </a:solidFill>
                <a:latin typeface="Times New Roman" panose="02020603050405020304" pitchFamily="18" charset="0"/>
              </a:rPr>
              <a:t>U</a:t>
            </a:r>
          </a:p>
        </p:txBody>
      </p:sp>
      <p:grpSp>
        <p:nvGrpSpPr>
          <p:cNvPr id="39942" name="Group 39"/>
          <p:cNvGrpSpPr>
            <a:grpSpLocks/>
          </p:cNvGrpSpPr>
          <p:nvPr/>
        </p:nvGrpSpPr>
        <p:grpSpPr bwMode="auto">
          <a:xfrm>
            <a:off x="8840788" y="503239"/>
            <a:ext cx="493712" cy="3106737"/>
            <a:chOff x="4524" y="601"/>
            <a:chExt cx="311" cy="1957"/>
          </a:xfrm>
        </p:grpSpPr>
        <p:sp>
          <p:nvSpPr>
            <p:cNvPr id="39993" name="AutoShape 37"/>
            <p:cNvSpPr>
              <a:spLocks noChangeArrowheads="1"/>
            </p:cNvSpPr>
            <p:nvPr/>
          </p:nvSpPr>
          <p:spPr bwMode="auto">
            <a:xfrm>
              <a:off x="4524" y="601"/>
              <a:ext cx="311" cy="1957"/>
            </a:xfrm>
            <a:prstGeom prst="can">
              <a:avLst>
                <a:gd name="adj" fmla="val 64616"/>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9994" name="Oval 38"/>
            <p:cNvSpPr>
              <a:spLocks noChangeArrowheads="1"/>
            </p:cNvSpPr>
            <p:nvPr/>
          </p:nvSpPr>
          <p:spPr bwMode="auto">
            <a:xfrm>
              <a:off x="4609" y="1451"/>
              <a:ext cx="114" cy="142"/>
            </a:xfrm>
            <a:prstGeom prst="ellipse">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sp>
        <p:nvSpPr>
          <p:cNvPr id="39943" name="Line 40"/>
          <p:cNvSpPr>
            <a:spLocks noChangeShapeType="1"/>
          </p:cNvSpPr>
          <p:nvPr/>
        </p:nvSpPr>
        <p:spPr bwMode="auto">
          <a:xfrm>
            <a:off x="9091614" y="1968500"/>
            <a:ext cx="809625" cy="0"/>
          </a:xfrm>
          <a:prstGeom prst="line">
            <a:avLst/>
          </a:prstGeom>
          <a:noFill/>
          <a:ln w="381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9944" name="Line 41"/>
          <p:cNvSpPr>
            <a:spLocks noChangeShapeType="1"/>
          </p:cNvSpPr>
          <p:nvPr/>
        </p:nvSpPr>
        <p:spPr bwMode="auto">
          <a:xfrm>
            <a:off x="9080500" y="1955800"/>
            <a:ext cx="0" cy="520700"/>
          </a:xfrm>
          <a:prstGeom prst="line">
            <a:avLst/>
          </a:prstGeom>
          <a:noFill/>
          <a:ln w="38100" cap="sq">
            <a:solidFill>
              <a:srgbClr val="0000FF"/>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9945" name="Line 42"/>
          <p:cNvSpPr>
            <a:spLocks noChangeShapeType="1"/>
          </p:cNvSpPr>
          <p:nvPr/>
        </p:nvSpPr>
        <p:spPr bwMode="auto">
          <a:xfrm>
            <a:off x="9004300" y="1955800"/>
            <a:ext cx="0" cy="1003300"/>
          </a:xfrm>
          <a:prstGeom prst="line">
            <a:avLst/>
          </a:prstGeom>
          <a:noFill/>
          <a:ln w="28575" cap="sq">
            <a:solidFill>
              <a:schemeClr val="accent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9946" name="Line 43"/>
          <p:cNvSpPr>
            <a:spLocks noChangeShapeType="1"/>
          </p:cNvSpPr>
          <p:nvPr/>
        </p:nvSpPr>
        <p:spPr bwMode="auto">
          <a:xfrm flipH="1">
            <a:off x="8445500" y="1943100"/>
            <a:ext cx="546100" cy="0"/>
          </a:xfrm>
          <a:prstGeom prst="line">
            <a:avLst/>
          </a:prstGeom>
          <a:noFill/>
          <a:ln w="28575" cap="sq">
            <a:solidFill>
              <a:schemeClr val="accent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39947" name="Object 44"/>
          <p:cNvGraphicFramePr>
            <a:graphicFrameLocks noChangeAspect="1"/>
          </p:cNvGraphicFramePr>
          <p:nvPr/>
        </p:nvGraphicFramePr>
        <p:xfrm>
          <a:off x="9625013" y="1462088"/>
          <a:ext cx="311150" cy="438150"/>
        </p:xfrm>
        <a:graphic>
          <a:graphicData uri="http://schemas.openxmlformats.org/presentationml/2006/ole">
            <mc:AlternateContent xmlns:mc="http://schemas.openxmlformats.org/markup-compatibility/2006">
              <mc:Choice xmlns:v="urn:schemas-microsoft-com:vml" Requires="v">
                <p:oleObj spid="_x0000_s40319" name="Equation" r:id="rId4" imgW="104896" imgH="171450" progId="Equation.DSMT4">
                  <p:embed/>
                </p:oleObj>
              </mc:Choice>
              <mc:Fallback>
                <p:oleObj name="Equation" r:id="rId4" imgW="104896" imgH="171450" progId="Equation.DSMT4">
                  <p:embed/>
                  <p:pic>
                    <p:nvPicPr>
                      <p:cNvPr id="0" name="Object 4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25013" y="1462088"/>
                        <a:ext cx="311150" cy="438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48" name="Object 45"/>
          <p:cNvGraphicFramePr>
            <a:graphicFrameLocks noChangeAspect="1"/>
          </p:cNvGraphicFramePr>
          <p:nvPr/>
        </p:nvGraphicFramePr>
        <p:xfrm>
          <a:off x="9205914" y="2135188"/>
          <a:ext cx="338137" cy="438150"/>
        </p:xfrm>
        <a:graphic>
          <a:graphicData uri="http://schemas.openxmlformats.org/presentationml/2006/ole">
            <mc:AlternateContent xmlns:mc="http://schemas.openxmlformats.org/markup-compatibility/2006">
              <mc:Choice xmlns:v="urn:schemas-microsoft-com:vml" Requires="v">
                <p:oleObj spid="_x0000_s40320" name="Equation" r:id="rId6" imgW="114376" imgH="171450" progId="Equation.DSMT4">
                  <p:embed/>
                </p:oleObj>
              </mc:Choice>
              <mc:Fallback>
                <p:oleObj name="Equation" r:id="rId6" imgW="114376" imgH="171450" progId="Equation.DSMT4">
                  <p:embed/>
                  <p:pic>
                    <p:nvPicPr>
                      <p:cNvPr id="0" name="Object 4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205914" y="2135188"/>
                        <a:ext cx="338137" cy="438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49" name="Object 46"/>
          <p:cNvGraphicFramePr>
            <a:graphicFrameLocks noChangeAspect="1"/>
          </p:cNvGraphicFramePr>
          <p:nvPr/>
        </p:nvGraphicFramePr>
        <p:xfrm>
          <a:off x="8964614" y="2973389"/>
          <a:ext cx="312737" cy="490537"/>
        </p:xfrm>
        <a:graphic>
          <a:graphicData uri="http://schemas.openxmlformats.org/presentationml/2006/ole">
            <mc:AlternateContent xmlns:mc="http://schemas.openxmlformats.org/markup-compatibility/2006">
              <mc:Choice xmlns:v="urn:schemas-microsoft-com:vml" Requires="v">
                <p:oleObj spid="_x0000_s40321" name="Equation" r:id="rId8" imgW="104896" imgH="190432" progId="Equation.DSMT4">
                  <p:embed/>
                </p:oleObj>
              </mc:Choice>
              <mc:Fallback>
                <p:oleObj name="Equation" r:id="rId8" imgW="104896" imgH="190432" progId="Equation.DSMT4">
                  <p:embed/>
                  <p:pic>
                    <p:nvPicPr>
                      <p:cNvPr id="0" name="Object 4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964614" y="2973389"/>
                        <a:ext cx="312737" cy="490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50" name="Object 47"/>
          <p:cNvGraphicFramePr>
            <a:graphicFrameLocks noChangeAspect="1"/>
          </p:cNvGraphicFramePr>
          <p:nvPr/>
        </p:nvGraphicFramePr>
        <p:xfrm>
          <a:off x="8215314" y="1322389"/>
          <a:ext cx="390525" cy="490537"/>
        </p:xfrm>
        <a:graphic>
          <a:graphicData uri="http://schemas.openxmlformats.org/presentationml/2006/ole">
            <mc:AlternateContent xmlns:mc="http://schemas.openxmlformats.org/markup-compatibility/2006">
              <mc:Choice xmlns:v="urn:schemas-microsoft-com:vml" Requires="v">
                <p:oleObj spid="_x0000_s40322" name="Equation" r:id="rId10" imgW="142818" imgH="190432" progId="Equation.DSMT4">
                  <p:embed/>
                </p:oleObj>
              </mc:Choice>
              <mc:Fallback>
                <p:oleObj name="Equation" r:id="rId10" imgW="142818" imgH="190432" progId="Equation.DSMT4">
                  <p:embed/>
                  <p:pic>
                    <p:nvPicPr>
                      <p:cNvPr id="0" name="Object 4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215314" y="1322389"/>
                        <a:ext cx="390525" cy="490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51" name="Line 48"/>
          <p:cNvSpPr>
            <a:spLocks noChangeShapeType="1"/>
          </p:cNvSpPr>
          <p:nvPr/>
        </p:nvSpPr>
        <p:spPr bwMode="auto">
          <a:xfrm>
            <a:off x="8445500" y="1930400"/>
            <a:ext cx="0" cy="990600"/>
          </a:xfrm>
          <a:prstGeom prst="line">
            <a:avLst/>
          </a:prstGeom>
          <a:noFill/>
          <a:ln w="12700">
            <a:solidFill>
              <a:schemeClr val="accent1"/>
            </a:solidFill>
            <a:prstDash val="dash"/>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9952" name="Line 49"/>
          <p:cNvSpPr>
            <a:spLocks noChangeShapeType="1"/>
          </p:cNvSpPr>
          <p:nvPr/>
        </p:nvSpPr>
        <p:spPr bwMode="auto">
          <a:xfrm flipH="1">
            <a:off x="8445500" y="2933700"/>
            <a:ext cx="558800" cy="0"/>
          </a:xfrm>
          <a:prstGeom prst="line">
            <a:avLst/>
          </a:prstGeom>
          <a:noFill/>
          <a:ln w="12700">
            <a:solidFill>
              <a:schemeClr val="accent1"/>
            </a:solidFill>
            <a:prstDash val="dash"/>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9953" name="Line 50"/>
          <p:cNvSpPr>
            <a:spLocks noChangeShapeType="1"/>
          </p:cNvSpPr>
          <p:nvPr/>
        </p:nvSpPr>
        <p:spPr bwMode="auto">
          <a:xfrm flipH="1">
            <a:off x="8470900" y="1943100"/>
            <a:ext cx="520700" cy="977900"/>
          </a:xfrm>
          <a:prstGeom prst="line">
            <a:avLst/>
          </a:prstGeom>
          <a:noFill/>
          <a:ln w="57150" cap="sq">
            <a:solidFill>
              <a:schemeClr val="accent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9954" name="Line 51"/>
          <p:cNvSpPr>
            <a:spLocks noChangeShapeType="1"/>
          </p:cNvSpPr>
          <p:nvPr/>
        </p:nvSpPr>
        <p:spPr bwMode="auto">
          <a:xfrm>
            <a:off x="9055100" y="2463800"/>
            <a:ext cx="825500" cy="0"/>
          </a:xfrm>
          <a:prstGeom prst="line">
            <a:avLst/>
          </a:prstGeom>
          <a:noFill/>
          <a:ln w="12700">
            <a:solidFill>
              <a:srgbClr val="0000FF"/>
            </a:solidFill>
            <a:prstDash val="dash"/>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9955" name="Line 52"/>
          <p:cNvSpPr>
            <a:spLocks noChangeShapeType="1"/>
          </p:cNvSpPr>
          <p:nvPr/>
        </p:nvSpPr>
        <p:spPr bwMode="auto">
          <a:xfrm>
            <a:off x="9880600" y="1955800"/>
            <a:ext cx="0" cy="508000"/>
          </a:xfrm>
          <a:prstGeom prst="line">
            <a:avLst/>
          </a:prstGeom>
          <a:noFill/>
          <a:ln w="12700">
            <a:solidFill>
              <a:srgbClr val="0000FF"/>
            </a:solidFill>
            <a:prstDash val="dash"/>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9956" name="Line 53"/>
          <p:cNvSpPr>
            <a:spLocks noChangeShapeType="1"/>
          </p:cNvSpPr>
          <p:nvPr/>
        </p:nvSpPr>
        <p:spPr bwMode="auto">
          <a:xfrm>
            <a:off x="9080500" y="1917700"/>
            <a:ext cx="800100" cy="558800"/>
          </a:xfrm>
          <a:prstGeom prst="line">
            <a:avLst/>
          </a:prstGeom>
          <a:noFill/>
          <a:ln w="57150" cap="sq">
            <a:solidFill>
              <a:srgbClr val="0000FF"/>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39957" name="Object 54"/>
          <p:cNvGraphicFramePr>
            <a:graphicFrameLocks noChangeAspect="1"/>
          </p:cNvGraphicFramePr>
          <p:nvPr/>
        </p:nvGraphicFramePr>
        <p:xfrm>
          <a:off x="9518650" y="2592388"/>
          <a:ext cx="831850" cy="438150"/>
        </p:xfrm>
        <a:graphic>
          <a:graphicData uri="http://schemas.openxmlformats.org/presentationml/2006/ole">
            <mc:AlternateContent xmlns:mc="http://schemas.openxmlformats.org/markup-compatibility/2006">
              <mc:Choice xmlns:v="urn:schemas-microsoft-com:vml" Requires="v">
                <p:oleObj spid="_x0000_s40323" name="Equation" r:id="rId12" imgW="362090" imgH="171450" progId="Equation.DSMT4">
                  <p:embed/>
                </p:oleObj>
              </mc:Choice>
              <mc:Fallback>
                <p:oleObj name="Equation" r:id="rId12" imgW="362090" imgH="171450" progId="Equation.DSMT4">
                  <p:embed/>
                  <p:pic>
                    <p:nvPicPr>
                      <p:cNvPr id="0" name="Object 5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518650" y="2592388"/>
                        <a:ext cx="831850" cy="438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58" name="Object 55"/>
          <p:cNvGraphicFramePr>
            <a:graphicFrameLocks noChangeAspect="1"/>
          </p:cNvGraphicFramePr>
          <p:nvPr/>
        </p:nvGraphicFramePr>
        <p:xfrm>
          <a:off x="8228014" y="3036888"/>
          <a:ext cx="338137" cy="412750"/>
        </p:xfrm>
        <a:graphic>
          <a:graphicData uri="http://schemas.openxmlformats.org/presentationml/2006/ole">
            <mc:AlternateContent xmlns:mc="http://schemas.openxmlformats.org/markup-compatibility/2006">
              <mc:Choice xmlns:v="urn:schemas-microsoft-com:vml" Requires="v">
                <p:oleObj spid="_x0000_s40324" name="Equation" r:id="rId14" imgW="114376" imgH="152468" progId="Equation.DSMT4">
                  <p:embed/>
                </p:oleObj>
              </mc:Choice>
              <mc:Fallback>
                <p:oleObj name="Equation" r:id="rId14" imgW="114376" imgH="152468" progId="Equation.DSMT4">
                  <p:embed/>
                  <p:pic>
                    <p:nvPicPr>
                      <p:cNvPr id="0" name="Object 5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228014" y="3036888"/>
                        <a:ext cx="338137"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9959" name="Group 60"/>
          <p:cNvGrpSpPr>
            <a:grpSpLocks/>
          </p:cNvGrpSpPr>
          <p:nvPr/>
        </p:nvGrpSpPr>
        <p:grpSpPr bwMode="auto">
          <a:xfrm>
            <a:off x="8899525" y="2070100"/>
            <a:ext cx="488950" cy="1638300"/>
            <a:chOff x="4654" y="2616"/>
            <a:chExt cx="308" cy="1032"/>
          </a:xfrm>
        </p:grpSpPr>
        <p:sp>
          <p:nvSpPr>
            <p:cNvPr id="39990" name="Rectangle 57"/>
            <p:cNvSpPr>
              <a:spLocks noChangeArrowheads="1"/>
            </p:cNvSpPr>
            <p:nvPr/>
          </p:nvSpPr>
          <p:spPr bwMode="auto">
            <a:xfrm>
              <a:off x="4654" y="2984"/>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400">
                  <a:latin typeface="Times New Roman" panose="02020603050405020304" pitchFamily="18" charset="0"/>
                </a:rPr>
                <a:t>×</a:t>
              </a:r>
            </a:p>
          </p:txBody>
        </p:sp>
        <p:sp>
          <p:nvSpPr>
            <p:cNvPr id="39991" name="Rectangle 58"/>
            <p:cNvSpPr>
              <a:spLocks noChangeArrowheads="1"/>
            </p:cNvSpPr>
            <p:nvPr/>
          </p:nvSpPr>
          <p:spPr bwMode="auto">
            <a:xfrm>
              <a:off x="4654" y="2616"/>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400">
                  <a:latin typeface="Times New Roman" panose="02020603050405020304" pitchFamily="18" charset="0"/>
                </a:rPr>
                <a:t>×</a:t>
              </a:r>
            </a:p>
          </p:txBody>
        </p:sp>
        <p:sp>
          <p:nvSpPr>
            <p:cNvPr id="39992" name="Rectangle 59"/>
            <p:cNvSpPr>
              <a:spLocks noChangeArrowheads="1"/>
            </p:cNvSpPr>
            <p:nvPr/>
          </p:nvSpPr>
          <p:spPr bwMode="auto">
            <a:xfrm>
              <a:off x="4654" y="3360"/>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400">
                  <a:latin typeface="Times New Roman" panose="02020603050405020304" pitchFamily="18" charset="0"/>
                </a:rPr>
                <a:t>×</a:t>
              </a:r>
            </a:p>
          </p:txBody>
        </p:sp>
      </p:grpSp>
      <p:grpSp>
        <p:nvGrpSpPr>
          <p:cNvPr id="39960" name="Group 61"/>
          <p:cNvGrpSpPr>
            <a:grpSpLocks/>
          </p:cNvGrpSpPr>
          <p:nvPr/>
        </p:nvGrpSpPr>
        <p:grpSpPr bwMode="auto">
          <a:xfrm>
            <a:off x="8099425" y="2032000"/>
            <a:ext cx="488950" cy="1638300"/>
            <a:chOff x="4654" y="2616"/>
            <a:chExt cx="308" cy="1032"/>
          </a:xfrm>
        </p:grpSpPr>
        <p:sp>
          <p:nvSpPr>
            <p:cNvPr id="39987" name="Rectangle 62"/>
            <p:cNvSpPr>
              <a:spLocks noChangeArrowheads="1"/>
            </p:cNvSpPr>
            <p:nvPr/>
          </p:nvSpPr>
          <p:spPr bwMode="auto">
            <a:xfrm>
              <a:off x="4654" y="2984"/>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400">
                  <a:latin typeface="Times New Roman" panose="02020603050405020304" pitchFamily="18" charset="0"/>
                </a:rPr>
                <a:t>×</a:t>
              </a:r>
            </a:p>
          </p:txBody>
        </p:sp>
        <p:sp>
          <p:nvSpPr>
            <p:cNvPr id="39988" name="Rectangle 63"/>
            <p:cNvSpPr>
              <a:spLocks noChangeArrowheads="1"/>
            </p:cNvSpPr>
            <p:nvPr/>
          </p:nvSpPr>
          <p:spPr bwMode="auto">
            <a:xfrm>
              <a:off x="4654" y="2616"/>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400">
                  <a:latin typeface="Times New Roman" panose="02020603050405020304" pitchFamily="18" charset="0"/>
                </a:rPr>
                <a:t>×</a:t>
              </a:r>
            </a:p>
          </p:txBody>
        </p:sp>
        <p:sp>
          <p:nvSpPr>
            <p:cNvPr id="39989" name="Rectangle 64"/>
            <p:cNvSpPr>
              <a:spLocks noChangeArrowheads="1"/>
            </p:cNvSpPr>
            <p:nvPr/>
          </p:nvSpPr>
          <p:spPr bwMode="auto">
            <a:xfrm>
              <a:off x="4654" y="3360"/>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400">
                  <a:latin typeface="Times New Roman" panose="02020603050405020304" pitchFamily="18" charset="0"/>
                </a:rPr>
                <a:t>×</a:t>
              </a:r>
            </a:p>
          </p:txBody>
        </p:sp>
      </p:grpSp>
      <p:grpSp>
        <p:nvGrpSpPr>
          <p:cNvPr id="39961" name="Group 65"/>
          <p:cNvGrpSpPr>
            <a:grpSpLocks/>
          </p:cNvGrpSpPr>
          <p:nvPr/>
        </p:nvGrpSpPr>
        <p:grpSpPr bwMode="auto">
          <a:xfrm>
            <a:off x="9636125" y="2108200"/>
            <a:ext cx="488950" cy="1638300"/>
            <a:chOff x="4654" y="2616"/>
            <a:chExt cx="308" cy="1032"/>
          </a:xfrm>
        </p:grpSpPr>
        <p:sp>
          <p:nvSpPr>
            <p:cNvPr id="39984" name="Rectangle 66"/>
            <p:cNvSpPr>
              <a:spLocks noChangeArrowheads="1"/>
            </p:cNvSpPr>
            <p:nvPr/>
          </p:nvSpPr>
          <p:spPr bwMode="auto">
            <a:xfrm>
              <a:off x="4654" y="2984"/>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400">
                  <a:latin typeface="Times New Roman" panose="02020603050405020304" pitchFamily="18" charset="0"/>
                </a:rPr>
                <a:t>×</a:t>
              </a:r>
            </a:p>
          </p:txBody>
        </p:sp>
        <p:sp>
          <p:nvSpPr>
            <p:cNvPr id="39985" name="Rectangle 67"/>
            <p:cNvSpPr>
              <a:spLocks noChangeArrowheads="1"/>
            </p:cNvSpPr>
            <p:nvPr/>
          </p:nvSpPr>
          <p:spPr bwMode="auto">
            <a:xfrm>
              <a:off x="4654" y="2616"/>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400">
                  <a:latin typeface="Times New Roman" panose="02020603050405020304" pitchFamily="18" charset="0"/>
                </a:rPr>
                <a:t>×</a:t>
              </a:r>
            </a:p>
          </p:txBody>
        </p:sp>
        <p:sp>
          <p:nvSpPr>
            <p:cNvPr id="39986" name="Rectangle 68"/>
            <p:cNvSpPr>
              <a:spLocks noChangeArrowheads="1"/>
            </p:cNvSpPr>
            <p:nvPr/>
          </p:nvSpPr>
          <p:spPr bwMode="auto">
            <a:xfrm>
              <a:off x="4654" y="3360"/>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400">
                  <a:latin typeface="Times New Roman" panose="02020603050405020304" pitchFamily="18" charset="0"/>
                </a:rPr>
                <a:t>×</a:t>
              </a:r>
            </a:p>
          </p:txBody>
        </p:sp>
      </p:grpSp>
      <p:grpSp>
        <p:nvGrpSpPr>
          <p:cNvPr id="39962" name="Group 69"/>
          <p:cNvGrpSpPr>
            <a:grpSpLocks/>
          </p:cNvGrpSpPr>
          <p:nvPr/>
        </p:nvGrpSpPr>
        <p:grpSpPr bwMode="auto">
          <a:xfrm>
            <a:off x="8861425" y="254000"/>
            <a:ext cx="488950" cy="1638300"/>
            <a:chOff x="4654" y="2616"/>
            <a:chExt cx="308" cy="1032"/>
          </a:xfrm>
        </p:grpSpPr>
        <p:sp>
          <p:nvSpPr>
            <p:cNvPr id="39981" name="Rectangle 70"/>
            <p:cNvSpPr>
              <a:spLocks noChangeArrowheads="1"/>
            </p:cNvSpPr>
            <p:nvPr/>
          </p:nvSpPr>
          <p:spPr bwMode="auto">
            <a:xfrm>
              <a:off x="4654" y="2984"/>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400">
                  <a:latin typeface="Times New Roman" panose="02020603050405020304" pitchFamily="18" charset="0"/>
                </a:rPr>
                <a:t>×</a:t>
              </a:r>
            </a:p>
          </p:txBody>
        </p:sp>
        <p:sp>
          <p:nvSpPr>
            <p:cNvPr id="39982" name="Rectangle 71"/>
            <p:cNvSpPr>
              <a:spLocks noChangeArrowheads="1"/>
            </p:cNvSpPr>
            <p:nvPr/>
          </p:nvSpPr>
          <p:spPr bwMode="auto">
            <a:xfrm>
              <a:off x="4654" y="2616"/>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400">
                  <a:latin typeface="Times New Roman" panose="02020603050405020304" pitchFamily="18" charset="0"/>
                </a:rPr>
                <a:t>×</a:t>
              </a:r>
            </a:p>
          </p:txBody>
        </p:sp>
        <p:sp>
          <p:nvSpPr>
            <p:cNvPr id="39983" name="Rectangle 72"/>
            <p:cNvSpPr>
              <a:spLocks noChangeArrowheads="1"/>
            </p:cNvSpPr>
            <p:nvPr/>
          </p:nvSpPr>
          <p:spPr bwMode="auto">
            <a:xfrm>
              <a:off x="4654" y="3360"/>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400">
                  <a:latin typeface="Times New Roman" panose="02020603050405020304" pitchFamily="18" charset="0"/>
                </a:rPr>
                <a:t>×</a:t>
              </a:r>
            </a:p>
          </p:txBody>
        </p:sp>
      </p:grpSp>
      <p:grpSp>
        <p:nvGrpSpPr>
          <p:cNvPr id="39963" name="Group 73"/>
          <p:cNvGrpSpPr>
            <a:grpSpLocks/>
          </p:cNvGrpSpPr>
          <p:nvPr/>
        </p:nvGrpSpPr>
        <p:grpSpPr bwMode="auto">
          <a:xfrm>
            <a:off x="8061325" y="215900"/>
            <a:ext cx="488950" cy="1638300"/>
            <a:chOff x="4654" y="2616"/>
            <a:chExt cx="308" cy="1032"/>
          </a:xfrm>
        </p:grpSpPr>
        <p:sp>
          <p:nvSpPr>
            <p:cNvPr id="39978" name="Rectangle 74"/>
            <p:cNvSpPr>
              <a:spLocks noChangeArrowheads="1"/>
            </p:cNvSpPr>
            <p:nvPr/>
          </p:nvSpPr>
          <p:spPr bwMode="auto">
            <a:xfrm>
              <a:off x="4654" y="2984"/>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400">
                  <a:latin typeface="Times New Roman" panose="02020603050405020304" pitchFamily="18" charset="0"/>
                </a:rPr>
                <a:t>×</a:t>
              </a:r>
            </a:p>
          </p:txBody>
        </p:sp>
        <p:sp>
          <p:nvSpPr>
            <p:cNvPr id="39979" name="Rectangle 75"/>
            <p:cNvSpPr>
              <a:spLocks noChangeArrowheads="1"/>
            </p:cNvSpPr>
            <p:nvPr/>
          </p:nvSpPr>
          <p:spPr bwMode="auto">
            <a:xfrm>
              <a:off x="4654" y="2616"/>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400">
                  <a:latin typeface="Times New Roman" panose="02020603050405020304" pitchFamily="18" charset="0"/>
                </a:rPr>
                <a:t>×</a:t>
              </a:r>
            </a:p>
          </p:txBody>
        </p:sp>
        <p:sp>
          <p:nvSpPr>
            <p:cNvPr id="39980" name="Rectangle 76"/>
            <p:cNvSpPr>
              <a:spLocks noChangeArrowheads="1"/>
            </p:cNvSpPr>
            <p:nvPr/>
          </p:nvSpPr>
          <p:spPr bwMode="auto">
            <a:xfrm>
              <a:off x="4654" y="3360"/>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400">
                  <a:latin typeface="Times New Roman" panose="02020603050405020304" pitchFamily="18" charset="0"/>
                </a:rPr>
                <a:t>×</a:t>
              </a:r>
            </a:p>
          </p:txBody>
        </p:sp>
      </p:grpSp>
      <p:grpSp>
        <p:nvGrpSpPr>
          <p:cNvPr id="39964" name="Group 77"/>
          <p:cNvGrpSpPr>
            <a:grpSpLocks/>
          </p:cNvGrpSpPr>
          <p:nvPr/>
        </p:nvGrpSpPr>
        <p:grpSpPr bwMode="auto">
          <a:xfrm>
            <a:off x="9598025" y="292100"/>
            <a:ext cx="488950" cy="1638300"/>
            <a:chOff x="4654" y="2616"/>
            <a:chExt cx="308" cy="1032"/>
          </a:xfrm>
        </p:grpSpPr>
        <p:sp>
          <p:nvSpPr>
            <p:cNvPr id="39975" name="Rectangle 78"/>
            <p:cNvSpPr>
              <a:spLocks noChangeArrowheads="1"/>
            </p:cNvSpPr>
            <p:nvPr/>
          </p:nvSpPr>
          <p:spPr bwMode="auto">
            <a:xfrm>
              <a:off x="4654" y="2984"/>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400">
                  <a:latin typeface="Times New Roman" panose="02020603050405020304" pitchFamily="18" charset="0"/>
                </a:rPr>
                <a:t>×</a:t>
              </a:r>
            </a:p>
          </p:txBody>
        </p:sp>
        <p:sp>
          <p:nvSpPr>
            <p:cNvPr id="39976" name="Rectangle 79"/>
            <p:cNvSpPr>
              <a:spLocks noChangeArrowheads="1"/>
            </p:cNvSpPr>
            <p:nvPr/>
          </p:nvSpPr>
          <p:spPr bwMode="auto">
            <a:xfrm>
              <a:off x="4654" y="2616"/>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400">
                  <a:latin typeface="Times New Roman" panose="02020603050405020304" pitchFamily="18" charset="0"/>
                </a:rPr>
                <a:t>×</a:t>
              </a:r>
            </a:p>
          </p:txBody>
        </p:sp>
        <p:sp>
          <p:nvSpPr>
            <p:cNvPr id="39977" name="Rectangle 80"/>
            <p:cNvSpPr>
              <a:spLocks noChangeArrowheads="1"/>
            </p:cNvSpPr>
            <p:nvPr/>
          </p:nvSpPr>
          <p:spPr bwMode="auto">
            <a:xfrm>
              <a:off x="4654" y="3360"/>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400">
                  <a:latin typeface="Times New Roman" panose="02020603050405020304" pitchFamily="18" charset="0"/>
                </a:rPr>
                <a:t>×</a:t>
              </a:r>
            </a:p>
          </p:txBody>
        </p:sp>
      </p:grpSp>
      <p:graphicFrame>
        <p:nvGraphicFramePr>
          <p:cNvPr id="39965" name="Object 81"/>
          <p:cNvGraphicFramePr>
            <a:graphicFrameLocks noChangeAspect="1"/>
          </p:cNvGraphicFramePr>
          <p:nvPr/>
        </p:nvGraphicFramePr>
        <p:xfrm>
          <a:off x="4114800" y="2579689"/>
          <a:ext cx="2368550" cy="490537"/>
        </p:xfrm>
        <a:graphic>
          <a:graphicData uri="http://schemas.openxmlformats.org/presentationml/2006/ole">
            <mc:AlternateContent xmlns:mc="http://schemas.openxmlformats.org/markup-compatibility/2006">
              <mc:Choice xmlns:v="urn:schemas-microsoft-com:vml" Requires="v">
                <p:oleObj spid="_x0000_s40325" name="Equation" r:id="rId16" imgW="1104925" imgH="190432" progId="Equation.DSMT4">
                  <p:embed/>
                </p:oleObj>
              </mc:Choice>
              <mc:Fallback>
                <p:oleObj name="Equation" r:id="rId16" imgW="1104925" imgH="190432" progId="Equation.DSMT4">
                  <p:embed/>
                  <p:pic>
                    <p:nvPicPr>
                      <p:cNvPr id="0" name="Object 8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114800" y="2579689"/>
                        <a:ext cx="2368550" cy="490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66" name="Object 86"/>
          <p:cNvGraphicFramePr>
            <a:graphicFrameLocks noChangeAspect="1"/>
          </p:cNvGraphicFramePr>
          <p:nvPr/>
        </p:nvGraphicFramePr>
        <p:xfrm>
          <a:off x="4224339" y="3113089"/>
          <a:ext cx="1639887" cy="490537"/>
        </p:xfrm>
        <a:graphic>
          <a:graphicData uri="http://schemas.openxmlformats.org/presentationml/2006/ole">
            <mc:AlternateContent xmlns:mc="http://schemas.openxmlformats.org/markup-compatibility/2006">
              <mc:Choice xmlns:v="urn:schemas-microsoft-com:vml" Requires="v">
                <p:oleObj spid="_x0000_s40326" name="Equation" r:id="rId18" imgW="752622" imgH="190432" progId="Equation.DSMT4">
                  <p:embed/>
                </p:oleObj>
              </mc:Choice>
              <mc:Fallback>
                <p:oleObj name="Equation" r:id="rId18" imgW="752622" imgH="190432" progId="Equation.DSMT4">
                  <p:embed/>
                  <p:pic>
                    <p:nvPicPr>
                      <p:cNvPr id="0" name="Object 86"/>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224339" y="3113089"/>
                        <a:ext cx="1639887" cy="490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67" name="Object 87"/>
          <p:cNvGraphicFramePr>
            <a:graphicFrameLocks noChangeAspect="1"/>
          </p:cNvGraphicFramePr>
          <p:nvPr/>
        </p:nvGraphicFramePr>
        <p:xfrm>
          <a:off x="4148139" y="3595689"/>
          <a:ext cx="1741487" cy="490537"/>
        </p:xfrm>
        <a:graphic>
          <a:graphicData uri="http://schemas.openxmlformats.org/presentationml/2006/ole">
            <mc:AlternateContent xmlns:mc="http://schemas.openxmlformats.org/markup-compatibility/2006">
              <mc:Choice xmlns:v="urn:schemas-microsoft-com:vml" Requires="v">
                <p:oleObj spid="_x0000_s40327" name="Equation" r:id="rId20" imgW="800024" imgH="190432" progId="Equation.DSMT4">
                  <p:embed/>
                </p:oleObj>
              </mc:Choice>
              <mc:Fallback>
                <p:oleObj name="Equation" r:id="rId20" imgW="800024" imgH="190432" progId="Equation.DSMT4">
                  <p:embed/>
                  <p:pic>
                    <p:nvPicPr>
                      <p:cNvPr id="0" name="Object 87"/>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148139" y="3595689"/>
                        <a:ext cx="1741487" cy="490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68" name="Text Box 88"/>
          <p:cNvSpPr txBox="1">
            <a:spLocks noChangeArrowheads="1"/>
          </p:cNvSpPr>
          <p:nvPr/>
        </p:nvSpPr>
        <p:spPr bwMode="auto">
          <a:xfrm>
            <a:off x="5907088" y="3059113"/>
            <a:ext cx="1149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a:solidFill>
                  <a:srgbClr val="0000FF"/>
                </a:solidFill>
                <a:latin typeface="Times New Roman" panose="02020603050405020304" pitchFamily="18" charset="0"/>
              </a:rPr>
              <a:t>    </a:t>
            </a:r>
            <a:r>
              <a:rPr kumimoji="1" lang="zh-CN" altLang="en-US" sz="2800">
                <a:solidFill>
                  <a:srgbClr val="0000FF"/>
                </a:solidFill>
                <a:latin typeface="Times New Roman" panose="02020603050405020304" pitchFamily="18" charset="0"/>
              </a:rPr>
              <a:t>正功</a:t>
            </a:r>
          </a:p>
        </p:txBody>
      </p:sp>
      <p:sp>
        <p:nvSpPr>
          <p:cNvPr id="39969" name="Text Box 89"/>
          <p:cNvSpPr txBox="1">
            <a:spLocks noChangeArrowheads="1"/>
          </p:cNvSpPr>
          <p:nvPr/>
        </p:nvSpPr>
        <p:spPr bwMode="auto">
          <a:xfrm>
            <a:off x="5945188" y="3541713"/>
            <a:ext cx="1149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a:solidFill>
                  <a:srgbClr val="0000FF"/>
                </a:solidFill>
                <a:latin typeface="Times New Roman" panose="02020603050405020304" pitchFamily="18" charset="0"/>
              </a:rPr>
              <a:t>    </a:t>
            </a:r>
            <a:r>
              <a:rPr kumimoji="1" lang="zh-CN" altLang="en-US" sz="2800">
                <a:solidFill>
                  <a:srgbClr val="0000FF"/>
                </a:solidFill>
                <a:latin typeface="Times New Roman" panose="02020603050405020304" pitchFamily="18" charset="0"/>
              </a:rPr>
              <a:t>负功</a:t>
            </a:r>
          </a:p>
        </p:txBody>
      </p:sp>
      <p:sp>
        <p:nvSpPr>
          <p:cNvPr id="62554" name="Rectangle 90"/>
          <p:cNvSpPr>
            <a:spLocks noChangeArrowheads="1"/>
          </p:cNvSpPr>
          <p:nvPr/>
        </p:nvSpPr>
        <p:spPr bwMode="auto">
          <a:xfrm>
            <a:off x="3800476" y="5173663"/>
            <a:ext cx="5864225" cy="444500"/>
          </a:xfrm>
          <a:prstGeom prst="rect">
            <a:avLst/>
          </a:prstGeom>
          <a:noFill/>
          <a:ln w="9525">
            <a:noFill/>
            <a:miter lim="800000"/>
            <a:headEnd/>
            <a:tailEnd/>
          </a:ln>
          <a:effectLst/>
        </p:spPr>
        <p:txBody>
          <a:bodyPr lIns="92075" tIns="46038" rIns="92075" bIns="46038" anchor="ctr"/>
          <a:lstStyle/>
          <a:p>
            <a:pPr algn="ctr" eaLnBrk="1" hangingPunct="1">
              <a:defRPr/>
            </a:pPr>
            <a:r>
              <a:rPr kumimoji="1" lang="zh-CN" altLang="en-US" sz="2400">
                <a:effectLst>
                  <a:outerShdw blurRad="38100" dist="38100" dir="2700000" algn="tl">
                    <a:srgbClr val="C0C0C0"/>
                  </a:outerShdw>
                </a:effectLst>
                <a:latin typeface="宋体" charset="-122"/>
                <a:ea typeface="宋体" charset="-122"/>
              </a:rPr>
              <a:t>洛伦兹力作用：不提供能量，传递能量</a:t>
            </a:r>
          </a:p>
        </p:txBody>
      </p:sp>
      <p:graphicFrame>
        <p:nvGraphicFramePr>
          <p:cNvPr id="39971" name="Object 91"/>
          <p:cNvGraphicFramePr>
            <a:graphicFrameLocks noChangeAspect="1"/>
          </p:cNvGraphicFramePr>
          <p:nvPr/>
        </p:nvGraphicFramePr>
        <p:xfrm>
          <a:off x="2020889" y="4098926"/>
          <a:ext cx="2263775" cy="1033463"/>
        </p:xfrm>
        <a:graphic>
          <a:graphicData uri="http://schemas.openxmlformats.org/presentationml/2006/ole">
            <mc:AlternateContent xmlns:mc="http://schemas.openxmlformats.org/markup-compatibility/2006">
              <mc:Choice xmlns:v="urn:schemas-microsoft-com:vml" Requires="v">
                <p:oleObj spid="_x0000_s40328" name="Equation" r:id="rId22" imgW="1057218" imgH="457098" progId="Equation.DSMT4">
                  <p:embed/>
                </p:oleObj>
              </mc:Choice>
              <mc:Fallback>
                <p:oleObj name="Equation" r:id="rId22" imgW="1057218" imgH="457098" progId="Equation.DSMT4">
                  <p:embed/>
                  <p:pic>
                    <p:nvPicPr>
                      <p:cNvPr id="0" name="Object 91"/>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020889" y="4098926"/>
                        <a:ext cx="2263775" cy="1033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72" name="Object 92"/>
          <p:cNvGraphicFramePr>
            <a:graphicFrameLocks noChangeAspect="1"/>
          </p:cNvGraphicFramePr>
          <p:nvPr/>
        </p:nvGraphicFramePr>
        <p:xfrm>
          <a:off x="4705350" y="4408489"/>
          <a:ext cx="2941638" cy="490537"/>
        </p:xfrm>
        <a:graphic>
          <a:graphicData uri="http://schemas.openxmlformats.org/presentationml/2006/ole">
            <mc:AlternateContent xmlns:mc="http://schemas.openxmlformats.org/markup-compatibility/2006">
              <mc:Choice xmlns:v="urn:schemas-microsoft-com:vml" Requires="v">
                <p:oleObj spid="_x0000_s40329" name="Equation" r:id="rId24" imgW="1390561" imgH="190432" progId="Equation.DSMT4">
                  <p:embed/>
                </p:oleObj>
              </mc:Choice>
              <mc:Fallback>
                <p:oleObj name="Equation" r:id="rId24" imgW="1390561" imgH="190432" progId="Equation.DSMT4">
                  <p:embed/>
                  <p:pic>
                    <p:nvPicPr>
                      <p:cNvPr id="0" name="Object 92"/>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705350" y="4408489"/>
                        <a:ext cx="2941638" cy="490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73" name="Object 93"/>
          <p:cNvGraphicFramePr>
            <a:graphicFrameLocks noChangeAspect="1"/>
          </p:cNvGraphicFramePr>
          <p:nvPr/>
        </p:nvGraphicFramePr>
        <p:xfrm>
          <a:off x="2128839" y="5195889"/>
          <a:ext cx="1716087" cy="465137"/>
        </p:xfrm>
        <a:graphic>
          <a:graphicData uri="http://schemas.openxmlformats.org/presentationml/2006/ole">
            <mc:AlternateContent xmlns:mc="http://schemas.openxmlformats.org/markup-compatibility/2006">
              <mc:Choice xmlns:v="urn:schemas-microsoft-com:vml" Requires="v">
                <p:oleObj spid="_x0000_s40330" name="Equation" r:id="rId26" imgW="790543" imgH="180941" progId="Equation.DSMT4">
                  <p:embed/>
                </p:oleObj>
              </mc:Choice>
              <mc:Fallback>
                <p:oleObj name="Equation" r:id="rId26" imgW="790543" imgH="180941" progId="Equation.DSMT4">
                  <p:embed/>
                  <p:pic>
                    <p:nvPicPr>
                      <p:cNvPr id="0" name="Object 93"/>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128839" y="5195889"/>
                        <a:ext cx="1716087" cy="465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74" name="Rectangle 94"/>
          <p:cNvSpPr>
            <a:spLocks noChangeArrowheads="1"/>
          </p:cNvSpPr>
          <p:nvPr/>
        </p:nvSpPr>
        <p:spPr bwMode="auto">
          <a:xfrm>
            <a:off x="2149476" y="6024563"/>
            <a:ext cx="5864225"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2400">
                <a:solidFill>
                  <a:srgbClr val="FF0000"/>
                </a:solidFill>
                <a:latin typeface="宋体" panose="02010600030101010101" pitchFamily="2" charset="-122"/>
              </a:rPr>
              <a:t>安培力对导体作负功，外界对导体作正功</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986" name="Text Box 2"/>
          <p:cNvSpPr txBox="1">
            <a:spLocks noChangeArrowheads="1"/>
          </p:cNvSpPr>
          <p:nvPr/>
        </p:nvSpPr>
        <p:spPr bwMode="auto">
          <a:xfrm>
            <a:off x="2100264" y="639764"/>
            <a:ext cx="742473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b="1">
                <a:solidFill>
                  <a:srgbClr val="0000FF"/>
                </a:solidFill>
                <a:latin typeface="Times New Roman" panose="02020603050405020304" pitchFamily="18" charset="0"/>
              </a:rPr>
              <a:t>二</a:t>
            </a:r>
            <a:r>
              <a:rPr kumimoji="1" lang="en-US" altLang="zh-CN" b="1">
                <a:solidFill>
                  <a:srgbClr val="0000FF"/>
                </a:solidFill>
                <a:latin typeface="Times New Roman" panose="02020603050405020304" pitchFamily="18" charset="0"/>
              </a:rPr>
              <a:t>.  </a:t>
            </a:r>
            <a:r>
              <a:rPr kumimoji="1" lang="zh-CN" altLang="en-US" b="1">
                <a:solidFill>
                  <a:srgbClr val="0000FF"/>
                </a:solidFill>
                <a:latin typeface="Times New Roman" panose="02020603050405020304" pitchFamily="18" charset="0"/>
              </a:rPr>
              <a:t>在磁场中转动的线圈内的感应电动势</a:t>
            </a:r>
          </a:p>
        </p:txBody>
      </p:sp>
      <p:graphicFrame>
        <p:nvGraphicFramePr>
          <p:cNvPr id="41987" name="Object 1043"/>
          <p:cNvGraphicFramePr>
            <a:graphicFrameLocks noChangeAspect="1"/>
          </p:cNvGraphicFramePr>
          <p:nvPr/>
        </p:nvGraphicFramePr>
        <p:xfrm>
          <a:off x="2133600" y="3581400"/>
          <a:ext cx="4313238" cy="723900"/>
        </p:xfrm>
        <a:graphic>
          <a:graphicData uri="http://schemas.openxmlformats.org/presentationml/2006/ole">
            <mc:AlternateContent xmlns:mc="http://schemas.openxmlformats.org/markup-compatibility/2006">
              <mc:Choice xmlns:v="urn:schemas-microsoft-com:vml" Requires="v">
                <p:oleObj spid="_x0000_s42196" name="公式" r:id="rId4" imgW="2076514" imgH="304936" progId="Equation.3">
                  <p:embed/>
                </p:oleObj>
              </mc:Choice>
              <mc:Fallback>
                <p:oleObj name="公式" r:id="rId4" imgW="2076514" imgH="304936" progId="Equation.3">
                  <p:embed/>
                  <p:pic>
                    <p:nvPicPr>
                      <p:cNvPr id="0" name="Object 104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33600" y="3581400"/>
                        <a:ext cx="4313238" cy="723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988" name="Text Box 4"/>
          <p:cNvSpPr txBox="1">
            <a:spLocks noChangeArrowheads="1"/>
          </p:cNvSpPr>
          <p:nvPr/>
        </p:nvSpPr>
        <p:spPr bwMode="auto">
          <a:xfrm>
            <a:off x="2225676" y="4419601"/>
            <a:ext cx="26511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其中：</a:t>
            </a:r>
            <a:r>
              <a:rPr kumimoji="1" lang="zh-CN" altLang="en-US" sz="2800">
                <a:solidFill>
                  <a:srgbClr val="0000FF"/>
                </a:solidFill>
                <a:latin typeface="Times New Roman" panose="02020603050405020304" pitchFamily="18" charset="0"/>
                <a:sym typeface="Symbol" panose="05050102010706020507" pitchFamily="18" charset="2"/>
              </a:rPr>
              <a:t> 是常量</a:t>
            </a:r>
            <a:endParaRPr kumimoji="1" lang="zh-CN" altLang="en-US" sz="2800">
              <a:solidFill>
                <a:srgbClr val="0000FF"/>
              </a:solidFill>
              <a:latin typeface="Times New Roman" panose="02020603050405020304" pitchFamily="18" charset="0"/>
            </a:endParaRPr>
          </a:p>
        </p:txBody>
      </p:sp>
      <p:graphicFrame>
        <p:nvGraphicFramePr>
          <p:cNvPr id="41989" name="Object 1044"/>
          <p:cNvGraphicFramePr>
            <a:graphicFrameLocks noChangeAspect="1"/>
          </p:cNvGraphicFramePr>
          <p:nvPr/>
        </p:nvGraphicFramePr>
        <p:xfrm>
          <a:off x="2286001" y="5105401"/>
          <a:ext cx="1497013" cy="466725"/>
        </p:xfrm>
        <a:graphic>
          <a:graphicData uri="http://schemas.openxmlformats.org/presentationml/2006/ole">
            <mc:AlternateContent xmlns:mc="http://schemas.openxmlformats.org/markup-compatibility/2006">
              <mc:Choice xmlns:v="urn:schemas-microsoft-com:vml" Requires="v">
                <p:oleObj spid="_x0000_s42197" name="公式" r:id="rId6" imgW="685953" imgH="180941" progId="Equation.3">
                  <p:embed/>
                </p:oleObj>
              </mc:Choice>
              <mc:Fallback>
                <p:oleObj name="公式" r:id="rId6" imgW="685953" imgH="180941" progId="Equation.3">
                  <p:embed/>
                  <p:pic>
                    <p:nvPicPr>
                      <p:cNvPr id="0" name="Object 104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86001" y="5105401"/>
                        <a:ext cx="1497013" cy="466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990" name="Object 1045"/>
          <p:cNvGraphicFramePr>
            <a:graphicFrameLocks noChangeAspect="1"/>
          </p:cNvGraphicFramePr>
          <p:nvPr/>
        </p:nvGraphicFramePr>
        <p:xfrm>
          <a:off x="4191001" y="5105401"/>
          <a:ext cx="2193925" cy="466725"/>
        </p:xfrm>
        <a:graphic>
          <a:graphicData uri="http://schemas.openxmlformats.org/presentationml/2006/ole">
            <mc:AlternateContent xmlns:mc="http://schemas.openxmlformats.org/markup-compatibility/2006">
              <mc:Choice xmlns:v="urn:schemas-microsoft-com:vml" Requires="v">
                <p:oleObj spid="_x0000_s42198" name="公式" r:id="rId8" imgW="1028776" imgH="180941" progId="Equation.3">
                  <p:embed/>
                </p:oleObj>
              </mc:Choice>
              <mc:Fallback>
                <p:oleObj name="公式" r:id="rId8" imgW="1028776" imgH="180941" progId="Equation.3">
                  <p:embed/>
                  <p:pic>
                    <p:nvPicPr>
                      <p:cNvPr id="0" name="Object 104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91001" y="5105401"/>
                        <a:ext cx="2193925" cy="466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991" name="Text Box 26"/>
          <p:cNvSpPr txBox="1">
            <a:spLocks noChangeArrowheads="1"/>
          </p:cNvSpPr>
          <p:nvPr/>
        </p:nvSpPr>
        <p:spPr bwMode="auto">
          <a:xfrm>
            <a:off x="2043114" y="5715001"/>
            <a:ext cx="48148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i="1">
                <a:solidFill>
                  <a:srgbClr val="0000FF"/>
                </a:solidFill>
                <a:latin typeface="Times New Roman" panose="02020603050405020304" pitchFamily="18" charset="0"/>
                <a:sym typeface="Symbol" panose="05050102010706020507" pitchFamily="18" charset="2"/>
              </a:rPr>
              <a:t></a:t>
            </a:r>
            <a:r>
              <a:rPr kumimoji="1" lang="zh-CN" altLang="en-US" sz="2800">
                <a:solidFill>
                  <a:srgbClr val="0000FF"/>
                </a:solidFill>
                <a:latin typeface="Times New Roman" panose="02020603050405020304" pitchFamily="18" charset="0"/>
                <a:sym typeface="Symbol" panose="05050102010706020507" pitchFamily="18" charset="2"/>
              </a:rPr>
              <a:t>、</a:t>
            </a:r>
            <a:r>
              <a:rPr kumimoji="1" lang="en-US" altLang="zh-CN" sz="2800" i="1">
                <a:solidFill>
                  <a:srgbClr val="0000FF"/>
                </a:solidFill>
                <a:latin typeface="Times New Roman" panose="02020603050405020304" pitchFamily="18" charset="0"/>
                <a:sym typeface="Symbol" panose="05050102010706020507" pitchFamily="18" charset="2"/>
              </a:rPr>
              <a:t>I </a:t>
            </a:r>
            <a:r>
              <a:rPr kumimoji="1" lang="zh-CN" altLang="zh-CN" sz="2800">
                <a:solidFill>
                  <a:srgbClr val="0000FF"/>
                </a:solidFill>
                <a:latin typeface="Times New Roman" panose="02020603050405020304" pitchFamily="18" charset="0"/>
                <a:sym typeface="Symbol" panose="05050102010706020507" pitchFamily="18" charset="2"/>
              </a:rPr>
              <a:t>称交变电动势和交变电流</a:t>
            </a:r>
            <a:endParaRPr kumimoji="1" lang="zh-CN" altLang="en-US" sz="2800">
              <a:solidFill>
                <a:srgbClr val="0000FF"/>
              </a:solidFill>
              <a:latin typeface="Times New Roman" panose="02020603050405020304" pitchFamily="18" charset="0"/>
            </a:endParaRPr>
          </a:p>
        </p:txBody>
      </p:sp>
      <p:sp>
        <p:nvSpPr>
          <p:cNvPr id="41992" name="Text Box 28"/>
          <p:cNvSpPr txBox="1">
            <a:spLocks noChangeArrowheads="1"/>
          </p:cNvSpPr>
          <p:nvPr/>
        </p:nvSpPr>
        <p:spPr bwMode="auto">
          <a:xfrm>
            <a:off x="2133600" y="1219201"/>
            <a:ext cx="10366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800">
                <a:solidFill>
                  <a:srgbClr val="0000FF"/>
                </a:solidFill>
                <a:latin typeface="Times New Roman" panose="02020603050405020304" pitchFamily="18" charset="0"/>
              </a:rPr>
              <a:t>设：</a:t>
            </a:r>
          </a:p>
        </p:txBody>
      </p:sp>
      <p:graphicFrame>
        <p:nvGraphicFramePr>
          <p:cNvPr id="41993" name="Object 1046"/>
          <p:cNvGraphicFramePr>
            <a:graphicFrameLocks noChangeAspect="1"/>
          </p:cNvGraphicFramePr>
          <p:nvPr/>
        </p:nvGraphicFramePr>
        <p:xfrm>
          <a:off x="2163764" y="1893888"/>
          <a:ext cx="5197475" cy="544512"/>
        </p:xfrm>
        <a:graphic>
          <a:graphicData uri="http://schemas.openxmlformats.org/presentationml/2006/ole">
            <mc:AlternateContent xmlns:mc="http://schemas.openxmlformats.org/markup-compatibility/2006">
              <mc:Choice xmlns:v="urn:schemas-microsoft-com:vml" Requires="v">
                <p:oleObj spid="_x0000_s42199" name="Equation" r:id="rId10" imgW="2133702" imgH="209414" progId="Equation.3">
                  <p:embed/>
                </p:oleObj>
              </mc:Choice>
              <mc:Fallback>
                <p:oleObj name="Equation" r:id="rId10" imgW="2133702" imgH="209414" progId="Equation.3">
                  <p:embed/>
                  <p:pic>
                    <p:nvPicPr>
                      <p:cNvPr id="0" name="Object 104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63764" y="1893888"/>
                        <a:ext cx="5197475" cy="544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994" name="Object 1047"/>
          <p:cNvGraphicFramePr>
            <a:graphicFrameLocks noChangeAspect="1"/>
          </p:cNvGraphicFramePr>
          <p:nvPr/>
        </p:nvGraphicFramePr>
        <p:xfrm>
          <a:off x="2439988" y="2382838"/>
          <a:ext cx="3656012" cy="436562"/>
        </p:xfrm>
        <a:graphic>
          <a:graphicData uri="http://schemas.openxmlformats.org/presentationml/2006/ole">
            <mc:AlternateContent xmlns:mc="http://schemas.openxmlformats.org/markup-compatibility/2006">
              <mc:Choice xmlns:v="urn:schemas-microsoft-com:vml" Requires="v">
                <p:oleObj spid="_x0000_s42200" name="Equation" r:id="rId12" imgW="1485976" imgH="152468" progId="Equation.3">
                  <p:embed/>
                </p:oleObj>
              </mc:Choice>
              <mc:Fallback>
                <p:oleObj name="Equation" r:id="rId12" imgW="1485976" imgH="152468" progId="Equation.3">
                  <p:embed/>
                  <p:pic>
                    <p:nvPicPr>
                      <p:cNvPr id="0" name="Object 104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439988" y="2382838"/>
                        <a:ext cx="3656012" cy="436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995" name="Object 1048"/>
          <p:cNvGraphicFramePr>
            <a:graphicFrameLocks noChangeAspect="1"/>
          </p:cNvGraphicFramePr>
          <p:nvPr/>
        </p:nvGraphicFramePr>
        <p:xfrm>
          <a:off x="2232026" y="2770189"/>
          <a:ext cx="4321175" cy="490537"/>
        </p:xfrm>
        <a:graphic>
          <a:graphicData uri="http://schemas.openxmlformats.org/presentationml/2006/ole">
            <mc:AlternateContent xmlns:mc="http://schemas.openxmlformats.org/markup-compatibility/2006">
              <mc:Choice xmlns:v="urn:schemas-microsoft-com:vml" Requires="v">
                <p:oleObj spid="_x0000_s42201" name="Equation" r:id="rId14" imgW="1771612" imgH="180941" progId="Equation.3">
                  <p:embed/>
                </p:oleObj>
              </mc:Choice>
              <mc:Fallback>
                <p:oleObj name="Equation" r:id="rId14" imgW="1771612" imgH="180941" progId="Equation.3">
                  <p:embed/>
                  <p:pic>
                    <p:nvPicPr>
                      <p:cNvPr id="0" name="Object 104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232026" y="2770189"/>
                        <a:ext cx="4321175" cy="490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996" name="Line 33"/>
          <p:cNvSpPr>
            <a:spLocks noChangeShapeType="1"/>
          </p:cNvSpPr>
          <p:nvPr/>
        </p:nvSpPr>
        <p:spPr bwMode="auto">
          <a:xfrm>
            <a:off x="7645400" y="2184400"/>
            <a:ext cx="2438400" cy="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1997" name="Line 34"/>
          <p:cNvSpPr>
            <a:spLocks noChangeShapeType="1"/>
          </p:cNvSpPr>
          <p:nvPr/>
        </p:nvSpPr>
        <p:spPr bwMode="auto">
          <a:xfrm>
            <a:off x="7645400" y="2552700"/>
            <a:ext cx="2438400" cy="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1998" name="Line 35"/>
          <p:cNvSpPr>
            <a:spLocks noChangeShapeType="1"/>
          </p:cNvSpPr>
          <p:nvPr/>
        </p:nvSpPr>
        <p:spPr bwMode="auto">
          <a:xfrm>
            <a:off x="7645400" y="2984500"/>
            <a:ext cx="2438400" cy="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1999" name="Line 36"/>
          <p:cNvSpPr>
            <a:spLocks noChangeShapeType="1"/>
          </p:cNvSpPr>
          <p:nvPr/>
        </p:nvSpPr>
        <p:spPr bwMode="auto">
          <a:xfrm>
            <a:off x="7645400" y="3352800"/>
            <a:ext cx="2438400" cy="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2000" name="Line 37"/>
          <p:cNvSpPr>
            <a:spLocks noChangeShapeType="1"/>
          </p:cNvSpPr>
          <p:nvPr/>
        </p:nvSpPr>
        <p:spPr bwMode="auto">
          <a:xfrm>
            <a:off x="7607300" y="1435100"/>
            <a:ext cx="2438400" cy="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2001" name="Line 38"/>
          <p:cNvSpPr>
            <a:spLocks noChangeShapeType="1"/>
          </p:cNvSpPr>
          <p:nvPr/>
        </p:nvSpPr>
        <p:spPr bwMode="auto">
          <a:xfrm>
            <a:off x="7607300" y="1803400"/>
            <a:ext cx="2438400" cy="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2002" name="AutoShape 39"/>
          <p:cNvSpPr>
            <a:spLocks noChangeArrowheads="1"/>
          </p:cNvSpPr>
          <p:nvPr/>
        </p:nvSpPr>
        <p:spPr bwMode="auto">
          <a:xfrm rot="2830978">
            <a:off x="8647907" y="1394619"/>
            <a:ext cx="130175" cy="2058988"/>
          </a:xfrm>
          <a:prstGeom prst="can">
            <a:avLst>
              <a:gd name="adj" fmla="val 73081"/>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42003" name="Line 40"/>
          <p:cNvSpPr>
            <a:spLocks noChangeShapeType="1"/>
          </p:cNvSpPr>
          <p:nvPr/>
        </p:nvSpPr>
        <p:spPr bwMode="auto">
          <a:xfrm>
            <a:off x="7962900" y="3086100"/>
            <a:ext cx="482600" cy="482600"/>
          </a:xfrm>
          <a:prstGeom prst="line">
            <a:avLst/>
          </a:prstGeom>
          <a:noFill/>
          <a:ln w="28575" cap="sq">
            <a:solidFill>
              <a:srgbClr val="0000FF"/>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2004" name="Line 41"/>
          <p:cNvSpPr>
            <a:spLocks noChangeShapeType="1"/>
          </p:cNvSpPr>
          <p:nvPr/>
        </p:nvSpPr>
        <p:spPr bwMode="auto">
          <a:xfrm flipH="1" flipV="1">
            <a:off x="9029700" y="1346200"/>
            <a:ext cx="393700" cy="393700"/>
          </a:xfrm>
          <a:prstGeom prst="line">
            <a:avLst/>
          </a:prstGeom>
          <a:noFill/>
          <a:ln w="28575" cap="sq">
            <a:solidFill>
              <a:srgbClr val="0000FF"/>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2005" name="Line 42"/>
          <p:cNvSpPr>
            <a:spLocks noChangeShapeType="1"/>
          </p:cNvSpPr>
          <p:nvPr/>
        </p:nvSpPr>
        <p:spPr bwMode="auto">
          <a:xfrm flipH="1" flipV="1">
            <a:off x="8293100" y="1943100"/>
            <a:ext cx="393700" cy="393700"/>
          </a:xfrm>
          <a:prstGeom prst="line">
            <a:avLst/>
          </a:prstGeom>
          <a:noFill/>
          <a:ln w="28575"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42006" name="Object 1049"/>
          <p:cNvGraphicFramePr>
            <a:graphicFrameLocks noChangeAspect="1"/>
          </p:cNvGraphicFramePr>
          <p:nvPr/>
        </p:nvGraphicFramePr>
        <p:xfrm>
          <a:off x="7750175" y="3978275"/>
          <a:ext cx="2349500" cy="438150"/>
        </p:xfrm>
        <a:graphic>
          <a:graphicData uri="http://schemas.openxmlformats.org/presentationml/2006/ole">
            <mc:AlternateContent xmlns:mc="http://schemas.openxmlformats.org/markup-compatibility/2006">
              <mc:Choice xmlns:v="urn:schemas-microsoft-com:vml" Requires="v">
                <p:oleObj spid="_x0000_s42202" name="Equation" r:id="rId16" imgW="1104925" imgH="171450" progId="Equation.DSMT4">
                  <p:embed/>
                </p:oleObj>
              </mc:Choice>
              <mc:Fallback>
                <p:oleObj name="Equation" r:id="rId16" imgW="1104925" imgH="171450" progId="Equation.DSMT4">
                  <p:embed/>
                  <p:pic>
                    <p:nvPicPr>
                      <p:cNvPr id="0" name="Object 104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750175" y="3978275"/>
                        <a:ext cx="2349500" cy="438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1524000" y="173038"/>
            <a:ext cx="3048000" cy="533400"/>
          </a:xfrm>
        </p:spPr>
        <p:txBody>
          <a:bodyPr/>
          <a:lstStyle/>
          <a:p>
            <a:pPr eaLnBrk="1" hangingPunct="1"/>
            <a:r>
              <a:rPr lang="zh-CN" altLang="en-US" sz="4000"/>
              <a:t>交流发电机</a:t>
            </a:r>
          </a:p>
        </p:txBody>
      </p:sp>
      <p:pic>
        <p:nvPicPr>
          <p:cNvPr id="44035" name="Picture 5" descr="20060315-123-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098550"/>
            <a:ext cx="3556000" cy="252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6" name="Picture 7" descr="20084315314979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65750" y="0"/>
            <a:ext cx="5302250" cy="3760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7" name="Picture 9" descr="48008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39900" y="3810000"/>
            <a:ext cx="609600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434" name="Rectangle 2"/>
          <p:cNvSpPr>
            <a:spLocks noChangeArrowheads="1"/>
          </p:cNvSpPr>
          <p:nvPr/>
        </p:nvSpPr>
        <p:spPr bwMode="auto">
          <a:xfrm>
            <a:off x="2373086" y="658020"/>
            <a:ext cx="7239000" cy="571500"/>
          </a:xfrm>
          <a:prstGeom prst="rect">
            <a:avLst/>
          </a:prstGeom>
          <a:noFill/>
          <a:ln w="9525">
            <a:noFill/>
            <a:miter lim="800000"/>
            <a:headEnd/>
            <a:tailEnd/>
          </a:ln>
          <a:effectLst/>
        </p:spPr>
        <p:txBody>
          <a:bodyPr lIns="92075" tIns="46038" rIns="92075" bIns="46038" anchor="ctr"/>
          <a:lstStyle/>
          <a:p>
            <a:pPr algn="ctr" eaLnBrk="1" hangingPunct="1">
              <a:defRPr/>
            </a:pPr>
            <a:r>
              <a:rPr kumimoji="1" lang="zh-CN" altLang="en-US" sz="3600" dirty="0">
                <a:solidFill>
                  <a:srgbClr val="FF0000"/>
                </a:solidFill>
                <a:effectLst>
                  <a:outerShdw blurRad="38100" dist="38100" dir="2700000" algn="tl">
                    <a:srgbClr val="C0C0C0"/>
                  </a:outerShdw>
                </a:effectLst>
                <a:latin typeface="宋体" charset="-122"/>
                <a:ea typeface="宋体" charset="-122"/>
              </a:rPr>
              <a:t>感生电动势  有旋电场</a:t>
            </a:r>
          </a:p>
        </p:txBody>
      </p:sp>
      <p:sp>
        <p:nvSpPr>
          <p:cNvPr id="46083" name="Rectangle 10"/>
          <p:cNvSpPr>
            <a:spLocks noChangeArrowheads="1"/>
          </p:cNvSpPr>
          <p:nvPr/>
        </p:nvSpPr>
        <p:spPr bwMode="auto">
          <a:xfrm>
            <a:off x="2139950" y="2589213"/>
            <a:ext cx="31178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a:solidFill>
                  <a:srgbClr val="0000FF"/>
                </a:solidFill>
                <a:latin typeface="Times New Roman" panose="02020603050405020304" pitchFamily="18" charset="0"/>
              </a:rPr>
              <a:t>1.  </a:t>
            </a:r>
            <a:r>
              <a:rPr kumimoji="1" lang="zh-CN" altLang="en-US" sz="2800">
                <a:solidFill>
                  <a:srgbClr val="0000FF"/>
                </a:solidFill>
                <a:latin typeface="Times New Roman" panose="02020603050405020304" pitchFamily="18" charset="0"/>
              </a:rPr>
              <a:t>静电荷激发电场</a:t>
            </a:r>
          </a:p>
        </p:txBody>
      </p:sp>
      <p:graphicFrame>
        <p:nvGraphicFramePr>
          <p:cNvPr id="46084" name="Object 2"/>
          <p:cNvGraphicFramePr>
            <a:graphicFrameLocks noChangeAspect="1"/>
          </p:cNvGraphicFramePr>
          <p:nvPr/>
        </p:nvGraphicFramePr>
        <p:xfrm>
          <a:off x="2514600" y="3275013"/>
          <a:ext cx="1366838" cy="569912"/>
        </p:xfrm>
        <a:graphic>
          <a:graphicData uri="http://schemas.openxmlformats.org/presentationml/2006/ole">
            <mc:AlternateContent xmlns:mc="http://schemas.openxmlformats.org/markup-compatibility/2006">
              <mc:Choice xmlns:v="urn:schemas-microsoft-com:vml" Requires="v">
                <p:oleObj spid="_x0000_s46114" name="公式" r:id="rId4" imgW="628765" imgH="228702" progId="Equation.3">
                  <p:embed/>
                </p:oleObj>
              </mc:Choice>
              <mc:Fallback>
                <p:oleObj name="公式" r:id="rId4" imgW="628765" imgH="228702"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14600" y="3275013"/>
                        <a:ext cx="1366838" cy="569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085" name="Text Box 17"/>
          <p:cNvSpPr txBox="1">
            <a:spLocks noChangeArrowheads="1"/>
          </p:cNvSpPr>
          <p:nvPr/>
        </p:nvSpPr>
        <p:spPr bwMode="auto">
          <a:xfrm>
            <a:off x="849085" y="1598614"/>
            <a:ext cx="1050626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400" dirty="0">
                <a:solidFill>
                  <a:srgbClr val="0000FF"/>
                </a:solidFill>
                <a:latin typeface="Times New Roman" panose="02020603050405020304" pitchFamily="18" charset="0"/>
              </a:rPr>
              <a:t>在自然界中存在着两种以不同方式激发的电场，所激发电场的性质也截然不同。</a:t>
            </a:r>
          </a:p>
        </p:txBody>
      </p:sp>
      <p:sp>
        <p:nvSpPr>
          <p:cNvPr id="46086" name="Text Box 18"/>
          <p:cNvSpPr txBox="1">
            <a:spLocks noChangeArrowheads="1"/>
          </p:cNvSpPr>
          <p:nvPr/>
        </p:nvSpPr>
        <p:spPr bwMode="auto">
          <a:xfrm>
            <a:off x="739451" y="4428390"/>
            <a:ext cx="10506269"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800" dirty="0">
                <a:solidFill>
                  <a:srgbClr val="0000FF"/>
                </a:solidFill>
                <a:latin typeface="Times New Roman" panose="02020603050405020304" pitchFamily="18" charset="0"/>
              </a:rPr>
              <a:t>这说明由静止电荷所激发的电场是保守力场（无旋场），在该场中电场强度沿任一闭合回路的线积分恒等于零。</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48130" name="Object 2"/>
          <p:cNvGraphicFramePr>
            <a:graphicFrameLocks noChangeAspect="1"/>
          </p:cNvGraphicFramePr>
          <p:nvPr>
            <p:extLst>
              <p:ext uri="{D42A27DB-BD31-4B8C-83A1-F6EECF244321}">
                <p14:modId xmlns:p14="http://schemas.microsoft.com/office/powerpoint/2010/main" val="948172376"/>
              </p:ext>
            </p:extLst>
          </p:nvPr>
        </p:nvGraphicFramePr>
        <p:xfrm>
          <a:off x="1250302" y="761999"/>
          <a:ext cx="2714625" cy="825500"/>
        </p:xfrm>
        <a:graphic>
          <a:graphicData uri="http://schemas.openxmlformats.org/presentationml/2006/ole">
            <mc:AlternateContent xmlns:mc="http://schemas.openxmlformats.org/markup-compatibility/2006">
              <mc:Choice xmlns:v="urn:schemas-microsoft-com:vml" Requires="v">
                <p:oleObj spid="_x0000_s48305" name="Equation" r:id="rId4" imgW="1285971" imgH="361882" progId="Equation.DSMT4">
                  <p:embed/>
                </p:oleObj>
              </mc:Choice>
              <mc:Fallback>
                <p:oleObj name="Equation" r:id="rId4" imgW="1285971" imgH="361882" progId="Equation.DSMT4">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0302" y="761999"/>
                        <a:ext cx="2714625"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8131" name="Rectangle 5"/>
          <p:cNvSpPr>
            <a:spLocks noChangeArrowheads="1"/>
          </p:cNvSpPr>
          <p:nvPr/>
        </p:nvSpPr>
        <p:spPr bwMode="auto">
          <a:xfrm>
            <a:off x="639763" y="55562"/>
            <a:ext cx="3384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dirty="0">
                <a:solidFill>
                  <a:srgbClr val="0000FF"/>
                </a:solidFill>
                <a:latin typeface="Times New Roman" panose="02020603050405020304" pitchFamily="18" charset="0"/>
              </a:rPr>
              <a:t>2. </a:t>
            </a:r>
            <a:r>
              <a:rPr kumimoji="1" lang="zh-CN" altLang="en-US" sz="2800" dirty="0">
                <a:solidFill>
                  <a:srgbClr val="0000FF"/>
                </a:solidFill>
                <a:latin typeface="Times New Roman" panose="02020603050405020304" pitchFamily="18" charset="0"/>
              </a:rPr>
              <a:t>变化磁场激发电场</a:t>
            </a:r>
          </a:p>
        </p:txBody>
      </p:sp>
      <p:sp>
        <p:nvSpPr>
          <p:cNvPr id="48132" name="Text Box 8"/>
          <p:cNvSpPr txBox="1">
            <a:spLocks noChangeArrowheads="1"/>
          </p:cNvSpPr>
          <p:nvPr/>
        </p:nvSpPr>
        <p:spPr bwMode="auto">
          <a:xfrm>
            <a:off x="483636" y="2319338"/>
            <a:ext cx="1122472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000" dirty="0">
                <a:solidFill>
                  <a:srgbClr val="0000FF"/>
                </a:solidFill>
                <a:latin typeface="Times New Roman" panose="02020603050405020304" pitchFamily="18" charset="0"/>
              </a:rPr>
              <a:t>它揭示了电场和磁场是相互联系的。变化磁场激发的感生电场沿任一闭合回路的线积分一般不等于零。</a:t>
            </a:r>
          </a:p>
        </p:txBody>
      </p:sp>
      <p:sp>
        <p:nvSpPr>
          <p:cNvPr id="48133" name="Text Box 9"/>
          <p:cNvSpPr txBox="1">
            <a:spLocks noChangeArrowheads="1"/>
          </p:cNvSpPr>
          <p:nvPr/>
        </p:nvSpPr>
        <p:spPr bwMode="auto">
          <a:xfrm>
            <a:off x="569168" y="3178245"/>
            <a:ext cx="1068355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000" b="1" dirty="0">
                <a:solidFill>
                  <a:srgbClr val="0000FF"/>
                </a:solidFill>
                <a:latin typeface="Times New Roman" panose="02020603050405020304" pitchFamily="18" charset="0"/>
              </a:rPr>
              <a:t>说明：</a:t>
            </a:r>
            <a:r>
              <a:rPr kumimoji="1" lang="en-US" altLang="zh-CN" sz="2000" dirty="0">
                <a:solidFill>
                  <a:srgbClr val="0000FF"/>
                </a:solidFill>
                <a:latin typeface="Times New Roman" panose="02020603050405020304" pitchFamily="18" charset="0"/>
              </a:rPr>
              <a:t>1</a:t>
            </a:r>
            <a:r>
              <a:rPr kumimoji="1" lang="zh-CN" altLang="en-US" sz="2000" dirty="0">
                <a:solidFill>
                  <a:srgbClr val="0000FF"/>
                </a:solidFill>
                <a:latin typeface="Times New Roman" panose="02020603050405020304" pitchFamily="18" charset="0"/>
              </a:rPr>
              <a:t>）有旋电场是变化的磁场激发的；</a:t>
            </a:r>
            <a:r>
              <a:rPr kumimoji="1" lang="en-US" altLang="zh-CN" sz="2000" dirty="0">
                <a:solidFill>
                  <a:srgbClr val="0000FF"/>
                </a:solidFill>
                <a:latin typeface="Times New Roman" panose="02020603050405020304" pitchFamily="18" charset="0"/>
              </a:rPr>
              <a:t>2</a:t>
            </a:r>
            <a:r>
              <a:rPr kumimoji="1" lang="zh-CN" altLang="en-US" sz="2000" dirty="0">
                <a:solidFill>
                  <a:srgbClr val="0000FF"/>
                </a:solidFill>
                <a:latin typeface="Times New Roman" panose="02020603050405020304" pitchFamily="18" charset="0"/>
              </a:rPr>
              <a:t>）感生电场不是保守力场，其电场线既无起点也无终点，永远是闭合的，象旋涡一样。因此，通常把感生电场称为有旋电场。</a:t>
            </a:r>
          </a:p>
        </p:txBody>
      </p:sp>
      <p:graphicFrame>
        <p:nvGraphicFramePr>
          <p:cNvPr id="48134" name="Object 3"/>
          <p:cNvGraphicFramePr>
            <a:graphicFrameLocks noChangeAspect="1"/>
          </p:cNvGraphicFramePr>
          <p:nvPr/>
        </p:nvGraphicFramePr>
        <p:xfrm>
          <a:off x="2085975" y="3975100"/>
          <a:ext cx="1938338" cy="825500"/>
        </p:xfrm>
        <a:graphic>
          <a:graphicData uri="http://schemas.openxmlformats.org/presentationml/2006/ole">
            <mc:AlternateContent xmlns:mc="http://schemas.openxmlformats.org/markup-compatibility/2006">
              <mc:Choice xmlns:v="urn:schemas-microsoft-com:vml" Requires="v">
                <p:oleObj spid="_x0000_s48306" name="Equation" r:id="rId6" imgW="904920" imgH="361882" progId="Equation.DSMT4">
                  <p:embed/>
                </p:oleObj>
              </mc:Choice>
              <mc:Fallback>
                <p:oleObj name="Equation" r:id="rId6" imgW="904920" imgH="361882" progId="Equation.DSMT4">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85975" y="3975100"/>
                        <a:ext cx="1938338"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8135" name="Text Box 11"/>
          <p:cNvSpPr txBox="1">
            <a:spLocks noChangeArrowheads="1"/>
          </p:cNvSpPr>
          <p:nvPr/>
        </p:nvSpPr>
        <p:spPr bwMode="auto">
          <a:xfrm>
            <a:off x="4241800" y="4229101"/>
            <a:ext cx="5943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dirty="0">
                <a:solidFill>
                  <a:srgbClr val="FF0000"/>
                </a:solidFill>
              </a:rPr>
              <a:t>变化的磁场在空间激发涡旋电场，与空间是否有导体无关</a:t>
            </a:r>
          </a:p>
        </p:txBody>
      </p:sp>
      <p:graphicFrame>
        <p:nvGraphicFramePr>
          <p:cNvPr id="48136" name="Object 4"/>
          <p:cNvGraphicFramePr>
            <a:graphicFrameLocks noChangeAspect="1"/>
          </p:cNvGraphicFramePr>
          <p:nvPr/>
        </p:nvGraphicFramePr>
        <p:xfrm>
          <a:off x="2008188" y="4860925"/>
          <a:ext cx="2144712" cy="1366838"/>
        </p:xfrm>
        <a:graphic>
          <a:graphicData uri="http://schemas.openxmlformats.org/presentationml/2006/ole">
            <mc:AlternateContent xmlns:mc="http://schemas.openxmlformats.org/markup-compatibility/2006">
              <mc:Choice xmlns:v="urn:schemas-microsoft-com:vml" Requires="v">
                <p:oleObj spid="_x0000_s48307" name="Equation" r:id="rId8" imgW="1009510" imgH="628548" progId="Equation.DSMT4">
                  <p:embed/>
                </p:oleObj>
              </mc:Choice>
              <mc:Fallback>
                <p:oleObj name="Equation" r:id="rId8" imgW="1009510" imgH="628548" progId="Equation.DSMT4">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08188" y="4860925"/>
                        <a:ext cx="2144712" cy="1366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137" name="Object 5"/>
          <p:cNvGraphicFramePr>
            <a:graphicFrameLocks noChangeAspect="1"/>
          </p:cNvGraphicFramePr>
          <p:nvPr/>
        </p:nvGraphicFramePr>
        <p:xfrm>
          <a:off x="4691064" y="4899025"/>
          <a:ext cx="2274887" cy="1022350"/>
        </p:xfrm>
        <a:graphic>
          <a:graphicData uri="http://schemas.openxmlformats.org/presentationml/2006/ole">
            <mc:AlternateContent xmlns:mc="http://schemas.openxmlformats.org/markup-compatibility/2006">
              <mc:Choice xmlns:v="urn:schemas-microsoft-com:vml" Requires="v">
                <p:oleObj spid="_x0000_s48308" name="Equation" r:id="rId10" imgW="1362120" imgH="590584" progId="Equation.DSMT4">
                  <p:embed/>
                </p:oleObj>
              </mc:Choice>
              <mc:Fallback>
                <p:oleObj name="Equation" r:id="rId10" imgW="1362120" imgH="590584" progId="Equation.DSMT4">
                  <p:embed/>
                  <p:pic>
                    <p:nvPicPr>
                      <p:cNvPr id="0"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691064" y="4899025"/>
                        <a:ext cx="2274887" cy="1022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138" name="Object 6"/>
          <p:cNvGraphicFramePr>
            <a:graphicFrameLocks noChangeAspect="1"/>
          </p:cNvGraphicFramePr>
          <p:nvPr/>
        </p:nvGraphicFramePr>
        <p:xfrm>
          <a:off x="7920039" y="5173664"/>
          <a:ext cx="1557337" cy="674687"/>
        </p:xfrm>
        <a:graphic>
          <a:graphicData uri="http://schemas.openxmlformats.org/presentationml/2006/ole">
            <mc:AlternateContent xmlns:mc="http://schemas.openxmlformats.org/markup-compatibility/2006">
              <mc:Choice xmlns:v="urn:schemas-microsoft-com:vml" Requires="v">
                <p:oleObj spid="_x0000_s48309" name="Equation" r:id="rId12" imgW="914400" imgH="371373" progId="Equation.DSMT4">
                  <p:embed/>
                </p:oleObj>
              </mc:Choice>
              <mc:Fallback>
                <p:oleObj name="Equation" r:id="rId12" imgW="914400" imgH="371373" progId="Equation.DSMT4">
                  <p:embed/>
                  <p:pic>
                    <p:nvPicPr>
                      <p:cNvPr id="0" name="Object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920039" y="5173664"/>
                        <a:ext cx="1557337" cy="674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8139" name="Text Box 15"/>
          <p:cNvSpPr txBox="1">
            <a:spLocks noChangeArrowheads="1"/>
          </p:cNvSpPr>
          <p:nvPr/>
        </p:nvSpPr>
        <p:spPr bwMode="auto">
          <a:xfrm>
            <a:off x="4838700" y="457201"/>
            <a:ext cx="56769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solidFill>
                  <a:srgbClr val="FF0000"/>
                </a:solidFill>
              </a:rPr>
              <a:t>感应电场区别于静电场的一个重要特点是环流不为零</a:t>
            </a:r>
          </a:p>
        </p:txBody>
      </p:sp>
      <p:sp>
        <p:nvSpPr>
          <p:cNvPr id="48140" name="Text Box 16"/>
          <p:cNvSpPr txBox="1">
            <a:spLocks noChangeArrowheads="1"/>
          </p:cNvSpPr>
          <p:nvPr/>
        </p:nvSpPr>
        <p:spPr bwMode="auto">
          <a:xfrm>
            <a:off x="4965700" y="850901"/>
            <a:ext cx="38735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solidFill>
                  <a:srgbClr val="FF0000"/>
                </a:solidFill>
              </a:rPr>
              <a:t>环流不为零的场：非保守场，涡旋场</a:t>
            </a:r>
          </a:p>
        </p:txBody>
      </p:sp>
      <p:sp>
        <p:nvSpPr>
          <p:cNvPr id="48141" name="Text Box 17"/>
          <p:cNvSpPr txBox="1">
            <a:spLocks noChangeArrowheads="1"/>
          </p:cNvSpPr>
          <p:nvPr/>
        </p:nvSpPr>
        <p:spPr bwMode="auto">
          <a:xfrm>
            <a:off x="4902200" y="1219201"/>
            <a:ext cx="38735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solidFill>
                  <a:srgbClr val="FF0000"/>
                </a:solidFill>
              </a:rPr>
              <a:t>环流为零的场：保守场，势场</a:t>
            </a:r>
          </a:p>
        </p:txBody>
      </p:sp>
      <p:graphicFrame>
        <p:nvGraphicFramePr>
          <p:cNvPr id="48142" name="Object 7"/>
          <p:cNvGraphicFramePr>
            <a:graphicFrameLocks noChangeAspect="1"/>
          </p:cNvGraphicFramePr>
          <p:nvPr/>
        </p:nvGraphicFramePr>
        <p:xfrm>
          <a:off x="4983163" y="1601789"/>
          <a:ext cx="1681162" cy="490537"/>
        </p:xfrm>
        <a:graphic>
          <a:graphicData uri="http://schemas.openxmlformats.org/presentationml/2006/ole">
            <mc:AlternateContent xmlns:mc="http://schemas.openxmlformats.org/markup-compatibility/2006">
              <mc:Choice xmlns:v="urn:schemas-microsoft-com:vml" Requires="v">
                <p:oleObj spid="_x0000_s48310" name="Equation" r:id="rId14" imgW="781063" imgH="190432" progId="Equation.DSMT4">
                  <p:embed/>
                </p:oleObj>
              </mc:Choice>
              <mc:Fallback>
                <p:oleObj name="Equation" r:id="rId14" imgW="781063" imgH="190432" progId="Equation.DSMT4">
                  <p:embed/>
                  <p:pic>
                    <p:nvPicPr>
                      <p:cNvPr id="0" name="Object 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983163" y="1601789"/>
                        <a:ext cx="1681162" cy="490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50178" name="Object 2"/>
          <p:cNvGraphicFramePr>
            <a:graphicFrameLocks noChangeAspect="1"/>
          </p:cNvGraphicFramePr>
          <p:nvPr/>
        </p:nvGraphicFramePr>
        <p:xfrm>
          <a:off x="2587626" y="762000"/>
          <a:ext cx="2714625" cy="825500"/>
        </p:xfrm>
        <a:graphic>
          <a:graphicData uri="http://schemas.openxmlformats.org/presentationml/2006/ole">
            <mc:AlternateContent xmlns:mc="http://schemas.openxmlformats.org/markup-compatibility/2006">
              <mc:Choice xmlns:v="urn:schemas-microsoft-com:vml" Requires="v">
                <p:oleObj spid="_x0000_s50353" name="Equation" r:id="rId4" imgW="1285971" imgH="361882" progId="Equation.DSMT4">
                  <p:embed/>
                </p:oleObj>
              </mc:Choice>
              <mc:Fallback>
                <p:oleObj name="Equation" r:id="rId4" imgW="1285971" imgH="361882" progId="Equation.DSMT4">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87626" y="762000"/>
                        <a:ext cx="2714625"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179" name="Text Box 4"/>
          <p:cNvSpPr txBox="1">
            <a:spLocks noChangeArrowheads="1"/>
          </p:cNvSpPr>
          <p:nvPr/>
        </p:nvSpPr>
        <p:spPr bwMode="auto">
          <a:xfrm>
            <a:off x="5829300" y="1041401"/>
            <a:ext cx="34417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000">
                <a:solidFill>
                  <a:srgbClr val="0000FF"/>
                </a:solidFill>
                <a:latin typeface="Times New Roman" panose="02020603050405020304" pitchFamily="18" charset="0"/>
              </a:rPr>
              <a:t>S</a:t>
            </a:r>
            <a:r>
              <a:rPr kumimoji="1" lang="zh-CN" altLang="en-US" sz="2000">
                <a:solidFill>
                  <a:srgbClr val="0000FF"/>
                </a:solidFill>
                <a:latin typeface="Times New Roman" panose="02020603050405020304" pitchFamily="18" charset="0"/>
              </a:rPr>
              <a:t>以</a:t>
            </a:r>
            <a:r>
              <a:rPr kumimoji="1" lang="en-US" altLang="zh-CN" sz="2000">
                <a:solidFill>
                  <a:srgbClr val="0000FF"/>
                </a:solidFill>
                <a:latin typeface="Times New Roman" panose="02020603050405020304" pitchFamily="18" charset="0"/>
              </a:rPr>
              <a:t>L</a:t>
            </a:r>
            <a:r>
              <a:rPr kumimoji="1" lang="zh-CN" altLang="en-US" sz="2000">
                <a:solidFill>
                  <a:srgbClr val="0000FF"/>
                </a:solidFill>
                <a:latin typeface="Times New Roman" panose="02020603050405020304" pitchFamily="18" charset="0"/>
              </a:rPr>
              <a:t>为周界的任意曲面。</a:t>
            </a:r>
          </a:p>
        </p:txBody>
      </p:sp>
      <p:graphicFrame>
        <p:nvGraphicFramePr>
          <p:cNvPr id="50180" name="Object 11"/>
          <p:cNvGraphicFramePr>
            <a:graphicFrameLocks noChangeAspect="1"/>
          </p:cNvGraphicFramePr>
          <p:nvPr/>
        </p:nvGraphicFramePr>
        <p:xfrm>
          <a:off x="2859089" y="1816100"/>
          <a:ext cx="2122487" cy="788988"/>
        </p:xfrm>
        <a:graphic>
          <a:graphicData uri="http://schemas.openxmlformats.org/presentationml/2006/ole">
            <mc:AlternateContent xmlns:mc="http://schemas.openxmlformats.org/markup-compatibility/2006">
              <mc:Choice xmlns:v="urn:schemas-microsoft-com:vml" Requires="v">
                <p:oleObj spid="_x0000_s50354" name="Equation" r:id="rId6" imgW="1143153" imgH="400152" progId="Equation.DSMT4">
                  <p:embed/>
                </p:oleObj>
              </mc:Choice>
              <mc:Fallback>
                <p:oleObj name="Equation" r:id="rId6" imgW="1143153" imgH="400152" progId="Equation.DSMT4">
                  <p:embed/>
                  <p:pic>
                    <p:nvPicPr>
                      <p:cNvPr id="0"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59089" y="1816100"/>
                        <a:ext cx="2122487" cy="788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181" name="Object 12"/>
          <p:cNvGraphicFramePr>
            <a:graphicFrameLocks noChangeAspect="1"/>
          </p:cNvGraphicFramePr>
          <p:nvPr/>
        </p:nvGraphicFramePr>
        <p:xfrm>
          <a:off x="2895601" y="2959100"/>
          <a:ext cx="3051175" cy="725488"/>
        </p:xfrm>
        <a:graphic>
          <a:graphicData uri="http://schemas.openxmlformats.org/presentationml/2006/ole">
            <mc:AlternateContent xmlns:mc="http://schemas.openxmlformats.org/markup-compatibility/2006">
              <mc:Choice xmlns:v="urn:schemas-microsoft-com:vml" Requires="v">
                <p:oleObj spid="_x0000_s50355" name="Equation" r:id="rId8" imgW="1819320" imgH="400152" progId="Equation.DSMT4">
                  <p:embed/>
                </p:oleObj>
              </mc:Choice>
              <mc:Fallback>
                <p:oleObj name="Equation" r:id="rId8" imgW="1819320" imgH="400152" progId="Equation.DSMT4">
                  <p:embed/>
                  <p:pic>
                    <p:nvPicPr>
                      <p:cNvPr id="0" name="Object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95601" y="2959100"/>
                        <a:ext cx="3051175" cy="725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182" name="Object 13"/>
          <p:cNvGraphicFramePr>
            <a:graphicFrameLocks noChangeAspect="1"/>
          </p:cNvGraphicFramePr>
          <p:nvPr/>
        </p:nvGraphicFramePr>
        <p:xfrm>
          <a:off x="2787651" y="4127500"/>
          <a:ext cx="4919663" cy="725488"/>
        </p:xfrm>
        <a:graphic>
          <a:graphicData uri="http://schemas.openxmlformats.org/presentationml/2006/ole">
            <mc:AlternateContent xmlns:mc="http://schemas.openxmlformats.org/markup-compatibility/2006">
              <mc:Choice xmlns:v="urn:schemas-microsoft-com:vml" Requires="v">
                <p:oleObj spid="_x0000_s50356" name="Equation" r:id="rId10" imgW="2962167" imgH="400152" progId="Equation.DSMT4">
                  <p:embed/>
                </p:oleObj>
              </mc:Choice>
              <mc:Fallback>
                <p:oleObj name="Equation" r:id="rId10" imgW="2962167" imgH="400152" progId="Equation.DSMT4">
                  <p:embed/>
                  <p:pic>
                    <p:nvPicPr>
                      <p:cNvPr id="0" name="Object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87651" y="4127500"/>
                        <a:ext cx="4919663" cy="725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183" name="Object 14"/>
          <p:cNvGraphicFramePr>
            <a:graphicFrameLocks noChangeAspect="1"/>
          </p:cNvGraphicFramePr>
          <p:nvPr/>
        </p:nvGraphicFramePr>
        <p:xfrm>
          <a:off x="3128963" y="5313364"/>
          <a:ext cx="1390650" cy="663575"/>
        </p:xfrm>
        <a:graphic>
          <a:graphicData uri="http://schemas.openxmlformats.org/presentationml/2006/ole">
            <mc:AlternateContent xmlns:mc="http://schemas.openxmlformats.org/markup-compatibility/2006">
              <mc:Choice xmlns:v="urn:schemas-microsoft-com:vml" Requires="v">
                <p:oleObj spid="_x0000_s50357" name="Equation" r:id="rId12" imgW="800024" imgH="361882" progId="Equation.DSMT4">
                  <p:embed/>
                </p:oleObj>
              </mc:Choice>
              <mc:Fallback>
                <p:oleObj name="Equation" r:id="rId12" imgW="800024" imgH="361882" progId="Equation.DSMT4">
                  <p:embed/>
                  <p:pic>
                    <p:nvPicPr>
                      <p:cNvPr id="0" name="Object 1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128963" y="5313364"/>
                        <a:ext cx="1390650" cy="663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184" name="Oval 15"/>
          <p:cNvSpPr>
            <a:spLocks noChangeArrowheads="1"/>
          </p:cNvSpPr>
          <p:nvPr/>
        </p:nvSpPr>
        <p:spPr bwMode="auto">
          <a:xfrm>
            <a:off x="7950200" y="2882900"/>
            <a:ext cx="1397000" cy="889000"/>
          </a:xfrm>
          <a:prstGeom prst="ellipse">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0185" name="Oval 16"/>
          <p:cNvSpPr>
            <a:spLocks noChangeArrowheads="1"/>
          </p:cNvSpPr>
          <p:nvPr/>
        </p:nvSpPr>
        <p:spPr bwMode="auto">
          <a:xfrm>
            <a:off x="8102600" y="2438400"/>
            <a:ext cx="1574800" cy="965200"/>
          </a:xfrm>
          <a:prstGeom prst="ellipse">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0186" name="Text Box 17"/>
          <p:cNvSpPr txBox="1">
            <a:spLocks noChangeArrowheads="1"/>
          </p:cNvSpPr>
          <p:nvPr/>
        </p:nvSpPr>
        <p:spPr bwMode="auto">
          <a:xfrm>
            <a:off x="8547100" y="3035301"/>
            <a:ext cx="406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L</a:t>
            </a:r>
          </a:p>
        </p:txBody>
      </p:sp>
      <p:sp>
        <p:nvSpPr>
          <p:cNvPr id="50187" name="Text Box 18"/>
          <p:cNvSpPr txBox="1">
            <a:spLocks noChangeArrowheads="1"/>
          </p:cNvSpPr>
          <p:nvPr/>
        </p:nvSpPr>
        <p:spPr bwMode="auto">
          <a:xfrm>
            <a:off x="8178800" y="3746501"/>
            <a:ext cx="660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S1</a:t>
            </a:r>
          </a:p>
        </p:txBody>
      </p:sp>
      <p:sp>
        <p:nvSpPr>
          <p:cNvPr id="50188" name="Text Box 19"/>
          <p:cNvSpPr txBox="1">
            <a:spLocks noChangeArrowheads="1"/>
          </p:cNvSpPr>
          <p:nvPr/>
        </p:nvSpPr>
        <p:spPr bwMode="auto">
          <a:xfrm>
            <a:off x="8890000" y="2133601"/>
            <a:ext cx="660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S2</a:t>
            </a:r>
          </a:p>
        </p:txBody>
      </p:sp>
      <p:sp>
        <p:nvSpPr>
          <p:cNvPr id="50189" name="Text Box 20"/>
          <p:cNvSpPr txBox="1">
            <a:spLocks noChangeArrowheads="1"/>
          </p:cNvSpPr>
          <p:nvPr/>
        </p:nvSpPr>
        <p:spPr bwMode="auto">
          <a:xfrm>
            <a:off x="5359400" y="6007101"/>
            <a:ext cx="37719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t>变化的磁场也是无源场。</a:t>
            </a:r>
          </a:p>
        </p:txBody>
      </p:sp>
      <p:graphicFrame>
        <p:nvGraphicFramePr>
          <p:cNvPr id="50190" name="Object 21"/>
          <p:cNvGraphicFramePr>
            <a:graphicFrameLocks noChangeAspect="1"/>
          </p:cNvGraphicFramePr>
          <p:nvPr/>
        </p:nvGraphicFramePr>
        <p:xfrm>
          <a:off x="4259263" y="6057901"/>
          <a:ext cx="933450" cy="290513"/>
        </p:xfrm>
        <a:graphic>
          <a:graphicData uri="http://schemas.openxmlformats.org/presentationml/2006/ole">
            <mc:AlternateContent xmlns:mc="http://schemas.openxmlformats.org/markup-compatibility/2006">
              <mc:Choice xmlns:v="urn:schemas-microsoft-com:vml" Requires="v">
                <p:oleObj spid="_x0000_s50358" name="Equation" r:id="rId14" imgW="523869" imgH="133486" progId="Equation.DSMT4">
                  <p:embed/>
                </p:oleObj>
              </mc:Choice>
              <mc:Fallback>
                <p:oleObj name="Equation" r:id="rId14" imgW="523869" imgH="133486" progId="Equation.DSMT4">
                  <p:embed/>
                  <p:pic>
                    <p:nvPicPr>
                      <p:cNvPr id="0" name="Object 2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259263" y="6057901"/>
                        <a:ext cx="933450" cy="290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2971800" y="312738"/>
            <a:ext cx="5080000" cy="152400"/>
          </a:xfrm>
        </p:spPr>
        <p:txBody>
          <a:bodyPr/>
          <a:lstStyle/>
          <a:p>
            <a:pPr eaLnBrk="1" hangingPunct="1"/>
            <a:r>
              <a:rPr lang="zh-CN" altLang="en-US" sz="4000"/>
              <a:t>电子感应加速器</a:t>
            </a:r>
          </a:p>
        </p:txBody>
      </p:sp>
      <p:pic>
        <p:nvPicPr>
          <p:cNvPr id="52227" name="Picture 5" descr="gsqhalf"/>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1739900" y="800100"/>
            <a:ext cx="3048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28" name="Picture 7" descr="Image120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75589" y="479425"/>
            <a:ext cx="2409825" cy="295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29" name="Picture 9" descr="0100000000000011908156760326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06950" y="2465388"/>
            <a:ext cx="3340100" cy="357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30" name="Text Box 10"/>
          <p:cNvSpPr txBox="1">
            <a:spLocks noChangeArrowheads="1"/>
          </p:cNvSpPr>
          <p:nvPr/>
        </p:nvSpPr>
        <p:spPr bwMode="auto">
          <a:xfrm>
            <a:off x="2235200" y="4660901"/>
            <a:ext cx="19558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b="1">
                <a:solidFill>
                  <a:srgbClr val="0000FF"/>
                </a:solidFill>
              </a:rPr>
              <a:t>加速</a:t>
            </a:r>
          </a:p>
          <a:p>
            <a:pPr eaLnBrk="1" hangingPunct="1">
              <a:spcBef>
                <a:spcPct val="50000"/>
              </a:spcBef>
              <a:buFontTx/>
              <a:buNone/>
            </a:pPr>
            <a:r>
              <a:rPr lang="zh-CN" altLang="en-US" b="1">
                <a:solidFill>
                  <a:srgbClr val="0000FF"/>
                </a:solidFill>
              </a:rPr>
              <a:t>圆周运动</a:t>
            </a:r>
          </a:p>
        </p:txBody>
      </p:sp>
      <p:sp>
        <p:nvSpPr>
          <p:cNvPr id="52231" name="Text Box 11"/>
          <p:cNvSpPr txBox="1">
            <a:spLocks noChangeArrowheads="1"/>
          </p:cNvSpPr>
          <p:nvPr/>
        </p:nvSpPr>
        <p:spPr bwMode="auto">
          <a:xfrm>
            <a:off x="2120900" y="3784600"/>
            <a:ext cx="2362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b="1">
                <a:solidFill>
                  <a:srgbClr val="FF0000"/>
                </a:solidFill>
              </a:rPr>
              <a:t>基本问题：</a:t>
            </a:r>
          </a:p>
        </p:txBody>
      </p:sp>
      <p:sp>
        <p:nvSpPr>
          <p:cNvPr id="52232" name="Text Box 12"/>
          <p:cNvSpPr txBox="1">
            <a:spLocks noChangeArrowheads="1"/>
          </p:cNvSpPr>
          <p:nvPr/>
        </p:nvSpPr>
        <p:spPr bwMode="auto">
          <a:xfrm>
            <a:off x="7988300" y="4483100"/>
            <a:ext cx="240982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b="1" dirty="0">
                <a:solidFill>
                  <a:srgbClr val="FF0000"/>
                </a:solidFill>
              </a:rPr>
              <a:t>环形室</a:t>
            </a:r>
            <a:r>
              <a:rPr lang="en-US" altLang="zh-CN" b="1" dirty="0">
                <a:solidFill>
                  <a:srgbClr val="FF0000"/>
                </a:solidFill>
              </a:rPr>
              <a:t>R</a:t>
            </a:r>
            <a:r>
              <a:rPr lang="zh-CN" altLang="en-US" b="1" dirty="0">
                <a:solidFill>
                  <a:srgbClr val="FF0000"/>
                </a:solidFill>
              </a:rPr>
              <a:t>约</a:t>
            </a:r>
            <a:r>
              <a:rPr lang="en-US" altLang="zh-CN" b="1" dirty="0">
                <a:solidFill>
                  <a:srgbClr val="FF0000"/>
                </a:solidFill>
              </a:rPr>
              <a:t>1.5</a:t>
            </a:r>
            <a:r>
              <a:rPr lang="zh-CN" altLang="en-US" b="1" dirty="0">
                <a:solidFill>
                  <a:srgbClr val="FF0000"/>
                </a:solidFill>
              </a:rPr>
              <a:t>米</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54274" name="Group 16"/>
          <p:cNvGrpSpPr>
            <a:grpSpLocks/>
          </p:cNvGrpSpPr>
          <p:nvPr/>
        </p:nvGrpSpPr>
        <p:grpSpPr bwMode="auto">
          <a:xfrm>
            <a:off x="2565400" y="228600"/>
            <a:ext cx="2019300" cy="2019300"/>
            <a:chOff x="1840" y="1240"/>
            <a:chExt cx="1272" cy="1272"/>
          </a:xfrm>
        </p:grpSpPr>
        <p:grpSp>
          <p:nvGrpSpPr>
            <p:cNvPr id="54304" name="Group 11"/>
            <p:cNvGrpSpPr>
              <a:grpSpLocks/>
            </p:cNvGrpSpPr>
            <p:nvPr/>
          </p:nvGrpSpPr>
          <p:grpSpPr bwMode="auto">
            <a:xfrm>
              <a:off x="1840" y="1240"/>
              <a:ext cx="1272" cy="1272"/>
              <a:chOff x="672" y="1072"/>
              <a:chExt cx="1272" cy="1272"/>
            </a:xfrm>
          </p:grpSpPr>
          <p:sp>
            <p:nvSpPr>
              <p:cNvPr id="54309" name="Oval 6"/>
              <p:cNvSpPr>
                <a:spLocks noChangeArrowheads="1"/>
              </p:cNvSpPr>
              <p:nvPr/>
            </p:nvSpPr>
            <p:spPr bwMode="auto">
              <a:xfrm>
                <a:off x="672" y="1072"/>
                <a:ext cx="1272" cy="1272"/>
              </a:xfrm>
              <a:prstGeom prst="ellipse">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4310" name="Oval 7"/>
              <p:cNvSpPr>
                <a:spLocks noChangeArrowheads="1"/>
              </p:cNvSpPr>
              <p:nvPr/>
            </p:nvSpPr>
            <p:spPr bwMode="auto">
              <a:xfrm>
                <a:off x="824" y="1240"/>
                <a:ext cx="968" cy="968"/>
              </a:xfrm>
              <a:prstGeom prst="ellipse">
                <a:avLst/>
              </a:prstGeom>
              <a:noFill/>
              <a:ln w="12700">
                <a:solidFill>
                  <a:srgbClr val="FF0000"/>
                </a:solidFill>
                <a:prstDash val="dash"/>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4311" name="Oval 10" descr="5%"/>
              <p:cNvSpPr>
                <a:spLocks noChangeArrowheads="1"/>
              </p:cNvSpPr>
              <p:nvPr/>
            </p:nvSpPr>
            <p:spPr bwMode="auto">
              <a:xfrm>
                <a:off x="968" y="1400"/>
                <a:ext cx="688" cy="640"/>
              </a:xfrm>
              <a:prstGeom prst="ellipse">
                <a:avLst/>
              </a:prstGeom>
              <a:pattFill prst="pct5">
                <a:fgClr>
                  <a:schemeClr val="accent2"/>
                </a:fgClr>
                <a:bgClr>
                  <a:schemeClr val="bg1"/>
                </a:bgClr>
              </a:pattFill>
              <a:ln w="12700" cap="sq">
                <a:solidFill>
                  <a:srgbClr val="0000FF"/>
                </a:solidFill>
                <a:miter lim="800000"/>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sp>
          <p:nvSpPr>
            <p:cNvPr id="54305" name="Rectangle 12"/>
            <p:cNvSpPr>
              <a:spLocks noChangeArrowheads="1"/>
            </p:cNvSpPr>
            <p:nvPr/>
          </p:nvSpPr>
          <p:spPr bwMode="auto">
            <a:xfrm>
              <a:off x="2376" y="2392"/>
              <a:ext cx="216" cy="56"/>
            </a:xfrm>
            <a:prstGeom prst="rect">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4306" name="Line 13"/>
            <p:cNvSpPr>
              <a:spLocks noChangeShapeType="1"/>
            </p:cNvSpPr>
            <p:nvPr/>
          </p:nvSpPr>
          <p:spPr bwMode="auto">
            <a:xfrm flipV="1">
              <a:off x="2584" y="2264"/>
              <a:ext cx="208" cy="160"/>
            </a:xfrm>
            <a:prstGeom prst="line">
              <a:avLst/>
            </a:prstGeom>
            <a:noFill/>
            <a:ln w="12700" cap="sq">
              <a:solidFill>
                <a:schemeClr val="accent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4307" name="Line 14"/>
            <p:cNvSpPr>
              <a:spLocks noChangeShapeType="1"/>
            </p:cNvSpPr>
            <p:nvPr/>
          </p:nvSpPr>
          <p:spPr bwMode="auto">
            <a:xfrm flipH="1" flipV="1">
              <a:off x="2192" y="2296"/>
              <a:ext cx="184" cy="128"/>
            </a:xfrm>
            <a:prstGeom prst="line">
              <a:avLst/>
            </a:prstGeom>
            <a:noFill/>
            <a:ln w="12700" cap="sq">
              <a:solidFill>
                <a:schemeClr val="accent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4308" name="Line 15"/>
            <p:cNvSpPr>
              <a:spLocks noChangeShapeType="1"/>
            </p:cNvSpPr>
            <p:nvPr/>
          </p:nvSpPr>
          <p:spPr bwMode="auto">
            <a:xfrm flipV="1">
              <a:off x="2784" y="2184"/>
              <a:ext cx="88" cy="80"/>
            </a:xfrm>
            <a:prstGeom prst="line">
              <a:avLst/>
            </a:prstGeom>
            <a:noFill/>
            <a:ln w="12700" cap="sq">
              <a:solidFill>
                <a:srgbClr val="0000FF"/>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54275" name="Line 17"/>
          <p:cNvSpPr>
            <a:spLocks noChangeShapeType="1"/>
          </p:cNvSpPr>
          <p:nvPr/>
        </p:nvSpPr>
        <p:spPr bwMode="auto">
          <a:xfrm>
            <a:off x="5613400" y="2235200"/>
            <a:ext cx="3975100" cy="0"/>
          </a:xfrm>
          <a:prstGeom prst="line">
            <a:avLst/>
          </a:prstGeom>
          <a:noFill/>
          <a:ln w="12700" cap="sq">
            <a:solidFill>
              <a:schemeClr val="accent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4276" name="Line 18"/>
          <p:cNvSpPr>
            <a:spLocks noChangeShapeType="1"/>
          </p:cNvSpPr>
          <p:nvPr/>
        </p:nvSpPr>
        <p:spPr bwMode="auto">
          <a:xfrm flipV="1">
            <a:off x="6210300" y="330200"/>
            <a:ext cx="0" cy="3302000"/>
          </a:xfrm>
          <a:prstGeom prst="line">
            <a:avLst/>
          </a:prstGeom>
          <a:noFill/>
          <a:ln w="12700" cap="sq">
            <a:solidFill>
              <a:schemeClr val="accent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4277" name="Freeform 19"/>
          <p:cNvSpPr>
            <a:spLocks/>
          </p:cNvSpPr>
          <p:nvPr/>
        </p:nvSpPr>
        <p:spPr bwMode="auto">
          <a:xfrm>
            <a:off x="6210300" y="1701801"/>
            <a:ext cx="1701800" cy="1008063"/>
          </a:xfrm>
          <a:custGeom>
            <a:avLst/>
            <a:gdLst>
              <a:gd name="T0" fmla="*/ 0 w 1072"/>
              <a:gd name="T1" fmla="*/ 2147483646 h 635"/>
              <a:gd name="T2" fmla="*/ 2147483646 w 1072"/>
              <a:gd name="T3" fmla="*/ 0 h 635"/>
              <a:gd name="T4" fmla="*/ 2147483646 w 1072"/>
              <a:gd name="T5" fmla="*/ 2147483646 h 635"/>
              <a:gd name="T6" fmla="*/ 2147483646 w 1072"/>
              <a:gd name="T7" fmla="*/ 2147483646 h 635"/>
              <a:gd name="T8" fmla="*/ 2147483646 w 1072"/>
              <a:gd name="T9" fmla="*/ 2147483646 h 635"/>
              <a:gd name="T10" fmla="*/ 0 60000 65536"/>
              <a:gd name="T11" fmla="*/ 0 60000 65536"/>
              <a:gd name="T12" fmla="*/ 0 60000 65536"/>
              <a:gd name="T13" fmla="*/ 0 60000 65536"/>
              <a:gd name="T14" fmla="*/ 0 60000 65536"/>
              <a:gd name="T15" fmla="*/ 0 w 1072"/>
              <a:gd name="T16" fmla="*/ 0 h 635"/>
              <a:gd name="T17" fmla="*/ 1072 w 1072"/>
              <a:gd name="T18" fmla="*/ 635 h 635"/>
            </a:gdLst>
            <a:ahLst/>
            <a:cxnLst>
              <a:cxn ang="T10">
                <a:pos x="T0" y="T1"/>
              </a:cxn>
              <a:cxn ang="T11">
                <a:pos x="T2" y="T3"/>
              </a:cxn>
              <a:cxn ang="T12">
                <a:pos x="T4" y="T5"/>
              </a:cxn>
              <a:cxn ang="T13">
                <a:pos x="T6" y="T7"/>
              </a:cxn>
              <a:cxn ang="T14">
                <a:pos x="T8" y="T9"/>
              </a:cxn>
            </a:cxnLst>
            <a:rect l="T15" t="T16" r="T17" b="T18"/>
            <a:pathLst>
              <a:path w="1072" h="635">
                <a:moveTo>
                  <a:pt x="0" y="336"/>
                </a:moveTo>
                <a:cubicBezTo>
                  <a:pt x="96" y="168"/>
                  <a:pt x="192" y="0"/>
                  <a:pt x="280" y="0"/>
                </a:cubicBezTo>
                <a:cubicBezTo>
                  <a:pt x="368" y="0"/>
                  <a:pt x="441" y="231"/>
                  <a:pt x="528" y="336"/>
                </a:cubicBezTo>
                <a:cubicBezTo>
                  <a:pt x="615" y="441"/>
                  <a:pt x="709" y="635"/>
                  <a:pt x="800" y="632"/>
                </a:cubicBezTo>
                <a:cubicBezTo>
                  <a:pt x="891" y="629"/>
                  <a:pt x="981" y="474"/>
                  <a:pt x="1072" y="320"/>
                </a:cubicBezTo>
              </a:path>
            </a:pathLst>
          </a:cu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54278" name="Line 20"/>
          <p:cNvSpPr>
            <a:spLocks noChangeShapeType="1"/>
          </p:cNvSpPr>
          <p:nvPr/>
        </p:nvSpPr>
        <p:spPr bwMode="auto">
          <a:xfrm>
            <a:off x="6629400" y="1562100"/>
            <a:ext cx="0" cy="1943100"/>
          </a:xfrm>
          <a:prstGeom prst="line">
            <a:avLst/>
          </a:prstGeom>
          <a:noFill/>
          <a:ln w="12700">
            <a:solidFill>
              <a:schemeClr val="accent1"/>
            </a:solidFill>
            <a:prstDash val="dash"/>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4279" name="Line 21"/>
          <p:cNvSpPr>
            <a:spLocks noChangeShapeType="1"/>
          </p:cNvSpPr>
          <p:nvPr/>
        </p:nvSpPr>
        <p:spPr bwMode="auto">
          <a:xfrm>
            <a:off x="7048500" y="1600200"/>
            <a:ext cx="0" cy="1943100"/>
          </a:xfrm>
          <a:prstGeom prst="line">
            <a:avLst/>
          </a:prstGeom>
          <a:noFill/>
          <a:ln w="12700">
            <a:solidFill>
              <a:schemeClr val="accent1"/>
            </a:solidFill>
            <a:prstDash val="dash"/>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4280" name="Line 22"/>
          <p:cNvSpPr>
            <a:spLocks noChangeShapeType="1"/>
          </p:cNvSpPr>
          <p:nvPr/>
        </p:nvSpPr>
        <p:spPr bwMode="auto">
          <a:xfrm>
            <a:off x="7467600" y="1600200"/>
            <a:ext cx="0" cy="1943100"/>
          </a:xfrm>
          <a:prstGeom prst="line">
            <a:avLst/>
          </a:prstGeom>
          <a:noFill/>
          <a:ln w="12700">
            <a:solidFill>
              <a:schemeClr val="accent1"/>
            </a:solidFill>
            <a:prstDash val="dash"/>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4281" name="Line 23"/>
          <p:cNvSpPr>
            <a:spLocks noChangeShapeType="1"/>
          </p:cNvSpPr>
          <p:nvPr/>
        </p:nvSpPr>
        <p:spPr bwMode="auto">
          <a:xfrm>
            <a:off x="7886700" y="1600200"/>
            <a:ext cx="0" cy="1943100"/>
          </a:xfrm>
          <a:prstGeom prst="line">
            <a:avLst/>
          </a:prstGeom>
          <a:noFill/>
          <a:ln w="12700">
            <a:solidFill>
              <a:schemeClr val="accent1"/>
            </a:solidFill>
            <a:prstDash val="dash"/>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4282" name="Text Box 24"/>
          <p:cNvSpPr txBox="1">
            <a:spLocks noChangeArrowheads="1"/>
          </p:cNvSpPr>
          <p:nvPr/>
        </p:nvSpPr>
        <p:spPr bwMode="auto">
          <a:xfrm>
            <a:off x="6362700" y="1651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a:latin typeface="Times New Roman" panose="02020603050405020304" pitchFamily="18" charset="0"/>
              </a:rPr>
              <a:t>B</a:t>
            </a:r>
          </a:p>
        </p:txBody>
      </p:sp>
      <p:sp>
        <p:nvSpPr>
          <p:cNvPr id="54283" name="Text Box 25"/>
          <p:cNvSpPr txBox="1">
            <a:spLocks noChangeArrowheads="1"/>
          </p:cNvSpPr>
          <p:nvPr/>
        </p:nvSpPr>
        <p:spPr bwMode="auto">
          <a:xfrm>
            <a:off x="9385300" y="24257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a:latin typeface="Times New Roman" panose="02020603050405020304" pitchFamily="18" charset="0"/>
              </a:rPr>
              <a:t>t</a:t>
            </a:r>
          </a:p>
        </p:txBody>
      </p:sp>
      <p:sp>
        <p:nvSpPr>
          <p:cNvPr id="54284" name="Text Box 26"/>
          <p:cNvSpPr txBox="1">
            <a:spLocks noChangeArrowheads="1"/>
          </p:cNvSpPr>
          <p:nvPr/>
        </p:nvSpPr>
        <p:spPr bwMode="auto">
          <a:xfrm>
            <a:off x="5715000" y="22733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a:latin typeface="Times New Roman" panose="02020603050405020304" pitchFamily="18" charset="0"/>
              </a:rPr>
              <a:t>o</a:t>
            </a:r>
          </a:p>
        </p:txBody>
      </p:sp>
      <p:graphicFrame>
        <p:nvGraphicFramePr>
          <p:cNvPr id="54285" name="Object 27"/>
          <p:cNvGraphicFramePr>
            <a:graphicFrameLocks noChangeAspect="1"/>
          </p:cNvGraphicFramePr>
          <p:nvPr/>
        </p:nvGraphicFramePr>
        <p:xfrm>
          <a:off x="1960564" y="2451100"/>
          <a:ext cx="1158875" cy="636588"/>
        </p:xfrm>
        <a:graphic>
          <a:graphicData uri="http://schemas.openxmlformats.org/presentationml/2006/ole">
            <mc:AlternateContent xmlns:mc="http://schemas.openxmlformats.org/markup-compatibility/2006">
              <mc:Choice xmlns:v="urn:schemas-microsoft-com:vml" Requires="v">
                <p:oleObj spid="_x0000_s54501" name="Equation" r:id="rId4" imgW="714394" imgH="371373" progId="Equation.DSMT4">
                  <p:embed/>
                </p:oleObj>
              </mc:Choice>
              <mc:Fallback>
                <p:oleObj name="Equation" r:id="rId4" imgW="714394" imgH="371373" progId="Equation.DSMT4">
                  <p:embed/>
                  <p:pic>
                    <p:nvPicPr>
                      <p:cNvPr id="0" name="Object 2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60564" y="2451100"/>
                        <a:ext cx="1158875" cy="636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286" name="Object 28"/>
          <p:cNvGraphicFramePr>
            <a:graphicFrameLocks noChangeAspect="1"/>
          </p:cNvGraphicFramePr>
          <p:nvPr/>
        </p:nvGraphicFramePr>
        <p:xfrm>
          <a:off x="3600450" y="2555875"/>
          <a:ext cx="1206500" cy="401638"/>
        </p:xfrm>
        <a:graphic>
          <a:graphicData uri="http://schemas.openxmlformats.org/presentationml/2006/ole">
            <mc:AlternateContent xmlns:mc="http://schemas.openxmlformats.org/markup-compatibility/2006">
              <mc:Choice xmlns:v="urn:schemas-microsoft-com:vml" Requires="v">
                <p:oleObj spid="_x0000_s54502" name="Equation" r:id="rId6" imgW="638245" imgH="180941" progId="Equation.DSMT4">
                  <p:embed/>
                </p:oleObj>
              </mc:Choice>
              <mc:Fallback>
                <p:oleObj name="Equation" r:id="rId6" imgW="638245" imgH="180941" progId="Equation.DSMT4">
                  <p:embed/>
                  <p:pic>
                    <p:nvPicPr>
                      <p:cNvPr id="0" name="Object 2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00450" y="2555875"/>
                        <a:ext cx="1206500"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287" name="Object 29"/>
          <p:cNvGraphicFramePr>
            <a:graphicFrameLocks noChangeAspect="1"/>
          </p:cNvGraphicFramePr>
          <p:nvPr/>
        </p:nvGraphicFramePr>
        <p:xfrm>
          <a:off x="1982789" y="4683126"/>
          <a:ext cx="1317625" cy="538163"/>
        </p:xfrm>
        <a:graphic>
          <a:graphicData uri="http://schemas.openxmlformats.org/presentationml/2006/ole">
            <mc:AlternateContent xmlns:mc="http://schemas.openxmlformats.org/markup-compatibility/2006">
              <mc:Choice xmlns:v="urn:schemas-microsoft-com:vml" Requires="v">
                <p:oleObj spid="_x0000_s54503" name="Equation" r:id="rId8" imgW="914400" imgH="342900" progId="Equation.DSMT4">
                  <p:embed/>
                </p:oleObj>
              </mc:Choice>
              <mc:Fallback>
                <p:oleObj name="Equation" r:id="rId8" imgW="914400" imgH="342900" progId="Equation.DSMT4">
                  <p:embed/>
                  <p:pic>
                    <p:nvPicPr>
                      <p:cNvPr id="0" name="Object 2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82789" y="4683126"/>
                        <a:ext cx="1317625" cy="538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288" name="Object 30"/>
          <p:cNvGraphicFramePr>
            <a:graphicFrameLocks noChangeAspect="1"/>
          </p:cNvGraphicFramePr>
          <p:nvPr/>
        </p:nvGraphicFramePr>
        <p:xfrm>
          <a:off x="9021763" y="4724400"/>
          <a:ext cx="963612" cy="636588"/>
        </p:xfrm>
        <a:graphic>
          <a:graphicData uri="http://schemas.openxmlformats.org/presentationml/2006/ole">
            <mc:AlternateContent xmlns:mc="http://schemas.openxmlformats.org/markup-compatibility/2006">
              <mc:Choice xmlns:v="urn:schemas-microsoft-com:vml" Requires="v">
                <p:oleObj spid="_x0000_s54504" name="Equation" r:id="rId10" imgW="552310" imgH="342900" progId="Equation.DSMT4">
                  <p:embed/>
                </p:oleObj>
              </mc:Choice>
              <mc:Fallback>
                <p:oleObj name="Equation" r:id="rId10" imgW="552310" imgH="342900" progId="Equation.DSMT4">
                  <p:embed/>
                  <p:pic>
                    <p:nvPicPr>
                      <p:cNvPr id="0" name="Object 3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021763" y="4724400"/>
                        <a:ext cx="963612" cy="636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289" name="AutoShape 31"/>
          <p:cNvSpPr>
            <a:spLocks noChangeArrowheads="1"/>
          </p:cNvSpPr>
          <p:nvPr/>
        </p:nvSpPr>
        <p:spPr bwMode="auto">
          <a:xfrm>
            <a:off x="6286500" y="2806700"/>
            <a:ext cx="241300" cy="304800"/>
          </a:xfrm>
          <a:prstGeom prst="curvedLeftArrow">
            <a:avLst>
              <a:gd name="adj1" fmla="val 25263"/>
              <a:gd name="adj2" fmla="val 50526"/>
              <a:gd name="adj3" fmla="val 33333"/>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4290" name="AutoShape 32"/>
          <p:cNvSpPr>
            <a:spLocks noChangeArrowheads="1"/>
          </p:cNvSpPr>
          <p:nvPr/>
        </p:nvSpPr>
        <p:spPr bwMode="auto">
          <a:xfrm>
            <a:off x="7632700" y="2882900"/>
            <a:ext cx="241300" cy="304800"/>
          </a:xfrm>
          <a:prstGeom prst="curvedLeftArrow">
            <a:avLst>
              <a:gd name="adj1" fmla="val 25263"/>
              <a:gd name="adj2" fmla="val 50526"/>
              <a:gd name="adj3" fmla="val 33333"/>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4291" name="AutoShape 33"/>
          <p:cNvSpPr>
            <a:spLocks noChangeArrowheads="1"/>
          </p:cNvSpPr>
          <p:nvPr/>
        </p:nvSpPr>
        <p:spPr bwMode="auto">
          <a:xfrm>
            <a:off x="6718300" y="2921000"/>
            <a:ext cx="317500" cy="190500"/>
          </a:xfrm>
          <a:prstGeom prst="curvedUpArrow">
            <a:avLst>
              <a:gd name="adj1" fmla="val 33333"/>
              <a:gd name="adj2" fmla="val 66667"/>
              <a:gd name="adj3" fmla="val 33333"/>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4292" name="AutoShape 34"/>
          <p:cNvSpPr>
            <a:spLocks noChangeArrowheads="1"/>
          </p:cNvSpPr>
          <p:nvPr/>
        </p:nvSpPr>
        <p:spPr bwMode="auto">
          <a:xfrm>
            <a:off x="7124700" y="2921000"/>
            <a:ext cx="317500" cy="190500"/>
          </a:xfrm>
          <a:prstGeom prst="curvedUpArrow">
            <a:avLst>
              <a:gd name="adj1" fmla="val 33333"/>
              <a:gd name="adj2" fmla="val 66667"/>
              <a:gd name="adj3" fmla="val 33333"/>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4293" name="Text Box 35"/>
          <p:cNvSpPr txBox="1">
            <a:spLocks noChangeArrowheads="1"/>
          </p:cNvSpPr>
          <p:nvPr/>
        </p:nvSpPr>
        <p:spPr bwMode="auto">
          <a:xfrm>
            <a:off x="6159500" y="3225800"/>
            <a:ext cx="4953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t>加速</a:t>
            </a:r>
          </a:p>
        </p:txBody>
      </p:sp>
      <p:sp>
        <p:nvSpPr>
          <p:cNvPr id="54294" name="Text Box 36"/>
          <p:cNvSpPr txBox="1">
            <a:spLocks noChangeArrowheads="1"/>
          </p:cNvSpPr>
          <p:nvPr/>
        </p:nvSpPr>
        <p:spPr bwMode="auto">
          <a:xfrm>
            <a:off x="7454900" y="3200400"/>
            <a:ext cx="4953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t>加速</a:t>
            </a:r>
          </a:p>
        </p:txBody>
      </p:sp>
      <p:sp>
        <p:nvSpPr>
          <p:cNvPr id="54295" name="Text Box 37"/>
          <p:cNvSpPr txBox="1">
            <a:spLocks noChangeArrowheads="1"/>
          </p:cNvSpPr>
          <p:nvPr/>
        </p:nvSpPr>
        <p:spPr bwMode="auto">
          <a:xfrm>
            <a:off x="6642100" y="3213100"/>
            <a:ext cx="4953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t>减速</a:t>
            </a:r>
          </a:p>
        </p:txBody>
      </p:sp>
      <p:sp>
        <p:nvSpPr>
          <p:cNvPr id="54296" name="Text Box 38"/>
          <p:cNvSpPr txBox="1">
            <a:spLocks noChangeArrowheads="1"/>
          </p:cNvSpPr>
          <p:nvPr/>
        </p:nvSpPr>
        <p:spPr bwMode="auto">
          <a:xfrm>
            <a:off x="7086600" y="3187700"/>
            <a:ext cx="4953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t>减速</a:t>
            </a:r>
          </a:p>
        </p:txBody>
      </p:sp>
      <p:sp>
        <p:nvSpPr>
          <p:cNvPr id="54297" name="Text Box 39"/>
          <p:cNvSpPr txBox="1">
            <a:spLocks noChangeArrowheads="1"/>
          </p:cNvSpPr>
          <p:nvPr/>
        </p:nvSpPr>
        <p:spPr bwMode="auto">
          <a:xfrm>
            <a:off x="6172200" y="889000"/>
            <a:ext cx="49530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t>向心力</a:t>
            </a:r>
          </a:p>
        </p:txBody>
      </p:sp>
      <p:sp>
        <p:nvSpPr>
          <p:cNvPr id="54298" name="Text Box 40"/>
          <p:cNvSpPr txBox="1">
            <a:spLocks noChangeArrowheads="1"/>
          </p:cNvSpPr>
          <p:nvPr/>
        </p:nvSpPr>
        <p:spPr bwMode="auto">
          <a:xfrm>
            <a:off x="8382000" y="3403601"/>
            <a:ext cx="157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¼</a:t>
            </a:r>
            <a:r>
              <a:rPr lang="zh-CN" altLang="en-US" sz="1800"/>
              <a:t>周期引出</a:t>
            </a:r>
          </a:p>
        </p:txBody>
      </p:sp>
      <p:graphicFrame>
        <p:nvGraphicFramePr>
          <p:cNvPr id="54299" name="Object 41"/>
          <p:cNvGraphicFramePr>
            <a:graphicFrameLocks noChangeAspect="1"/>
          </p:cNvGraphicFramePr>
          <p:nvPr/>
        </p:nvGraphicFramePr>
        <p:xfrm>
          <a:off x="3668714" y="4657726"/>
          <a:ext cx="1958975" cy="538163"/>
        </p:xfrm>
        <a:graphic>
          <a:graphicData uri="http://schemas.openxmlformats.org/presentationml/2006/ole">
            <mc:AlternateContent xmlns:mc="http://schemas.openxmlformats.org/markup-compatibility/2006">
              <mc:Choice xmlns:v="urn:schemas-microsoft-com:vml" Requires="v">
                <p:oleObj spid="_x0000_s54505" name="Equation" r:id="rId12" imgW="1390561" imgH="342900" progId="Equation.DSMT4">
                  <p:embed/>
                </p:oleObj>
              </mc:Choice>
              <mc:Fallback>
                <p:oleObj name="Equation" r:id="rId12" imgW="1390561" imgH="342900" progId="Equation.DSMT4">
                  <p:embed/>
                  <p:pic>
                    <p:nvPicPr>
                      <p:cNvPr id="0" name="Object 4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668714" y="4657726"/>
                        <a:ext cx="1958975" cy="538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300" name="Object 42"/>
          <p:cNvGraphicFramePr>
            <a:graphicFrameLocks noChangeAspect="1"/>
          </p:cNvGraphicFramePr>
          <p:nvPr/>
        </p:nvGraphicFramePr>
        <p:xfrm>
          <a:off x="6692901" y="4187826"/>
          <a:ext cx="1751013" cy="538163"/>
        </p:xfrm>
        <a:graphic>
          <a:graphicData uri="http://schemas.openxmlformats.org/presentationml/2006/ole">
            <mc:AlternateContent xmlns:mc="http://schemas.openxmlformats.org/markup-compatibility/2006">
              <mc:Choice xmlns:v="urn:schemas-microsoft-com:vml" Requires="v">
                <p:oleObj spid="_x0000_s54506" name="Equation" r:id="rId14" imgW="1238263" imgH="342900" progId="Equation.DSMT4">
                  <p:embed/>
                </p:oleObj>
              </mc:Choice>
              <mc:Fallback>
                <p:oleObj name="Equation" r:id="rId14" imgW="1238263" imgH="342900" progId="Equation.DSMT4">
                  <p:embed/>
                  <p:pic>
                    <p:nvPicPr>
                      <p:cNvPr id="0" name="Object 4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692901" y="4187826"/>
                        <a:ext cx="1751013" cy="538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301" name="Object 43"/>
          <p:cNvGraphicFramePr>
            <a:graphicFrameLocks noChangeAspect="1"/>
          </p:cNvGraphicFramePr>
          <p:nvPr/>
        </p:nvGraphicFramePr>
        <p:xfrm>
          <a:off x="6648451" y="4810125"/>
          <a:ext cx="1508125" cy="590550"/>
        </p:xfrm>
        <a:graphic>
          <a:graphicData uri="http://schemas.openxmlformats.org/presentationml/2006/ole">
            <mc:AlternateContent xmlns:mc="http://schemas.openxmlformats.org/markup-compatibility/2006">
              <mc:Choice xmlns:v="urn:schemas-microsoft-com:vml" Requires="v">
                <p:oleObj spid="_x0000_s54507" name="Equation" r:id="rId16" imgW="1057218" imgH="380864" progId="Equation.DSMT4">
                  <p:embed/>
                </p:oleObj>
              </mc:Choice>
              <mc:Fallback>
                <p:oleObj name="Equation" r:id="rId16" imgW="1057218" imgH="380864" progId="Equation.DSMT4">
                  <p:embed/>
                  <p:pic>
                    <p:nvPicPr>
                      <p:cNvPr id="0" name="Object 4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648451" y="4810125"/>
                        <a:ext cx="1508125" cy="590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302" name="Text Box 61"/>
          <p:cNvSpPr txBox="1">
            <a:spLocks noChangeArrowheads="1"/>
          </p:cNvSpPr>
          <p:nvPr/>
        </p:nvSpPr>
        <p:spPr bwMode="auto">
          <a:xfrm>
            <a:off x="2298700" y="5461001"/>
            <a:ext cx="4470400" cy="119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solidFill>
                  <a:srgbClr val="FF0000"/>
                </a:solidFill>
              </a:rPr>
              <a:t>应用：核物理</a:t>
            </a:r>
          </a:p>
          <a:p>
            <a:pPr eaLnBrk="1" hangingPunct="1">
              <a:spcBef>
                <a:spcPct val="50000"/>
              </a:spcBef>
              <a:buFontTx/>
              <a:buNone/>
            </a:pPr>
            <a:r>
              <a:rPr lang="zh-CN" altLang="en-US" sz="1800">
                <a:solidFill>
                  <a:srgbClr val="FF0000"/>
                </a:solidFill>
              </a:rPr>
              <a:t>高速电子轰击靶，发出强电磁辐射。</a:t>
            </a:r>
          </a:p>
          <a:p>
            <a:pPr eaLnBrk="1" hangingPunct="1">
              <a:spcBef>
                <a:spcPct val="50000"/>
              </a:spcBef>
              <a:buFontTx/>
              <a:buNone/>
            </a:pPr>
            <a:r>
              <a:rPr lang="zh-CN" altLang="en-US" sz="1800">
                <a:solidFill>
                  <a:srgbClr val="FF0000"/>
                </a:solidFill>
              </a:rPr>
              <a:t>产生硬</a:t>
            </a:r>
            <a:r>
              <a:rPr lang="en-US" altLang="zh-CN" sz="1800">
                <a:solidFill>
                  <a:srgbClr val="FF0000"/>
                </a:solidFill>
              </a:rPr>
              <a:t>X</a:t>
            </a:r>
            <a:r>
              <a:rPr lang="zh-CN" altLang="en-US" sz="1800">
                <a:solidFill>
                  <a:srgbClr val="FF0000"/>
                </a:solidFill>
              </a:rPr>
              <a:t>射线，工业探伤，医学治疗</a:t>
            </a:r>
          </a:p>
        </p:txBody>
      </p:sp>
      <p:sp>
        <p:nvSpPr>
          <p:cNvPr id="54303" name="Text Box 62"/>
          <p:cNvSpPr txBox="1">
            <a:spLocks noChangeArrowheads="1"/>
          </p:cNvSpPr>
          <p:nvPr/>
        </p:nvSpPr>
        <p:spPr bwMode="auto">
          <a:xfrm>
            <a:off x="1917700" y="3251201"/>
            <a:ext cx="33655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solidFill>
                  <a:srgbClr val="FF0000"/>
                </a:solidFill>
              </a:rPr>
              <a:t>电子动量随</a:t>
            </a:r>
            <a:r>
              <a:rPr lang="en-US" altLang="zh-CN" sz="2400">
                <a:solidFill>
                  <a:srgbClr val="FF0000"/>
                </a:solidFill>
              </a:rPr>
              <a:t>B</a:t>
            </a:r>
            <a:r>
              <a:rPr lang="zh-CN" altLang="en-US" sz="2400">
                <a:solidFill>
                  <a:srgbClr val="FF0000"/>
                </a:solidFill>
              </a:rPr>
              <a:t>成比例增加，</a:t>
            </a:r>
            <a:r>
              <a:rPr lang="en-US" altLang="zh-CN" sz="2400">
                <a:solidFill>
                  <a:srgbClr val="FF0000"/>
                </a:solidFill>
              </a:rPr>
              <a:t>R</a:t>
            </a:r>
            <a:r>
              <a:rPr lang="zh-CN" altLang="en-US" sz="2400">
                <a:solidFill>
                  <a:srgbClr val="FF0000"/>
                </a:solidFill>
              </a:rPr>
              <a:t>可以不变，电子作轨道运动。</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Oval 4"/>
          <p:cNvSpPr>
            <a:spLocks noChangeArrowheads="1"/>
          </p:cNvSpPr>
          <p:nvPr/>
        </p:nvSpPr>
        <p:spPr bwMode="auto">
          <a:xfrm>
            <a:off x="2628900" y="990600"/>
            <a:ext cx="1270000" cy="1295400"/>
          </a:xfrm>
          <a:prstGeom prst="ellipse">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6323" name="Line 5"/>
          <p:cNvSpPr>
            <a:spLocks noChangeShapeType="1"/>
          </p:cNvSpPr>
          <p:nvPr/>
        </p:nvSpPr>
        <p:spPr bwMode="auto">
          <a:xfrm>
            <a:off x="2120900" y="1689100"/>
            <a:ext cx="2552700" cy="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6324" name="Line 6"/>
          <p:cNvSpPr>
            <a:spLocks noChangeShapeType="1"/>
          </p:cNvSpPr>
          <p:nvPr/>
        </p:nvSpPr>
        <p:spPr bwMode="auto">
          <a:xfrm flipV="1">
            <a:off x="3238500" y="431800"/>
            <a:ext cx="0" cy="219710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6325" name="Oval 7"/>
          <p:cNvSpPr>
            <a:spLocks noChangeArrowheads="1"/>
          </p:cNvSpPr>
          <p:nvPr/>
        </p:nvSpPr>
        <p:spPr bwMode="auto">
          <a:xfrm>
            <a:off x="3543300" y="1651000"/>
            <a:ext cx="88900" cy="88900"/>
          </a:xfrm>
          <a:prstGeom prst="ellipse">
            <a:avLst/>
          </a:prstGeom>
          <a:solidFill>
            <a:schemeClr val="tx1"/>
          </a:solidFill>
          <a:ln w="12700" cap="sq">
            <a:solidFill>
              <a:schemeClr val="tx1"/>
            </a:solidFill>
            <a:miter lim="800000"/>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6326" name="Oval 8"/>
          <p:cNvSpPr>
            <a:spLocks noChangeArrowheads="1"/>
          </p:cNvSpPr>
          <p:nvPr/>
        </p:nvSpPr>
        <p:spPr bwMode="auto">
          <a:xfrm>
            <a:off x="3200400" y="1270000"/>
            <a:ext cx="88900" cy="88900"/>
          </a:xfrm>
          <a:prstGeom prst="ellipse">
            <a:avLst/>
          </a:prstGeom>
          <a:solidFill>
            <a:schemeClr val="tx1"/>
          </a:solidFill>
          <a:ln w="12700" cap="sq">
            <a:solidFill>
              <a:schemeClr val="tx1"/>
            </a:solidFill>
            <a:miter lim="800000"/>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6327" name="Text Box 9"/>
          <p:cNvSpPr txBox="1">
            <a:spLocks noChangeArrowheads="1"/>
          </p:cNvSpPr>
          <p:nvPr/>
        </p:nvSpPr>
        <p:spPr bwMode="auto">
          <a:xfrm>
            <a:off x="3467100" y="1739901"/>
            <a:ext cx="3937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b</a:t>
            </a:r>
          </a:p>
        </p:txBody>
      </p:sp>
      <p:sp>
        <p:nvSpPr>
          <p:cNvPr id="56328" name="Text Box 10"/>
          <p:cNvSpPr txBox="1">
            <a:spLocks noChangeArrowheads="1"/>
          </p:cNvSpPr>
          <p:nvPr/>
        </p:nvSpPr>
        <p:spPr bwMode="auto">
          <a:xfrm>
            <a:off x="2832100" y="1143001"/>
            <a:ext cx="3937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a</a:t>
            </a:r>
          </a:p>
        </p:txBody>
      </p:sp>
      <p:sp>
        <p:nvSpPr>
          <p:cNvPr id="56329" name="Text Box 11"/>
          <p:cNvSpPr txBox="1">
            <a:spLocks noChangeArrowheads="1"/>
          </p:cNvSpPr>
          <p:nvPr/>
        </p:nvSpPr>
        <p:spPr bwMode="auto">
          <a:xfrm>
            <a:off x="2882900" y="1574801"/>
            <a:ext cx="3937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o</a:t>
            </a:r>
          </a:p>
        </p:txBody>
      </p:sp>
      <p:sp>
        <p:nvSpPr>
          <p:cNvPr id="56330" name="Text Box 12"/>
          <p:cNvSpPr txBox="1">
            <a:spLocks noChangeArrowheads="1"/>
          </p:cNvSpPr>
          <p:nvPr/>
        </p:nvSpPr>
        <p:spPr bwMode="auto">
          <a:xfrm>
            <a:off x="4381500" y="1625601"/>
            <a:ext cx="3937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X</a:t>
            </a:r>
          </a:p>
        </p:txBody>
      </p:sp>
      <p:sp>
        <p:nvSpPr>
          <p:cNvPr id="56331" name="Text Box 13"/>
          <p:cNvSpPr txBox="1">
            <a:spLocks noChangeArrowheads="1"/>
          </p:cNvSpPr>
          <p:nvPr/>
        </p:nvSpPr>
        <p:spPr bwMode="auto">
          <a:xfrm>
            <a:off x="3441700" y="228601"/>
            <a:ext cx="3937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Y</a:t>
            </a:r>
          </a:p>
        </p:txBody>
      </p:sp>
      <p:sp>
        <p:nvSpPr>
          <p:cNvPr id="56332" name="Text Box 15"/>
          <p:cNvSpPr txBox="1">
            <a:spLocks noChangeArrowheads="1"/>
          </p:cNvSpPr>
          <p:nvPr/>
        </p:nvSpPr>
        <p:spPr bwMode="auto">
          <a:xfrm>
            <a:off x="2298700" y="1143000"/>
            <a:ext cx="182880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X   X   X   X   X  X   X   X   X   X   X   X   X   X   X</a:t>
            </a:r>
          </a:p>
        </p:txBody>
      </p:sp>
      <p:sp>
        <p:nvSpPr>
          <p:cNvPr id="56333" name="Text Box 16"/>
          <p:cNvSpPr txBox="1">
            <a:spLocks noChangeArrowheads="1"/>
          </p:cNvSpPr>
          <p:nvPr/>
        </p:nvSpPr>
        <p:spPr bwMode="auto">
          <a:xfrm>
            <a:off x="5397500" y="571501"/>
            <a:ext cx="42545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oa=ob=r, db/dt=C, </a:t>
            </a:r>
            <a:r>
              <a:rPr lang="zh-CN" altLang="en-US" sz="1800"/>
              <a:t>求</a:t>
            </a:r>
            <a:r>
              <a:rPr lang="en-US" altLang="zh-CN" sz="1800"/>
              <a:t>a,b</a:t>
            </a:r>
            <a:r>
              <a:rPr lang="zh-CN" altLang="en-US" sz="1800"/>
              <a:t>两点电势差</a:t>
            </a:r>
          </a:p>
        </p:txBody>
      </p:sp>
      <p:sp>
        <p:nvSpPr>
          <p:cNvPr id="56334" name="Text Box 17"/>
          <p:cNvSpPr txBox="1">
            <a:spLocks noChangeArrowheads="1"/>
          </p:cNvSpPr>
          <p:nvPr/>
        </p:nvSpPr>
        <p:spPr bwMode="auto">
          <a:xfrm>
            <a:off x="5321300" y="1117601"/>
            <a:ext cx="42545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1</a:t>
            </a:r>
            <a:r>
              <a:rPr lang="zh-CN" altLang="en-US" sz="1800"/>
              <a:t>、跨二、三、四象限的园弧导线</a:t>
            </a:r>
          </a:p>
        </p:txBody>
      </p:sp>
      <p:sp>
        <p:nvSpPr>
          <p:cNvPr id="56335" name="Text Box 18"/>
          <p:cNvSpPr txBox="1">
            <a:spLocks noChangeArrowheads="1"/>
          </p:cNvSpPr>
          <p:nvPr/>
        </p:nvSpPr>
        <p:spPr bwMode="auto">
          <a:xfrm>
            <a:off x="5334000" y="1587501"/>
            <a:ext cx="42545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2</a:t>
            </a:r>
            <a:r>
              <a:rPr lang="zh-CN" altLang="en-US" sz="1800"/>
              <a:t>、跨一象限的园弧导线</a:t>
            </a:r>
          </a:p>
        </p:txBody>
      </p:sp>
      <p:sp>
        <p:nvSpPr>
          <p:cNvPr id="56336" name="Text Box 19"/>
          <p:cNvSpPr txBox="1">
            <a:spLocks noChangeArrowheads="1"/>
          </p:cNvSpPr>
          <p:nvPr/>
        </p:nvSpPr>
        <p:spPr bwMode="auto">
          <a:xfrm>
            <a:off x="5321300" y="2095501"/>
            <a:ext cx="42545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3</a:t>
            </a:r>
            <a:r>
              <a:rPr lang="zh-CN" altLang="en-US" sz="1800"/>
              <a:t>、没有导线</a:t>
            </a:r>
          </a:p>
        </p:txBody>
      </p:sp>
      <p:graphicFrame>
        <p:nvGraphicFramePr>
          <p:cNvPr id="207892" name="Object 20"/>
          <p:cNvGraphicFramePr>
            <a:graphicFrameLocks noGrp="1" noChangeAspect="1"/>
          </p:cNvGraphicFramePr>
          <p:nvPr>
            <p:ph/>
          </p:nvPr>
        </p:nvGraphicFramePr>
        <p:xfrm>
          <a:off x="2508250" y="3046414"/>
          <a:ext cx="1943100" cy="542925"/>
        </p:xfrm>
        <a:graphic>
          <a:graphicData uri="http://schemas.openxmlformats.org/presentationml/2006/ole">
            <mc:AlternateContent xmlns:mc="http://schemas.openxmlformats.org/markup-compatibility/2006">
              <mc:Choice xmlns:v="urn:schemas-microsoft-com:vml" Requires="v">
                <p:oleObj spid="_x0000_s56510" name="Equation" r:id="rId4" imgW="1362120" imgH="342900" progId="Equation.DSMT4">
                  <p:embed/>
                </p:oleObj>
              </mc:Choice>
              <mc:Fallback>
                <p:oleObj name="Equation" r:id="rId4" imgW="1362120" imgH="342900" progId="Equation.DSMT4">
                  <p:embed/>
                  <p:pic>
                    <p:nvPicPr>
                      <p:cNvPr id="0" name="Object 2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08250" y="3046414"/>
                        <a:ext cx="1943100" cy="542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7894" name="Object 22"/>
          <p:cNvGraphicFramePr>
            <a:graphicFrameLocks noChangeAspect="1"/>
          </p:cNvGraphicFramePr>
          <p:nvPr/>
        </p:nvGraphicFramePr>
        <p:xfrm>
          <a:off x="2419351" y="3667125"/>
          <a:ext cx="2017713" cy="573088"/>
        </p:xfrm>
        <a:graphic>
          <a:graphicData uri="http://schemas.openxmlformats.org/presentationml/2006/ole">
            <mc:AlternateContent xmlns:mc="http://schemas.openxmlformats.org/markup-compatibility/2006">
              <mc:Choice xmlns:v="urn:schemas-microsoft-com:vml" Requires="v">
                <p:oleObj spid="_x0000_s56511" name="Equation" r:id="rId6" imgW="1333373" imgH="342900" progId="Equation.DSMT4">
                  <p:embed/>
                </p:oleObj>
              </mc:Choice>
              <mc:Fallback>
                <p:oleObj name="Equation" r:id="rId6" imgW="1333373" imgH="342900" progId="Equation.DSMT4">
                  <p:embed/>
                  <p:pic>
                    <p:nvPicPr>
                      <p:cNvPr id="0" name="Object 2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19351" y="3667125"/>
                        <a:ext cx="2017713" cy="573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7895" name="Object 23"/>
          <p:cNvGraphicFramePr>
            <a:graphicFrameLocks noChangeAspect="1"/>
          </p:cNvGraphicFramePr>
          <p:nvPr/>
        </p:nvGraphicFramePr>
        <p:xfrm>
          <a:off x="2930525" y="4314825"/>
          <a:ext cx="1017588" cy="573088"/>
        </p:xfrm>
        <a:graphic>
          <a:graphicData uri="http://schemas.openxmlformats.org/presentationml/2006/ole">
            <mc:AlternateContent xmlns:mc="http://schemas.openxmlformats.org/markup-compatibility/2006">
              <mc:Choice xmlns:v="urn:schemas-microsoft-com:vml" Requires="v">
                <p:oleObj spid="_x0000_s56512" name="Equation" r:id="rId8" imgW="647725" imgH="342900" progId="Equation.DSMT4">
                  <p:embed/>
                </p:oleObj>
              </mc:Choice>
              <mc:Fallback>
                <p:oleObj name="Equation" r:id="rId8" imgW="647725" imgH="342900" progId="Equation.DSMT4">
                  <p:embed/>
                  <p:pic>
                    <p:nvPicPr>
                      <p:cNvPr id="0" name="Object 2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30525" y="4314825"/>
                        <a:ext cx="1017588" cy="573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7896" name="Object 24"/>
          <p:cNvGraphicFramePr>
            <a:graphicFrameLocks noChangeAspect="1"/>
          </p:cNvGraphicFramePr>
          <p:nvPr/>
        </p:nvGraphicFramePr>
        <p:xfrm>
          <a:off x="5429250" y="2930525"/>
          <a:ext cx="2732088" cy="647700"/>
        </p:xfrm>
        <a:graphic>
          <a:graphicData uri="http://schemas.openxmlformats.org/presentationml/2006/ole">
            <mc:AlternateContent xmlns:mc="http://schemas.openxmlformats.org/markup-compatibility/2006">
              <mc:Choice xmlns:v="urn:schemas-microsoft-com:vml" Requires="v">
                <p:oleObj spid="_x0000_s56513" name="Equation" r:id="rId10" imgW="1933696" imgH="419134" progId="Equation.DSMT4">
                  <p:embed/>
                </p:oleObj>
              </mc:Choice>
              <mc:Fallback>
                <p:oleObj name="Equation" r:id="rId10" imgW="1933696" imgH="419134" progId="Equation.DSMT4">
                  <p:embed/>
                  <p:pic>
                    <p:nvPicPr>
                      <p:cNvPr id="0" name="Object 2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429250" y="2930525"/>
                        <a:ext cx="2732088" cy="647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7897" name="Object 25"/>
          <p:cNvGraphicFramePr>
            <a:graphicFrameLocks noChangeAspect="1"/>
          </p:cNvGraphicFramePr>
          <p:nvPr/>
        </p:nvGraphicFramePr>
        <p:xfrm>
          <a:off x="5632450" y="3722688"/>
          <a:ext cx="2224088" cy="665162"/>
        </p:xfrm>
        <a:graphic>
          <a:graphicData uri="http://schemas.openxmlformats.org/presentationml/2006/ole">
            <mc:AlternateContent xmlns:mc="http://schemas.openxmlformats.org/markup-compatibility/2006">
              <mc:Choice xmlns:v="urn:schemas-microsoft-com:vml" Requires="v">
                <p:oleObj spid="_x0000_s56514" name="Equation" r:id="rId12" imgW="1562125" imgH="438116" progId="Equation.DSMT4">
                  <p:embed/>
                </p:oleObj>
              </mc:Choice>
              <mc:Fallback>
                <p:oleObj name="Equation" r:id="rId12" imgW="1562125" imgH="438116" progId="Equation.DSMT4">
                  <p:embed/>
                  <p:pic>
                    <p:nvPicPr>
                      <p:cNvPr id="0" name="Object 2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632450" y="3722688"/>
                        <a:ext cx="2224088" cy="665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342" name="Text Box 26"/>
          <p:cNvSpPr txBox="1">
            <a:spLocks noChangeArrowheads="1"/>
          </p:cNvSpPr>
          <p:nvPr/>
        </p:nvSpPr>
        <p:spPr bwMode="auto">
          <a:xfrm>
            <a:off x="2133600" y="2514601"/>
            <a:ext cx="1600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t>逆时针为正</a:t>
            </a:r>
          </a:p>
        </p:txBody>
      </p:sp>
      <p:sp>
        <p:nvSpPr>
          <p:cNvPr id="56343" name="Line 27"/>
          <p:cNvSpPr>
            <a:spLocks noChangeShapeType="1"/>
          </p:cNvSpPr>
          <p:nvPr/>
        </p:nvSpPr>
        <p:spPr bwMode="auto">
          <a:xfrm flipV="1">
            <a:off x="3340100" y="2209800"/>
            <a:ext cx="228600" cy="76200"/>
          </a:xfrm>
          <a:prstGeom prst="line">
            <a:avLst/>
          </a:prstGeom>
          <a:noFill/>
          <a:ln w="5715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207900" name="Object 28"/>
          <p:cNvGraphicFramePr>
            <a:graphicFrameLocks noChangeAspect="1"/>
          </p:cNvGraphicFramePr>
          <p:nvPr/>
        </p:nvGraphicFramePr>
        <p:xfrm>
          <a:off x="5932488" y="4684713"/>
          <a:ext cx="1471612" cy="646112"/>
        </p:xfrm>
        <a:graphic>
          <a:graphicData uri="http://schemas.openxmlformats.org/presentationml/2006/ole">
            <mc:AlternateContent xmlns:mc="http://schemas.openxmlformats.org/markup-compatibility/2006">
              <mc:Choice xmlns:v="urn:schemas-microsoft-com:vml" Requires="v">
                <p:oleObj spid="_x0000_s56515" name="Equation" r:id="rId14" imgW="1019296" imgH="419134" progId="Equation.DSMT4">
                  <p:embed/>
                </p:oleObj>
              </mc:Choice>
              <mc:Fallback>
                <p:oleObj name="Equation" r:id="rId14" imgW="1019296" imgH="419134" progId="Equation.DSMT4">
                  <p:embed/>
                  <p:pic>
                    <p:nvPicPr>
                      <p:cNvPr id="0" name="Object 2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932488" y="4684713"/>
                        <a:ext cx="1471612" cy="646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7901" name="Text Box 29"/>
          <p:cNvSpPr txBox="1">
            <a:spLocks noChangeArrowheads="1"/>
          </p:cNvSpPr>
          <p:nvPr/>
        </p:nvSpPr>
        <p:spPr bwMode="auto">
          <a:xfrm>
            <a:off x="1828800" y="5016501"/>
            <a:ext cx="31369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t>电动势与电势差区别：</a:t>
            </a:r>
          </a:p>
        </p:txBody>
      </p:sp>
      <p:sp>
        <p:nvSpPr>
          <p:cNvPr id="207902" name="Text Box 30"/>
          <p:cNvSpPr txBox="1">
            <a:spLocks noChangeArrowheads="1"/>
          </p:cNvSpPr>
          <p:nvPr/>
        </p:nvSpPr>
        <p:spPr bwMode="auto">
          <a:xfrm>
            <a:off x="1765300" y="5486401"/>
            <a:ext cx="68199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t>电动势：非静电力产生，与路径有关，两点电动势没有意义</a:t>
            </a:r>
          </a:p>
        </p:txBody>
      </p:sp>
      <p:sp>
        <p:nvSpPr>
          <p:cNvPr id="207903" name="Text Box 31"/>
          <p:cNvSpPr txBox="1">
            <a:spLocks noChangeArrowheads="1"/>
          </p:cNvSpPr>
          <p:nvPr/>
        </p:nvSpPr>
        <p:spPr bwMode="auto">
          <a:xfrm>
            <a:off x="1778000" y="5867400"/>
            <a:ext cx="8483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t>电势差：由</a:t>
            </a:r>
            <a:r>
              <a:rPr lang="en-US" altLang="zh-CN" sz="1800"/>
              <a:t>E</a:t>
            </a:r>
            <a:r>
              <a:rPr lang="zh-CN" altLang="en-US" sz="1800" baseline="-25000"/>
              <a:t>势</a:t>
            </a:r>
            <a:r>
              <a:rPr lang="zh-CN" altLang="en-US" sz="1800"/>
              <a:t>产生，两点位置决定，与路径无关，感应电动势是在导体中维持某种电荷（电流）分布的必要条件。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0789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789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789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789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789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7900"/>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0790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790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79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901" grpId="0"/>
      <p:bldP spid="207902" grpId="0"/>
      <p:bldP spid="207903" grpId="0"/>
    </p:bld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 name="矩形 44"/>
          <p:cNvSpPr/>
          <p:nvPr/>
        </p:nvSpPr>
        <p:spPr bwMode="auto">
          <a:xfrm>
            <a:off x="7785100" y="5664200"/>
            <a:ext cx="495300" cy="495300"/>
          </a:xfrm>
          <a:prstGeom prst="rect">
            <a:avLst/>
          </a:prstGeom>
          <a:solidFill>
            <a:schemeClr val="tx1">
              <a:lumMod val="50000"/>
              <a:lumOff val="50000"/>
            </a:schemeClr>
          </a:solidFill>
          <a:ln>
            <a:solidFill>
              <a:schemeClr val="tx1"/>
            </a:solidFill>
            <a:headEnd type="none" w="sm" len="sm"/>
            <a:tailEnd type="none" w="sm" len="sm"/>
          </a:ln>
        </p:spPr>
        <p:style>
          <a:lnRef idx="2">
            <a:schemeClr val="dk1"/>
          </a:lnRef>
          <a:fillRef idx="1">
            <a:schemeClr val="lt1"/>
          </a:fillRef>
          <a:effectRef idx="0">
            <a:schemeClr val="dk1"/>
          </a:effectRef>
          <a:fontRef idx="minor">
            <a:schemeClr val="dk1"/>
          </a:fontRef>
        </p:style>
        <p:txBody>
          <a:bodyPr wrap="none"/>
          <a:lstStyle/>
          <a:p>
            <a:pPr eaLnBrk="1" hangingPunct="1">
              <a:defRPr/>
            </a:pPr>
            <a:endParaRPr lang="zh-CN" altLang="en-US">
              <a:solidFill>
                <a:schemeClr val="tx1"/>
              </a:solidFill>
            </a:endParaRPr>
          </a:p>
        </p:txBody>
      </p:sp>
      <p:sp>
        <p:nvSpPr>
          <p:cNvPr id="58371" name="Text Box 38"/>
          <p:cNvSpPr txBox="1">
            <a:spLocks noChangeArrowheads="1"/>
          </p:cNvSpPr>
          <p:nvPr/>
        </p:nvSpPr>
        <p:spPr bwMode="auto">
          <a:xfrm>
            <a:off x="1739900" y="406401"/>
            <a:ext cx="157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t>例：</a:t>
            </a:r>
          </a:p>
        </p:txBody>
      </p:sp>
      <p:sp>
        <p:nvSpPr>
          <p:cNvPr id="58372" name="Oval 39" descr="5%"/>
          <p:cNvSpPr>
            <a:spLocks noChangeArrowheads="1"/>
          </p:cNvSpPr>
          <p:nvPr/>
        </p:nvSpPr>
        <p:spPr bwMode="auto">
          <a:xfrm>
            <a:off x="2997200" y="393700"/>
            <a:ext cx="1092200" cy="1016000"/>
          </a:xfrm>
          <a:prstGeom prst="ellipse">
            <a:avLst/>
          </a:prstGeom>
          <a:pattFill prst="pct5">
            <a:fgClr>
              <a:schemeClr val="accent2"/>
            </a:fgClr>
            <a:bgClr>
              <a:schemeClr val="bg1"/>
            </a:bgClr>
          </a:pattFill>
          <a:ln w="12700" cap="sq">
            <a:solidFill>
              <a:srgbClr val="0000FF"/>
            </a:solidFill>
            <a:miter lim="800000"/>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8373" name="Line 40"/>
          <p:cNvSpPr>
            <a:spLocks noChangeShapeType="1"/>
          </p:cNvSpPr>
          <p:nvPr/>
        </p:nvSpPr>
        <p:spPr bwMode="auto">
          <a:xfrm>
            <a:off x="3276600" y="1143000"/>
            <a:ext cx="558800" cy="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8374" name="Line 41"/>
          <p:cNvSpPr>
            <a:spLocks noChangeShapeType="1"/>
          </p:cNvSpPr>
          <p:nvPr/>
        </p:nvSpPr>
        <p:spPr bwMode="auto">
          <a:xfrm flipV="1">
            <a:off x="3543300" y="889000"/>
            <a:ext cx="0" cy="24130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8375" name="Text Box 42"/>
          <p:cNvSpPr txBox="1">
            <a:spLocks noChangeArrowheads="1"/>
          </p:cNvSpPr>
          <p:nvPr/>
        </p:nvSpPr>
        <p:spPr bwMode="auto">
          <a:xfrm>
            <a:off x="3086100" y="838201"/>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M</a:t>
            </a:r>
          </a:p>
        </p:txBody>
      </p:sp>
      <p:sp>
        <p:nvSpPr>
          <p:cNvPr id="58376" name="Text Box 43"/>
          <p:cNvSpPr txBox="1">
            <a:spLocks noChangeArrowheads="1"/>
          </p:cNvSpPr>
          <p:nvPr/>
        </p:nvSpPr>
        <p:spPr bwMode="auto">
          <a:xfrm>
            <a:off x="3644900" y="850901"/>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N</a:t>
            </a:r>
          </a:p>
        </p:txBody>
      </p:sp>
      <p:sp>
        <p:nvSpPr>
          <p:cNvPr id="58377" name="Text Box 44"/>
          <p:cNvSpPr txBox="1">
            <a:spLocks noChangeArrowheads="1"/>
          </p:cNvSpPr>
          <p:nvPr/>
        </p:nvSpPr>
        <p:spPr bwMode="auto">
          <a:xfrm>
            <a:off x="3365500" y="558801"/>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O</a:t>
            </a:r>
          </a:p>
        </p:txBody>
      </p:sp>
      <p:graphicFrame>
        <p:nvGraphicFramePr>
          <p:cNvPr id="58378" name="Object 45"/>
          <p:cNvGraphicFramePr>
            <a:graphicFrameLocks noChangeAspect="1"/>
          </p:cNvGraphicFramePr>
          <p:nvPr>
            <p:extLst>
              <p:ext uri="{D42A27DB-BD31-4B8C-83A1-F6EECF244321}">
                <p14:modId xmlns:p14="http://schemas.microsoft.com/office/powerpoint/2010/main" val="4228627309"/>
              </p:ext>
            </p:extLst>
          </p:nvPr>
        </p:nvGraphicFramePr>
        <p:xfrm>
          <a:off x="1806576" y="827088"/>
          <a:ext cx="606425" cy="538163"/>
        </p:xfrm>
        <a:graphic>
          <a:graphicData uri="http://schemas.openxmlformats.org/presentationml/2006/ole">
            <mc:AlternateContent xmlns:mc="http://schemas.openxmlformats.org/markup-compatibility/2006">
              <mc:Choice xmlns:v="urn:schemas-microsoft-com:vml" Requires="v">
                <p:oleObj spid="_x0000_s58529" name="Equation" r:id="rId4" imgW="400012" imgH="342900" progId="Equation.DSMT4">
                  <p:embed/>
                </p:oleObj>
              </mc:Choice>
              <mc:Fallback>
                <p:oleObj name="Equation" r:id="rId4" imgW="400012" imgH="342900" progId="Equation.DSMT4">
                  <p:embed/>
                  <p:pic>
                    <p:nvPicPr>
                      <p:cNvPr id="0" name="Object 4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06576" y="827088"/>
                        <a:ext cx="606425" cy="538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8379" name="Text Box 46"/>
          <p:cNvSpPr txBox="1">
            <a:spLocks noChangeArrowheads="1"/>
          </p:cNvSpPr>
          <p:nvPr/>
        </p:nvSpPr>
        <p:spPr bwMode="auto">
          <a:xfrm>
            <a:off x="4368800" y="220147"/>
            <a:ext cx="2424114" cy="119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dirty="0"/>
              <a:t>求管内外涡旋电场</a:t>
            </a:r>
          </a:p>
          <a:p>
            <a:pPr eaLnBrk="1" hangingPunct="1">
              <a:spcBef>
                <a:spcPct val="50000"/>
              </a:spcBef>
              <a:buFontTx/>
              <a:buNone/>
            </a:pPr>
            <a:r>
              <a:rPr lang="zh-CN" altLang="en-US" sz="1800" dirty="0"/>
              <a:t>导线</a:t>
            </a:r>
            <a:r>
              <a:rPr lang="en-US" altLang="zh-CN" sz="1800" dirty="0"/>
              <a:t>MN</a:t>
            </a:r>
            <a:r>
              <a:rPr lang="zh-CN" altLang="en-US" sz="1800" dirty="0"/>
              <a:t>上感应电动势</a:t>
            </a:r>
          </a:p>
          <a:p>
            <a:pPr eaLnBrk="1" hangingPunct="1">
              <a:spcBef>
                <a:spcPct val="50000"/>
              </a:spcBef>
              <a:buFontTx/>
              <a:buNone/>
            </a:pPr>
            <a:r>
              <a:rPr lang="en-US" altLang="zh-CN" sz="1800" dirty="0"/>
              <a:t>M</a:t>
            </a:r>
            <a:r>
              <a:rPr lang="zh-CN" altLang="en-US" sz="1800" dirty="0"/>
              <a:t>，</a:t>
            </a:r>
            <a:r>
              <a:rPr lang="en-US" altLang="zh-CN" sz="1800" dirty="0"/>
              <a:t>N</a:t>
            </a:r>
            <a:r>
              <a:rPr lang="zh-CN" altLang="en-US" sz="1800" dirty="0"/>
              <a:t>点电势差</a:t>
            </a:r>
          </a:p>
        </p:txBody>
      </p:sp>
      <p:sp>
        <p:nvSpPr>
          <p:cNvPr id="203824" name="Text Box 48"/>
          <p:cNvSpPr txBox="1">
            <a:spLocks noChangeArrowheads="1"/>
          </p:cNvSpPr>
          <p:nvPr/>
        </p:nvSpPr>
        <p:spPr bwMode="auto">
          <a:xfrm>
            <a:off x="2057400" y="2159001"/>
            <a:ext cx="62103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t>电子感应加速器中，电子加速所得的能量来自那里？</a:t>
            </a:r>
          </a:p>
        </p:txBody>
      </p:sp>
      <p:sp>
        <p:nvSpPr>
          <p:cNvPr id="203825" name="Text Box 49"/>
          <p:cNvSpPr txBox="1">
            <a:spLocks noChangeArrowheads="1"/>
          </p:cNvSpPr>
          <p:nvPr/>
        </p:nvSpPr>
        <p:spPr bwMode="auto">
          <a:xfrm>
            <a:off x="2451100" y="3136901"/>
            <a:ext cx="2451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X</a:t>
            </a:r>
            <a:r>
              <a:rPr lang="zh-CN" altLang="en-US" sz="1800"/>
              <a:t>　　</a:t>
            </a:r>
            <a:r>
              <a:rPr lang="en-US" altLang="zh-CN" sz="1800"/>
              <a:t>X</a:t>
            </a:r>
            <a:r>
              <a:rPr lang="zh-CN" altLang="en-US" sz="1800"/>
              <a:t>　　</a:t>
            </a:r>
            <a:r>
              <a:rPr lang="en-US" altLang="zh-CN" sz="1800"/>
              <a:t>X</a:t>
            </a:r>
            <a:r>
              <a:rPr lang="zh-CN" altLang="en-US" sz="1800"/>
              <a:t>　　</a:t>
            </a:r>
            <a:r>
              <a:rPr lang="en-US" altLang="zh-CN" sz="1800"/>
              <a:t>X</a:t>
            </a:r>
          </a:p>
        </p:txBody>
      </p:sp>
      <p:sp>
        <p:nvSpPr>
          <p:cNvPr id="203826" name="Text Box 50"/>
          <p:cNvSpPr txBox="1">
            <a:spLocks noChangeArrowheads="1"/>
          </p:cNvSpPr>
          <p:nvPr/>
        </p:nvSpPr>
        <p:spPr bwMode="auto">
          <a:xfrm>
            <a:off x="4749800" y="3136901"/>
            <a:ext cx="2451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X</a:t>
            </a:r>
            <a:r>
              <a:rPr lang="zh-CN" altLang="en-US" sz="1800"/>
              <a:t>　　</a:t>
            </a:r>
            <a:r>
              <a:rPr lang="en-US" altLang="zh-CN" sz="1800"/>
              <a:t>X</a:t>
            </a:r>
            <a:r>
              <a:rPr lang="zh-CN" altLang="en-US" sz="1800"/>
              <a:t>　　</a:t>
            </a:r>
            <a:r>
              <a:rPr lang="en-US" altLang="zh-CN" sz="1800"/>
              <a:t>X</a:t>
            </a:r>
            <a:r>
              <a:rPr lang="zh-CN" altLang="en-US" sz="1800"/>
              <a:t>　　</a:t>
            </a:r>
            <a:r>
              <a:rPr lang="en-US" altLang="zh-CN" sz="1800"/>
              <a:t>X</a:t>
            </a:r>
          </a:p>
        </p:txBody>
      </p:sp>
      <p:sp>
        <p:nvSpPr>
          <p:cNvPr id="203827" name="Text Box 51"/>
          <p:cNvSpPr txBox="1">
            <a:spLocks noChangeArrowheads="1"/>
          </p:cNvSpPr>
          <p:nvPr/>
        </p:nvSpPr>
        <p:spPr bwMode="auto">
          <a:xfrm>
            <a:off x="2451100" y="3733801"/>
            <a:ext cx="2451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X</a:t>
            </a:r>
            <a:r>
              <a:rPr lang="zh-CN" altLang="en-US" sz="1800"/>
              <a:t>　　</a:t>
            </a:r>
            <a:r>
              <a:rPr lang="en-US" altLang="zh-CN" sz="1800"/>
              <a:t>X</a:t>
            </a:r>
            <a:r>
              <a:rPr lang="zh-CN" altLang="en-US" sz="1800"/>
              <a:t>　　</a:t>
            </a:r>
            <a:r>
              <a:rPr lang="en-US" altLang="zh-CN" sz="1800"/>
              <a:t>X</a:t>
            </a:r>
            <a:r>
              <a:rPr lang="zh-CN" altLang="en-US" sz="1800"/>
              <a:t>　　</a:t>
            </a:r>
            <a:r>
              <a:rPr lang="en-US" altLang="zh-CN" sz="1800"/>
              <a:t>X</a:t>
            </a:r>
          </a:p>
        </p:txBody>
      </p:sp>
      <p:sp>
        <p:nvSpPr>
          <p:cNvPr id="203828" name="Text Box 52"/>
          <p:cNvSpPr txBox="1">
            <a:spLocks noChangeArrowheads="1"/>
          </p:cNvSpPr>
          <p:nvPr/>
        </p:nvSpPr>
        <p:spPr bwMode="auto">
          <a:xfrm>
            <a:off x="4749800" y="3733801"/>
            <a:ext cx="2451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X</a:t>
            </a:r>
            <a:r>
              <a:rPr lang="zh-CN" altLang="en-US" sz="1800"/>
              <a:t>　　</a:t>
            </a:r>
            <a:r>
              <a:rPr lang="en-US" altLang="zh-CN" sz="1800"/>
              <a:t>X</a:t>
            </a:r>
            <a:r>
              <a:rPr lang="zh-CN" altLang="en-US" sz="1800"/>
              <a:t>　　</a:t>
            </a:r>
            <a:r>
              <a:rPr lang="en-US" altLang="zh-CN" sz="1800"/>
              <a:t>X</a:t>
            </a:r>
            <a:r>
              <a:rPr lang="zh-CN" altLang="en-US" sz="1800"/>
              <a:t>　　</a:t>
            </a:r>
            <a:r>
              <a:rPr lang="en-US" altLang="zh-CN" sz="1800"/>
              <a:t>X</a:t>
            </a:r>
          </a:p>
        </p:txBody>
      </p:sp>
      <p:sp>
        <p:nvSpPr>
          <p:cNvPr id="203829" name="Text Box 53"/>
          <p:cNvSpPr txBox="1">
            <a:spLocks noChangeArrowheads="1"/>
          </p:cNvSpPr>
          <p:nvPr/>
        </p:nvSpPr>
        <p:spPr bwMode="auto">
          <a:xfrm>
            <a:off x="2374900" y="4991101"/>
            <a:ext cx="2451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X</a:t>
            </a:r>
            <a:r>
              <a:rPr lang="zh-CN" altLang="en-US" sz="1800"/>
              <a:t>　　</a:t>
            </a:r>
            <a:r>
              <a:rPr lang="en-US" altLang="zh-CN" sz="1800"/>
              <a:t>X</a:t>
            </a:r>
            <a:r>
              <a:rPr lang="zh-CN" altLang="en-US" sz="1800"/>
              <a:t>　　</a:t>
            </a:r>
            <a:r>
              <a:rPr lang="en-US" altLang="zh-CN" sz="1800"/>
              <a:t>X</a:t>
            </a:r>
            <a:r>
              <a:rPr lang="zh-CN" altLang="en-US" sz="1800"/>
              <a:t>　　</a:t>
            </a:r>
            <a:r>
              <a:rPr lang="en-US" altLang="zh-CN" sz="1800"/>
              <a:t>X</a:t>
            </a:r>
          </a:p>
        </p:txBody>
      </p:sp>
      <p:sp>
        <p:nvSpPr>
          <p:cNvPr id="203830" name="Text Box 54"/>
          <p:cNvSpPr txBox="1">
            <a:spLocks noChangeArrowheads="1"/>
          </p:cNvSpPr>
          <p:nvPr/>
        </p:nvSpPr>
        <p:spPr bwMode="auto">
          <a:xfrm>
            <a:off x="4673600" y="4991101"/>
            <a:ext cx="2451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X</a:t>
            </a:r>
            <a:r>
              <a:rPr lang="zh-CN" altLang="en-US" sz="1800"/>
              <a:t>　　</a:t>
            </a:r>
            <a:r>
              <a:rPr lang="en-US" altLang="zh-CN" sz="1800"/>
              <a:t>X</a:t>
            </a:r>
            <a:r>
              <a:rPr lang="zh-CN" altLang="en-US" sz="1800"/>
              <a:t>　　</a:t>
            </a:r>
            <a:r>
              <a:rPr lang="en-US" altLang="zh-CN" sz="1800"/>
              <a:t>X</a:t>
            </a:r>
            <a:r>
              <a:rPr lang="zh-CN" altLang="en-US" sz="1800"/>
              <a:t>　　</a:t>
            </a:r>
            <a:r>
              <a:rPr lang="en-US" altLang="zh-CN" sz="1800"/>
              <a:t>X</a:t>
            </a:r>
          </a:p>
        </p:txBody>
      </p:sp>
      <p:sp>
        <p:nvSpPr>
          <p:cNvPr id="203831" name="Text Box 55"/>
          <p:cNvSpPr txBox="1">
            <a:spLocks noChangeArrowheads="1"/>
          </p:cNvSpPr>
          <p:nvPr/>
        </p:nvSpPr>
        <p:spPr bwMode="auto">
          <a:xfrm>
            <a:off x="2413000" y="4318001"/>
            <a:ext cx="2451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X</a:t>
            </a:r>
            <a:r>
              <a:rPr lang="zh-CN" altLang="en-US" sz="1800"/>
              <a:t>　　</a:t>
            </a:r>
            <a:r>
              <a:rPr lang="en-US" altLang="zh-CN" sz="1800"/>
              <a:t>X</a:t>
            </a:r>
            <a:r>
              <a:rPr lang="zh-CN" altLang="en-US" sz="1800"/>
              <a:t>　　</a:t>
            </a:r>
            <a:r>
              <a:rPr lang="en-US" altLang="zh-CN" sz="1800"/>
              <a:t>X</a:t>
            </a:r>
            <a:r>
              <a:rPr lang="zh-CN" altLang="en-US" sz="1800"/>
              <a:t>　　</a:t>
            </a:r>
            <a:r>
              <a:rPr lang="en-US" altLang="zh-CN" sz="1800"/>
              <a:t>X</a:t>
            </a:r>
          </a:p>
        </p:txBody>
      </p:sp>
      <p:sp>
        <p:nvSpPr>
          <p:cNvPr id="203832" name="Text Box 56"/>
          <p:cNvSpPr txBox="1">
            <a:spLocks noChangeArrowheads="1"/>
          </p:cNvSpPr>
          <p:nvPr/>
        </p:nvSpPr>
        <p:spPr bwMode="auto">
          <a:xfrm>
            <a:off x="4711700" y="4318001"/>
            <a:ext cx="2451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X</a:t>
            </a:r>
            <a:r>
              <a:rPr lang="zh-CN" altLang="en-US" sz="1800"/>
              <a:t>　　</a:t>
            </a:r>
            <a:r>
              <a:rPr lang="en-US" altLang="zh-CN" sz="1800"/>
              <a:t>X</a:t>
            </a:r>
            <a:r>
              <a:rPr lang="zh-CN" altLang="en-US" sz="1800"/>
              <a:t>　　</a:t>
            </a:r>
            <a:r>
              <a:rPr lang="en-US" altLang="zh-CN" sz="1800"/>
              <a:t>X</a:t>
            </a:r>
            <a:r>
              <a:rPr lang="zh-CN" altLang="en-US" sz="1800"/>
              <a:t>　　</a:t>
            </a:r>
            <a:r>
              <a:rPr lang="en-US" altLang="zh-CN" sz="1800"/>
              <a:t>X</a:t>
            </a:r>
          </a:p>
        </p:txBody>
      </p:sp>
      <p:sp>
        <p:nvSpPr>
          <p:cNvPr id="203834" name="Line 58"/>
          <p:cNvSpPr>
            <a:spLocks noChangeShapeType="1"/>
          </p:cNvSpPr>
          <p:nvPr/>
        </p:nvSpPr>
        <p:spPr bwMode="auto">
          <a:xfrm>
            <a:off x="5727700" y="3568700"/>
            <a:ext cx="25400" cy="1054100"/>
          </a:xfrm>
          <a:prstGeom prst="line">
            <a:avLst/>
          </a:prstGeom>
          <a:noFill/>
          <a:ln w="38100" cap="sq" cmpd="dbl">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203835" name="Text Box 59"/>
          <p:cNvSpPr txBox="1">
            <a:spLocks noChangeArrowheads="1"/>
          </p:cNvSpPr>
          <p:nvPr/>
        </p:nvSpPr>
        <p:spPr bwMode="auto">
          <a:xfrm>
            <a:off x="2336800" y="5638801"/>
            <a:ext cx="2451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X</a:t>
            </a:r>
            <a:r>
              <a:rPr lang="zh-CN" altLang="en-US" sz="1800"/>
              <a:t>　　</a:t>
            </a:r>
            <a:r>
              <a:rPr lang="en-US" altLang="zh-CN" sz="1800"/>
              <a:t>X</a:t>
            </a:r>
            <a:r>
              <a:rPr lang="zh-CN" altLang="en-US" sz="1800"/>
              <a:t>　　</a:t>
            </a:r>
            <a:r>
              <a:rPr lang="en-US" altLang="zh-CN" sz="1800"/>
              <a:t>X</a:t>
            </a:r>
            <a:r>
              <a:rPr lang="zh-CN" altLang="en-US" sz="1800"/>
              <a:t>　　</a:t>
            </a:r>
            <a:r>
              <a:rPr lang="en-US" altLang="zh-CN" sz="1800"/>
              <a:t>X</a:t>
            </a:r>
          </a:p>
        </p:txBody>
      </p:sp>
      <p:sp>
        <p:nvSpPr>
          <p:cNvPr id="203836" name="Text Box 60"/>
          <p:cNvSpPr txBox="1">
            <a:spLocks noChangeArrowheads="1"/>
          </p:cNvSpPr>
          <p:nvPr/>
        </p:nvSpPr>
        <p:spPr bwMode="auto">
          <a:xfrm>
            <a:off x="4635500" y="5638801"/>
            <a:ext cx="2451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X</a:t>
            </a:r>
            <a:r>
              <a:rPr lang="zh-CN" altLang="en-US" sz="1800"/>
              <a:t>　　</a:t>
            </a:r>
            <a:r>
              <a:rPr lang="en-US" altLang="zh-CN" sz="1800"/>
              <a:t>X</a:t>
            </a:r>
            <a:r>
              <a:rPr lang="zh-CN" altLang="en-US" sz="1800"/>
              <a:t>　　</a:t>
            </a:r>
            <a:r>
              <a:rPr lang="en-US" altLang="zh-CN" sz="1800"/>
              <a:t>X</a:t>
            </a:r>
            <a:r>
              <a:rPr lang="zh-CN" altLang="en-US" sz="1800"/>
              <a:t>　　</a:t>
            </a:r>
            <a:r>
              <a:rPr lang="en-US" altLang="zh-CN" sz="1800"/>
              <a:t>X</a:t>
            </a:r>
          </a:p>
        </p:txBody>
      </p:sp>
      <p:sp>
        <p:nvSpPr>
          <p:cNvPr id="203837" name="Text Box 61"/>
          <p:cNvSpPr txBox="1">
            <a:spLocks noChangeArrowheads="1"/>
          </p:cNvSpPr>
          <p:nvPr/>
        </p:nvSpPr>
        <p:spPr bwMode="auto">
          <a:xfrm>
            <a:off x="2336800" y="6311901"/>
            <a:ext cx="2451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X</a:t>
            </a:r>
            <a:r>
              <a:rPr lang="zh-CN" altLang="en-US" sz="1800"/>
              <a:t>　　</a:t>
            </a:r>
            <a:r>
              <a:rPr lang="en-US" altLang="zh-CN" sz="1800"/>
              <a:t>X</a:t>
            </a:r>
            <a:r>
              <a:rPr lang="zh-CN" altLang="en-US" sz="1800"/>
              <a:t>　　</a:t>
            </a:r>
            <a:r>
              <a:rPr lang="en-US" altLang="zh-CN" sz="1800"/>
              <a:t>X</a:t>
            </a:r>
            <a:r>
              <a:rPr lang="zh-CN" altLang="en-US" sz="1800"/>
              <a:t>　　</a:t>
            </a:r>
            <a:r>
              <a:rPr lang="en-US" altLang="zh-CN" sz="1800"/>
              <a:t>X</a:t>
            </a:r>
          </a:p>
        </p:txBody>
      </p:sp>
      <p:sp>
        <p:nvSpPr>
          <p:cNvPr id="203838" name="Text Box 62"/>
          <p:cNvSpPr txBox="1">
            <a:spLocks noChangeArrowheads="1"/>
          </p:cNvSpPr>
          <p:nvPr/>
        </p:nvSpPr>
        <p:spPr bwMode="auto">
          <a:xfrm>
            <a:off x="4635500" y="6311901"/>
            <a:ext cx="2451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X</a:t>
            </a:r>
            <a:r>
              <a:rPr lang="zh-CN" altLang="en-US" sz="1800"/>
              <a:t>　　</a:t>
            </a:r>
            <a:r>
              <a:rPr lang="en-US" altLang="zh-CN" sz="1800"/>
              <a:t>X</a:t>
            </a:r>
            <a:r>
              <a:rPr lang="zh-CN" altLang="en-US" sz="1800"/>
              <a:t>　　</a:t>
            </a:r>
            <a:r>
              <a:rPr lang="en-US" altLang="zh-CN" sz="1800"/>
              <a:t>X</a:t>
            </a:r>
            <a:r>
              <a:rPr lang="zh-CN" altLang="en-US" sz="1800"/>
              <a:t>　　</a:t>
            </a:r>
            <a:r>
              <a:rPr lang="en-US" altLang="zh-CN" sz="1800"/>
              <a:t>X</a:t>
            </a:r>
          </a:p>
        </p:txBody>
      </p:sp>
      <p:sp>
        <p:nvSpPr>
          <p:cNvPr id="203839" name="Line 63"/>
          <p:cNvSpPr>
            <a:spLocks noChangeShapeType="1"/>
          </p:cNvSpPr>
          <p:nvPr/>
        </p:nvSpPr>
        <p:spPr bwMode="auto">
          <a:xfrm>
            <a:off x="3530600" y="3594100"/>
            <a:ext cx="25400" cy="1054100"/>
          </a:xfrm>
          <a:prstGeom prst="line">
            <a:avLst/>
          </a:prstGeom>
          <a:noFill/>
          <a:ln w="38100" cap="sq" cmpd="dbl">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203840" name="Line 64"/>
          <p:cNvSpPr>
            <a:spLocks noChangeShapeType="1"/>
          </p:cNvSpPr>
          <p:nvPr/>
        </p:nvSpPr>
        <p:spPr bwMode="auto">
          <a:xfrm>
            <a:off x="5727700" y="5372100"/>
            <a:ext cx="25400" cy="1054100"/>
          </a:xfrm>
          <a:prstGeom prst="line">
            <a:avLst/>
          </a:prstGeom>
          <a:noFill/>
          <a:ln w="38100" cap="sq" cmpd="dbl">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203841" name="Line 65"/>
          <p:cNvSpPr>
            <a:spLocks noChangeShapeType="1"/>
          </p:cNvSpPr>
          <p:nvPr/>
        </p:nvSpPr>
        <p:spPr bwMode="auto">
          <a:xfrm>
            <a:off x="3530600" y="5372100"/>
            <a:ext cx="25400" cy="1054100"/>
          </a:xfrm>
          <a:prstGeom prst="line">
            <a:avLst/>
          </a:prstGeom>
          <a:noFill/>
          <a:ln w="38100" cap="sq" cmpd="dbl">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203844" name="Line 68"/>
          <p:cNvSpPr>
            <a:spLocks noChangeShapeType="1"/>
          </p:cNvSpPr>
          <p:nvPr/>
        </p:nvSpPr>
        <p:spPr bwMode="auto">
          <a:xfrm flipV="1">
            <a:off x="3517900" y="3175000"/>
            <a:ext cx="0" cy="33020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203845" name="Line 69"/>
          <p:cNvSpPr>
            <a:spLocks noChangeShapeType="1"/>
          </p:cNvSpPr>
          <p:nvPr/>
        </p:nvSpPr>
        <p:spPr bwMode="auto">
          <a:xfrm>
            <a:off x="5765800" y="4102100"/>
            <a:ext cx="228600" cy="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203846" name="Line 70"/>
          <p:cNvSpPr>
            <a:spLocks noChangeShapeType="1"/>
          </p:cNvSpPr>
          <p:nvPr/>
        </p:nvSpPr>
        <p:spPr bwMode="auto">
          <a:xfrm>
            <a:off x="3644900" y="5372100"/>
            <a:ext cx="139700" cy="13970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203847" name="Line 71"/>
          <p:cNvSpPr>
            <a:spLocks noChangeShapeType="1"/>
          </p:cNvSpPr>
          <p:nvPr/>
        </p:nvSpPr>
        <p:spPr bwMode="auto">
          <a:xfrm>
            <a:off x="5486400" y="5956300"/>
            <a:ext cx="1092200" cy="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203848" name="AutoShape 72"/>
          <p:cNvSpPr>
            <a:spLocks noChangeArrowheads="1"/>
          </p:cNvSpPr>
          <p:nvPr/>
        </p:nvSpPr>
        <p:spPr bwMode="auto">
          <a:xfrm>
            <a:off x="6248400" y="5689600"/>
            <a:ext cx="127000" cy="584200"/>
          </a:xfrm>
          <a:prstGeom prst="curvedRightArrow">
            <a:avLst>
              <a:gd name="adj1" fmla="val 92000"/>
              <a:gd name="adj2" fmla="val 184000"/>
              <a:gd name="adj3" fmla="val 33333"/>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03849" name="Text Box 73"/>
          <p:cNvSpPr txBox="1">
            <a:spLocks noChangeArrowheads="1"/>
          </p:cNvSpPr>
          <p:nvPr/>
        </p:nvSpPr>
        <p:spPr bwMode="auto">
          <a:xfrm>
            <a:off x="7124700" y="3251200"/>
            <a:ext cx="283210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t>一段直导线在均匀磁场中如图运动，那种有感应电动势？方向如何？</a:t>
            </a:r>
          </a:p>
        </p:txBody>
      </p:sp>
      <p:sp>
        <p:nvSpPr>
          <p:cNvPr id="203850" name="Text Box 74"/>
          <p:cNvSpPr txBox="1">
            <a:spLocks noChangeArrowheads="1"/>
          </p:cNvSpPr>
          <p:nvPr/>
        </p:nvSpPr>
        <p:spPr bwMode="auto">
          <a:xfrm>
            <a:off x="2260600" y="5245101"/>
            <a:ext cx="431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c</a:t>
            </a:r>
          </a:p>
        </p:txBody>
      </p:sp>
      <p:sp>
        <p:nvSpPr>
          <p:cNvPr id="203851" name="Text Box 75"/>
          <p:cNvSpPr txBox="1">
            <a:spLocks noChangeArrowheads="1"/>
          </p:cNvSpPr>
          <p:nvPr/>
        </p:nvSpPr>
        <p:spPr bwMode="auto">
          <a:xfrm>
            <a:off x="5067300" y="5321301"/>
            <a:ext cx="431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d</a:t>
            </a:r>
          </a:p>
        </p:txBody>
      </p:sp>
      <p:sp>
        <p:nvSpPr>
          <p:cNvPr id="203852" name="Text Box 76"/>
          <p:cNvSpPr txBox="1">
            <a:spLocks noChangeArrowheads="1"/>
          </p:cNvSpPr>
          <p:nvPr/>
        </p:nvSpPr>
        <p:spPr bwMode="auto">
          <a:xfrm>
            <a:off x="2209800" y="3390901"/>
            <a:ext cx="431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a</a:t>
            </a:r>
          </a:p>
        </p:txBody>
      </p:sp>
      <p:sp>
        <p:nvSpPr>
          <p:cNvPr id="203853" name="Text Box 77"/>
          <p:cNvSpPr txBox="1">
            <a:spLocks noChangeArrowheads="1"/>
          </p:cNvSpPr>
          <p:nvPr/>
        </p:nvSpPr>
        <p:spPr bwMode="auto">
          <a:xfrm>
            <a:off x="5016500" y="3467101"/>
            <a:ext cx="431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b</a:t>
            </a:r>
          </a:p>
        </p:txBody>
      </p:sp>
      <p:graphicFrame>
        <p:nvGraphicFramePr>
          <p:cNvPr id="203854" name="Object 78"/>
          <p:cNvGraphicFramePr>
            <a:graphicFrameLocks noChangeAspect="1"/>
          </p:cNvGraphicFramePr>
          <p:nvPr/>
        </p:nvGraphicFramePr>
        <p:xfrm>
          <a:off x="7339014" y="250825"/>
          <a:ext cx="2109787" cy="1182688"/>
        </p:xfrm>
        <a:graphic>
          <a:graphicData uri="http://schemas.openxmlformats.org/presentationml/2006/ole">
            <mc:AlternateContent xmlns:mc="http://schemas.openxmlformats.org/markup-compatibility/2006">
              <mc:Choice xmlns:v="urn:schemas-microsoft-com:vml" Requires="v">
                <p:oleObj spid="_x0000_s58530" name="Equation" r:id="rId6" imgW="1400041" imgH="762034" progId="Equation.DSMT4">
                  <p:embed/>
                </p:oleObj>
              </mc:Choice>
              <mc:Fallback>
                <p:oleObj name="Equation" r:id="rId6" imgW="1400041" imgH="762034" progId="Equation.DSMT4">
                  <p:embed/>
                  <p:pic>
                    <p:nvPicPr>
                      <p:cNvPr id="0" name="Object 7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339014" y="250825"/>
                        <a:ext cx="2109787" cy="1182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3855" name="Object 79"/>
          <p:cNvGraphicFramePr>
            <a:graphicFrameLocks noChangeAspect="1"/>
          </p:cNvGraphicFramePr>
          <p:nvPr/>
        </p:nvGraphicFramePr>
        <p:xfrm>
          <a:off x="7472363" y="1520825"/>
          <a:ext cx="1257300" cy="573088"/>
        </p:xfrm>
        <a:graphic>
          <a:graphicData uri="http://schemas.openxmlformats.org/presentationml/2006/ole">
            <mc:AlternateContent xmlns:mc="http://schemas.openxmlformats.org/markup-compatibility/2006">
              <mc:Choice xmlns:v="urn:schemas-microsoft-com:vml" Requires="v">
                <p:oleObj spid="_x0000_s58531" name="Equation" r:id="rId8" imgW="819290" imgH="342900" progId="Equation.DSMT4">
                  <p:embed/>
                </p:oleObj>
              </mc:Choice>
              <mc:Fallback>
                <p:oleObj name="Equation" r:id="rId8" imgW="819290" imgH="342900" progId="Equation.DSMT4">
                  <p:embed/>
                  <p:pic>
                    <p:nvPicPr>
                      <p:cNvPr id="0" name="Object 7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472363" y="1520825"/>
                        <a:ext cx="1257300" cy="573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3856" name="Object 80"/>
          <p:cNvGraphicFramePr>
            <a:graphicFrameLocks noChangeAspect="1"/>
          </p:cNvGraphicFramePr>
          <p:nvPr/>
        </p:nvGraphicFramePr>
        <p:xfrm>
          <a:off x="8358189" y="2092325"/>
          <a:ext cx="1646237" cy="573088"/>
        </p:xfrm>
        <a:graphic>
          <a:graphicData uri="http://schemas.openxmlformats.org/presentationml/2006/ole">
            <mc:AlternateContent xmlns:mc="http://schemas.openxmlformats.org/markup-compatibility/2006">
              <mc:Choice xmlns:v="urn:schemas-microsoft-com:vml" Requires="v">
                <p:oleObj spid="_x0000_s58532" name="Equation" r:id="rId10" imgW="1085965" imgH="342900" progId="Equation.DSMT4">
                  <p:embed/>
                </p:oleObj>
              </mc:Choice>
              <mc:Fallback>
                <p:oleObj name="Equation" r:id="rId10" imgW="1085965" imgH="342900" progId="Equation.DSMT4">
                  <p:embed/>
                  <p:pic>
                    <p:nvPicPr>
                      <p:cNvPr id="0" name="Object 8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358189" y="2092325"/>
                        <a:ext cx="1646237" cy="573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 name="Text Box 49"/>
          <p:cNvSpPr txBox="1">
            <a:spLocks noChangeArrowheads="1"/>
          </p:cNvSpPr>
          <p:nvPr/>
        </p:nvSpPr>
        <p:spPr bwMode="auto">
          <a:xfrm>
            <a:off x="7556500" y="4660901"/>
            <a:ext cx="2451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X</a:t>
            </a:r>
            <a:r>
              <a:rPr lang="zh-CN" altLang="en-US" sz="1800"/>
              <a:t>　　</a:t>
            </a:r>
            <a:r>
              <a:rPr lang="en-US" altLang="zh-CN" sz="1800"/>
              <a:t>X</a:t>
            </a:r>
            <a:r>
              <a:rPr lang="zh-CN" altLang="en-US" sz="1800"/>
              <a:t>　　</a:t>
            </a:r>
            <a:r>
              <a:rPr lang="en-US" altLang="zh-CN" sz="1800"/>
              <a:t>X</a:t>
            </a:r>
            <a:r>
              <a:rPr lang="zh-CN" altLang="en-US" sz="1800"/>
              <a:t>　　</a:t>
            </a:r>
            <a:r>
              <a:rPr lang="en-US" altLang="zh-CN" sz="1800"/>
              <a:t>X</a:t>
            </a:r>
          </a:p>
        </p:txBody>
      </p:sp>
      <p:sp>
        <p:nvSpPr>
          <p:cNvPr id="43" name="Text Box 51"/>
          <p:cNvSpPr txBox="1">
            <a:spLocks noChangeArrowheads="1"/>
          </p:cNvSpPr>
          <p:nvPr/>
        </p:nvSpPr>
        <p:spPr bwMode="auto">
          <a:xfrm>
            <a:off x="7581900" y="5245101"/>
            <a:ext cx="2451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X</a:t>
            </a:r>
            <a:r>
              <a:rPr lang="zh-CN" altLang="en-US" sz="1800"/>
              <a:t>　　</a:t>
            </a:r>
            <a:r>
              <a:rPr lang="en-US" altLang="zh-CN" sz="1800"/>
              <a:t>X</a:t>
            </a:r>
            <a:r>
              <a:rPr lang="zh-CN" altLang="en-US" sz="1800"/>
              <a:t>　　</a:t>
            </a:r>
            <a:r>
              <a:rPr lang="en-US" altLang="zh-CN" sz="1800"/>
              <a:t>X</a:t>
            </a:r>
            <a:r>
              <a:rPr lang="zh-CN" altLang="en-US" sz="1800"/>
              <a:t>　　</a:t>
            </a:r>
            <a:r>
              <a:rPr lang="en-US" altLang="zh-CN" sz="1800"/>
              <a:t>X</a:t>
            </a:r>
          </a:p>
        </p:txBody>
      </p:sp>
      <p:sp>
        <p:nvSpPr>
          <p:cNvPr id="44" name="Text Box 55"/>
          <p:cNvSpPr txBox="1">
            <a:spLocks noChangeArrowheads="1"/>
          </p:cNvSpPr>
          <p:nvPr/>
        </p:nvSpPr>
        <p:spPr bwMode="auto">
          <a:xfrm>
            <a:off x="7543800" y="5829301"/>
            <a:ext cx="2451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X</a:t>
            </a:r>
            <a:r>
              <a:rPr lang="zh-CN" altLang="en-US" sz="1800"/>
              <a:t>　　</a:t>
            </a:r>
            <a:r>
              <a:rPr lang="en-US" altLang="zh-CN" sz="1800"/>
              <a:t>X</a:t>
            </a:r>
            <a:r>
              <a:rPr lang="zh-CN" altLang="en-US" sz="1800"/>
              <a:t>　　</a:t>
            </a:r>
            <a:r>
              <a:rPr lang="en-US" altLang="zh-CN" sz="1800"/>
              <a:t>X</a:t>
            </a:r>
            <a:r>
              <a:rPr lang="zh-CN" altLang="en-US" sz="1800"/>
              <a:t>　　</a:t>
            </a:r>
            <a:r>
              <a:rPr lang="en-US" altLang="zh-CN" sz="1800"/>
              <a:t>X</a:t>
            </a:r>
          </a:p>
        </p:txBody>
      </p:sp>
      <p:cxnSp>
        <p:nvCxnSpPr>
          <p:cNvPr id="58413" name="直接箭头连接符 46"/>
          <p:cNvCxnSpPr>
            <a:cxnSpLocks noChangeShapeType="1"/>
            <a:stCxn id="45" idx="3"/>
          </p:cNvCxnSpPr>
          <p:nvPr/>
        </p:nvCxnSpPr>
        <p:spPr bwMode="auto">
          <a:xfrm>
            <a:off x="8280400" y="5911850"/>
            <a:ext cx="495300" cy="6350"/>
          </a:xfrm>
          <a:prstGeom prst="straightConnector1">
            <a:avLst/>
          </a:prstGeom>
          <a:noFill/>
          <a:ln w="12700" cap="sq" algn="ctr">
            <a:solidFill>
              <a:schemeClr val="tx1"/>
            </a:solidFill>
            <a:miter lim="800000"/>
            <a:headEnd type="none" w="sm" len="sm"/>
            <a:tailEnd type="arrow" w="med" len="med"/>
          </a:ln>
          <a:extLst>
            <a:ext uri="{909E8E84-426E-40DD-AFC4-6F175D3DCCD1}">
              <a14:hiddenFill xmlns:a14="http://schemas.microsoft.com/office/drawing/2010/main">
                <a:noFill/>
              </a14:hiddenFill>
            </a:ext>
          </a:extLst>
        </p:spPr>
      </p:cxnSp>
      <p:sp>
        <p:nvSpPr>
          <p:cNvPr id="49" name="矩形 48"/>
          <p:cNvSpPr/>
          <p:nvPr/>
        </p:nvSpPr>
        <p:spPr bwMode="auto">
          <a:xfrm>
            <a:off x="7747000" y="4889500"/>
            <a:ext cx="495300" cy="495300"/>
          </a:xfrm>
          <a:prstGeom prst="rect">
            <a:avLst/>
          </a:prstGeom>
          <a:ln>
            <a:headEnd type="none" w="sm" len="sm"/>
            <a:tailEnd type="none" w="sm" len="sm"/>
          </a:ln>
        </p:spPr>
        <p:style>
          <a:lnRef idx="2">
            <a:schemeClr val="dk1"/>
          </a:lnRef>
          <a:fillRef idx="1">
            <a:schemeClr val="lt1"/>
          </a:fillRef>
          <a:effectRef idx="0">
            <a:schemeClr val="dk1"/>
          </a:effectRef>
          <a:fontRef idx="minor">
            <a:schemeClr val="dk1"/>
          </a:fontRef>
        </p:style>
        <p:txBody>
          <a:bodyPr wrap="none"/>
          <a:lstStyle/>
          <a:p>
            <a:pPr eaLnBrk="1" hangingPunct="1">
              <a:defRPr/>
            </a:pPr>
            <a:endParaRPr lang="zh-CN" altLang="en-US">
              <a:solidFill>
                <a:schemeClr val="tx1"/>
              </a:solidFill>
            </a:endParaRPr>
          </a:p>
        </p:txBody>
      </p:sp>
      <p:cxnSp>
        <p:nvCxnSpPr>
          <p:cNvPr id="58415" name="直接箭头连接符 49"/>
          <p:cNvCxnSpPr>
            <a:cxnSpLocks noChangeShapeType="1"/>
            <a:stCxn id="49" idx="3"/>
          </p:cNvCxnSpPr>
          <p:nvPr/>
        </p:nvCxnSpPr>
        <p:spPr bwMode="auto">
          <a:xfrm>
            <a:off x="8242300" y="5137150"/>
            <a:ext cx="495300" cy="6350"/>
          </a:xfrm>
          <a:prstGeom prst="straightConnector1">
            <a:avLst/>
          </a:prstGeom>
          <a:noFill/>
          <a:ln w="12700" cap="sq" algn="ctr">
            <a:solidFill>
              <a:schemeClr val="tx1"/>
            </a:solidFill>
            <a:miter lim="800000"/>
            <a:headEnd type="none" w="sm" len="sm"/>
            <a:tailEnd type="arrow" w="med" len="med"/>
          </a:ln>
          <a:extLst>
            <a:ext uri="{909E8E84-426E-40DD-AFC4-6F175D3DCCD1}">
              <a14:hiddenFill xmlns:a14="http://schemas.microsoft.com/office/drawing/2010/main">
                <a:noFill/>
              </a14:hiddenFill>
            </a:ext>
          </a:extLst>
        </p:spPr>
      </p:cxnSp>
      <p:sp>
        <p:nvSpPr>
          <p:cNvPr id="51" name="Text Box 51"/>
          <p:cNvSpPr txBox="1">
            <a:spLocks noChangeArrowheads="1"/>
          </p:cNvSpPr>
          <p:nvPr/>
        </p:nvSpPr>
        <p:spPr bwMode="auto">
          <a:xfrm>
            <a:off x="7569200" y="6299201"/>
            <a:ext cx="2451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X</a:t>
            </a:r>
            <a:r>
              <a:rPr lang="zh-CN" altLang="en-US" sz="1800"/>
              <a:t>　　</a:t>
            </a:r>
            <a:r>
              <a:rPr lang="en-US" altLang="zh-CN" sz="1800"/>
              <a:t>X</a:t>
            </a:r>
            <a:r>
              <a:rPr lang="zh-CN" altLang="en-US" sz="1800"/>
              <a:t>　　</a:t>
            </a:r>
            <a:r>
              <a:rPr lang="en-US" altLang="zh-CN" sz="1800"/>
              <a:t>X</a:t>
            </a:r>
            <a:r>
              <a:rPr lang="zh-CN" altLang="en-US" sz="1800"/>
              <a:t>　　</a:t>
            </a:r>
            <a:r>
              <a:rPr lang="en-US" altLang="zh-CN" sz="1800"/>
              <a:t>X</a:t>
            </a:r>
          </a:p>
        </p:txBody>
      </p:sp>
      <p:sp>
        <p:nvSpPr>
          <p:cNvPr id="2" name="矩形 1">
            <a:extLst>
              <a:ext uri="{FF2B5EF4-FFF2-40B4-BE49-F238E27FC236}">
                <a16:creationId xmlns:a16="http://schemas.microsoft.com/office/drawing/2014/main" id="{ED9B02E3-324D-4462-8F0A-D7C5573DDF91}"/>
              </a:ext>
            </a:extLst>
          </p:cNvPr>
          <p:cNvSpPr/>
          <p:nvPr/>
        </p:nvSpPr>
        <p:spPr>
          <a:xfrm>
            <a:off x="1682110" y="1453118"/>
            <a:ext cx="3480440" cy="369332"/>
          </a:xfrm>
          <a:prstGeom prst="rect">
            <a:avLst/>
          </a:prstGeom>
        </p:spPr>
        <p:txBody>
          <a:bodyPr wrap="none">
            <a:spAutoFit/>
          </a:bodyPr>
          <a:lstStyle/>
          <a:p>
            <a:r>
              <a:rPr lang="zh-CN" altLang="en-US" dirty="0"/>
              <a:t>半径</a:t>
            </a:r>
            <a:r>
              <a:rPr lang="en-US" altLang="zh-CN" dirty="0"/>
              <a:t>R</a:t>
            </a:r>
            <a:r>
              <a:rPr lang="zh-CN" altLang="en-US" dirty="0"/>
              <a:t>，匝密度</a:t>
            </a:r>
            <a:r>
              <a:rPr lang="en-US" altLang="zh-CN" dirty="0"/>
              <a:t>n</a:t>
            </a:r>
            <a:r>
              <a:rPr lang="zh-CN" altLang="en-US" dirty="0"/>
              <a:t>，无限长螺线管</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0385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385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385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203824"/>
                                        </p:tgtEl>
                                        <p:attrNameLst>
                                          <p:attrName>style.visibility</p:attrName>
                                        </p:attrNameLst>
                                      </p:cBhvr>
                                      <p:to>
                                        <p:strVal val="visible"/>
                                      </p:to>
                                    </p:set>
                                    <p:anim calcmode="lin" valueType="num">
                                      <p:cBhvr additive="base">
                                        <p:cTn id="15" dur="500" fill="hold"/>
                                        <p:tgtEl>
                                          <p:spTgt spid="203824"/>
                                        </p:tgtEl>
                                        <p:attrNameLst>
                                          <p:attrName>ppt_x</p:attrName>
                                        </p:attrNameLst>
                                      </p:cBhvr>
                                      <p:tavLst>
                                        <p:tav tm="0">
                                          <p:val>
                                            <p:strVal val="#ppt_x"/>
                                          </p:val>
                                        </p:tav>
                                        <p:tav tm="100000">
                                          <p:val>
                                            <p:strVal val="#ppt_x"/>
                                          </p:val>
                                        </p:tav>
                                      </p:tavLst>
                                    </p:anim>
                                    <p:anim calcmode="lin" valueType="num">
                                      <p:cBhvr additive="base">
                                        <p:cTn id="16" dur="500" fill="hold"/>
                                        <p:tgtEl>
                                          <p:spTgt spid="203824"/>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03825"/>
                                        </p:tgtEl>
                                        <p:attrNameLst>
                                          <p:attrName>style.visibility</p:attrName>
                                        </p:attrNameLst>
                                      </p:cBhvr>
                                      <p:to>
                                        <p:strVal val="visible"/>
                                      </p:to>
                                    </p:set>
                                    <p:anim calcmode="lin" valueType="num">
                                      <p:cBhvr additive="base">
                                        <p:cTn id="21" dur="500" fill="hold"/>
                                        <p:tgtEl>
                                          <p:spTgt spid="203825"/>
                                        </p:tgtEl>
                                        <p:attrNameLst>
                                          <p:attrName>ppt_x</p:attrName>
                                        </p:attrNameLst>
                                      </p:cBhvr>
                                      <p:tavLst>
                                        <p:tav tm="0">
                                          <p:val>
                                            <p:strVal val="#ppt_x"/>
                                          </p:val>
                                        </p:tav>
                                        <p:tav tm="100000">
                                          <p:val>
                                            <p:strVal val="#ppt_x"/>
                                          </p:val>
                                        </p:tav>
                                      </p:tavLst>
                                    </p:anim>
                                    <p:anim calcmode="lin" valueType="num">
                                      <p:cBhvr additive="base">
                                        <p:cTn id="22" dur="500" fill="hold"/>
                                        <p:tgtEl>
                                          <p:spTgt spid="203825"/>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203826"/>
                                        </p:tgtEl>
                                        <p:attrNameLst>
                                          <p:attrName>style.visibility</p:attrName>
                                        </p:attrNameLst>
                                      </p:cBhvr>
                                      <p:to>
                                        <p:strVal val="visible"/>
                                      </p:to>
                                    </p:set>
                                    <p:anim calcmode="lin" valueType="num">
                                      <p:cBhvr additive="base">
                                        <p:cTn id="25" dur="500" fill="hold"/>
                                        <p:tgtEl>
                                          <p:spTgt spid="203826"/>
                                        </p:tgtEl>
                                        <p:attrNameLst>
                                          <p:attrName>ppt_x</p:attrName>
                                        </p:attrNameLst>
                                      </p:cBhvr>
                                      <p:tavLst>
                                        <p:tav tm="0">
                                          <p:val>
                                            <p:strVal val="#ppt_x"/>
                                          </p:val>
                                        </p:tav>
                                        <p:tav tm="100000">
                                          <p:val>
                                            <p:strVal val="#ppt_x"/>
                                          </p:val>
                                        </p:tav>
                                      </p:tavLst>
                                    </p:anim>
                                    <p:anim calcmode="lin" valueType="num">
                                      <p:cBhvr additive="base">
                                        <p:cTn id="26" dur="500" fill="hold"/>
                                        <p:tgtEl>
                                          <p:spTgt spid="203826"/>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203827"/>
                                        </p:tgtEl>
                                        <p:attrNameLst>
                                          <p:attrName>style.visibility</p:attrName>
                                        </p:attrNameLst>
                                      </p:cBhvr>
                                      <p:to>
                                        <p:strVal val="visible"/>
                                      </p:to>
                                    </p:set>
                                    <p:anim calcmode="lin" valueType="num">
                                      <p:cBhvr additive="base">
                                        <p:cTn id="29" dur="500" fill="hold"/>
                                        <p:tgtEl>
                                          <p:spTgt spid="203827"/>
                                        </p:tgtEl>
                                        <p:attrNameLst>
                                          <p:attrName>ppt_x</p:attrName>
                                        </p:attrNameLst>
                                      </p:cBhvr>
                                      <p:tavLst>
                                        <p:tav tm="0">
                                          <p:val>
                                            <p:strVal val="#ppt_x"/>
                                          </p:val>
                                        </p:tav>
                                        <p:tav tm="100000">
                                          <p:val>
                                            <p:strVal val="#ppt_x"/>
                                          </p:val>
                                        </p:tav>
                                      </p:tavLst>
                                    </p:anim>
                                    <p:anim calcmode="lin" valueType="num">
                                      <p:cBhvr additive="base">
                                        <p:cTn id="30" dur="500" fill="hold"/>
                                        <p:tgtEl>
                                          <p:spTgt spid="203827"/>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203828"/>
                                        </p:tgtEl>
                                        <p:attrNameLst>
                                          <p:attrName>style.visibility</p:attrName>
                                        </p:attrNameLst>
                                      </p:cBhvr>
                                      <p:to>
                                        <p:strVal val="visible"/>
                                      </p:to>
                                    </p:set>
                                    <p:anim calcmode="lin" valueType="num">
                                      <p:cBhvr additive="base">
                                        <p:cTn id="33" dur="500" fill="hold"/>
                                        <p:tgtEl>
                                          <p:spTgt spid="203828"/>
                                        </p:tgtEl>
                                        <p:attrNameLst>
                                          <p:attrName>ppt_x</p:attrName>
                                        </p:attrNameLst>
                                      </p:cBhvr>
                                      <p:tavLst>
                                        <p:tav tm="0">
                                          <p:val>
                                            <p:strVal val="#ppt_x"/>
                                          </p:val>
                                        </p:tav>
                                        <p:tav tm="100000">
                                          <p:val>
                                            <p:strVal val="#ppt_x"/>
                                          </p:val>
                                        </p:tav>
                                      </p:tavLst>
                                    </p:anim>
                                    <p:anim calcmode="lin" valueType="num">
                                      <p:cBhvr additive="base">
                                        <p:cTn id="34" dur="500" fill="hold"/>
                                        <p:tgtEl>
                                          <p:spTgt spid="203828"/>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203829"/>
                                        </p:tgtEl>
                                        <p:attrNameLst>
                                          <p:attrName>style.visibility</p:attrName>
                                        </p:attrNameLst>
                                      </p:cBhvr>
                                      <p:to>
                                        <p:strVal val="visible"/>
                                      </p:to>
                                    </p:set>
                                    <p:anim calcmode="lin" valueType="num">
                                      <p:cBhvr additive="base">
                                        <p:cTn id="37" dur="500" fill="hold"/>
                                        <p:tgtEl>
                                          <p:spTgt spid="203829"/>
                                        </p:tgtEl>
                                        <p:attrNameLst>
                                          <p:attrName>ppt_x</p:attrName>
                                        </p:attrNameLst>
                                      </p:cBhvr>
                                      <p:tavLst>
                                        <p:tav tm="0">
                                          <p:val>
                                            <p:strVal val="#ppt_x"/>
                                          </p:val>
                                        </p:tav>
                                        <p:tav tm="100000">
                                          <p:val>
                                            <p:strVal val="#ppt_x"/>
                                          </p:val>
                                        </p:tav>
                                      </p:tavLst>
                                    </p:anim>
                                    <p:anim calcmode="lin" valueType="num">
                                      <p:cBhvr additive="base">
                                        <p:cTn id="38" dur="500" fill="hold"/>
                                        <p:tgtEl>
                                          <p:spTgt spid="203829"/>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203830"/>
                                        </p:tgtEl>
                                        <p:attrNameLst>
                                          <p:attrName>style.visibility</p:attrName>
                                        </p:attrNameLst>
                                      </p:cBhvr>
                                      <p:to>
                                        <p:strVal val="visible"/>
                                      </p:to>
                                    </p:set>
                                    <p:anim calcmode="lin" valueType="num">
                                      <p:cBhvr additive="base">
                                        <p:cTn id="41" dur="500" fill="hold"/>
                                        <p:tgtEl>
                                          <p:spTgt spid="203830"/>
                                        </p:tgtEl>
                                        <p:attrNameLst>
                                          <p:attrName>ppt_x</p:attrName>
                                        </p:attrNameLst>
                                      </p:cBhvr>
                                      <p:tavLst>
                                        <p:tav tm="0">
                                          <p:val>
                                            <p:strVal val="#ppt_x"/>
                                          </p:val>
                                        </p:tav>
                                        <p:tav tm="100000">
                                          <p:val>
                                            <p:strVal val="#ppt_x"/>
                                          </p:val>
                                        </p:tav>
                                      </p:tavLst>
                                    </p:anim>
                                    <p:anim calcmode="lin" valueType="num">
                                      <p:cBhvr additive="base">
                                        <p:cTn id="42" dur="500" fill="hold"/>
                                        <p:tgtEl>
                                          <p:spTgt spid="203830"/>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203831"/>
                                        </p:tgtEl>
                                        <p:attrNameLst>
                                          <p:attrName>style.visibility</p:attrName>
                                        </p:attrNameLst>
                                      </p:cBhvr>
                                      <p:to>
                                        <p:strVal val="visible"/>
                                      </p:to>
                                    </p:set>
                                    <p:anim calcmode="lin" valueType="num">
                                      <p:cBhvr additive="base">
                                        <p:cTn id="45" dur="500" fill="hold"/>
                                        <p:tgtEl>
                                          <p:spTgt spid="203831"/>
                                        </p:tgtEl>
                                        <p:attrNameLst>
                                          <p:attrName>ppt_x</p:attrName>
                                        </p:attrNameLst>
                                      </p:cBhvr>
                                      <p:tavLst>
                                        <p:tav tm="0">
                                          <p:val>
                                            <p:strVal val="#ppt_x"/>
                                          </p:val>
                                        </p:tav>
                                        <p:tav tm="100000">
                                          <p:val>
                                            <p:strVal val="#ppt_x"/>
                                          </p:val>
                                        </p:tav>
                                      </p:tavLst>
                                    </p:anim>
                                    <p:anim calcmode="lin" valueType="num">
                                      <p:cBhvr additive="base">
                                        <p:cTn id="46" dur="500" fill="hold"/>
                                        <p:tgtEl>
                                          <p:spTgt spid="203831"/>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203832"/>
                                        </p:tgtEl>
                                        <p:attrNameLst>
                                          <p:attrName>style.visibility</p:attrName>
                                        </p:attrNameLst>
                                      </p:cBhvr>
                                      <p:to>
                                        <p:strVal val="visible"/>
                                      </p:to>
                                    </p:set>
                                    <p:anim calcmode="lin" valueType="num">
                                      <p:cBhvr additive="base">
                                        <p:cTn id="49" dur="500" fill="hold"/>
                                        <p:tgtEl>
                                          <p:spTgt spid="203832"/>
                                        </p:tgtEl>
                                        <p:attrNameLst>
                                          <p:attrName>ppt_x</p:attrName>
                                        </p:attrNameLst>
                                      </p:cBhvr>
                                      <p:tavLst>
                                        <p:tav tm="0">
                                          <p:val>
                                            <p:strVal val="#ppt_x"/>
                                          </p:val>
                                        </p:tav>
                                        <p:tav tm="100000">
                                          <p:val>
                                            <p:strVal val="#ppt_x"/>
                                          </p:val>
                                        </p:tav>
                                      </p:tavLst>
                                    </p:anim>
                                    <p:anim calcmode="lin" valueType="num">
                                      <p:cBhvr additive="base">
                                        <p:cTn id="50" dur="500" fill="hold"/>
                                        <p:tgtEl>
                                          <p:spTgt spid="203832"/>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203834"/>
                                        </p:tgtEl>
                                        <p:attrNameLst>
                                          <p:attrName>style.visibility</p:attrName>
                                        </p:attrNameLst>
                                      </p:cBhvr>
                                      <p:to>
                                        <p:strVal val="visible"/>
                                      </p:to>
                                    </p:set>
                                    <p:anim calcmode="lin" valueType="num">
                                      <p:cBhvr additive="base">
                                        <p:cTn id="53" dur="500" fill="hold"/>
                                        <p:tgtEl>
                                          <p:spTgt spid="203834"/>
                                        </p:tgtEl>
                                        <p:attrNameLst>
                                          <p:attrName>ppt_x</p:attrName>
                                        </p:attrNameLst>
                                      </p:cBhvr>
                                      <p:tavLst>
                                        <p:tav tm="0">
                                          <p:val>
                                            <p:strVal val="#ppt_x"/>
                                          </p:val>
                                        </p:tav>
                                        <p:tav tm="100000">
                                          <p:val>
                                            <p:strVal val="#ppt_x"/>
                                          </p:val>
                                        </p:tav>
                                      </p:tavLst>
                                    </p:anim>
                                    <p:anim calcmode="lin" valueType="num">
                                      <p:cBhvr additive="base">
                                        <p:cTn id="54" dur="500" fill="hold"/>
                                        <p:tgtEl>
                                          <p:spTgt spid="203834"/>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203835"/>
                                        </p:tgtEl>
                                        <p:attrNameLst>
                                          <p:attrName>style.visibility</p:attrName>
                                        </p:attrNameLst>
                                      </p:cBhvr>
                                      <p:to>
                                        <p:strVal val="visible"/>
                                      </p:to>
                                    </p:set>
                                    <p:anim calcmode="lin" valueType="num">
                                      <p:cBhvr additive="base">
                                        <p:cTn id="57" dur="500" fill="hold"/>
                                        <p:tgtEl>
                                          <p:spTgt spid="203835"/>
                                        </p:tgtEl>
                                        <p:attrNameLst>
                                          <p:attrName>ppt_x</p:attrName>
                                        </p:attrNameLst>
                                      </p:cBhvr>
                                      <p:tavLst>
                                        <p:tav tm="0">
                                          <p:val>
                                            <p:strVal val="#ppt_x"/>
                                          </p:val>
                                        </p:tav>
                                        <p:tav tm="100000">
                                          <p:val>
                                            <p:strVal val="#ppt_x"/>
                                          </p:val>
                                        </p:tav>
                                      </p:tavLst>
                                    </p:anim>
                                    <p:anim calcmode="lin" valueType="num">
                                      <p:cBhvr additive="base">
                                        <p:cTn id="58" dur="500" fill="hold"/>
                                        <p:tgtEl>
                                          <p:spTgt spid="203835"/>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203836"/>
                                        </p:tgtEl>
                                        <p:attrNameLst>
                                          <p:attrName>style.visibility</p:attrName>
                                        </p:attrNameLst>
                                      </p:cBhvr>
                                      <p:to>
                                        <p:strVal val="visible"/>
                                      </p:to>
                                    </p:set>
                                    <p:anim calcmode="lin" valueType="num">
                                      <p:cBhvr additive="base">
                                        <p:cTn id="61" dur="500" fill="hold"/>
                                        <p:tgtEl>
                                          <p:spTgt spid="203836"/>
                                        </p:tgtEl>
                                        <p:attrNameLst>
                                          <p:attrName>ppt_x</p:attrName>
                                        </p:attrNameLst>
                                      </p:cBhvr>
                                      <p:tavLst>
                                        <p:tav tm="0">
                                          <p:val>
                                            <p:strVal val="#ppt_x"/>
                                          </p:val>
                                        </p:tav>
                                        <p:tav tm="100000">
                                          <p:val>
                                            <p:strVal val="#ppt_x"/>
                                          </p:val>
                                        </p:tav>
                                      </p:tavLst>
                                    </p:anim>
                                    <p:anim calcmode="lin" valueType="num">
                                      <p:cBhvr additive="base">
                                        <p:cTn id="62" dur="500" fill="hold"/>
                                        <p:tgtEl>
                                          <p:spTgt spid="203836"/>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203837"/>
                                        </p:tgtEl>
                                        <p:attrNameLst>
                                          <p:attrName>style.visibility</p:attrName>
                                        </p:attrNameLst>
                                      </p:cBhvr>
                                      <p:to>
                                        <p:strVal val="visible"/>
                                      </p:to>
                                    </p:set>
                                    <p:anim calcmode="lin" valueType="num">
                                      <p:cBhvr additive="base">
                                        <p:cTn id="65" dur="500" fill="hold"/>
                                        <p:tgtEl>
                                          <p:spTgt spid="203837"/>
                                        </p:tgtEl>
                                        <p:attrNameLst>
                                          <p:attrName>ppt_x</p:attrName>
                                        </p:attrNameLst>
                                      </p:cBhvr>
                                      <p:tavLst>
                                        <p:tav tm="0">
                                          <p:val>
                                            <p:strVal val="#ppt_x"/>
                                          </p:val>
                                        </p:tav>
                                        <p:tav tm="100000">
                                          <p:val>
                                            <p:strVal val="#ppt_x"/>
                                          </p:val>
                                        </p:tav>
                                      </p:tavLst>
                                    </p:anim>
                                    <p:anim calcmode="lin" valueType="num">
                                      <p:cBhvr additive="base">
                                        <p:cTn id="66" dur="500" fill="hold"/>
                                        <p:tgtEl>
                                          <p:spTgt spid="203837"/>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203838"/>
                                        </p:tgtEl>
                                        <p:attrNameLst>
                                          <p:attrName>style.visibility</p:attrName>
                                        </p:attrNameLst>
                                      </p:cBhvr>
                                      <p:to>
                                        <p:strVal val="visible"/>
                                      </p:to>
                                    </p:set>
                                    <p:anim calcmode="lin" valueType="num">
                                      <p:cBhvr additive="base">
                                        <p:cTn id="69" dur="500" fill="hold"/>
                                        <p:tgtEl>
                                          <p:spTgt spid="203838"/>
                                        </p:tgtEl>
                                        <p:attrNameLst>
                                          <p:attrName>ppt_x</p:attrName>
                                        </p:attrNameLst>
                                      </p:cBhvr>
                                      <p:tavLst>
                                        <p:tav tm="0">
                                          <p:val>
                                            <p:strVal val="#ppt_x"/>
                                          </p:val>
                                        </p:tav>
                                        <p:tav tm="100000">
                                          <p:val>
                                            <p:strVal val="#ppt_x"/>
                                          </p:val>
                                        </p:tav>
                                      </p:tavLst>
                                    </p:anim>
                                    <p:anim calcmode="lin" valueType="num">
                                      <p:cBhvr additive="base">
                                        <p:cTn id="70" dur="500" fill="hold"/>
                                        <p:tgtEl>
                                          <p:spTgt spid="203838"/>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203839"/>
                                        </p:tgtEl>
                                        <p:attrNameLst>
                                          <p:attrName>style.visibility</p:attrName>
                                        </p:attrNameLst>
                                      </p:cBhvr>
                                      <p:to>
                                        <p:strVal val="visible"/>
                                      </p:to>
                                    </p:set>
                                    <p:anim calcmode="lin" valueType="num">
                                      <p:cBhvr additive="base">
                                        <p:cTn id="73" dur="500" fill="hold"/>
                                        <p:tgtEl>
                                          <p:spTgt spid="203839"/>
                                        </p:tgtEl>
                                        <p:attrNameLst>
                                          <p:attrName>ppt_x</p:attrName>
                                        </p:attrNameLst>
                                      </p:cBhvr>
                                      <p:tavLst>
                                        <p:tav tm="0">
                                          <p:val>
                                            <p:strVal val="#ppt_x"/>
                                          </p:val>
                                        </p:tav>
                                        <p:tav tm="100000">
                                          <p:val>
                                            <p:strVal val="#ppt_x"/>
                                          </p:val>
                                        </p:tav>
                                      </p:tavLst>
                                    </p:anim>
                                    <p:anim calcmode="lin" valueType="num">
                                      <p:cBhvr additive="base">
                                        <p:cTn id="74" dur="500" fill="hold"/>
                                        <p:tgtEl>
                                          <p:spTgt spid="203839"/>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203840"/>
                                        </p:tgtEl>
                                        <p:attrNameLst>
                                          <p:attrName>style.visibility</p:attrName>
                                        </p:attrNameLst>
                                      </p:cBhvr>
                                      <p:to>
                                        <p:strVal val="visible"/>
                                      </p:to>
                                    </p:set>
                                    <p:anim calcmode="lin" valueType="num">
                                      <p:cBhvr additive="base">
                                        <p:cTn id="77" dur="500" fill="hold"/>
                                        <p:tgtEl>
                                          <p:spTgt spid="203840"/>
                                        </p:tgtEl>
                                        <p:attrNameLst>
                                          <p:attrName>ppt_x</p:attrName>
                                        </p:attrNameLst>
                                      </p:cBhvr>
                                      <p:tavLst>
                                        <p:tav tm="0">
                                          <p:val>
                                            <p:strVal val="#ppt_x"/>
                                          </p:val>
                                        </p:tav>
                                        <p:tav tm="100000">
                                          <p:val>
                                            <p:strVal val="#ppt_x"/>
                                          </p:val>
                                        </p:tav>
                                      </p:tavLst>
                                    </p:anim>
                                    <p:anim calcmode="lin" valueType="num">
                                      <p:cBhvr additive="base">
                                        <p:cTn id="78" dur="500" fill="hold"/>
                                        <p:tgtEl>
                                          <p:spTgt spid="203840"/>
                                        </p:tgtEl>
                                        <p:attrNameLst>
                                          <p:attrName>ppt_y</p:attrName>
                                        </p:attrNameLst>
                                      </p:cBhvr>
                                      <p:tavLst>
                                        <p:tav tm="0">
                                          <p:val>
                                            <p:strVal val="1+#ppt_h/2"/>
                                          </p:val>
                                        </p:tav>
                                        <p:tav tm="100000">
                                          <p:val>
                                            <p:strVal val="#ppt_y"/>
                                          </p:val>
                                        </p:tav>
                                      </p:tavLst>
                                    </p:anim>
                                  </p:childTnLst>
                                </p:cTn>
                              </p:par>
                              <p:par>
                                <p:cTn id="79" presetID="2" presetClass="entr" presetSubtype="4" fill="hold" grpId="0" nodeType="withEffect">
                                  <p:stCondLst>
                                    <p:cond delay="0"/>
                                  </p:stCondLst>
                                  <p:childTnLst>
                                    <p:set>
                                      <p:cBhvr>
                                        <p:cTn id="80" dur="1" fill="hold">
                                          <p:stCondLst>
                                            <p:cond delay="0"/>
                                          </p:stCondLst>
                                        </p:cTn>
                                        <p:tgtEl>
                                          <p:spTgt spid="203841"/>
                                        </p:tgtEl>
                                        <p:attrNameLst>
                                          <p:attrName>style.visibility</p:attrName>
                                        </p:attrNameLst>
                                      </p:cBhvr>
                                      <p:to>
                                        <p:strVal val="visible"/>
                                      </p:to>
                                    </p:set>
                                    <p:anim calcmode="lin" valueType="num">
                                      <p:cBhvr additive="base">
                                        <p:cTn id="81" dur="500" fill="hold"/>
                                        <p:tgtEl>
                                          <p:spTgt spid="203841"/>
                                        </p:tgtEl>
                                        <p:attrNameLst>
                                          <p:attrName>ppt_x</p:attrName>
                                        </p:attrNameLst>
                                      </p:cBhvr>
                                      <p:tavLst>
                                        <p:tav tm="0">
                                          <p:val>
                                            <p:strVal val="#ppt_x"/>
                                          </p:val>
                                        </p:tav>
                                        <p:tav tm="100000">
                                          <p:val>
                                            <p:strVal val="#ppt_x"/>
                                          </p:val>
                                        </p:tav>
                                      </p:tavLst>
                                    </p:anim>
                                    <p:anim calcmode="lin" valueType="num">
                                      <p:cBhvr additive="base">
                                        <p:cTn id="82" dur="500" fill="hold"/>
                                        <p:tgtEl>
                                          <p:spTgt spid="203841"/>
                                        </p:tgtEl>
                                        <p:attrNameLst>
                                          <p:attrName>ppt_y</p:attrName>
                                        </p:attrNameLst>
                                      </p:cBhvr>
                                      <p:tavLst>
                                        <p:tav tm="0">
                                          <p:val>
                                            <p:strVal val="1+#ppt_h/2"/>
                                          </p:val>
                                        </p:tav>
                                        <p:tav tm="100000">
                                          <p:val>
                                            <p:strVal val="#ppt_y"/>
                                          </p:val>
                                        </p:tav>
                                      </p:tavLst>
                                    </p:anim>
                                  </p:childTnLst>
                                </p:cTn>
                              </p:par>
                              <p:par>
                                <p:cTn id="83" presetID="2" presetClass="entr" presetSubtype="4" fill="hold" grpId="0" nodeType="withEffect">
                                  <p:stCondLst>
                                    <p:cond delay="0"/>
                                  </p:stCondLst>
                                  <p:childTnLst>
                                    <p:set>
                                      <p:cBhvr>
                                        <p:cTn id="84" dur="1" fill="hold">
                                          <p:stCondLst>
                                            <p:cond delay="0"/>
                                          </p:stCondLst>
                                        </p:cTn>
                                        <p:tgtEl>
                                          <p:spTgt spid="203844"/>
                                        </p:tgtEl>
                                        <p:attrNameLst>
                                          <p:attrName>style.visibility</p:attrName>
                                        </p:attrNameLst>
                                      </p:cBhvr>
                                      <p:to>
                                        <p:strVal val="visible"/>
                                      </p:to>
                                    </p:set>
                                    <p:anim calcmode="lin" valueType="num">
                                      <p:cBhvr additive="base">
                                        <p:cTn id="85" dur="500" fill="hold"/>
                                        <p:tgtEl>
                                          <p:spTgt spid="203844"/>
                                        </p:tgtEl>
                                        <p:attrNameLst>
                                          <p:attrName>ppt_x</p:attrName>
                                        </p:attrNameLst>
                                      </p:cBhvr>
                                      <p:tavLst>
                                        <p:tav tm="0">
                                          <p:val>
                                            <p:strVal val="#ppt_x"/>
                                          </p:val>
                                        </p:tav>
                                        <p:tav tm="100000">
                                          <p:val>
                                            <p:strVal val="#ppt_x"/>
                                          </p:val>
                                        </p:tav>
                                      </p:tavLst>
                                    </p:anim>
                                    <p:anim calcmode="lin" valueType="num">
                                      <p:cBhvr additive="base">
                                        <p:cTn id="86" dur="500" fill="hold"/>
                                        <p:tgtEl>
                                          <p:spTgt spid="203844"/>
                                        </p:tgtEl>
                                        <p:attrNameLst>
                                          <p:attrName>ppt_y</p:attrName>
                                        </p:attrNameLst>
                                      </p:cBhvr>
                                      <p:tavLst>
                                        <p:tav tm="0">
                                          <p:val>
                                            <p:strVal val="1+#ppt_h/2"/>
                                          </p:val>
                                        </p:tav>
                                        <p:tav tm="100000">
                                          <p:val>
                                            <p:strVal val="#ppt_y"/>
                                          </p:val>
                                        </p:tav>
                                      </p:tavLst>
                                    </p:anim>
                                  </p:childTnLst>
                                </p:cTn>
                              </p:par>
                              <p:par>
                                <p:cTn id="87" presetID="2" presetClass="entr" presetSubtype="4" fill="hold" grpId="0" nodeType="withEffect">
                                  <p:stCondLst>
                                    <p:cond delay="0"/>
                                  </p:stCondLst>
                                  <p:childTnLst>
                                    <p:set>
                                      <p:cBhvr>
                                        <p:cTn id="88" dur="1" fill="hold">
                                          <p:stCondLst>
                                            <p:cond delay="0"/>
                                          </p:stCondLst>
                                        </p:cTn>
                                        <p:tgtEl>
                                          <p:spTgt spid="203845"/>
                                        </p:tgtEl>
                                        <p:attrNameLst>
                                          <p:attrName>style.visibility</p:attrName>
                                        </p:attrNameLst>
                                      </p:cBhvr>
                                      <p:to>
                                        <p:strVal val="visible"/>
                                      </p:to>
                                    </p:set>
                                    <p:anim calcmode="lin" valueType="num">
                                      <p:cBhvr additive="base">
                                        <p:cTn id="89" dur="500" fill="hold"/>
                                        <p:tgtEl>
                                          <p:spTgt spid="203845"/>
                                        </p:tgtEl>
                                        <p:attrNameLst>
                                          <p:attrName>ppt_x</p:attrName>
                                        </p:attrNameLst>
                                      </p:cBhvr>
                                      <p:tavLst>
                                        <p:tav tm="0">
                                          <p:val>
                                            <p:strVal val="#ppt_x"/>
                                          </p:val>
                                        </p:tav>
                                        <p:tav tm="100000">
                                          <p:val>
                                            <p:strVal val="#ppt_x"/>
                                          </p:val>
                                        </p:tav>
                                      </p:tavLst>
                                    </p:anim>
                                    <p:anim calcmode="lin" valueType="num">
                                      <p:cBhvr additive="base">
                                        <p:cTn id="90" dur="500" fill="hold"/>
                                        <p:tgtEl>
                                          <p:spTgt spid="203845"/>
                                        </p:tgtEl>
                                        <p:attrNameLst>
                                          <p:attrName>ppt_y</p:attrName>
                                        </p:attrNameLst>
                                      </p:cBhvr>
                                      <p:tavLst>
                                        <p:tav tm="0">
                                          <p:val>
                                            <p:strVal val="1+#ppt_h/2"/>
                                          </p:val>
                                        </p:tav>
                                        <p:tav tm="100000">
                                          <p:val>
                                            <p:strVal val="#ppt_y"/>
                                          </p:val>
                                        </p:tav>
                                      </p:tavLst>
                                    </p:anim>
                                  </p:childTnLst>
                                </p:cTn>
                              </p:par>
                              <p:par>
                                <p:cTn id="91" presetID="2" presetClass="entr" presetSubtype="4" fill="hold" grpId="0" nodeType="withEffect">
                                  <p:stCondLst>
                                    <p:cond delay="0"/>
                                  </p:stCondLst>
                                  <p:childTnLst>
                                    <p:set>
                                      <p:cBhvr>
                                        <p:cTn id="92" dur="1" fill="hold">
                                          <p:stCondLst>
                                            <p:cond delay="0"/>
                                          </p:stCondLst>
                                        </p:cTn>
                                        <p:tgtEl>
                                          <p:spTgt spid="203846"/>
                                        </p:tgtEl>
                                        <p:attrNameLst>
                                          <p:attrName>style.visibility</p:attrName>
                                        </p:attrNameLst>
                                      </p:cBhvr>
                                      <p:to>
                                        <p:strVal val="visible"/>
                                      </p:to>
                                    </p:set>
                                    <p:anim calcmode="lin" valueType="num">
                                      <p:cBhvr additive="base">
                                        <p:cTn id="93" dur="500" fill="hold"/>
                                        <p:tgtEl>
                                          <p:spTgt spid="203846"/>
                                        </p:tgtEl>
                                        <p:attrNameLst>
                                          <p:attrName>ppt_x</p:attrName>
                                        </p:attrNameLst>
                                      </p:cBhvr>
                                      <p:tavLst>
                                        <p:tav tm="0">
                                          <p:val>
                                            <p:strVal val="#ppt_x"/>
                                          </p:val>
                                        </p:tav>
                                        <p:tav tm="100000">
                                          <p:val>
                                            <p:strVal val="#ppt_x"/>
                                          </p:val>
                                        </p:tav>
                                      </p:tavLst>
                                    </p:anim>
                                    <p:anim calcmode="lin" valueType="num">
                                      <p:cBhvr additive="base">
                                        <p:cTn id="94" dur="500" fill="hold"/>
                                        <p:tgtEl>
                                          <p:spTgt spid="203846"/>
                                        </p:tgtEl>
                                        <p:attrNameLst>
                                          <p:attrName>ppt_y</p:attrName>
                                        </p:attrNameLst>
                                      </p:cBhvr>
                                      <p:tavLst>
                                        <p:tav tm="0">
                                          <p:val>
                                            <p:strVal val="1+#ppt_h/2"/>
                                          </p:val>
                                        </p:tav>
                                        <p:tav tm="100000">
                                          <p:val>
                                            <p:strVal val="#ppt_y"/>
                                          </p:val>
                                        </p:tav>
                                      </p:tavLst>
                                    </p:anim>
                                  </p:childTnLst>
                                </p:cTn>
                              </p:par>
                              <p:par>
                                <p:cTn id="95" presetID="2" presetClass="entr" presetSubtype="4" fill="hold" grpId="0" nodeType="withEffect">
                                  <p:stCondLst>
                                    <p:cond delay="0"/>
                                  </p:stCondLst>
                                  <p:childTnLst>
                                    <p:set>
                                      <p:cBhvr>
                                        <p:cTn id="96" dur="1" fill="hold">
                                          <p:stCondLst>
                                            <p:cond delay="0"/>
                                          </p:stCondLst>
                                        </p:cTn>
                                        <p:tgtEl>
                                          <p:spTgt spid="203847"/>
                                        </p:tgtEl>
                                        <p:attrNameLst>
                                          <p:attrName>style.visibility</p:attrName>
                                        </p:attrNameLst>
                                      </p:cBhvr>
                                      <p:to>
                                        <p:strVal val="visible"/>
                                      </p:to>
                                    </p:set>
                                    <p:anim calcmode="lin" valueType="num">
                                      <p:cBhvr additive="base">
                                        <p:cTn id="97" dur="500" fill="hold"/>
                                        <p:tgtEl>
                                          <p:spTgt spid="203847"/>
                                        </p:tgtEl>
                                        <p:attrNameLst>
                                          <p:attrName>ppt_x</p:attrName>
                                        </p:attrNameLst>
                                      </p:cBhvr>
                                      <p:tavLst>
                                        <p:tav tm="0">
                                          <p:val>
                                            <p:strVal val="#ppt_x"/>
                                          </p:val>
                                        </p:tav>
                                        <p:tav tm="100000">
                                          <p:val>
                                            <p:strVal val="#ppt_x"/>
                                          </p:val>
                                        </p:tav>
                                      </p:tavLst>
                                    </p:anim>
                                    <p:anim calcmode="lin" valueType="num">
                                      <p:cBhvr additive="base">
                                        <p:cTn id="98" dur="500" fill="hold"/>
                                        <p:tgtEl>
                                          <p:spTgt spid="203847"/>
                                        </p:tgtEl>
                                        <p:attrNameLst>
                                          <p:attrName>ppt_y</p:attrName>
                                        </p:attrNameLst>
                                      </p:cBhvr>
                                      <p:tavLst>
                                        <p:tav tm="0">
                                          <p:val>
                                            <p:strVal val="1+#ppt_h/2"/>
                                          </p:val>
                                        </p:tav>
                                        <p:tav tm="100000">
                                          <p:val>
                                            <p:strVal val="#ppt_y"/>
                                          </p:val>
                                        </p:tav>
                                      </p:tavLst>
                                    </p:anim>
                                  </p:childTnLst>
                                </p:cTn>
                              </p:par>
                              <p:par>
                                <p:cTn id="99" presetID="2" presetClass="entr" presetSubtype="4" fill="hold" grpId="0" nodeType="withEffect">
                                  <p:stCondLst>
                                    <p:cond delay="0"/>
                                  </p:stCondLst>
                                  <p:childTnLst>
                                    <p:set>
                                      <p:cBhvr>
                                        <p:cTn id="100" dur="1" fill="hold">
                                          <p:stCondLst>
                                            <p:cond delay="0"/>
                                          </p:stCondLst>
                                        </p:cTn>
                                        <p:tgtEl>
                                          <p:spTgt spid="203848"/>
                                        </p:tgtEl>
                                        <p:attrNameLst>
                                          <p:attrName>style.visibility</p:attrName>
                                        </p:attrNameLst>
                                      </p:cBhvr>
                                      <p:to>
                                        <p:strVal val="visible"/>
                                      </p:to>
                                    </p:set>
                                    <p:anim calcmode="lin" valueType="num">
                                      <p:cBhvr additive="base">
                                        <p:cTn id="101" dur="500" fill="hold"/>
                                        <p:tgtEl>
                                          <p:spTgt spid="203848"/>
                                        </p:tgtEl>
                                        <p:attrNameLst>
                                          <p:attrName>ppt_x</p:attrName>
                                        </p:attrNameLst>
                                      </p:cBhvr>
                                      <p:tavLst>
                                        <p:tav tm="0">
                                          <p:val>
                                            <p:strVal val="#ppt_x"/>
                                          </p:val>
                                        </p:tav>
                                        <p:tav tm="100000">
                                          <p:val>
                                            <p:strVal val="#ppt_x"/>
                                          </p:val>
                                        </p:tav>
                                      </p:tavLst>
                                    </p:anim>
                                    <p:anim calcmode="lin" valueType="num">
                                      <p:cBhvr additive="base">
                                        <p:cTn id="102" dur="500" fill="hold"/>
                                        <p:tgtEl>
                                          <p:spTgt spid="203848"/>
                                        </p:tgtEl>
                                        <p:attrNameLst>
                                          <p:attrName>ppt_y</p:attrName>
                                        </p:attrNameLst>
                                      </p:cBhvr>
                                      <p:tavLst>
                                        <p:tav tm="0">
                                          <p:val>
                                            <p:strVal val="1+#ppt_h/2"/>
                                          </p:val>
                                        </p:tav>
                                        <p:tav tm="100000">
                                          <p:val>
                                            <p:strVal val="#ppt_y"/>
                                          </p:val>
                                        </p:tav>
                                      </p:tavLst>
                                    </p:anim>
                                  </p:childTnLst>
                                </p:cTn>
                              </p:par>
                              <p:par>
                                <p:cTn id="103" presetID="2" presetClass="entr" presetSubtype="4" fill="hold" grpId="0" nodeType="withEffect">
                                  <p:stCondLst>
                                    <p:cond delay="0"/>
                                  </p:stCondLst>
                                  <p:childTnLst>
                                    <p:set>
                                      <p:cBhvr>
                                        <p:cTn id="104" dur="1" fill="hold">
                                          <p:stCondLst>
                                            <p:cond delay="0"/>
                                          </p:stCondLst>
                                        </p:cTn>
                                        <p:tgtEl>
                                          <p:spTgt spid="203849"/>
                                        </p:tgtEl>
                                        <p:attrNameLst>
                                          <p:attrName>style.visibility</p:attrName>
                                        </p:attrNameLst>
                                      </p:cBhvr>
                                      <p:to>
                                        <p:strVal val="visible"/>
                                      </p:to>
                                    </p:set>
                                    <p:anim calcmode="lin" valueType="num">
                                      <p:cBhvr additive="base">
                                        <p:cTn id="105" dur="500" fill="hold"/>
                                        <p:tgtEl>
                                          <p:spTgt spid="203849"/>
                                        </p:tgtEl>
                                        <p:attrNameLst>
                                          <p:attrName>ppt_x</p:attrName>
                                        </p:attrNameLst>
                                      </p:cBhvr>
                                      <p:tavLst>
                                        <p:tav tm="0">
                                          <p:val>
                                            <p:strVal val="#ppt_x"/>
                                          </p:val>
                                        </p:tav>
                                        <p:tav tm="100000">
                                          <p:val>
                                            <p:strVal val="#ppt_x"/>
                                          </p:val>
                                        </p:tav>
                                      </p:tavLst>
                                    </p:anim>
                                    <p:anim calcmode="lin" valueType="num">
                                      <p:cBhvr additive="base">
                                        <p:cTn id="106" dur="500" fill="hold"/>
                                        <p:tgtEl>
                                          <p:spTgt spid="203849"/>
                                        </p:tgtEl>
                                        <p:attrNameLst>
                                          <p:attrName>ppt_y</p:attrName>
                                        </p:attrNameLst>
                                      </p:cBhvr>
                                      <p:tavLst>
                                        <p:tav tm="0">
                                          <p:val>
                                            <p:strVal val="1+#ppt_h/2"/>
                                          </p:val>
                                        </p:tav>
                                        <p:tav tm="100000">
                                          <p:val>
                                            <p:strVal val="#ppt_y"/>
                                          </p:val>
                                        </p:tav>
                                      </p:tavLst>
                                    </p:anim>
                                  </p:childTnLst>
                                </p:cTn>
                              </p:par>
                              <p:par>
                                <p:cTn id="107" presetID="2" presetClass="entr" presetSubtype="4" fill="hold" grpId="0" nodeType="withEffect">
                                  <p:stCondLst>
                                    <p:cond delay="0"/>
                                  </p:stCondLst>
                                  <p:childTnLst>
                                    <p:set>
                                      <p:cBhvr>
                                        <p:cTn id="108" dur="1" fill="hold">
                                          <p:stCondLst>
                                            <p:cond delay="0"/>
                                          </p:stCondLst>
                                        </p:cTn>
                                        <p:tgtEl>
                                          <p:spTgt spid="203850"/>
                                        </p:tgtEl>
                                        <p:attrNameLst>
                                          <p:attrName>style.visibility</p:attrName>
                                        </p:attrNameLst>
                                      </p:cBhvr>
                                      <p:to>
                                        <p:strVal val="visible"/>
                                      </p:to>
                                    </p:set>
                                    <p:anim calcmode="lin" valueType="num">
                                      <p:cBhvr additive="base">
                                        <p:cTn id="109" dur="500" fill="hold"/>
                                        <p:tgtEl>
                                          <p:spTgt spid="203850"/>
                                        </p:tgtEl>
                                        <p:attrNameLst>
                                          <p:attrName>ppt_x</p:attrName>
                                        </p:attrNameLst>
                                      </p:cBhvr>
                                      <p:tavLst>
                                        <p:tav tm="0">
                                          <p:val>
                                            <p:strVal val="#ppt_x"/>
                                          </p:val>
                                        </p:tav>
                                        <p:tav tm="100000">
                                          <p:val>
                                            <p:strVal val="#ppt_x"/>
                                          </p:val>
                                        </p:tav>
                                      </p:tavLst>
                                    </p:anim>
                                    <p:anim calcmode="lin" valueType="num">
                                      <p:cBhvr additive="base">
                                        <p:cTn id="110" dur="500" fill="hold"/>
                                        <p:tgtEl>
                                          <p:spTgt spid="203850"/>
                                        </p:tgtEl>
                                        <p:attrNameLst>
                                          <p:attrName>ppt_y</p:attrName>
                                        </p:attrNameLst>
                                      </p:cBhvr>
                                      <p:tavLst>
                                        <p:tav tm="0">
                                          <p:val>
                                            <p:strVal val="1+#ppt_h/2"/>
                                          </p:val>
                                        </p:tav>
                                        <p:tav tm="100000">
                                          <p:val>
                                            <p:strVal val="#ppt_y"/>
                                          </p:val>
                                        </p:tav>
                                      </p:tavLst>
                                    </p:anim>
                                  </p:childTnLst>
                                </p:cTn>
                              </p:par>
                              <p:par>
                                <p:cTn id="111" presetID="2" presetClass="entr" presetSubtype="4" fill="hold" grpId="0" nodeType="withEffect">
                                  <p:stCondLst>
                                    <p:cond delay="0"/>
                                  </p:stCondLst>
                                  <p:childTnLst>
                                    <p:set>
                                      <p:cBhvr>
                                        <p:cTn id="112" dur="1" fill="hold">
                                          <p:stCondLst>
                                            <p:cond delay="0"/>
                                          </p:stCondLst>
                                        </p:cTn>
                                        <p:tgtEl>
                                          <p:spTgt spid="203851"/>
                                        </p:tgtEl>
                                        <p:attrNameLst>
                                          <p:attrName>style.visibility</p:attrName>
                                        </p:attrNameLst>
                                      </p:cBhvr>
                                      <p:to>
                                        <p:strVal val="visible"/>
                                      </p:to>
                                    </p:set>
                                    <p:anim calcmode="lin" valueType="num">
                                      <p:cBhvr additive="base">
                                        <p:cTn id="113" dur="500" fill="hold"/>
                                        <p:tgtEl>
                                          <p:spTgt spid="203851"/>
                                        </p:tgtEl>
                                        <p:attrNameLst>
                                          <p:attrName>ppt_x</p:attrName>
                                        </p:attrNameLst>
                                      </p:cBhvr>
                                      <p:tavLst>
                                        <p:tav tm="0">
                                          <p:val>
                                            <p:strVal val="#ppt_x"/>
                                          </p:val>
                                        </p:tav>
                                        <p:tav tm="100000">
                                          <p:val>
                                            <p:strVal val="#ppt_x"/>
                                          </p:val>
                                        </p:tav>
                                      </p:tavLst>
                                    </p:anim>
                                    <p:anim calcmode="lin" valueType="num">
                                      <p:cBhvr additive="base">
                                        <p:cTn id="114" dur="500" fill="hold"/>
                                        <p:tgtEl>
                                          <p:spTgt spid="203851"/>
                                        </p:tgtEl>
                                        <p:attrNameLst>
                                          <p:attrName>ppt_y</p:attrName>
                                        </p:attrNameLst>
                                      </p:cBhvr>
                                      <p:tavLst>
                                        <p:tav tm="0">
                                          <p:val>
                                            <p:strVal val="1+#ppt_h/2"/>
                                          </p:val>
                                        </p:tav>
                                        <p:tav tm="100000">
                                          <p:val>
                                            <p:strVal val="#ppt_y"/>
                                          </p:val>
                                        </p:tav>
                                      </p:tavLst>
                                    </p:anim>
                                  </p:childTnLst>
                                </p:cTn>
                              </p:par>
                              <p:par>
                                <p:cTn id="115" presetID="2" presetClass="entr" presetSubtype="4" fill="hold" grpId="0" nodeType="withEffect">
                                  <p:stCondLst>
                                    <p:cond delay="0"/>
                                  </p:stCondLst>
                                  <p:childTnLst>
                                    <p:set>
                                      <p:cBhvr>
                                        <p:cTn id="116" dur="1" fill="hold">
                                          <p:stCondLst>
                                            <p:cond delay="0"/>
                                          </p:stCondLst>
                                        </p:cTn>
                                        <p:tgtEl>
                                          <p:spTgt spid="203852"/>
                                        </p:tgtEl>
                                        <p:attrNameLst>
                                          <p:attrName>style.visibility</p:attrName>
                                        </p:attrNameLst>
                                      </p:cBhvr>
                                      <p:to>
                                        <p:strVal val="visible"/>
                                      </p:to>
                                    </p:set>
                                    <p:anim calcmode="lin" valueType="num">
                                      <p:cBhvr additive="base">
                                        <p:cTn id="117" dur="500" fill="hold"/>
                                        <p:tgtEl>
                                          <p:spTgt spid="203852"/>
                                        </p:tgtEl>
                                        <p:attrNameLst>
                                          <p:attrName>ppt_x</p:attrName>
                                        </p:attrNameLst>
                                      </p:cBhvr>
                                      <p:tavLst>
                                        <p:tav tm="0">
                                          <p:val>
                                            <p:strVal val="#ppt_x"/>
                                          </p:val>
                                        </p:tav>
                                        <p:tav tm="100000">
                                          <p:val>
                                            <p:strVal val="#ppt_x"/>
                                          </p:val>
                                        </p:tav>
                                      </p:tavLst>
                                    </p:anim>
                                    <p:anim calcmode="lin" valueType="num">
                                      <p:cBhvr additive="base">
                                        <p:cTn id="118" dur="500" fill="hold"/>
                                        <p:tgtEl>
                                          <p:spTgt spid="203852"/>
                                        </p:tgtEl>
                                        <p:attrNameLst>
                                          <p:attrName>ppt_y</p:attrName>
                                        </p:attrNameLst>
                                      </p:cBhvr>
                                      <p:tavLst>
                                        <p:tav tm="0">
                                          <p:val>
                                            <p:strVal val="1+#ppt_h/2"/>
                                          </p:val>
                                        </p:tav>
                                        <p:tav tm="100000">
                                          <p:val>
                                            <p:strVal val="#ppt_y"/>
                                          </p:val>
                                        </p:tav>
                                      </p:tavLst>
                                    </p:anim>
                                  </p:childTnLst>
                                </p:cTn>
                              </p:par>
                              <p:par>
                                <p:cTn id="119" presetID="2" presetClass="entr" presetSubtype="4" fill="hold" grpId="0" nodeType="withEffect">
                                  <p:stCondLst>
                                    <p:cond delay="0"/>
                                  </p:stCondLst>
                                  <p:childTnLst>
                                    <p:set>
                                      <p:cBhvr>
                                        <p:cTn id="120" dur="1" fill="hold">
                                          <p:stCondLst>
                                            <p:cond delay="0"/>
                                          </p:stCondLst>
                                        </p:cTn>
                                        <p:tgtEl>
                                          <p:spTgt spid="203853"/>
                                        </p:tgtEl>
                                        <p:attrNameLst>
                                          <p:attrName>style.visibility</p:attrName>
                                        </p:attrNameLst>
                                      </p:cBhvr>
                                      <p:to>
                                        <p:strVal val="visible"/>
                                      </p:to>
                                    </p:set>
                                    <p:anim calcmode="lin" valueType="num">
                                      <p:cBhvr additive="base">
                                        <p:cTn id="121" dur="500" fill="hold"/>
                                        <p:tgtEl>
                                          <p:spTgt spid="203853"/>
                                        </p:tgtEl>
                                        <p:attrNameLst>
                                          <p:attrName>ppt_x</p:attrName>
                                        </p:attrNameLst>
                                      </p:cBhvr>
                                      <p:tavLst>
                                        <p:tav tm="0">
                                          <p:val>
                                            <p:strVal val="#ppt_x"/>
                                          </p:val>
                                        </p:tav>
                                        <p:tav tm="100000">
                                          <p:val>
                                            <p:strVal val="#ppt_x"/>
                                          </p:val>
                                        </p:tav>
                                      </p:tavLst>
                                    </p:anim>
                                    <p:anim calcmode="lin" valueType="num">
                                      <p:cBhvr additive="base">
                                        <p:cTn id="122" dur="500" fill="hold"/>
                                        <p:tgtEl>
                                          <p:spTgt spid="203853"/>
                                        </p:tgtEl>
                                        <p:attrNameLst>
                                          <p:attrName>ppt_y</p:attrName>
                                        </p:attrNameLst>
                                      </p:cBhvr>
                                      <p:tavLst>
                                        <p:tav tm="0">
                                          <p:val>
                                            <p:strVal val="1+#ppt_h/2"/>
                                          </p:val>
                                        </p:tav>
                                        <p:tav tm="100000">
                                          <p:val>
                                            <p:strVal val="#ppt_y"/>
                                          </p:val>
                                        </p:tav>
                                      </p:tavLst>
                                    </p:anim>
                                  </p:childTnLst>
                                </p:cTn>
                              </p:par>
                            </p:childTnLst>
                          </p:cTn>
                        </p:par>
                      </p:childTnLst>
                    </p:cTn>
                  </p:par>
                  <p:par>
                    <p:cTn id="123" fill="hold" nodeType="clickPar">
                      <p:stCondLst>
                        <p:cond delay="indefinite"/>
                      </p:stCondLst>
                      <p:childTnLst>
                        <p:par>
                          <p:cTn id="124" fill="hold" nodeType="withGroup">
                            <p:stCondLst>
                              <p:cond delay="0"/>
                            </p:stCondLst>
                            <p:childTnLst>
                              <p:par>
                                <p:cTn id="125" presetID="2" presetClass="entr" presetSubtype="4" fill="hold" grpId="0" nodeType="clickEffect">
                                  <p:stCondLst>
                                    <p:cond delay="0"/>
                                  </p:stCondLst>
                                  <p:childTnLst>
                                    <p:set>
                                      <p:cBhvr>
                                        <p:cTn id="126" dur="1" fill="hold">
                                          <p:stCondLst>
                                            <p:cond delay="0"/>
                                          </p:stCondLst>
                                        </p:cTn>
                                        <p:tgtEl>
                                          <p:spTgt spid="42"/>
                                        </p:tgtEl>
                                        <p:attrNameLst>
                                          <p:attrName>style.visibility</p:attrName>
                                        </p:attrNameLst>
                                      </p:cBhvr>
                                      <p:to>
                                        <p:strVal val="visible"/>
                                      </p:to>
                                    </p:set>
                                    <p:anim calcmode="lin" valueType="num">
                                      <p:cBhvr additive="base">
                                        <p:cTn id="127" dur="500" fill="hold"/>
                                        <p:tgtEl>
                                          <p:spTgt spid="42"/>
                                        </p:tgtEl>
                                        <p:attrNameLst>
                                          <p:attrName>ppt_x</p:attrName>
                                        </p:attrNameLst>
                                      </p:cBhvr>
                                      <p:tavLst>
                                        <p:tav tm="0">
                                          <p:val>
                                            <p:strVal val="#ppt_x"/>
                                          </p:val>
                                        </p:tav>
                                        <p:tav tm="100000">
                                          <p:val>
                                            <p:strVal val="#ppt_x"/>
                                          </p:val>
                                        </p:tav>
                                      </p:tavLst>
                                    </p:anim>
                                    <p:anim calcmode="lin" valueType="num">
                                      <p:cBhvr additive="base">
                                        <p:cTn id="128" dur="500" fill="hold"/>
                                        <p:tgtEl>
                                          <p:spTgt spid="42"/>
                                        </p:tgtEl>
                                        <p:attrNameLst>
                                          <p:attrName>ppt_y</p:attrName>
                                        </p:attrNameLst>
                                      </p:cBhvr>
                                      <p:tavLst>
                                        <p:tav tm="0">
                                          <p:val>
                                            <p:strVal val="1+#ppt_h/2"/>
                                          </p:val>
                                        </p:tav>
                                        <p:tav tm="100000">
                                          <p:val>
                                            <p:strVal val="#ppt_y"/>
                                          </p:val>
                                        </p:tav>
                                      </p:tavLst>
                                    </p:anim>
                                  </p:childTnLst>
                                </p:cTn>
                              </p:par>
                              <p:par>
                                <p:cTn id="129" presetID="2" presetClass="entr" presetSubtype="4" fill="hold" grpId="0" nodeType="withEffect">
                                  <p:stCondLst>
                                    <p:cond delay="0"/>
                                  </p:stCondLst>
                                  <p:childTnLst>
                                    <p:set>
                                      <p:cBhvr>
                                        <p:cTn id="130" dur="1" fill="hold">
                                          <p:stCondLst>
                                            <p:cond delay="0"/>
                                          </p:stCondLst>
                                        </p:cTn>
                                        <p:tgtEl>
                                          <p:spTgt spid="43"/>
                                        </p:tgtEl>
                                        <p:attrNameLst>
                                          <p:attrName>style.visibility</p:attrName>
                                        </p:attrNameLst>
                                      </p:cBhvr>
                                      <p:to>
                                        <p:strVal val="visible"/>
                                      </p:to>
                                    </p:set>
                                    <p:anim calcmode="lin" valueType="num">
                                      <p:cBhvr additive="base">
                                        <p:cTn id="131" dur="500" fill="hold"/>
                                        <p:tgtEl>
                                          <p:spTgt spid="43"/>
                                        </p:tgtEl>
                                        <p:attrNameLst>
                                          <p:attrName>ppt_x</p:attrName>
                                        </p:attrNameLst>
                                      </p:cBhvr>
                                      <p:tavLst>
                                        <p:tav tm="0">
                                          <p:val>
                                            <p:strVal val="#ppt_x"/>
                                          </p:val>
                                        </p:tav>
                                        <p:tav tm="100000">
                                          <p:val>
                                            <p:strVal val="#ppt_x"/>
                                          </p:val>
                                        </p:tav>
                                      </p:tavLst>
                                    </p:anim>
                                    <p:anim calcmode="lin" valueType="num">
                                      <p:cBhvr additive="base">
                                        <p:cTn id="132" dur="500" fill="hold"/>
                                        <p:tgtEl>
                                          <p:spTgt spid="43"/>
                                        </p:tgtEl>
                                        <p:attrNameLst>
                                          <p:attrName>ppt_y</p:attrName>
                                        </p:attrNameLst>
                                      </p:cBhvr>
                                      <p:tavLst>
                                        <p:tav tm="0">
                                          <p:val>
                                            <p:strVal val="1+#ppt_h/2"/>
                                          </p:val>
                                        </p:tav>
                                        <p:tav tm="100000">
                                          <p:val>
                                            <p:strVal val="#ppt_y"/>
                                          </p:val>
                                        </p:tav>
                                      </p:tavLst>
                                    </p:anim>
                                  </p:childTnLst>
                                </p:cTn>
                              </p:par>
                              <p:par>
                                <p:cTn id="133" presetID="2" presetClass="entr" presetSubtype="4" fill="hold" grpId="0" nodeType="withEffect">
                                  <p:stCondLst>
                                    <p:cond delay="0"/>
                                  </p:stCondLst>
                                  <p:childTnLst>
                                    <p:set>
                                      <p:cBhvr>
                                        <p:cTn id="134" dur="1" fill="hold">
                                          <p:stCondLst>
                                            <p:cond delay="0"/>
                                          </p:stCondLst>
                                        </p:cTn>
                                        <p:tgtEl>
                                          <p:spTgt spid="44"/>
                                        </p:tgtEl>
                                        <p:attrNameLst>
                                          <p:attrName>style.visibility</p:attrName>
                                        </p:attrNameLst>
                                      </p:cBhvr>
                                      <p:to>
                                        <p:strVal val="visible"/>
                                      </p:to>
                                    </p:set>
                                    <p:anim calcmode="lin" valueType="num">
                                      <p:cBhvr additive="base">
                                        <p:cTn id="135" dur="500" fill="hold"/>
                                        <p:tgtEl>
                                          <p:spTgt spid="44"/>
                                        </p:tgtEl>
                                        <p:attrNameLst>
                                          <p:attrName>ppt_x</p:attrName>
                                        </p:attrNameLst>
                                      </p:cBhvr>
                                      <p:tavLst>
                                        <p:tav tm="0">
                                          <p:val>
                                            <p:strVal val="#ppt_x"/>
                                          </p:val>
                                        </p:tav>
                                        <p:tav tm="100000">
                                          <p:val>
                                            <p:strVal val="#ppt_x"/>
                                          </p:val>
                                        </p:tav>
                                      </p:tavLst>
                                    </p:anim>
                                    <p:anim calcmode="lin" valueType="num">
                                      <p:cBhvr additive="base">
                                        <p:cTn id="136" dur="500" fill="hold"/>
                                        <p:tgtEl>
                                          <p:spTgt spid="44"/>
                                        </p:tgtEl>
                                        <p:attrNameLst>
                                          <p:attrName>ppt_y</p:attrName>
                                        </p:attrNameLst>
                                      </p:cBhvr>
                                      <p:tavLst>
                                        <p:tav tm="0">
                                          <p:val>
                                            <p:strVal val="1+#ppt_h/2"/>
                                          </p:val>
                                        </p:tav>
                                        <p:tav tm="100000">
                                          <p:val>
                                            <p:strVal val="#ppt_y"/>
                                          </p:val>
                                        </p:tav>
                                      </p:tavLst>
                                    </p:anim>
                                  </p:childTnLst>
                                </p:cTn>
                              </p:par>
                              <p:par>
                                <p:cTn id="137" presetID="2" presetClass="entr" presetSubtype="4" fill="hold" grpId="0" nodeType="withEffect">
                                  <p:stCondLst>
                                    <p:cond delay="0"/>
                                  </p:stCondLst>
                                  <p:childTnLst>
                                    <p:set>
                                      <p:cBhvr>
                                        <p:cTn id="138" dur="1" fill="hold">
                                          <p:stCondLst>
                                            <p:cond delay="0"/>
                                          </p:stCondLst>
                                        </p:cTn>
                                        <p:tgtEl>
                                          <p:spTgt spid="51"/>
                                        </p:tgtEl>
                                        <p:attrNameLst>
                                          <p:attrName>style.visibility</p:attrName>
                                        </p:attrNameLst>
                                      </p:cBhvr>
                                      <p:to>
                                        <p:strVal val="visible"/>
                                      </p:to>
                                    </p:set>
                                    <p:anim calcmode="lin" valueType="num">
                                      <p:cBhvr additive="base">
                                        <p:cTn id="139" dur="500" fill="hold"/>
                                        <p:tgtEl>
                                          <p:spTgt spid="51"/>
                                        </p:tgtEl>
                                        <p:attrNameLst>
                                          <p:attrName>ppt_x</p:attrName>
                                        </p:attrNameLst>
                                      </p:cBhvr>
                                      <p:tavLst>
                                        <p:tav tm="0">
                                          <p:val>
                                            <p:strVal val="#ppt_x"/>
                                          </p:val>
                                        </p:tav>
                                        <p:tav tm="100000">
                                          <p:val>
                                            <p:strVal val="#ppt_x"/>
                                          </p:val>
                                        </p:tav>
                                      </p:tavLst>
                                    </p:anim>
                                    <p:anim calcmode="lin" valueType="num">
                                      <p:cBhvr additive="base">
                                        <p:cTn id="140"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824" grpId="0"/>
      <p:bldP spid="203825" grpId="0"/>
      <p:bldP spid="203826" grpId="0"/>
      <p:bldP spid="203827" grpId="0"/>
      <p:bldP spid="203828" grpId="0"/>
      <p:bldP spid="203829" grpId="0"/>
      <p:bldP spid="203830" grpId="0"/>
      <p:bldP spid="203831" grpId="0"/>
      <p:bldP spid="203832" grpId="0"/>
      <p:bldP spid="203834" grpId="0" animBg="1"/>
      <p:bldP spid="203835" grpId="0"/>
      <p:bldP spid="203836" grpId="0"/>
      <p:bldP spid="203837" grpId="0"/>
      <p:bldP spid="203838" grpId="0"/>
      <p:bldP spid="203839" grpId="0" animBg="1"/>
      <p:bldP spid="203840" grpId="0" animBg="1"/>
      <p:bldP spid="203841" grpId="0" animBg="1"/>
      <p:bldP spid="203844" grpId="0" animBg="1"/>
      <p:bldP spid="203845" grpId="0" animBg="1"/>
      <p:bldP spid="203846" grpId="0" animBg="1"/>
      <p:bldP spid="203847" grpId="0" animBg="1"/>
      <p:bldP spid="203848" grpId="0" animBg="1"/>
      <p:bldP spid="203849" grpId="0"/>
      <p:bldP spid="203850" grpId="0"/>
      <p:bldP spid="203851" grpId="0"/>
      <p:bldP spid="203852" grpId="0"/>
      <p:bldP spid="203853" grpId="0"/>
      <p:bldP spid="42" grpId="0"/>
      <p:bldP spid="43" grpId="0"/>
      <p:bldP spid="44" grpId="0"/>
      <p:bldP spid="51"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1981200" y="274638"/>
            <a:ext cx="8229600" cy="558800"/>
          </a:xfrm>
        </p:spPr>
        <p:txBody>
          <a:bodyPr/>
          <a:lstStyle/>
          <a:p>
            <a:pPr eaLnBrk="1" hangingPunct="1"/>
            <a:r>
              <a:rPr lang="zh-CN" altLang="en-US" sz="4000"/>
              <a:t>一卡通工作原理</a:t>
            </a:r>
          </a:p>
        </p:txBody>
      </p:sp>
      <p:sp>
        <p:nvSpPr>
          <p:cNvPr id="60419" name="Rectangle 5"/>
          <p:cNvSpPr>
            <a:spLocks noChangeArrowheads="1"/>
          </p:cNvSpPr>
          <p:nvPr/>
        </p:nvSpPr>
        <p:spPr bwMode="auto">
          <a:xfrm>
            <a:off x="1524001" y="2629972"/>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pic>
        <p:nvPicPr>
          <p:cNvPr id="60420" name="Picture 4" descr="DSC0002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7700" y="1074739"/>
            <a:ext cx="3238500" cy="229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7094" name="Picture 6"/>
          <p:cNvPicPr>
            <a:picLocks noChangeAspect="1" noChangeArrowheads="1"/>
          </p:cNvPicPr>
          <p:nvPr/>
        </p:nvPicPr>
        <p:blipFill>
          <a:blip r:embed="rId4">
            <a:lum bright="-28000" contrast="22000"/>
            <a:extLst>
              <a:ext uri="{28A0092B-C50C-407E-A947-70E740481C1C}">
                <a14:useLocalDpi xmlns:a14="http://schemas.microsoft.com/office/drawing/2010/main" val="0"/>
              </a:ext>
            </a:extLst>
          </a:blip>
          <a:srcRect l="19193" t="7985" r="19193" b="7985"/>
          <a:stretch>
            <a:fillRect/>
          </a:stretch>
        </p:blipFill>
        <p:spPr bwMode="auto">
          <a:xfrm>
            <a:off x="6453188" y="1062038"/>
            <a:ext cx="3179762" cy="240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7095" name="Rectangle 7"/>
          <p:cNvSpPr>
            <a:spLocks noChangeArrowheads="1"/>
          </p:cNvSpPr>
          <p:nvPr/>
        </p:nvSpPr>
        <p:spPr bwMode="auto">
          <a:xfrm>
            <a:off x="429207" y="4403754"/>
            <a:ext cx="11178073"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1800" dirty="0">
                <a:solidFill>
                  <a:srgbClr val="0000FF"/>
                </a:solidFill>
              </a:rPr>
              <a:t>一卡通工作时，由专门的射频读写器向卡片发出一组固定频率的电磁波，卡片内有一个</a:t>
            </a:r>
            <a:r>
              <a:rPr kumimoji="1" lang="en-US" altLang="zh-CN" sz="1800" dirty="0">
                <a:solidFill>
                  <a:srgbClr val="0000FF"/>
                </a:solidFill>
              </a:rPr>
              <a:t>IC</a:t>
            </a:r>
            <a:r>
              <a:rPr kumimoji="1" lang="zh-CN" altLang="en-US" sz="1800" dirty="0">
                <a:solidFill>
                  <a:srgbClr val="0000FF"/>
                </a:solidFill>
              </a:rPr>
              <a:t>串联谐振电路，其频率与读写器发射的频率相同，这样在电磁波激励下，谐振电路产生共振，从而使电容内有了电荷。在这个电荷的另一端，接有一个单向导通的电子泵，将电容内的电荷送到另一个电容内存储。当所积累的电荷达到一定大小时，此电容可作为电源供电。该电流为</a:t>
            </a:r>
            <a:r>
              <a:rPr kumimoji="1" lang="en-US" altLang="zh-CN" sz="1800" dirty="0">
                <a:solidFill>
                  <a:srgbClr val="0000FF"/>
                </a:solidFill>
              </a:rPr>
              <a:t>MPU</a:t>
            </a:r>
            <a:r>
              <a:rPr kumimoji="1" lang="zh-CN" altLang="en-US" sz="1800" dirty="0">
                <a:solidFill>
                  <a:srgbClr val="0000FF"/>
                </a:solidFill>
              </a:rPr>
              <a:t>（</a:t>
            </a:r>
            <a:r>
              <a:rPr kumimoji="1" lang="en-US" altLang="zh-CN" sz="1800" dirty="0">
                <a:solidFill>
                  <a:srgbClr val="0000FF"/>
                </a:solidFill>
              </a:rPr>
              <a:t>Micro Processor Unit</a:t>
            </a:r>
            <a:r>
              <a:rPr kumimoji="1" lang="zh-CN" altLang="en-US" sz="1800" dirty="0">
                <a:solidFill>
                  <a:srgbClr val="0000FF"/>
                </a:solidFill>
              </a:rPr>
              <a:t>）提供能源并同时加载一定形式的数据信息。</a:t>
            </a:r>
            <a:r>
              <a:rPr kumimoji="1" lang="en-US" altLang="zh-CN" sz="1800" dirty="0">
                <a:solidFill>
                  <a:srgbClr val="0000FF"/>
                </a:solidFill>
              </a:rPr>
              <a:t>MPU</a:t>
            </a:r>
            <a:r>
              <a:rPr kumimoji="1" lang="zh-CN" altLang="en-US" sz="1800" dirty="0">
                <a:solidFill>
                  <a:srgbClr val="0000FF"/>
                </a:solidFill>
              </a:rPr>
              <a:t>先与读卡机同步，从</a:t>
            </a:r>
            <a:r>
              <a:rPr kumimoji="1" lang="en-US" altLang="zh-CN" sz="1800" dirty="0">
                <a:solidFill>
                  <a:srgbClr val="0000FF"/>
                </a:solidFill>
              </a:rPr>
              <a:t>FLASH ROM</a:t>
            </a:r>
            <a:r>
              <a:rPr kumimoji="1" lang="zh-CN" altLang="en-US" sz="1800" dirty="0">
                <a:solidFill>
                  <a:srgbClr val="0000FF"/>
                </a:solidFill>
              </a:rPr>
              <a:t>中取得卡片身份资料，与读卡机进行验证。验证完成后，对</a:t>
            </a:r>
            <a:r>
              <a:rPr kumimoji="1" lang="en-US" altLang="zh-CN" sz="1800" dirty="0">
                <a:solidFill>
                  <a:srgbClr val="0000FF"/>
                </a:solidFill>
              </a:rPr>
              <a:t>FLASH ROM</a:t>
            </a:r>
            <a:r>
              <a:rPr kumimoji="1" lang="zh-CN" altLang="en-US" sz="1800" dirty="0">
                <a:solidFill>
                  <a:srgbClr val="0000FF"/>
                </a:solidFill>
              </a:rPr>
              <a:t>内的金额数据进行操作。操作成功后向读卡机发送数据，由读卡机向使用者显示余额等信息。</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17094"/>
                                        </p:tgtEl>
                                        <p:attrNameLst>
                                          <p:attrName>style.visibility</p:attrName>
                                        </p:attrNameLst>
                                      </p:cBhvr>
                                      <p:to>
                                        <p:strVal val="visible"/>
                                      </p:to>
                                    </p:set>
                                    <p:anim calcmode="lin" valueType="num">
                                      <p:cBhvr additive="base">
                                        <p:cTn id="7" dur="500" fill="hold"/>
                                        <p:tgtEl>
                                          <p:spTgt spid="217094"/>
                                        </p:tgtEl>
                                        <p:attrNameLst>
                                          <p:attrName>ppt_x</p:attrName>
                                        </p:attrNameLst>
                                      </p:cBhvr>
                                      <p:tavLst>
                                        <p:tav tm="0">
                                          <p:val>
                                            <p:strVal val="#ppt_x"/>
                                          </p:val>
                                        </p:tav>
                                        <p:tav tm="100000">
                                          <p:val>
                                            <p:strVal val="#ppt_x"/>
                                          </p:val>
                                        </p:tav>
                                      </p:tavLst>
                                    </p:anim>
                                    <p:anim calcmode="lin" valueType="num">
                                      <p:cBhvr additive="base">
                                        <p:cTn id="8" dur="500" fill="hold"/>
                                        <p:tgtEl>
                                          <p:spTgt spid="21709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217095"/>
                                        </p:tgtEl>
                                        <p:attrNameLst>
                                          <p:attrName>style.visibility</p:attrName>
                                        </p:attrNameLst>
                                      </p:cBhvr>
                                      <p:to>
                                        <p:strVal val="visible"/>
                                      </p:to>
                                    </p:set>
                                    <p:animEffect transition="in" filter="blinds(horizontal)">
                                      <p:cBhvr>
                                        <p:cTn id="13" dur="500"/>
                                        <p:tgtEl>
                                          <p:spTgt spid="2170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09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ext Box 2"/>
          <p:cNvSpPr txBox="1">
            <a:spLocks noChangeArrowheads="1"/>
          </p:cNvSpPr>
          <p:nvPr/>
        </p:nvSpPr>
        <p:spPr bwMode="auto">
          <a:xfrm>
            <a:off x="1905000" y="228601"/>
            <a:ext cx="1962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latin typeface="宋体" panose="02010600030101010101" pitchFamily="2" charset="-122"/>
              </a:rPr>
              <a:t>自感与互感</a:t>
            </a:r>
          </a:p>
        </p:txBody>
      </p:sp>
      <p:sp>
        <p:nvSpPr>
          <p:cNvPr id="62467" name="Text Box 3"/>
          <p:cNvSpPr txBox="1">
            <a:spLocks noChangeArrowheads="1"/>
          </p:cNvSpPr>
          <p:nvPr/>
        </p:nvSpPr>
        <p:spPr bwMode="auto">
          <a:xfrm>
            <a:off x="905070" y="914400"/>
            <a:ext cx="648633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dirty="0">
                <a:latin typeface="宋体" panose="02010600030101010101" pitchFamily="2" charset="-122"/>
              </a:rPr>
              <a:t>  </a:t>
            </a:r>
            <a:r>
              <a:rPr kumimoji="1" lang="zh-CN" altLang="en-US" sz="2800" dirty="0">
                <a:latin typeface="宋体" panose="02010600030101010101" pitchFamily="2" charset="-122"/>
              </a:rPr>
              <a:t>不论何种方式只要能使穿过闭合回路的磁通量发生变化，此闭合回路内就会有感应电动势出现。</a:t>
            </a:r>
          </a:p>
        </p:txBody>
      </p:sp>
      <p:sp>
        <p:nvSpPr>
          <p:cNvPr id="62468" name="Text Box 4"/>
          <p:cNvSpPr txBox="1">
            <a:spLocks noChangeArrowheads="1"/>
          </p:cNvSpPr>
          <p:nvPr/>
        </p:nvSpPr>
        <p:spPr bwMode="auto">
          <a:xfrm>
            <a:off x="905070" y="2527300"/>
            <a:ext cx="671493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latin typeface="宋体" panose="02010600030101010101" pitchFamily="2" charset="-122"/>
              </a:rPr>
              <a:t>引起磁通量变化的原因是多种多样的，必须依据情况作具体分析。</a:t>
            </a:r>
          </a:p>
        </p:txBody>
      </p:sp>
      <p:sp>
        <p:nvSpPr>
          <p:cNvPr id="62469" name="Text Box 5"/>
          <p:cNvSpPr txBox="1">
            <a:spLocks noChangeArrowheads="1"/>
          </p:cNvSpPr>
          <p:nvPr/>
        </p:nvSpPr>
        <p:spPr bwMode="auto">
          <a:xfrm>
            <a:off x="811764" y="3581401"/>
            <a:ext cx="8998986"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dirty="0">
                <a:latin typeface="宋体" panose="02010600030101010101" pitchFamily="2" charset="-122"/>
              </a:rPr>
              <a:t>如图，依场叠加原理知，穿过回路</a:t>
            </a:r>
            <a:r>
              <a:rPr kumimoji="1" lang="en-US" altLang="zh-CN" sz="2800" dirty="0">
                <a:latin typeface="宋体" panose="02010600030101010101" pitchFamily="2" charset="-122"/>
              </a:rPr>
              <a:t>1</a:t>
            </a:r>
            <a:r>
              <a:rPr kumimoji="1" lang="zh-CN" altLang="en-US" sz="2800" dirty="0">
                <a:latin typeface="宋体" panose="02010600030101010101" pitchFamily="2" charset="-122"/>
              </a:rPr>
              <a:t>的磁通量为：</a:t>
            </a:r>
          </a:p>
        </p:txBody>
      </p:sp>
      <p:grpSp>
        <p:nvGrpSpPr>
          <p:cNvPr id="62470" name="Group 6"/>
          <p:cNvGrpSpPr>
            <a:grpSpLocks/>
          </p:cNvGrpSpPr>
          <p:nvPr/>
        </p:nvGrpSpPr>
        <p:grpSpPr bwMode="auto">
          <a:xfrm>
            <a:off x="7239001" y="304801"/>
            <a:ext cx="2066925" cy="2905125"/>
            <a:chOff x="3600" y="192"/>
            <a:chExt cx="1302" cy="1830"/>
          </a:xfrm>
        </p:grpSpPr>
        <p:sp>
          <p:nvSpPr>
            <p:cNvPr id="62493" name="Line 7"/>
            <p:cNvSpPr>
              <a:spLocks noChangeShapeType="1"/>
            </p:cNvSpPr>
            <p:nvPr/>
          </p:nvSpPr>
          <p:spPr bwMode="auto">
            <a:xfrm flipV="1">
              <a:off x="3600" y="816"/>
              <a:ext cx="1302" cy="1"/>
            </a:xfrm>
            <a:prstGeom prst="line">
              <a:avLst/>
            </a:prstGeom>
            <a:noFill/>
            <a:ln w="25400" cap="rnd">
              <a:solidFill>
                <a:srgbClr val="FF00FF"/>
              </a:solidFill>
              <a:prstDash val="sysDot"/>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grpSp>
          <p:nvGrpSpPr>
            <p:cNvPr id="62494" name="Group 8"/>
            <p:cNvGrpSpPr>
              <a:grpSpLocks/>
            </p:cNvGrpSpPr>
            <p:nvPr/>
          </p:nvGrpSpPr>
          <p:grpSpPr bwMode="auto">
            <a:xfrm>
              <a:off x="3840" y="192"/>
              <a:ext cx="528" cy="1830"/>
              <a:chOff x="3600" y="343"/>
              <a:chExt cx="545" cy="1830"/>
            </a:xfrm>
          </p:grpSpPr>
          <p:graphicFrame>
            <p:nvGraphicFramePr>
              <p:cNvPr id="62495" name="Object 9"/>
              <p:cNvGraphicFramePr>
                <a:graphicFrameLocks noChangeAspect="1"/>
              </p:cNvGraphicFramePr>
              <p:nvPr/>
            </p:nvGraphicFramePr>
            <p:xfrm>
              <a:off x="3936" y="1776"/>
              <a:ext cx="209" cy="397"/>
            </p:xfrm>
            <a:graphic>
              <a:graphicData uri="http://schemas.openxmlformats.org/presentationml/2006/ole">
                <mc:AlternateContent xmlns:mc="http://schemas.openxmlformats.org/markup-compatibility/2006">
                  <mc:Choice xmlns:v="urn:schemas-microsoft-com:vml" Requires="v">
                    <p:oleObj spid="_x0000_s62642" name="Equation" r:id="rId4" imgW="139700" imgH="228600" progId="Equation.DSMT4">
                      <p:embed/>
                    </p:oleObj>
                  </mc:Choice>
                  <mc:Fallback>
                    <p:oleObj name="Equation" r:id="rId4" imgW="139700" imgH="228600" progId="Equation.DSMT4">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36" y="1776"/>
                            <a:ext cx="209" cy="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62496" name="Group 10"/>
              <p:cNvGrpSpPr>
                <a:grpSpLocks/>
              </p:cNvGrpSpPr>
              <p:nvPr/>
            </p:nvGrpSpPr>
            <p:grpSpPr bwMode="auto">
              <a:xfrm>
                <a:off x="3600" y="672"/>
                <a:ext cx="288" cy="1475"/>
                <a:chOff x="3600" y="672"/>
                <a:chExt cx="288" cy="1475"/>
              </a:xfrm>
            </p:grpSpPr>
            <p:grpSp>
              <p:nvGrpSpPr>
                <p:cNvPr id="62498" name="Group 11"/>
                <p:cNvGrpSpPr>
                  <a:grpSpLocks/>
                </p:cNvGrpSpPr>
                <p:nvPr/>
              </p:nvGrpSpPr>
              <p:grpSpPr bwMode="auto">
                <a:xfrm>
                  <a:off x="3600" y="672"/>
                  <a:ext cx="288" cy="1248"/>
                  <a:chOff x="3600" y="864"/>
                  <a:chExt cx="288" cy="1248"/>
                </a:xfrm>
              </p:grpSpPr>
              <p:sp>
                <p:nvSpPr>
                  <p:cNvPr id="62501" name="Oval 12"/>
                  <p:cNvSpPr>
                    <a:spLocks noChangeArrowheads="1"/>
                  </p:cNvSpPr>
                  <p:nvPr/>
                </p:nvSpPr>
                <p:spPr bwMode="auto">
                  <a:xfrm>
                    <a:off x="3600" y="864"/>
                    <a:ext cx="144" cy="624"/>
                  </a:xfrm>
                  <a:prstGeom prst="ellipse">
                    <a:avLst/>
                  </a:prstGeom>
                  <a:noFill/>
                  <a:ln w="4445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2502" name="Oval 13"/>
                  <p:cNvSpPr>
                    <a:spLocks noChangeArrowheads="1"/>
                  </p:cNvSpPr>
                  <p:nvPr/>
                </p:nvSpPr>
                <p:spPr bwMode="auto">
                  <a:xfrm>
                    <a:off x="3648" y="864"/>
                    <a:ext cx="144" cy="624"/>
                  </a:xfrm>
                  <a:prstGeom prst="ellipse">
                    <a:avLst/>
                  </a:prstGeom>
                  <a:noFill/>
                  <a:ln w="4445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2503" name="Oval 14"/>
                  <p:cNvSpPr>
                    <a:spLocks noChangeArrowheads="1"/>
                  </p:cNvSpPr>
                  <p:nvPr/>
                </p:nvSpPr>
                <p:spPr bwMode="auto">
                  <a:xfrm>
                    <a:off x="3696" y="864"/>
                    <a:ext cx="144" cy="624"/>
                  </a:xfrm>
                  <a:prstGeom prst="ellipse">
                    <a:avLst/>
                  </a:prstGeom>
                  <a:noFill/>
                  <a:ln w="4445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2504" name="Line 15"/>
                  <p:cNvSpPr>
                    <a:spLocks noChangeShapeType="1"/>
                  </p:cNvSpPr>
                  <p:nvPr/>
                </p:nvSpPr>
                <p:spPr bwMode="auto">
                  <a:xfrm flipV="1">
                    <a:off x="3840" y="1488"/>
                    <a:ext cx="0" cy="528"/>
                  </a:xfrm>
                  <a:prstGeom prst="line">
                    <a:avLst/>
                  </a:prstGeom>
                  <a:noFill/>
                  <a:ln w="44450">
                    <a:solidFill>
                      <a:srgbClr val="0000FF"/>
                    </a:solidFill>
                    <a:round/>
                    <a:headEnd/>
                    <a:tailEnd type="non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505" name="Line 16"/>
                  <p:cNvSpPr>
                    <a:spLocks noChangeShapeType="1"/>
                  </p:cNvSpPr>
                  <p:nvPr/>
                </p:nvSpPr>
                <p:spPr bwMode="auto">
                  <a:xfrm flipV="1">
                    <a:off x="3696" y="1488"/>
                    <a:ext cx="0" cy="624"/>
                  </a:xfrm>
                  <a:prstGeom prst="line">
                    <a:avLst/>
                  </a:prstGeom>
                  <a:noFill/>
                  <a:ln w="44450">
                    <a:solidFill>
                      <a:srgbClr val="0000FF"/>
                    </a:solidFill>
                    <a:round/>
                    <a:headEnd type="none" w="med"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506" name="Oval 17"/>
                  <p:cNvSpPr>
                    <a:spLocks noChangeArrowheads="1"/>
                  </p:cNvSpPr>
                  <p:nvPr/>
                </p:nvSpPr>
                <p:spPr bwMode="auto">
                  <a:xfrm>
                    <a:off x="3744" y="864"/>
                    <a:ext cx="144" cy="624"/>
                  </a:xfrm>
                  <a:prstGeom prst="ellipse">
                    <a:avLst/>
                  </a:prstGeom>
                  <a:noFill/>
                  <a:ln w="4445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sp>
              <p:nvSpPr>
                <p:cNvPr id="62499" name="Line 18"/>
                <p:cNvSpPr>
                  <a:spLocks noChangeShapeType="1"/>
                </p:cNvSpPr>
                <p:nvPr/>
              </p:nvSpPr>
              <p:spPr bwMode="auto">
                <a:xfrm flipV="1">
                  <a:off x="3696" y="1920"/>
                  <a:ext cx="0" cy="227"/>
                </a:xfrm>
                <a:prstGeom prst="line">
                  <a:avLst/>
                </a:prstGeom>
                <a:noFill/>
                <a:ln w="25400">
                  <a:solidFill>
                    <a:srgbClr val="FF6600"/>
                  </a:solidFill>
                  <a:round/>
                  <a:headEnd type="arrow" w="sm"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500" name="Line 19"/>
                <p:cNvSpPr>
                  <a:spLocks noChangeShapeType="1"/>
                </p:cNvSpPr>
                <p:nvPr/>
              </p:nvSpPr>
              <p:spPr bwMode="auto">
                <a:xfrm flipV="1">
                  <a:off x="3840" y="1776"/>
                  <a:ext cx="0" cy="192"/>
                </a:xfrm>
                <a:prstGeom prst="line">
                  <a:avLst/>
                </a:prstGeom>
                <a:noFill/>
                <a:ln w="25400">
                  <a:solidFill>
                    <a:srgbClr val="FF0000"/>
                  </a:solidFill>
                  <a:round/>
                  <a:headEnd/>
                  <a:tailEnd type="arrow" w="sm" len="me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62497" name="Object 20"/>
              <p:cNvGraphicFramePr>
                <a:graphicFrameLocks noChangeAspect="1"/>
              </p:cNvGraphicFramePr>
              <p:nvPr/>
            </p:nvGraphicFramePr>
            <p:xfrm>
              <a:off x="3638" y="343"/>
              <a:ext cx="133" cy="287"/>
            </p:xfrm>
            <a:graphic>
              <a:graphicData uri="http://schemas.openxmlformats.org/presentationml/2006/ole">
                <mc:AlternateContent xmlns:mc="http://schemas.openxmlformats.org/markup-compatibility/2006">
                  <mc:Choice xmlns:v="urn:schemas-microsoft-com:vml" Requires="v">
                    <p:oleObj spid="_x0000_s62643" name="Equation" r:id="rId6" imgW="88707" imgH="164742" progId="Equation.DSMT4">
                      <p:embed/>
                    </p:oleObj>
                  </mc:Choice>
                  <mc:Fallback>
                    <p:oleObj name="Equation" r:id="rId6" imgW="88707" imgH="164742" progId="Equation.DSMT4">
                      <p:embed/>
                      <p:pic>
                        <p:nvPicPr>
                          <p:cNvPr id="0" name="Object 2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38" y="343"/>
                            <a:ext cx="133"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grpSp>
        <p:nvGrpSpPr>
          <p:cNvPr id="62471" name="Group 21"/>
          <p:cNvGrpSpPr>
            <a:grpSpLocks/>
          </p:cNvGrpSpPr>
          <p:nvPr/>
        </p:nvGrpSpPr>
        <p:grpSpPr bwMode="auto">
          <a:xfrm>
            <a:off x="8610600" y="533401"/>
            <a:ext cx="1828800" cy="2798763"/>
            <a:chOff x="4464" y="336"/>
            <a:chExt cx="1152" cy="1763"/>
          </a:xfrm>
        </p:grpSpPr>
        <p:sp>
          <p:nvSpPr>
            <p:cNvPr id="62479" name="Line 22"/>
            <p:cNvSpPr>
              <a:spLocks noChangeShapeType="1"/>
            </p:cNvSpPr>
            <p:nvPr/>
          </p:nvSpPr>
          <p:spPr bwMode="auto">
            <a:xfrm>
              <a:off x="4464" y="672"/>
              <a:ext cx="1152" cy="624"/>
            </a:xfrm>
            <a:prstGeom prst="line">
              <a:avLst/>
            </a:prstGeom>
            <a:noFill/>
            <a:ln w="25400" cap="rnd">
              <a:solidFill>
                <a:srgbClr val="FF00FF"/>
              </a:solidFill>
              <a:prstDash val="sysDot"/>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grpSp>
          <p:nvGrpSpPr>
            <p:cNvPr id="62480" name="Group 23"/>
            <p:cNvGrpSpPr>
              <a:grpSpLocks/>
            </p:cNvGrpSpPr>
            <p:nvPr/>
          </p:nvGrpSpPr>
          <p:grpSpPr bwMode="auto">
            <a:xfrm>
              <a:off x="4848" y="336"/>
              <a:ext cx="597" cy="1763"/>
              <a:chOff x="4704" y="672"/>
              <a:chExt cx="597" cy="1763"/>
            </a:xfrm>
          </p:grpSpPr>
          <p:grpSp>
            <p:nvGrpSpPr>
              <p:cNvPr id="62481" name="Group 24"/>
              <p:cNvGrpSpPr>
                <a:grpSpLocks/>
              </p:cNvGrpSpPr>
              <p:nvPr/>
            </p:nvGrpSpPr>
            <p:grpSpPr bwMode="auto">
              <a:xfrm rot="1634076">
                <a:off x="4704" y="960"/>
                <a:ext cx="288" cy="1475"/>
                <a:chOff x="3600" y="672"/>
                <a:chExt cx="288" cy="1475"/>
              </a:xfrm>
            </p:grpSpPr>
            <p:grpSp>
              <p:nvGrpSpPr>
                <p:cNvPr id="62484" name="Group 25"/>
                <p:cNvGrpSpPr>
                  <a:grpSpLocks/>
                </p:cNvGrpSpPr>
                <p:nvPr/>
              </p:nvGrpSpPr>
              <p:grpSpPr bwMode="auto">
                <a:xfrm>
                  <a:off x="3600" y="672"/>
                  <a:ext cx="288" cy="1248"/>
                  <a:chOff x="3600" y="864"/>
                  <a:chExt cx="288" cy="1248"/>
                </a:xfrm>
              </p:grpSpPr>
              <p:sp>
                <p:nvSpPr>
                  <p:cNvPr id="62487" name="Oval 26"/>
                  <p:cNvSpPr>
                    <a:spLocks noChangeArrowheads="1"/>
                  </p:cNvSpPr>
                  <p:nvPr/>
                </p:nvSpPr>
                <p:spPr bwMode="auto">
                  <a:xfrm>
                    <a:off x="3600" y="864"/>
                    <a:ext cx="144" cy="624"/>
                  </a:xfrm>
                  <a:prstGeom prst="ellipse">
                    <a:avLst/>
                  </a:prstGeom>
                  <a:noFill/>
                  <a:ln w="4445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2488" name="Oval 27"/>
                  <p:cNvSpPr>
                    <a:spLocks noChangeArrowheads="1"/>
                  </p:cNvSpPr>
                  <p:nvPr/>
                </p:nvSpPr>
                <p:spPr bwMode="auto">
                  <a:xfrm>
                    <a:off x="3648" y="864"/>
                    <a:ext cx="144" cy="624"/>
                  </a:xfrm>
                  <a:prstGeom prst="ellipse">
                    <a:avLst/>
                  </a:prstGeom>
                  <a:noFill/>
                  <a:ln w="4445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2489" name="Oval 28"/>
                  <p:cNvSpPr>
                    <a:spLocks noChangeArrowheads="1"/>
                  </p:cNvSpPr>
                  <p:nvPr/>
                </p:nvSpPr>
                <p:spPr bwMode="auto">
                  <a:xfrm>
                    <a:off x="3696" y="864"/>
                    <a:ext cx="144" cy="624"/>
                  </a:xfrm>
                  <a:prstGeom prst="ellipse">
                    <a:avLst/>
                  </a:prstGeom>
                  <a:noFill/>
                  <a:ln w="4445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2490" name="Line 29"/>
                  <p:cNvSpPr>
                    <a:spLocks noChangeShapeType="1"/>
                  </p:cNvSpPr>
                  <p:nvPr/>
                </p:nvSpPr>
                <p:spPr bwMode="auto">
                  <a:xfrm flipV="1">
                    <a:off x="3840" y="1488"/>
                    <a:ext cx="0" cy="528"/>
                  </a:xfrm>
                  <a:prstGeom prst="line">
                    <a:avLst/>
                  </a:prstGeom>
                  <a:noFill/>
                  <a:ln w="44450">
                    <a:solidFill>
                      <a:srgbClr val="0000FF"/>
                    </a:solidFill>
                    <a:round/>
                    <a:headEnd/>
                    <a:tailEnd type="non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491" name="Line 30"/>
                  <p:cNvSpPr>
                    <a:spLocks noChangeShapeType="1"/>
                  </p:cNvSpPr>
                  <p:nvPr/>
                </p:nvSpPr>
                <p:spPr bwMode="auto">
                  <a:xfrm flipV="1">
                    <a:off x="3696" y="1488"/>
                    <a:ext cx="0" cy="624"/>
                  </a:xfrm>
                  <a:prstGeom prst="line">
                    <a:avLst/>
                  </a:prstGeom>
                  <a:noFill/>
                  <a:ln w="44450">
                    <a:solidFill>
                      <a:srgbClr val="0000FF"/>
                    </a:solidFill>
                    <a:round/>
                    <a:headEnd type="none" w="med"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492" name="Oval 31"/>
                  <p:cNvSpPr>
                    <a:spLocks noChangeArrowheads="1"/>
                  </p:cNvSpPr>
                  <p:nvPr/>
                </p:nvSpPr>
                <p:spPr bwMode="auto">
                  <a:xfrm>
                    <a:off x="3744" y="864"/>
                    <a:ext cx="144" cy="624"/>
                  </a:xfrm>
                  <a:prstGeom prst="ellipse">
                    <a:avLst/>
                  </a:prstGeom>
                  <a:noFill/>
                  <a:ln w="4445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sp>
              <p:nvSpPr>
                <p:cNvPr id="62485" name="Line 32"/>
                <p:cNvSpPr>
                  <a:spLocks noChangeShapeType="1"/>
                </p:cNvSpPr>
                <p:nvPr/>
              </p:nvSpPr>
              <p:spPr bwMode="auto">
                <a:xfrm flipV="1">
                  <a:off x="3696" y="1920"/>
                  <a:ext cx="0" cy="227"/>
                </a:xfrm>
                <a:prstGeom prst="line">
                  <a:avLst/>
                </a:prstGeom>
                <a:noFill/>
                <a:ln w="25400">
                  <a:solidFill>
                    <a:srgbClr val="FF6600"/>
                  </a:solidFill>
                  <a:round/>
                  <a:headEnd type="arrow" w="sm"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486" name="Line 33"/>
                <p:cNvSpPr>
                  <a:spLocks noChangeShapeType="1"/>
                </p:cNvSpPr>
                <p:nvPr/>
              </p:nvSpPr>
              <p:spPr bwMode="auto">
                <a:xfrm flipV="1">
                  <a:off x="3840" y="1776"/>
                  <a:ext cx="0" cy="192"/>
                </a:xfrm>
                <a:prstGeom prst="line">
                  <a:avLst/>
                </a:prstGeom>
                <a:noFill/>
                <a:ln w="25400">
                  <a:solidFill>
                    <a:srgbClr val="FF0000"/>
                  </a:solidFill>
                  <a:round/>
                  <a:headEnd/>
                  <a:tailEnd type="arrow" w="sm" len="me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62482" name="Object 34"/>
              <p:cNvGraphicFramePr>
                <a:graphicFrameLocks noChangeAspect="1"/>
              </p:cNvGraphicFramePr>
              <p:nvPr/>
            </p:nvGraphicFramePr>
            <p:xfrm>
              <a:off x="4791" y="1968"/>
              <a:ext cx="228" cy="397"/>
            </p:xfrm>
            <a:graphic>
              <a:graphicData uri="http://schemas.openxmlformats.org/presentationml/2006/ole">
                <mc:AlternateContent xmlns:mc="http://schemas.openxmlformats.org/markup-compatibility/2006">
                  <mc:Choice xmlns:v="urn:schemas-microsoft-com:vml" Requires="v">
                    <p:oleObj spid="_x0000_s62644" name="Equation" r:id="rId8" imgW="152334" imgH="228501" progId="Equation.DSMT4">
                      <p:embed/>
                    </p:oleObj>
                  </mc:Choice>
                  <mc:Fallback>
                    <p:oleObj name="Equation" r:id="rId8" imgW="152334" imgH="228501" progId="Equation.DSMT4">
                      <p:embed/>
                      <p:pic>
                        <p:nvPicPr>
                          <p:cNvPr id="0" name="Object 3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91" y="1968"/>
                            <a:ext cx="228" cy="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2483" name="Object 35"/>
              <p:cNvGraphicFramePr>
                <a:graphicFrameLocks noChangeAspect="1"/>
              </p:cNvGraphicFramePr>
              <p:nvPr/>
            </p:nvGraphicFramePr>
            <p:xfrm>
              <a:off x="5107" y="672"/>
              <a:ext cx="194" cy="294"/>
            </p:xfrm>
            <a:graphic>
              <a:graphicData uri="http://schemas.openxmlformats.org/presentationml/2006/ole">
                <mc:AlternateContent xmlns:mc="http://schemas.openxmlformats.org/markup-compatibility/2006">
                  <mc:Choice xmlns:v="urn:schemas-microsoft-com:vml" Requires="v">
                    <p:oleObj spid="_x0000_s62645" name="Equation" r:id="rId10" imgW="126780" imgH="164814" progId="Equation.DSMT4">
                      <p:embed/>
                    </p:oleObj>
                  </mc:Choice>
                  <mc:Fallback>
                    <p:oleObj name="Equation" r:id="rId10" imgW="126780" imgH="164814" progId="Equation.DSMT4">
                      <p:embed/>
                      <p:pic>
                        <p:nvPicPr>
                          <p:cNvPr id="0" name="Object 3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107" y="672"/>
                            <a:ext cx="194"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graphicFrame>
        <p:nvGraphicFramePr>
          <p:cNvPr id="62472" name="Object 36"/>
          <p:cNvGraphicFramePr>
            <a:graphicFrameLocks noChangeAspect="1"/>
          </p:cNvGraphicFramePr>
          <p:nvPr/>
        </p:nvGraphicFramePr>
        <p:xfrm>
          <a:off x="3581401" y="4343400"/>
          <a:ext cx="3508375" cy="609600"/>
        </p:xfrm>
        <a:graphic>
          <a:graphicData uri="http://schemas.openxmlformats.org/presentationml/2006/ole">
            <mc:AlternateContent xmlns:mc="http://schemas.openxmlformats.org/markup-compatibility/2006">
              <mc:Choice xmlns:v="urn:schemas-microsoft-com:vml" Requires="v">
                <p:oleObj spid="_x0000_s62646" name="Equation" r:id="rId12" imgW="914400" imgH="228600" progId="Equation.DSMT4">
                  <p:embed/>
                </p:oleObj>
              </mc:Choice>
              <mc:Fallback>
                <p:oleObj name="Equation" r:id="rId12" imgW="914400" imgH="228600" progId="Equation.DSMT4">
                  <p:embed/>
                  <p:pic>
                    <p:nvPicPr>
                      <p:cNvPr id="0" name="Object 3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581401" y="4343400"/>
                        <a:ext cx="3508375" cy="609600"/>
                      </a:xfrm>
                      <a:prstGeom prst="rect">
                        <a:avLst/>
                      </a:prstGeom>
                      <a:noFill/>
                      <a:ln>
                        <a:noFill/>
                      </a:ln>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62473" name="Group 37"/>
          <p:cNvGrpSpPr>
            <a:grpSpLocks/>
          </p:cNvGrpSpPr>
          <p:nvPr/>
        </p:nvGrpSpPr>
        <p:grpSpPr bwMode="auto">
          <a:xfrm>
            <a:off x="1905000" y="4876801"/>
            <a:ext cx="3810000" cy="1260475"/>
            <a:chOff x="240" y="3072"/>
            <a:chExt cx="2400" cy="794"/>
          </a:xfrm>
        </p:grpSpPr>
        <p:sp>
          <p:nvSpPr>
            <p:cNvPr id="62477" name="Text Box 38"/>
            <p:cNvSpPr txBox="1">
              <a:spLocks noChangeArrowheads="1"/>
            </p:cNvSpPr>
            <p:nvPr/>
          </p:nvSpPr>
          <p:spPr bwMode="auto">
            <a:xfrm>
              <a:off x="240" y="3264"/>
              <a:ext cx="2400" cy="602"/>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latin typeface="宋体" panose="02010600030101010101" pitchFamily="2" charset="-122"/>
                </a:rPr>
                <a:t>由回路</a:t>
              </a:r>
              <a:r>
                <a:rPr kumimoji="1" lang="en-US" altLang="zh-CN" sz="2800">
                  <a:latin typeface="宋体" panose="02010600030101010101" pitchFamily="2" charset="-122"/>
                </a:rPr>
                <a:t>l</a:t>
              </a:r>
              <a:r>
                <a:rPr kumimoji="1" lang="zh-CN" altLang="en-US" sz="2800">
                  <a:latin typeface="宋体" panose="02010600030101010101" pitchFamily="2" charset="-122"/>
                </a:rPr>
                <a:t>中的电流</a:t>
              </a:r>
              <a:r>
                <a:rPr kumimoji="1" lang="en-US" altLang="zh-CN" sz="2800">
                  <a:latin typeface="宋体" panose="02010600030101010101" pitchFamily="2" charset="-122"/>
                </a:rPr>
                <a:t>I</a:t>
              </a:r>
              <a:r>
                <a:rPr kumimoji="1" lang="en-US" altLang="zh-CN" sz="2800" baseline="-25000">
                  <a:latin typeface="宋体" panose="02010600030101010101" pitchFamily="2" charset="-122"/>
                </a:rPr>
                <a:t>1</a:t>
              </a:r>
              <a:r>
                <a:rPr kumimoji="1" lang="zh-CN" altLang="en-US" sz="2800">
                  <a:latin typeface="宋体" panose="02010600030101010101" pitchFamily="2" charset="-122"/>
                </a:rPr>
                <a:t>在回路</a:t>
              </a:r>
              <a:r>
                <a:rPr kumimoji="1" lang="en-US" altLang="zh-CN" sz="2800">
                  <a:latin typeface="宋体" panose="02010600030101010101" pitchFamily="2" charset="-122"/>
                </a:rPr>
                <a:t>1</a:t>
              </a:r>
              <a:r>
                <a:rPr kumimoji="1" lang="zh-CN" altLang="en-US" sz="2800">
                  <a:latin typeface="宋体" panose="02010600030101010101" pitchFamily="2" charset="-122"/>
                </a:rPr>
                <a:t>中引起的磁通量</a:t>
              </a:r>
            </a:p>
          </p:txBody>
        </p:sp>
        <p:sp>
          <p:nvSpPr>
            <p:cNvPr id="62478" name="Line 39"/>
            <p:cNvSpPr>
              <a:spLocks noChangeShapeType="1"/>
            </p:cNvSpPr>
            <p:nvPr/>
          </p:nvSpPr>
          <p:spPr bwMode="auto">
            <a:xfrm flipV="1">
              <a:off x="2208" y="3072"/>
              <a:ext cx="0" cy="192"/>
            </a:xfrm>
            <a:prstGeom prst="line">
              <a:avLst/>
            </a:prstGeom>
            <a:noFill/>
            <a:ln w="25400">
              <a:solidFill>
                <a:srgbClr val="FF0000"/>
              </a:solidFill>
              <a:round/>
              <a:headEnd/>
              <a:tailEnd type="arrow" w="sm"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62474" name="Group 40"/>
          <p:cNvGrpSpPr>
            <a:grpSpLocks/>
          </p:cNvGrpSpPr>
          <p:nvPr/>
        </p:nvGrpSpPr>
        <p:grpSpPr bwMode="auto">
          <a:xfrm>
            <a:off x="5943600" y="4876801"/>
            <a:ext cx="3581400" cy="1260475"/>
            <a:chOff x="2784" y="3072"/>
            <a:chExt cx="2256" cy="794"/>
          </a:xfrm>
        </p:grpSpPr>
        <p:sp>
          <p:nvSpPr>
            <p:cNvPr id="62475" name="Text Box 41"/>
            <p:cNvSpPr txBox="1">
              <a:spLocks noChangeArrowheads="1"/>
            </p:cNvSpPr>
            <p:nvPr/>
          </p:nvSpPr>
          <p:spPr bwMode="auto">
            <a:xfrm>
              <a:off x="2784" y="3264"/>
              <a:ext cx="2256" cy="602"/>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latin typeface="宋体" panose="02010600030101010101" pitchFamily="2" charset="-122"/>
                </a:rPr>
                <a:t>由回路</a:t>
              </a:r>
              <a:r>
                <a:rPr kumimoji="1" lang="en-US" altLang="zh-CN" sz="2800">
                  <a:latin typeface="宋体" panose="02010600030101010101" pitchFamily="2" charset="-122"/>
                </a:rPr>
                <a:t>2</a:t>
              </a:r>
              <a:r>
                <a:rPr kumimoji="1" lang="zh-CN" altLang="en-US" sz="2800">
                  <a:latin typeface="宋体" panose="02010600030101010101" pitchFamily="2" charset="-122"/>
                </a:rPr>
                <a:t>中的电流</a:t>
              </a:r>
              <a:r>
                <a:rPr kumimoji="1" lang="en-US" altLang="zh-CN" sz="2800">
                  <a:latin typeface="宋体" panose="02010600030101010101" pitchFamily="2" charset="-122"/>
                </a:rPr>
                <a:t>I</a:t>
              </a:r>
              <a:r>
                <a:rPr kumimoji="1" lang="en-US" altLang="zh-CN" sz="2800" baseline="-25000">
                  <a:latin typeface="宋体" panose="02010600030101010101" pitchFamily="2" charset="-122"/>
                </a:rPr>
                <a:t>2</a:t>
              </a:r>
              <a:r>
                <a:rPr kumimoji="1" lang="zh-CN" altLang="en-US" sz="2800">
                  <a:latin typeface="宋体" panose="02010600030101010101" pitchFamily="2" charset="-122"/>
                </a:rPr>
                <a:t>在回路</a:t>
              </a:r>
              <a:r>
                <a:rPr kumimoji="1" lang="en-US" altLang="zh-CN" sz="2800">
                  <a:latin typeface="宋体" panose="02010600030101010101" pitchFamily="2" charset="-122"/>
                </a:rPr>
                <a:t>1</a:t>
              </a:r>
              <a:r>
                <a:rPr kumimoji="1" lang="zh-CN" altLang="en-US" sz="2800">
                  <a:latin typeface="宋体" panose="02010600030101010101" pitchFamily="2" charset="-122"/>
                </a:rPr>
                <a:t>中引起的磁通量</a:t>
              </a:r>
            </a:p>
          </p:txBody>
        </p:sp>
        <p:sp>
          <p:nvSpPr>
            <p:cNvPr id="62476" name="Line 42"/>
            <p:cNvSpPr>
              <a:spLocks noChangeShapeType="1"/>
            </p:cNvSpPr>
            <p:nvPr/>
          </p:nvSpPr>
          <p:spPr bwMode="auto">
            <a:xfrm flipV="1">
              <a:off x="3120" y="3072"/>
              <a:ext cx="0" cy="192"/>
            </a:xfrm>
            <a:prstGeom prst="line">
              <a:avLst/>
            </a:prstGeom>
            <a:noFill/>
            <a:ln w="25400">
              <a:solidFill>
                <a:srgbClr val="FF0000"/>
              </a:solidFill>
              <a:round/>
              <a:headEnd/>
              <a:tailEnd type="arrow" w="sm"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 Box 2"/>
          <p:cNvSpPr txBox="1">
            <a:spLocks noChangeArrowheads="1"/>
          </p:cNvSpPr>
          <p:nvPr/>
        </p:nvSpPr>
        <p:spPr bwMode="auto">
          <a:xfrm>
            <a:off x="1981200" y="457201"/>
            <a:ext cx="3917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latin typeface="宋体" panose="02010600030101010101" pitchFamily="2" charset="-122"/>
              </a:rPr>
              <a:t>则，回路</a:t>
            </a:r>
            <a:r>
              <a:rPr kumimoji="1" lang="en-US" altLang="zh-CN" sz="2800">
                <a:latin typeface="宋体" panose="02010600030101010101" pitchFamily="2" charset="-122"/>
              </a:rPr>
              <a:t>1</a:t>
            </a:r>
            <a:r>
              <a:rPr kumimoji="1" lang="zh-CN" altLang="en-US" sz="2800">
                <a:latin typeface="宋体" panose="02010600030101010101" pitchFamily="2" charset="-122"/>
              </a:rPr>
              <a:t>的电动势为：</a:t>
            </a:r>
          </a:p>
        </p:txBody>
      </p:sp>
      <p:graphicFrame>
        <p:nvGraphicFramePr>
          <p:cNvPr id="64515" name="Object 3"/>
          <p:cNvGraphicFramePr>
            <a:graphicFrameLocks noChangeAspect="1"/>
          </p:cNvGraphicFramePr>
          <p:nvPr/>
        </p:nvGraphicFramePr>
        <p:xfrm>
          <a:off x="2590800" y="1219200"/>
          <a:ext cx="6477000" cy="1049338"/>
        </p:xfrm>
        <a:graphic>
          <a:graphicData uri="http://schemas.openxmlformats.org/presentationml/2006/ole">
            <mc:AlternateContent xmlns:mc="http://schemas.openxmlformats.org/markup-compatibility/2006">
              <mc:Choice xmlns:v="urn:schemas-microsoft-com:vml" Requires="v">
                <p:oleObj spid="_x0000_s64607" name="Equation" r:id="rId4" imgW="2070100" imgH="393700" progId="Equation.DSMT4">
                  <p:embed/>
                </p:oleObj>
              </mc:Choice>
              <mc:Fallback>
                <p:oleObj name="Equation" r:id="rId4" imgW="2070100" imgH="393700"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1219200"/>
                        <a:ext cx="6477000" cy="1049338"/>
                      </a:xfrm>
                      <a:prstGeom prst="rect">
                        <a:avLst/>
                      </a:prstGeom>
                      <a:noFill/>
                      <a:ln>
                        <a:noFill/>
                      </a:ln>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64516" name="Group 4"/>
          <p:cNvGrpSpPr>
            <a:grpSpLocks/>
          </p:cNvGrpSpPr>
          <p:nvPr/>
        </p:nvGrpSpPr>
        <p:grpSpPr bwMode="auto">
          <a:xfrm>
            <a:off x="2133600" y="2286001"/>
            <a:ext cx="3810000" cy="1412875"/>
            <a:chOff x="384" y="1440"/>
            <a:chExt cx="2400" cy="890"/>
          </a:xfrm>
        </p:grpSpPr>
        <p:sp>
          <p:nvSpPr>
            <p:cNvPr id="64524" name="Text Box 5"/>
            <p:cNvSpPr txBox="1">
              <a:spLocks noChangeArrowheads="1"/>
            </p:cNvSpPr>
            <p:nvPr/>
          </p:nvSpPr>
          <p:spPr bwMode="auto">
            <a:xfrm>
              <a:off x="384" y="1728"/>
              <a:ext cx="2400" cy="602"/>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latin typeface="宋体" panose="02010600030101010101" pitchFamily="2" charset="-122"/>
                </a:rPr>
                <a:t>由回路</a:t>
              </a:r>
              <a:r>
                <a:rPr kumimoji="1" lang="en-US" altLang="zh-CN" sz="2800">
                  <a:latin typeface="宋体" panose="02010600030101010101" pitchFamily="2" charset="-122"/>
                </a:rPr>
                <a:t>l</a:t>
              </a:r>
              <a:r>
                <a:rPr kumimoji="1" lang="zh-CN" altLang="en-US" sz="2800">
                  <a:latin typeface="宋体" panose="02010600030101010101" pitchFamily="2" charset="-122"/>
                </a:rPr>
                <a:t>条件变化而在回路</a:t>
              </a:r>
              <a:r>
                <a:rPr kumimoji="1" lang="en-US" altLang="zh-CN" sz="2800">
                  <a:latin typeface="宋体" panose="02010600030101010101" pitchFamily="2" charset="-122"/>
                </a:rPr>
                <a:t>1</a:t>
              </a:r>
              <a:r>
                <a:rPr kumimoji="1" lang="zh-CN" altLang="en-US" sz="2800">
                  <a:latin typeface="宋体" panose="02010600030101010101" pitchFamily="2" charset="-122"/>
                </a:rPr>
                <a:t>中引起的电动势</a:t>
              </a:r>
            </a:p>
          </p:txBody>
        </p:sp>
        <p:sp>
          <p:nvSpPr>
            <p:cNvPr id="64525" name="Line 6"/>
            <p:cNvSpPr>
              <a:spLocks noChangeShapeType="1"/>
            </p:cNvSpPr>
            <p:nvPr/>
          </p:nvSpPr>
          <p:spPr bwMode="auto">
            <a:xfrm flipH="1" flipV="1">
              <a:off x="2688" y="1440"/>
              <a:ext cx="0" cy="288"/>
            </a:xfrm>
            <a:prstGeom prst="line">
              <a:avLst/>
            </a:prstGeom>
            <a:noFill/>
            <a:ln w="25400">
              <a:solidFill>
                <a:srgbClr val="FF0000"/>
              </a:solidFill>
              <a:round/>
              <a:headEnd/>
              <a:tailEnd type="arrow" w="sm"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64517" name="Group 7"/>
          <p:cNvGrpSpPr>
            <a:grpSpLocks/>
          </p:cNvGrpSpPr>
          <p:nvPr/>
        </p:nvGrpSpPr>
        <p:grpSpPr bwMode="auto">
          <a:xfrm>
            <a:off x="6477000" y="2286001"/>
            <a:ext cx="3581400" cy="1489075"/>
            <a:chOff x="3120" y="1440"/>
            <a:chExt cx="2256" cy="938"/>
          </a:xfrm>
        </p:grpSpPr>
        <p:sp>
          <p:nvSpPr>
            <p:cNvPr id="64522" name="Text Box 8"/>
            <p:cNvSpPr txBox="1">
              <a:spLocks noChangeArrowheads="1"/>
            </p:cNvSpPr>
            <p:nvPr/>
          </p:nvSpPr>
          <p:spPr bwMode="auto">
            <a:xfrm>
              <a:off x="3120" y="1776"/>
              <a:ext cx="2256" cy="602"/>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latin typeface="宋体" panose="02010600030101010101" pitchFamily="2" charset="-122"/>
                </a:rPr>
                <a:t>由回路</a:t>
              </a:r>
              <a:r>
                <a:rPr kumimoji="1" lang="en-US" altLang="zh-CN" sz="2800">
                  <a:latin typeface="宋体" panose="02010600030101010101" pitchFamily="2" charset="-122"/>
                </a:rPr>
                <a:t>2</a:t>
              </a:r>
              <a:r>
                <a:rPr kumimoji="1" lang="zh-CN" altLang="en-US" sz="2800">
                  <a:latin typeface="宋体" panose="02010600030101010101" pitchFamily="2" charset="-122"/>
                </a:rPr>
                <a:t>条件变化而在回路</a:t>
              </a:r>
              <a:r>
                <a:rPr kumimoji="1" lang="en-US" altLang="zh-CN" sz="2800">
                  <a:latin typeface="宋体" panose="02010600030101010101" pitchFamily="2" charset="-122"/>
                </a:rPr>
                <a:t>1</a:t>
              </a:r>
              <a:r>
                <a:rPr kumimoji="1" lang="zh-CN" altLang="en-US" sz="2800">
                  <a:latin typeface="宋体" panose="02010600030101010101" pitchFamily="2" charset="-122"/>
                </a:rPr>
                <a:t>中引起的电动势</a:t>
              </a:r>
            </a:p>
          </p:txBody>
        </p:sp>
        <p:sp>
          <p:nvSpPr>
            <p:cNvPr id="64523" name="Line 9"/>
            <p:cNvSpPr>
              <a:spLocks noChangeShapeType="1"/>
            </p:cNvSpPr>
            <p:nvPr/>
          </p:nvSpPr>
          <p:spPr bwMode="auto">
            <a:xfrm flipV="1">
              <a:off x="4176" y="1440"/>
              <a:ext cx="0" cy="336"/>
            </a:xfrm>
            <a:prstGeom prst="line">
              <a:avLst/>
            </a:prstGeom>
            <a:noFill/>
            <a:ln w="25400">
              <a:solidFill>
                <a:srgbClr val="FF0000"/>
              </a:solidFill>
              <a:round/>
              <a:headEnd/>
              <a:tailEnd type="arrow" w="sm" len="me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64518" name="Object 10"/>
          <p:cNvGraphicFramePr>
            <a:graphicFrameLocks noChangeAspect="1"/>
          </p:cNvGraphicFramePr>
          <p:nvPr/>
        </p:nvGraphicFramePr>
        <p:xfrm>
          <a:off x="2362201" y="4114800"/>
          <a:ext cx="2424113" cy="1049338"/>
        </p:xfrm>
        <a:graphic>
          <a:graphicData uri="http://schemas.openxmlformats.org/presentationml/2006/ole">
            <mc:AlternateContent xmlns:mc="http://schemas.openxmlformats.org/markup-compatibility/2006">
              <mc:Choice xmlns:v="urn:schemas-microsoft-com:vml" Requires="v">
                <p:oleObj spid="_x0000_s64608" name="Equation" r:id="rId6" imgW="774364" imgH="393529" progId="Equation.DSMT4">
                  <p:embed/>
                </p:oleObj>
              </mc:Choice>
              <mc:Fallback>
                <p:oleObj name="Equation" r:id="rId6" imgW="774364" imgH="393529" progId="Equation.DSMT4">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62201" y="4114800"/>
                        <a:ext cx="2424113" cy="1049338"/>
                      </a:xfrm>
                      <a:prstGeom prst="rect">
                        <a:avLst/>
                      </a:prstGeom>
                      <a:noFill/>
                      <a:ln>
                        <a:noFill/>
                      </a:ln>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4519" name="Object 11"/>
          <p:cNvGraphicFramePr>
            <a:graphicFrameLocks noChangeAspect="1"/>
          </p:cNvGraphicFramePr>
          <p:nvPr/>
        </p:nvGraphicFramePr>
        <p:xfrm>
          <a:off x="2438400" y="5334000"/>
          <a:ext cx="2503488" cy="1049338"/>
        </p:xfrm>
        <a:graphic>
          <a:graphicData uri="http://schemas.openxmlformats.org/presentationml/2006/ole">
            <mc:AlternateContent xmlns:mc="http://schemas.openxmlformats.org/markup-compatibility/2006">
              <mc:Choice xmlns:v="urn:schemas-microsoft-com:vml" Requires="v">
                <p:oleObj spid="_x0000_s64609" name="Equation" r:id="rId8" imgW="799753" imgH="393529" progId="Equation.DSMT4">
                  <p:embed/>
                </p:oleObj>
              </mc:Choice>
              <mc:Fallback>
                <p:oleObj name="Equation" r:id="rId8" imgW="799753" imgH="393529" progId="Equation.DSMT4">
                  <p:embed/>
                  <p:pic>
                    <p:nvPicPr>
                      <p:cNvPr id="0"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38400" y="5334000"/>
                        <a:ext cx="2503488" cy="1049338"/>
                      </a:xfrm>
                      <a:prstGeom prst="rect">
                        <a:avLst/>
                      </a:prstGeom>
                      <a:noFill/>
                      <a:ln>
                        <a:noFill/>
                      </a:ln>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4520" name="Text Box 12"/>
          <p:cNvSpPr txBox="1">
            <a:spLocks noChangeArrowheads="1"/>
          </p:cNvSpPr>
          <p:nvPr/>
        </p:nvSpPr>
        <p:spPr bwMode="auto">
          <a:xfrm>
            <a:off x="5165725" y="4387851"/>
            <a:ext cx="2317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latin typeface="宋体" panose="02010600030101010101" pitchFamily="2" charset="-122"/>
              </a:rPr>
              <a:t>～自感电动势</a:t>
            </a:r>
          </a:p>
        </p:txBody>
      </p:sp>
      <p:sp>
        <p:nvSpPr>
          <p:cNvPr id="64521" name="Text Box 13"/>
          <p:cNvSpPr txBox="1">
            <a:spLocks noChangeArrowheads="1"/>
          </p:cNvSpPr>
          <p:nvPr/>
        </p:nvSpPr>
        <p:spPr bwMode="auto">
          <a:xfrm>
            <a:off x="5181600" y="5510213"/>
            <a:ext cx="2317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latin typeface="宋体" panose="02010600030101010101" pitchFamily="2" charset="-122"/>
              </a:rPr>
              <a:t>～互感电动势</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ChangeArrowheads="1"/>
          </p:cNvSpPr>
          <p:nvPr/>
        </p:nvSpPr>
        <p:spPr bwMode="auto">
          <a:xfrm>
            <a:off x="1752600" y="228601"/>
            <a:ext cx="1784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chemeClr val="folHlink"/>
                </a:solidFill>
                <a:latin typeface="宋体" panose="02010600030101010101" pitchFamily="2" charset="-122"/>
              </a:rPr>
              <a:t>一、 自感</a:t>
            </a:r>
          </a:p>
        </p:txBody>
      </p:sp>
      <p:grpSp>
        <p:nvGrpSpPr>
          <p:cNvPr id="66563" name="Group 3"/>
          <p:cNvGrpSpPr>
            <a:grpSpLocks/>
          </p:cNvGrpSpPr>
          <p:nvPr/>
        </p:nvGrpSpPr>
        <p:grpSpPr bwMode="auto">
          <a:xfrm>
            <a:off x="7010400" y="3048000"/>
            <a:ext cx="3276600" cy="1981200"/>
            <a:chOff x="384" y="816"/>
            <a:chExt cx="2064" cy="1392"/>
          </a:xfrm>
        </p:grpSpPr>
        <p:sp>
          <p:nvSpPr>
            <p:cNvPr id="66637" name="Rectangle 4"/>
            <p:cNvSpPr>
              <a:spLocks noChangeArrowheads="1"/>
            </p:cNvSpPr>
            <p:nvPr/>
          </p:nvSpPr>
          <p:spPr bwMode="auto">
            <a:xfrm>
              <a:off x="384" y="816"/>
              <a:ext cx="2064" cy="1392"/>
            </a:xfrm>
            <a:prstGeom prst="rect">
              <a:avLst/>
            </a:prstGeom>
            <a:solidFill>
              <a:srgbClr val="FFFFFF"/>
            </a:solidFill>
            <a:ln w="9525">
              <a:solidFill>
                <a:schemeClr val="accent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6638" name="Line 5"/>
            <p:cNvSpPr>
              <a:spLocks noChangeShapeType="1"/>
            </p:cNvSpPr>
            <p:nvPr/>
          </p:nvSpPr>
          <p:spPr bwMode="auto">
            <a:xfrm flipV="1">
              <a:off x="573" y="957"/>
              <a:ext cx="0" cy="1021"/>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639" name="Line 6"/>
            <p:cNvSpPr>
              <a:spLocks noChangeShapeType="1"/>
            </p:cNvSpPr>
            <p:nvPr/>
          </p:nvSpPr>
          <p:spPr bwMode="auto">
            <a:xfrm>
              <a:off x="573" y="1978"/>
              <a:ext cx="1725" cy="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66640" name="Object 18"/>
            <p:cNvGraphicFramePr>
              <a:graphicFrameLocks noChangeAspect="1"/>
            </p:cNvGraphicFramePr>
            <p:nvPr/>
          </p:nvGraphicFramePr>
          <p:xfrm>
            <a:off x="672" y="864"/>
            <a:ext cx="238" cy="279"/>
          </p:xfrm>
          <a:graphic>
            <a:graphicData uri="http://schemas.openxmlformats.org/presentationml/2006/ole">
              <mc:AlternateContent xmlns:mc="http://schemas.openxmlformats.org/markup-compatibility/2006">
                <mc:Choice xmlns:v="urn:schemas-microsoft-com:vml" Requires="v">
                  <p:oleObj spid="_x0000_s67158" name="公式" r:id="rId4" imgW="381000" imgH="508000" progId="Equation.3">
                    <p:embed/>
                  </p:oleObj>
                </mc:Choice>
                <mc:Fallback>
                  <p:oleObj name="公式" r:id="rId4" imgW="381000" imgH="508000" progId="Equation.3">
                    <p:embed/>
                    <p:pic>
                      <p:nvPicPr>
                        <p:cNvPr id="0" name="Object 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2" y="864"/>
                          <a:ext cx="238"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6641" name="Object 8"/>
            <p:cNvGraphicFramePr>
              <a:graphicFrameLocks noChangeAspect="1"/>
            </p:cNvGraphicFramePr>
            <p:nvPr/>
          </p:nvGraphicFramePr>
          <p:xfrm>
            <a:off x="528" y="2024"/>
            <a:ext cx="143" cy="162"/>
          </p:xfrm>
          <a:graphic>
            <a:graphicData uri="http://schemas.openxmlformats.org/presentationml/2006/ole">
              <mc:AlternateContent xmlns:mc="http://schemas.openxmlformats.org/markup-compatibility/2006">
                <mc:Choice xmlns:v="urn:schemas-microsoft-com:vml" Requires="v">
                  <p:oleObj spid="_x0000_s67159" name="公式" r:id="rId6" imgW="241091" imgH="266469" progId="Equation.3">
                    <p:embed/>
                  </p:oleObj>
                </mc:Choice>
                <mc:Fallback>
                  <p:oleObj name="公式" r:id="rId6" imgW="241091" imgH="266469" progId="Equation.3">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8" y="2024"/>
                          <a:ext cx="143"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6642" name="Object 20"/>
            <p:cNvGraphicFramePr>
              <a:graphicFrameLocks noChangeAspect="1"/>
            </p:cNvGraphicFramePr>
            <p:nvPr/>
          </p:nvGraphicFramePr>
          <p:xfrm>
            <a:off x="2256" y="1728"/>
            <a:ext cx="98" cy="192"/>
          </p:xfrm>
          <a:graphic>
            <a:graphicData uri="http://schemas.openxmlformats.org/presentationml/2006/ole">
              <mc:AlternateContent xmlns:mc="http://schemas.openxmlformats.org/markup-compatibility/2006">
                <mc:Choice xmlns:v="urn:schemas-microsoft-com:vml" Requires="v">
                  <p:oleObj spid="_x0000_s67160" name="公式" r:id="rId8" imgW="164885" imgH="317087" progId="Equation.3">
                    <p:embed/>
                  </p:oleObj>
                </mc:Choice>
                <mc:Fallback>
                  <p:oleObj name="公式" r:id="rId8" imgW="164885" imgH="317087" progId="Equation.3">
                    <p:embed/>
                    <p:pic>
                      <p:nvPicPr>
                        <p:cNvPr id="0" name="Object 2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56" y="1728"/>
                          <a:ext cx="9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6643" name="Arc 10"/>
            <p:cNvSpPr>
              <a:spLocks/>
            </p:cNvSpPr>
            <p:nvPr/>
          </p:nvSpPr>
          <p:spPr bwMode="auto">
            <a:xfrm flipH="1">
              <a:off x="573" y="1189"/>
              <a:ext cx="1539" cy="789"/>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6644" name="Line 11"/>
            <p:cNvSpPr>
              <a:spLocks noChangeShapeType="1"/>
            </p:cNvSpPr>
            <p:nvPr/>
          </p:nvSpPr>
          <p:spPr bwMode="auto">
            <a:xfrm>
              <a:off x="573" y="1143"/>
              <a:ext cx="1648" cy="9"/>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66564" name="Rectangle 12"/>
          <p:cNvSpPr>
            <a:spLocks noChangeArrowheads="1"/>
          </p:cNvSpPr>
          <p:nvPr/>
        </p:nvSpPr>
        <p:spPr bwMode="auto">
          <a:xfrm>
            <a:off x="1981200" y="914401"/>
            <a:ext cx="2139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a:latin typeface="宋体" panose="02010600030101010101" pitchFamily="2" charset="-122"/>
              </a:rPr>
              <a:t>1. </a:t>
            </a:r>
            <a:r>
              <a:rPr kumimoji="1" lang="zh-CN" altLang="en-US" sz="2800">
                <a:latin typeface="宋体" panose="02010600030101010101" pitchFamily="2" charset="-122"/>
              </a:rPr>
              <a:t>自感现象</a:t>
            </a:r>
          </a:p>
        </p:txBody>
      </p:sp>
      <p:sp>
        <p:nvSpPr>
          <p:cNvPr id="66565" name="Arc 13"/>
          <p:cNvSpPr>
            <a:spLocks/>
          </p:cNvSpPr>
          <p:nvPr/>
        </p:nvSpPr>
        <p:spPr bwMode="auto">
          <a:xfrm flipH="1" flipV="1">
            <a:off x="7335838" y="3505200"/>
            <a:ext cx="2286000" cy="1143000"/>
          </a:xfrm>
          <a:custGeom>
            <a:avLst/>
            <a:gdLst>
              <a:gd name="T0" fmla="*/ 0 w 21552"/>
              <a:gd name="T1" fmla="*/ 0 h 21600"/>
              <a:gd name="T2" fmla="*/ 2147483646 w 21552"/>
              <a:gd name="T3" fmla="*/ 2147483646 h 21600"/>
              <a:gd name="T4" fmla="*/ 0 w 21552"/>
              <a:gd name="T5" fmla="*/ 2147483646 h 21600"/>
              <a:gd name="T6" fmla="*/ 0 60000 65536"/>
              <a:gd name="T7" fmla="*/ 0 60000 65536"/>
              <a:gd name="T8" fmla="*/ 0 60000 65536"/>
              <a:gd name="T9" fmla="*/ 0 w 21552"/>
              <a:gd name="T10" fmla="*/ 0 h 21600"/>
              <a:gd name="T11" fmla="*/ 21552 w 21552"/>
              <a:gd name="T12" fmla="*/ 21600 h 21600"/>
            </a:gdLst>
            <a:ahLst/>
            <a:cxnLst>
              <a:cxn ang="T6">
                <a:pos x="T0" y="T1"/>
              </a:cxn>
              <a:cxn ang="T7">
                <a:pos x="T2" y="T3"/>
              </a:cxn>
              <a:cxn ang="T8">
                <a:pos x="T4" y="T5"/>
              </a:cxn>
            </a:cxnLst>
            <a:rect l="T9" t="T10" r="T11" b="T12"/>
            <a:pathLst>
              <a:path w="21552" h="21600" fill="none" extrusionOk="0">
                <a:moveTo>
                  <a:pt x="-1" y="0"/>
                </a:moveTo>
                <a:cubicBezTo>
                  <a:pt x="11368" y="0"/>
                  <a:pt x="20791" y="8812"/>
                  <a:pt x="21551" y="20155"/>
                </a:cubicBezTo>
              </a:path>
              <a:path w="21552" h="21600" stroke="0" extrusionOk="0">
                <a:moveTo>
                  <a:pt x="-1" y="0"/>
                </a:moveTo>
                <a:cubicBezTo>
                  <a:pt x="11368" y="0"/>
                  <a:pt x="20791" y="8812"/>
                  <a:pt x="21551" y="20155"/>
                </a:cubicBezTo>
                <a:lnTo>
                  <a:pt x="0" y="21600"/>
                </a:lnTo>
                <a:lnTo>
                  <a:pt x="-1" y="0"/>
                </a:lnTo>
                <a:close/>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66566" name="Group 14"/>
          <p:cNvGrpSpPr>
            <a:grpSpLocks/>
          </p:cNvGrpSpPr>
          <p:nvPr/>
        </p:nvGrpSpPr>
        <p:grpSpPr bwMode="auto">
          <a:xfrm>
            <a:off x="1905000" y="5029200"/>
            <a:ext cx="8718550" cy="1373188"/>
            <a:chOff x="0" y="3408"/>
            <a:chExt cx="5738" cy="865"/>
          </a:xfrm>
        </p:grpSpPr>
        <p:sp>
          <p:nvSpPr>
            <p:cNvPr id="66635" name="Text Box 15"/>
            <p:cNvSpPr txBox="1">
              <a:spLocks noChangeArrowheads="1"/>
            </p:cNvSpPr>
            <p:nvPr/>
          </p:nvSpPr>
          <p:spPr bwMode="auto">
            <a:xfrm>
              <a:off x="0" y="3408"/>
              <a:ext cx="5738" cy="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latin typeface="宋体" panose="02010600030101010101" pitchFamily="2" charset="-122"/>
                </a:rPr>
                <a:t>由于回路中电流变化，引起穿过回路包围面积的磁通变</a:t>
              </a:r>
            </a:p>
            <a:p>
              <a:pPr eaLnBrk="1" hangingPunct="1">
                <a:spcBef>
                  <a:spcPct val="0"/>
                </a:spcBef>
                <a:buFontTx/>
                <a:buNone/>
              </a:pPr>
              <a:r>
                <a:rPr kumimoji="1" lang="zh-CN" altLang="en-US" sz="2800">
                  <a:latin typeface="宋体" panose="02010600030101010101" pitchFamily="2" charset="-122"/>
                </a:rPr>
                <a:t>化，从而在回路自身中产生感生电动势的现象叫</a:t>
              </a:r>
              <a:r>
                <a:rPr kumimoji="1" lang="zh-CN" altLang="en-US" sz="2800">
                  <a:solidFill>
                    <a:srgbClr val="FF0000"/>
                  </a:solidFill>
                  <a:latin typeface="宋体" panose="02010600030101010101" pitchFamily="2" charset="-122"/>
                </a:rPr>
                <a:t>自感现</a:t>
              </a:r>
            </a:p>
            <a:p>
              <a:pPr eaLnBrk="1" hangingPunct="1">
                <a:spcBef>
                  <a:spcPct val="0"/>
                </a:spcBef>
                <a:buFontTx/>
                <a:buNone/>
              </a:pPr>
              <a:r>
                <a:rPr kumimoji="1" lang="zh-CN" altLang="en-US" sz="2800">
                  <a:solidFill>
                    <a:srgbClr val="FF0000"/>
                  </a:solidFill>
                  <a:latin typeface="宋体" panose="02010600030101010101" pitchFamily="2" charset="-122"/>
                </a:rPr>
                <a:t>象</a:t>
              </a:r>
              <a:r>
                <a:rPr kumimoji="1" lang="zh-CN" altLang="en-US" sz="2800">
                  <a:solidFill>
                    <a:schemeClr val="folHlink"/>
                  </a:solidFill>
                  <a:latin typeface="宋体" panose="02010600030101010101" pitchFamily="2" charset="-122"/>
                </a:rPr>
                <a:t>。</a:t>
              </a:r>
            </a:p>
          </p:txBody>
        </p:sp>
        <p:sp>
          <p:nvSpPr>
            <p:cNvPr id="66636" name="Line 16"/>
            <p:cNvSpPr>
              <a:spLocks noChangeShapeType="1"/>
            </p:cNvSpPr>
            <p:nvPr/>
          </p:nvSpPr>
          <p:spPr bwMode="auto">
            <a:xfrm>
              <a:off x="2784" y="3984"/>
              <a:ext cx="1104"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66567" name="Group 17"/>
          <p:cNvGrpSpPr>
            <a:grpSpLocks/>
          </p:cNvGrpSpPr>
          <p:nvPr/>
        </p:nvGrpSpPr>
        <p:grpSpPr bwMode="auto">
          <a:xfrm>
            <a:off x="5791200" y="5943601"/>
            <a:ext cx="2209800" cy="695325"/>
            <a:chOff x="2688" y="3744"/>
            <a:chExt cx="1392" cy="438"/>
          </a:xfrm>
        </p:grpSpPr>
        <p:grpSp>
          <p:nvGrpSpPr>
            <p:cNvPr id="66631" name="Group 18"/>
            <p:cNvGrpSpPr>
              <a:grpSpLocks/>
            </p:cNvGrpSpPr>
            <p:nvPr/>
          </p:nvGrpSpPr>
          <p:grpSpPr bwMode="auto">
            <a:xfrm>
              <a:off x="2688" y="3888"/>
              <a:ext cx="1392" cy="294"/>
              <a:chOff x="2688" y="3888"/>
              <a:chExt cx="1392" cy="294"/>
            </a:xfrm>
          </p:grpSpPr>
          <p:sp>
            <p:nvSpPr>
              <p:cNvPr id="66633" name="Text Box 19"/>
              <p:cNvSpPr txBox="1">
                <a:spLocks noChangeArrowheads="1"/>
              </p:cNvSpPr>
              <p:nvPr/>
            </p:nvSpPr>
            <p:spPr bwMode="auto">
              <a:xfrm>
                <a:off x="2688" y="3888"/>
                <a:ext cx="1392" cy="294"/>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a:latin typeface="宋体" panose="02010600030101010101" pitchFamily="2" charset="-122"/>
                  </a:rPr>
                  <a:t>自感电动势</a:t>
                </a:r>
              </a:p>
            </p:txBody>
          </p:sp>
          <p:graphicFrame>
            <p:nvGraphicFramePr>
              <p:cNvPr id="66634" name="Object 20"/>
              <p:cNvGraphicFramePr>
                <a:graphicFrameLocks noChangeAspect="1"/>
              </p:cNvGraphicFramePr>
              <p:nvPr/>
            </p:nvGraphicFramePr>
            <p:xfrm>
              <a:off x="3744" y="3888"/>
              <a:ext cx="288" cy="275"/>
            </p:xfrm>
            <a:graphic>
              <a:graphicData uri="http://schemas.openxmlformats.org/presentationml/2006/ole">
                <mc:AlternateContent xmlns:mc="http://schemas.openxmlformats.org/markup-compatibility/2006">
                  <mc:Choice xmlns:v="urn:schemas-microsoft-com:vml" Requires="v">
                    <p:oleObj spid="_x0000_s67161" name="Equation" r:id="rId10" imgW="393529" imgH="507780" progId="Equation.DSMT4">
                      <p:embed/>
                    </p:oleObj>
                  </mc:Choice>
                  <mc:Fallback>
                    <p:oleObj name="Equation" r:id="rId10" imgW="393529" imgH="507780" progId="Equation.DSMT4">
                      <p:embed/>
                      <p:pic>
                        <p:nvPicPr>
                          <p:cNvPr id="0" name="Object 2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744" y="3888"/>
                            <a:ext cx="288" cy="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66632" name="Line 21"/>
            <p:cNvSpPr>
              <a:spLocks noChangeShapeType="1"/>
            </p:cNvSpPr>
            <p:nvPr/>
          </p:nvSpPr>
          <p:spPr bwMode="auto">
            <a:xfrm>
              <a:off x="3408" y="3744"/>
              <a:ext cx="0" cy="144"/>
            </a:xfrm>
            <a:prstGeom prst="line">
              <a:avLst/>
            </a:prstGeom>
            <a:noFill/>
            <a:ln w="31750">
              <a:solidFill>
                <a:schemeClr val="folHlink"/>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66568" name="Group 23"/>
          <p:cNvGrpSpPr>
            <a:grpSpLocks/>
          </p:cNvGrpSpPr>
          <p:nvPr/>
        </p:nvGrpSpPr>
        <p:grpSpPr bwMode="auto">
          <a:xfrm>
            <a:off x="7010400" y="457200"/>
            <a:ext cx="3276600" cy="2362200"/>
            <a:chOff x="3456" y="96"/>
            <a:chExt cx="2064" cy="1488"/>
          </a:xfrm>
        </p:grpSpPr>
        <p:sp>
          <p:nvSpPr>
            <p:cNvPr id="66600" name="Rectangle 24"/>
            <p:cNvSpPr>
              <a:spLocks noChangeArrowheads="1"/>
            </p:cNvSpPr>
            <p:nvPr/>
          </p:nvSpPr>
          <p:spPr bwMode="auto">
            <a:xfrm>
              <a:off x="3456" y="96"/>
              <a:ext cx="2064" cy="1488"/>
            </a:xfrm>
            <a:prstGeom prst="rect">
              <a:avLst/>
            </a:prstGeom>
            <a:solidFill>
              <a:srgbClr val="FFFFFF"/>
            </a:solidFill>
            <a:ln w="9525">
              <a:solidFill>
                <a:schemeClr val="accent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nvGrpSpPr>
            <p:cNvPr id="66601" name="Group 25"/>
            <p:cNvGrpSpPr>
              <a:grpSpLocks/>
            </p:cNvGrpSpPr>
            <p:nvPr/>
          </p:nvGrpSpPr>
          <p:grpSpPr bwMode="auto">
            <a:xfrm>
              <a:off x="4139" y="1296"/>
              <a:ext cx="85" cy="212"/>
              <a:chOff x="672" y="3456"/>
              <a:chExt cx="96" cy="240"/>
            </a:xfrm>
          </p:grpSpPr>
          <p:sp>
            <p:nvSpPr>
              <p:cNvPr id="66629" name="Line 26"/>
              <p:cNvSpPr>
                <a:spLocks noChangeShapeType="1"/>
              </p:cNvSpPr>
              <p:nvPr/>
            </p:nvSpPr>
            <p:spPr bwMode="auto">
              <a:xfrm>
                <a:off x="672" y="3456"/>
                <a:ext cx="0" cy="24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630" name="Line 27"/>
              <p:cNvSpPr>
                <a:spLocks noChangeShapeType="1"/>
              </p:cNvSpPr>
              <p:nvPr/>
            </p:nvSpPr>
            <p:spPr bwMode="auto">
              <a:xfrm>
                <a:off x="768" y="3504"/>
                <a:ext cx="0" cy="144"/>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66602" name="Group 28"/>
            <p:cNvGrpSpPr>
              <a:grpSpLocks/>
            </p:cNvGrpSpPr>
            <p:nvPr/>
          </p:nvGrpSpPr>
          <p:grpSpPr bwMode="auto">
            <a:xfrm>
              <a:off x="4331" y="1295"/>
              <a:ext cx="85" cy="212"/>
              <a:chOff x="672" y="3456"/>
              <a:chExt cx="96" cy="240"/>
            </a:xfrm>
          </p:grpSpPr>
          <p:sp>
            <p:nvSpPr>
              <p:cNvPr id="66627" name="Line 29"/>
              <p:cNvSpPr>
                <a:spLocks noChangeShapeType="1"/>
              </p:cNvSpPr>
              <p:nvPr/>
            </p:nvSpPr>
            <p:spPr bwMode="auto">
              <a:xfrm>
                <a:off x="672" y="3456"/>
                <a:ext cx="0" cy="24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628" name="Line 30"/>
              <p:cNvSpPr>
                <a:spLocks noChangeShapeType="1"/>
              </p:cNvSpPr>
              <p:nvPr/>
            </p:nvSpPr>
            <p:spPr bwMode="auto">
              <a:xfrm>
                <a:off x="768" y="3504"/>
                <a:ext cx="0" cy="144"/>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66603" name="Group 31"/>
            <p:cNvGrpSpPr>
              <a:grpSpLocks/>
            </p:cNvGrpSpPr>
            <p:nvPr/>
          </p:nvGrpSpPr>
          <p:grpSpPr bwMode="auto">
            <a:xfrm>
              <a:off x="4800" y="1344"/>
              <a:ext cx="382" cy="85"/>
              <a:chOff x="1584" y="3264"/>
              <a:chExt cx="432" cy="96"/>
            </a:xfrm>
          </p:grpSpPr>
          <p:sp>
            <p:nvSpPr>
              <p:cNvPr id="66625" name="Oval 32"/>
              <p:cNvSpPr>
                <a:spLocks noChangeArrowheads="1"/>
              </p:cNvSpPr>
              <p:nvPr/>
            </p:nvSpPr>
            <p:spPr bwMode="auto">
              <a:xfrm>
                <a:off x="1584" y="3264"/>
                <a:ext cx="96" cy="96"/>
              </a:xfrm>
              <a:prstGeom prst="ellipse">
                <a:avLst/>
              </a:prstGeom>
              <a:solidFill>
                <a:srgbClr val="CCFFFF"/>
              </a:solidFill>
              <a:ln w="19050">
                <a:solidFill>
                  <a:srgbClr val="000000"/>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6626" name="Oval 33"/>
              <p:cNvSpPr>
                <a:spLocks noChangeArrowheads="1"/>
              </p:cNvSpPr>
              <p:nvPr/>
            </p:nvSpPr>
            <p:spPr bwMode="auto">
              <a:xfrm>
                <a:off x="1920" y="3264"/>
                <a:ext cx="96" cy="96"/>
              </a:xfrm>
              <a:prstGeom prst="ellipse">
                <a:avLst/>
              </a:prstGeom>
              <a:solidFill>
                <a:srgbClr val="CCFFFF"/>
              </a:solidFill>
              <a:ln w="19050">
                <a:solidFill>
                  <a:srgbClr val="000000"/>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sp>
          <p:nvSpPr>
            <p:cNvPr id="66604" name="Line 34"/>
            <p:cNvSpPr>
              <a:spLocks noChangeShapeType="1"/>
            </p:cNvSpPr>
            <p:nvPr/>
          </p:nvSpPr>
          <p:spPr bwMode="auto">
            <a:xfrm flipV="1">
              <a:off x="4848" y="1296"/>
              <a:ext cx="298" cy="85"/>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66605" name="Object 2"/>
            <p:cNvGraphicFramePr>
              <a:graphicFrameLocks noChangeAspect="1"/>
            </p:cNvGraphicFramePr>
            <p:nvPr/>
          </p:nvGraphicFramePr>
          <p:xfrm>
            <a:off x="4187" y="1104"/>
            <a:ext cx="218" cy="240"/>
          </p:xfrm>
          <a:graphic>
            <a:graphicData uri="http://schemas.openxmlformats.org/presentationml/2006/ole">
              <mc:AlternateContent xmlns:mc="http://schemas.openxmlformats.org/markup-compatibility/2006">
                <mc:Choice xmlns:v="urn:schemas-microsoft-com:vml" Requires="v">
                  <p:oleObj spid="_x0000_s67162" name="Equation" r:id="rId12" imgW="76149" imgH="95216" progId="Equation.3">
                    <p:embed/>
                  </p:oleObj>
                </mc:Choice>
                <mc:Fallback>
                  <p:oleObj name="Equation" r:id="rId12" imgW="76149" imgH="95216" progId="Equation.3">
                    <p:embed/>
                    <p:pic>
                      <p:nvPicPr>
                        <p:cNvPr id="0" name="Object 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187" y="1104"/>
                          <a:ext cx="21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6606" name="Object 3"/>
            <p:cNvGraphicFramePr>
              <a:graphicFrameLocks noChangeAspect="1"/>
            </p:cNvGraphicFramePr>
            <p:nvPr/>
          </p:nvGraphicFramePr>
          <p:xfrm>
            <a:off x="3792" y="144"/>
            <a:ext cx="220" cy="240"/>
          </p:xfrm>
          <a:graphic>
            <a:graphicData uri="http://schemas.openxmlformats.org/presentationml/2006/ole">
              <mc:AlternateContent xmlns:mc="http://schemas.openxmlformats.org/markup-compatibility/2006">
                <mc:Choice xmlns:v="urn:schemas-microsoft-com:vml" Requires="v">
                  <p:oleObj spid="_x0000_s67163" name="Equation" r:id="rId14" imgW="152268" imgH="164957" progId="Equation.3">
                    <p:embed/>
                  </p:oleObj>
                </mc:Choice>
                <mc:Fallback>
                  <p:oleObj name="Equation" r:id="rId14" imgW="152268" imgH="164957" progId="Equation.3">
                    <p:embed/>
                    <p:pic>
                      <p:nvPicPr>
                        <p:cNvPr id="0" name="Object 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792" y="144"/>
                          <a:ext cx="22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6607" name="Object 4"/>
            <p:cNvGraphicFramePr>
              <a:graphicFrameLocks noChangeAspect="1"/>
            </p:cNvGraphicFramePr>
            <p:nvPr/>
          </p:nvGraphicFramePr>
          <p:xfrm>
            <a:off x="4752" y="624"/>
            <a:ext cx="177" cy="190"/>
          </p:xfrm>
          <a:graphic>
            <a:graphicData uri="http://schemas.openxmlformats.org/presentationml/2006/ole">
              <mc:AlternateContent xmlns:mc="http://schemas.openxmlformats.org/markup-compatibility/2006">
                <mc:Choice xmlns:v="urn:schemas-microsoft-com:vml" Requires="v">
                  <p:oleObj spid="_x0000_s67164" name="公式" r:id="rId16" imgW="317225" imgH="342603" progId="Equation.3">
                    <p:embed/>
                  </p:oleObj>
                </mc:Choice>
                <mc:Fallback>
                  <p:oleObj name="公式" r:id="rId16" imgW="317225" imgH="342603" progId="Equation.3">
                    <p:embed/>
                    <p:pic>
                      <p:nvPicPr>
                        <p:cNvPr id="0" name="Object 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752" y="624"/>
                          <a:ext cx="177"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6608" name="Object 5"/>
            <p:cNvGraphicFramePr>
              <a:graphicFrameLocks noChangeAspect="1"/>
            </p:cNvGraphicFramePr>
            <p:nvPr/>
          </p:nvGraphicFramePr>
          <p:xfrm>
            <a:off x="3792" y="672"/>
            <a:ext cx="240" cy="240"/>
          </p:xfrm>
          <a:graphic>
            <a:graphicData uri="http://schemas.openxmlformats.org/presentationml/2006/ole">
              <mc:AlternateContent xmlns:mc="http://schemas.openxmlformats.org/markup-compatibility/2006">
                <mc:Choice xmlns:v="urn:schemas-microsoft-com:vml" Requires="v">
                  <p:oleObj spid="_x0000_s67165" name="Equation" r:id="rId18" imgW="152268" imgH="152268" progId="Equation.3">
                    <p:embed/>
                  </p:oleObj>
                </mc:Choice>
                <mc:Fallback>
                  <p:oleObj name="Equation" r:id="rId18" imgW="152268" imgH="152268" progId="Equation.3">
                    <p:embed/>
                    <p:pic>
                      <p:nvPicPr>
                        <p:cNvPr id="0" name="Object 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792" y="672"/>
                          <a:ext cx="24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6609" name="Object 6"/>
            <p:cNvGraphicFramePr>
              <a:graphicFrameLocks noChangeAspect="1"/>
            </p:cNvGraphicFramePr>
            <p:nvPr/>
          </p:nvGraphicFramePr>
          <p:xfrm>
            <a:off x="4656" y="144"/>
            <a:ext cx="480" cy="196"/>
          </p:xfrm>
          <a:graphic>
            <a:graphicData uri="http://schemas.openxmlformats.org/presentationml/2006/ole">
              <mc:AlternateContent xmlns:mc="http://schemas.openxmlformats.org/markup-compatibility/2006">
                <mc:Choice xmlns:v="urn:schemas-microsoft-com:vml" Requires="v">
                  <p:oleObj spid="_x0000_s67166" name="Equation" r:id="rId20" imgW="291847" imgH="177646" progId="Equation.3">
                    <p:embed/>
                  </p:oleObj>
                </mc:Choice>
                <mc:Fallback>
                  <p:oleObj name="Equation" r:id="rId20" imgW="291847" imgH="177646" progId="Equation.3">
                    <p:embed/>
                    <p:pic>
                      <p:nvPicPr>
                        <p:cNvPr id="0" name="Object 6"/>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656" y="144"/>
                          <a:ext cx="480"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6610" name="Object 7"/>
            <p:cNvGraphicFramePr>
              <a:graphicFrameLocks noChangeAspect="1"/>
            </p:cNvGraphicFramePr>
            <p:nvPr/>
          </p:nvGraphicFramePr>
          <p:xfrm>
            <a:off x="4848" y="1152"/>
            <a:ext cx="212" cy="170"/>
          </p:xfrm>
          <a:graphic>
            <a:graphicData uri="http://schemas.openxmlformats.org/presentationml/2006/ole">
              <mc:AlternateContent xmlns:mc="http://schemas.openxmlformats.org/markup-compatibility/2006">
                <mc:Choice xmlns:v="urn:schemas-microsoft-com:vml" Requires="v">
                  <p:oleObj spid="_x0000_s67167" name="公式" r:id="rId22" imgW="380835" imgH="342751" progId="Equation.3">
                    <p:embed/>
                  </p:oleObj>
                </mc:Choice>
                <mc:Fallback>
                  <p:oleObj name="公式" r:id="rId22" imgW="380835" imgH="342751" progId="Equation.3">
                    <p:embed/>
                    <p:pic>
                      <p:nvPicPr>
                        <p:cNvPr id="0" name="Object 7"/>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848" y="1152"/>
                          <a:ext cx="212" cy="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6611" name="Line 41"/>
            <p:cNvSpPr>
              <a:spLocks noChangeShapeType="1"/>
            </p:cNvSpPr>
            <p:nvPr/>
          </p:nvSpPr>
          <p:spPr bwMode="auto">
            <a:xfrm>
              <a:off x="3600" y="432"/>
              <a:ext cx="432" cy="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612" name="Line 42"/>
            <p:cNvSpPr>
              <a:spLocks noChangeShapeType="1"/>
            </p:cNvSpPr>
            <p:nvPr/>
          </p:nvSpPr>
          <p:spPr bwMode="auto">
            <a:xfrm>
              <a:off x="3600" y="912"/>
              <a:ext cx="480" cy="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613" name="Line 43"/>
            <p:cNvSpPr>
              <a:spLocks noChangeShapeType="1"/>
            </p:cNvSpPr>
            <p:nvPr/>
          </p:nvSpPr>
          <p:spPr bwMode="auto">
            <a:xfrm>
              <a:off x="3611" y="1395"/>
              <a:ext cx="528" cy="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614" name="Line 44"/>
            <p:cNvSpPr>
              <a:spLocks noChangeShapeType="1"/>
            </p:cNvSpPr>
            <p:nvPr/>
          </p:nvSpPr>
          <p:spPr bwMode="auto">
            <a:xfrm>
              <a:off x="3600" y="432"/>
              <a:ext cx="0" cy="977"/>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615" name="Line 45"/>
            <p:cNvSpPr>
              <a:spLocks noChangeShapeType="1"/>
            </p:cNvSpPr>
            <p:nvPr/>
          </p:nvSpPr>
          <p:spPr bwMode="auto">
            <a:xfrm>
              <a:off x="5424" y="432"/>
              <a:ext cx="0" cy="977"/>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616" name="Line 46"/>
            <p:cNvSpPr>
              <a:spLocks noChangeShapeType="1"/>
            </p:cNvSpPr>
            <p:nvPr/>
          </p:nvSpPr>
          <p:spPr bwMode="auto">
            <a:xfrm flipV="1">
              <a:off x="4416" y="1392"/>
              <a:ext cx="384" cy="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617" name="Line 47"/>
            <p:cNvSpPr>
              <a:spLocks noChangeShapeType="1"/>
            </p:cNvSpPr>
            <p:nvPr/>
          </p:nvSpPr>
          <p:spPr bwMode="auto">
            <a:xfrm flipV="1">
              <a:off x="5184" y="1392"/>
              <a:ext cx="240" cy="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618" name="Line 48"/>
            <p:cNvSpPr>
              <a:spLocks noChangeShapeType="1"/>
            </p:cNvSpPr>
            <p:nvPr/>
          </p:nvSpPr>
          <p:spPr bwMode="auto">
            <a:xfrm>
              <a:off x="5136" y="912"/>
              <a:ext cx="288" cy="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619" name="Line 49"/>
            <p:cNvSpPr>
              <a:spLocks noChangeShapeType="1"/>
            </p:cNvSpPr>
            <p:nvPr/>
          </p:nvSpPr>
          <p:spPr bwMode="auto">
            <a:xfrm>
              <a:off x="4224" y="432"/>
              <a:ext cx="1200" cy="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620" name="Rectangle 50"/>
            <p:cNvSpPr>
              <a:spLocks noChangeArrowheads="1"/>
            </p:cNvSpPr>
            <p:nvPr/>
          </p:nvSpPr>
          <p:spPr bwMode="auto">
            <a:xfrm>
              <a:off x="4608" y="850"/>
              <a:ext cx="510" cy="127"/>
            </a:xfrm>
            <a:prstGeom prst="rect">
              <a:avLst/>
            </a:prstGeom>
            <a:solidFill>
              <a:schemeClr val="accent2"/>
            </a:solidFill>
            <a:ln w="9525">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66621" name="Object 51"/>
            <p:cNvGraphicFramePr>
              <a:graphicFrameLocks noChangeAspect="1"/>
            </p:cNvGraphicFramePr>
            <p:nvPr/>
          </p:nvGraphicFramePr>
          <p:xfrm>
            <a:off x="4032" y="768"/>
            <a:ext cx="255" cy="255"/>
          </p:xfrm>
          <a:graphic>
            <a:graphicData uri="http://schemas.openxmlformats.org/presentationml/2006/ole">
              <mc:AlternateContent xmlns:mc="http://schemas.openxmlformats.org/markup-compatibility/2006">
                <mc:Choice xmlns:v="urn:schemas-microsoft-com:vml" Requires="v">
                  <p:oleObj spid="_x0000_s67168" name="公式" r:id="rId24" imgW="304902" imgH="304936" progId="Equation.3">
                    <p:embed/>
                  </p:oleObj>
                </mc:Choice>
                <mc:Fallback>
                  <p:oleObj name="公式" r:id="rId24" imgW="304902" imgH="304936" progId="Equation.3">
                    <p:embed/>
                    <p:pic>
                      <p:nvPicPr>
                        <p:cNvPr id="0" name="Object 51"/>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032" y="768"/>
                          <a:ext cx="255" cy="255"/>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6622" name="Object 9"/>
            <p:cNvGraphicFramePr>
              <a:graphicFrameLocks noChangeAspect="1"/>
            </p:cNvGraphicFramePr>
            <p:nvPr/>
          </p:nvGraphicFramePr>
          <p:xfrm>
            <a:off x="3984" y="288"/>
            <a:ext cx="265" cy="265"/>
          </p:xfrm>
          <a:graphic>
            <a:graphicData uri="http://schemas.openxmlformats.org/presentationml/2006/ole">
              <mc:AlternateContent xmlns:mc="http://schemas.openxmlformats.org/markup-compatibility/2006">
                <mc:Choice xmlns:v="urn:schemas-microsoft-com:vml" Requires="v">
                  <p:oleObj spid="_x0000_s67169" name="公式" r:id="rId26" imgW="304902" imgH="304936" progId="Equation.3">
                    <p:embed/>
                  </p:oleObj>
                </mc:Choice>
                <mc:Fallback>
                  <p:oleObj name="公式" r:id="rId26" imgW="304902" imgH="304936" progId="Equation.3">
                    <p:embed/>
                    <p:pic>
                      <p:nvPicPr>
                        <p:cNvPr id="0" name="Object 9"/>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984" y="288"/>
                          <a:ext cx="265" cy="265"/>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6623" name="Line 53"/>
            <p:cNvSpPr>
              <a:spLocks noChangeShapeType="1"/>
            </p:cNvSpPr>
            <p:nvPr/>
          </p:nvSpPr>
          <p:spPr bwMode="auto">
            <a:xfrm flipH="1">
              <a:off x="4272" y="912"/>
              <a:ext cx="336" cy="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66624" name="Picture 54" descr="ctu-3"/>
            <p:cNvPicPr>
              <a:picLocks noChangeAspect="1" noChangeArrowheads="1"/>
            </p:cNvPicPr>
            <p:nvPr/>
          </p:nvPicPr>
          <p:blipFill>
            <a:blip r:embed="rId28" cstate="print">
              <a:extLst>
                <a:ext uri="{28A0092B-C50C-407E-A947-70E740481C1C}">
                  <a14:useLocalDpi xmlns:a14="http://schemas.microsoft.com/office/drawing/2010/main" val="0"/>
                </a:ext>
              </a:extLst>
            </a:blip>
            <a:srcRect/>
            <a:stretch>
              <a:fillRect/>
            </a:stretch>
          </p:blipFill>
          <p:spPr bwMode="auto">
            <a:xfrm>
              <a:off x="4512" y="288"/>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grpSp>
      <p:grpSp>
        <p:nvGrpSpPr>
          <p:cNvPr id="66569" name="Group 23"/>
          <p:cNvGrpSpPr>
            <a:grpSpLocks/>
          </p:cNvGrpSpPr>
          <p:nvPr/>
        </p:nvGrpSpPr>
        <p:grpSpPr bwMode="auto">
          <a:xfrm>
            <a:off x="1943100" y="1625600"/>
            <a:ext cx="3276600" cy="2362200"/>
            <a:chOff x="3456" y="96"/>
            <a:chExt cx="2064" cy="1488"/>
          </a:xfrm>
        </p:grpSpPr>
        <p:sp>
          <p:nvSpPr>
            <p:cNvPr id="66570" name="Rectangle 24"/>
            <p:cNvSpPr>
              <a:spLocks noChangeArrowheads="1"/>
            </p:cNvSpPr>
            <p:nvPr/>
          </p:nvSpPr>
          <p:spPr bwMode="auto">
            <a:xfrm>
              <a:off x="3456" y="96"/>
              <a:ext cx="2064" cy="1488"/>
            </a:xfrm>
            <a:prstGeom prst="rect">
              <a:avLst/>
            </a:prstGeom>
            <a:solidFill>
              <a:srgbClr val="FFFFFF"/>
            </a:solidFill>
            <a:ln w="9525">
              <a:solidFill>
                <a:schemeClr val="accent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nvGrpSpPr>
            <p:cNvPr id="66571" name="Group 25"/>
            <p:cNvGrpSpPr>
              <a:grpSpLocks/>
            </p:cNvGrpSpPr>
            <p:nvPr/>
          </p:nvGrpSpPr>
          <p:grpSpPr bwMode="auto">
            <a:xfrm>
              <a:off x="4139" y="1296"/>
              <a:ext cx="85" cy="212"/>
              <a:chOff x="672" y="3456"/>
              <a:chExt cx="96" cy="240"/>
            </a:xfrm>
          </p:grpSpPr>
          <p:sp>
            <p:nvSpPr>
              <p:cNvPr id="66598" name="Line 26"/>
              <p:cNvSpPr>
                <a:spLocks noChangeShapeType="1"/>
              </p:cNvSpPr>
              <p:nvPr/>
            </p:nvSpPr>
            <p:spPr bwMode="auto">
              <a:xfrm>
                <a:off x="672" y="3456"/>
                <a:ext cx="0" cy="24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99" name="Line 27"/>
              <p:cNvSpPr>
                <a:spLocks noChangeShapeType="1"/>
              </p:cNvSpPr>
              <p:nvPr/>
            </p:nvSpPr>
            <p:spPr bwMode="auto">
              <a:xfrm>
                <a:off x="768" y="3504"/>
                <a:ext cx="0" cy="144"/>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66572" name="Group 28"/>
            <p:cNvGrpSpPr>
              <a:grpSpLocks/>
            </p:cNvGrpSpPr>
            <p:nvPr/>
          </p:nvGrpSpPr>
          <p:grpSpPr bwMode="auto">
            <a:xfrm>
              <a:off x="4331" y="1295"/>
              <a:ext cx="85" cy="212"/>
              <a:chOff x="672" y="3456"/>
              <a:chExt cx="96" cy="240"/>
            </a:xfrm>
          </p:grpSpPr>
          <p:sp>
            <p:nvSpPr>
              <p:cNvPr id="66596" name="Line 29"/>
              <p:cNvSpPr>
                <a:spLocks noChangeShapeType="1"/>
              </p:cNvSpPr>
              <p:nvPr/>
            </p:nvSpPr>
            <p:spPr bwMode="auto">
              <a:xfrm>
                <a:off x="672" y="3456"/>
                <a:ext cx="0" cy="24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97" name="Line 30"/>
              <p:cNvSpPr>
                <a:spLocks noChangeShapeType="1"/>
              </p:cNvSpPr>
              <p:nvPr/>
            </p:nvSpPr>
            <p:spPr bwMode="auto">
              <a:xfrm>
                <a:off x="768" y="3504"/>
                <a:ext cx="0" cy="144"/>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66573" name="Group 31"/>
            <p:cNvGrpSpPr>
              <a:grpSpLocks/>
            </p:cNvGrpSpPr>
            <p:nvPr/>
          </p:nvGrpSpPr>
          <p:grpSpPr bwMode="auto">
            <a:xfrm>
              <a:off x="4800" y="1344"/>
              <a:ext cx="382" cy="85"/>
              <a:chOff x="1584" y="3264"/>
              <a:chExt cx="432" cy="96"/>
            </a:xfrm>
          </p:grpSpPr>
          <p:sp>
            <p:nvSpPr>
              <p:cNvPr id="66594" name="Oval 32"/>
              <p:cNvSpPr>
                <a:spLocks noChangeArrowheads="1"/>
              </p:cNvSpPr>
              <p:nvPr/>
            </p:nvSpPr>
            <p:spPr bwMode="auto">
              <a:xfrm>
                <a:off x="1584" y="3264"/>
                <a:ext cx="96" cy="96"/>
              </a:xfrm>
              <a:prstGeom prst="ellipse">
                <a:avLst/>
              </a:prstGeom>
              <a:solidFill>
                <a:srgbClr val="CCFFFF"/>
              </a:solidFill>
              <a:ln w="19050">
                <a:solidFill>
                  <a:srgbClr val="000000"/>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6595" name="Oval 33"/>
              <p:cNvSpPr>
                <a:spLocks noChangeArrowheads="1"/>
              </p:cNvSpPr>
              <p:nvPr/>
            </p:nvSpPr>
            <p:spPr bwMode="auto">
              <a:xfrm>
                <a:off x="1920" y="3264"/>
                <a:ext cx="96" cy="96"/>
              </a:xfrm>
              <a:prstGeom prst="ellipse">
                <a:avLst/>
              </a:prstGeom>
              <a:solidFill>
                <a:srgbClr val="CCFFFF"/>
              </a:solidFill>
              <a:ln w="19050">
                <a:solidFill>
                  <a:srgbClr val="000000"/>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sp>
          <p:nvSpPr>
            <p:cNvPr id="66574" name="Line 34"/>
            <p:cNvSpPr>
              <a:spLocks noChangeShapeType="1"/>
            </p:cNvSpPr>
            <p:nvPr/>
          </p:nvSpPr>
          <p:spPr bwMode="auto">
            <a:xfrm flipV="1">
              <a:off x="4848" y="1296"/>
              <a:ext cx="298" cy="85"/>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66575" name="Object 35"/>
            <p:cNvGraphicFramePr>
              <a:graphicFrameLocks noChangeAspect="1"/>
            </p:cNvGraphicFramePr>
            <p:nvPr/>
          </p:nvGraphicFramePr>
          <p:xfrm>
            <a:off x="4187" y="1104"/>
            <a:ext cx="218" cy="240"/>
          </p:xfrm>
          <a:graphic>
            <a:graphicData uri="http://schemas.openxmlformats.org/presentationml/2006/ole">
              <mc:AlternateContent xmlns:mc="http://schemas.openxmlformats.org/markup-compatibility/2006">
                <mc:Choice xmlns:v="urn:schemas-microsoft-com:vml" Requires="v">
                  <p:oleObj spid="_x0000_s67170" name="Equation" r:id="rId29" imgW="76149" imgH="95216" progId="Equation.3">
                    <p:embed/>
                  </p:oleObj>
                </mc:Choice>
                <mc:Fallback>
                  <p:oleObj name="Equation" r:id="rId29" imgW="76149" imgH="95216" progId="Equation.3">
                    <p:embed/>
                    <p:pic>
                      <p:nvPicPr>
                        <p:cNvPr id="0" name="Object 35"/>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4187" y="1104"/>
                          <a:ext cx="21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6576" name="Object 36"/>
            <p:cNvGraphicFramePr>
              <a:graphicFrameLocks noChangeAspect="1"/>
            </p:cNvGraphicFramePr>
            <p:nvPr/>
          </p:nvGraphicFramePr>
          <p:xfrm>
            <a:off x="3792" y="144"/>
            <a:ext cx="220" cy="240"/>
          </p:xfrm>
          <a:graphic>
            <a:graphicData uri="http://schemas.openxmlformats.org/presentationml/2006/ole">
              <mc:AlternateContent xmlns:mc="http://schemas.openxmlformats.org/markup-compatibility/2006">
                <mc:Choice xmlns:v="urn:schemas-microsoft-com:vml" Requires="v">
                  <p:oleObj spid="_x0000_s67171" name="Equation" r:id="rId31" imgW="152268" imgH="164957" progId="Equation.3">
                    <p:embed/>
                  </p:oleObj>
                </mc:Choice>
                <mc:Fallback>
                  <p:oleObj name="Equation" r:id="rId31" imgW="152268" imgH="164957" progId="Equation.3">
                    <p:embed/>
                    <p:pic>
                      <p:nvPicPr>
                        <p:cNvPr id="0" name="Object 3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792" y="144"/>
                          <a:ext cx="22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6577" name="Object 37"/>
            <p:cNvGraphicFramePr>
              <a:graphicFrameLocks noChangeAspect="1"/>
            </p:cNvGraphicFramePr>
            <p:nvPr/>
          </p:nvGraphicFramePr>
          <p:xfrm>
            <a:off x="4752" y="624"/>
            <a:ext cx="177" cy="190"/>
          </p:xfrm>
          <a:graphic>
            <a:graphicData uri="http://schemas.openxmlformats.org/presentationml/2006/ole">
              <mc:AlternateContent xmlns:mc="http://schemas.openxmlformats.org/markup-compatibility/2006">
                <mc:Choice xmlns:v="urn:schemas-microsoft-com:vml" Requires="v">
                  <p:oleObj spid="_x0000_s67172" name="公式" r:id="rId32" imgW="317225" imgH="342603" progId="Equation.3">
                    <p:embed/>
                  </p:oleObj>
                </mc:Choice>
                <mc:Fallback>
                  <p:oleObj name="公式" r:id="rId32" imgW="317225" imgH="342603" progId="Equation.3">
                    <p:embed/>
                    <p:pic>
                      <p:nvPicPr>
                        <p:cNvPr id="0" name="Object 3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752" y="624"/>
                          <a:ext cx="177"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6578" name="Object 38"/>
            <p:cNvGraphicFramePr>
              <a:graphicFrameLocks noChangeAspect="1"/>
            </p:cNvGraphicFramePr>
            <p:nvPr/>
          </p:nvGraphicFramePr>
          <p:xfrm>
            <a:off x="3792" y="672"/>
            <a:ext cx="240" cy="240"/>
          </p:xfrm>
          <a:graphic>
            <a:graphicData uri="http://schemas.openxmlformats.org/presentationml/2006/ole">
              <mc:AlternateContent xmlns:mc="http://schemas.openxmlformats.org/markup-compatibility/2006">
                <mc:Choice xmlns:v="urn:schemas-microsoft-com:vml" Requires="v">
                  <p:oleObj spid="_x0000_s67173" name="Equation" r:id="rId33" imgW="152268" imgH="152268" progId="Equation.3">
                    <p:embed/>
                  </p:oleObj>
                </mc:Choice>
                <mc:Fallback>
                  <p:oleObj name="Equation" r:id="rId33" imgW="152268" imgH="152268" progId="Equation.3">
                    <p:embed/>
                    <p:pic>
                      <p:nvPicPr>
                        <p:cNvPr id="0" name="Object 3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792" y="672"/>
                          <a:ext cx="24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6579" name="Object 39"/>
            <p:cNvGraphicFramePr>
              <a:graphicFrameLocks noChangeAspect="1"/>
            </p:cNvGraphicFramePr>
            <p:nvPr/>
          </p:nvGraphicFramePr>
          <p:xfrm>
            <a:off x="4656" y="144"/>
            <a:ext cx="480" cy="196"/>
          </p:xfrm>
          <a:graphic>
            <a:graphicData uri="http://schemas.openxmlformats.org/presentationml/2006/ole">
              <mc:AlternateContent xmlns:mc="http://schemas.openxmlformats.org/markup-compatibility/2006">
                <mc:Choice xmlns:v="urn:schemas-microsoft-com:vml" Requires="v">
                  <p:oleObj spid="_x0000_s67174" name="Equation" r:id="rId34" imgW="291847" imgH="177646" progId="Equation.3">
                    <p:embed/>
                  </p:oleObj>
                </mc:Choice>
                <mc:Fallback>
                  <p:oleObj name="Equation" r:id="rId34" imgW="291847" imgH="177646" progId="Equation.3">
                    <p:embed/>
                    <p:pic>
                      <p:nvPicPr>
                        <p:cNvPr id="0" name="Object 39"/>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656" y="144"/>
                          <a:ext cx="480"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6580" name="Object 40"/>
            <p:cNvGraphicFramePr>
              <a:graphicFrameLocks noChangeAspect="1"/>
            </p:cNvGraphicFramePr>
            <p:nvPr/>
          </p:nvGraphicFramePr>
          <p:xfrm>
            <a:off x="4848" y="1152"/>
            <a:ext cx="212" cy="170"/>
          </p:xfrm>
          <a:graphic>
            <a:graphicData uri="http://schemas.openxmlformats.org/presentationml/2006/ole">
              <mc:AlternateContent xmlns:mc="http://schemas.openxmlformats.org/markup-compatibility/2006">
                <mc:Choice xmlns:v="urn:schemas-microsoft-com:vml" Requires="v">
                  <p:oleObj spid="_x0000_s67175" name="公式" r:id="rId35" imgW="380835" imgH="342751" progId="Equation.3">
                    <p:embed/>
                  </p:oleObj>
                </mc:Choice>
                <mc:Fallback>
                  <p:oleObj name="公式" r:id="rId35" imgW="380835" imgH="342751" progId="Equation.3">
                    <p:embed/>
                    <p:pic>
                      <p:nvPicPr>
                        <p:cNvPr id="0" name="Object 40"/>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848" y="1152"/>
                          <a:ext cx="212" cy="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6581" name="Line 41"/>
            <p:cNvSpPr>
              <a:spLocks noChangeShapeType="1"/>
            </p:cNvSpPr>
            <p:nvPr/>
          </p:nvSpPr>
          <p:spPr bwMode="auto">
            <a:xfrm>
              <a:off x="3600" y="432"/>
              <a:ext cx="432" cy="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82" name="Line 42"/>
            <p:cNvSpPr>
              <a:spLocks noChangeShapeType="1"/>
            </p:cNvSpPr>
            <p:nvPr/>
          </p:nvSpPr>
          <p:spPr bwMode="auto">
            <a:xfrm>
              <a:off x="3600" y="912"/>
              <a:ext cx="768" cy="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83" name="Line 43"/>
            <p:cNvSpPr>
              <a:spLocks noChangeShapeType="1"/>
            </p:cNvSpPr>
            <p:nvPr/>
          </p:nvSpPr>
          <p:spPr bwMode="auto">
            <a:xfrm>
              <a:off x="3611" y="1395"/>
              <a:ext cx="528" cy="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84" name="Line 44"/>
            <p:cNvSpPr>
              <a:spLocks noChangeShapeType="1"/>
            </p:cNvSpPr>
            <p:nvPr/>
          </p:nvSpPr>
          <p:spPr bwMode="auto">
            <a:xfrm>
              <a:off x="3600" y="432"/>
              <a:ext cx="0" cy="977"/>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85" name="Line 45"/>
            <p:cNvSpPr>
              <a:spLocks noChangeShapeType="1"/>
            </p:cNvSpPr>
            <p:nvPr/>
          </p:nvSpPr>
          <p:spPr bwMode="auto">
            <a:xfrm>
              <a:off x="5424" y="432"/>
              <a:ext cx="0" cy="977"/>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86" name="Line 46"/>
            <p:cNvSpPr>
              <a:spLocks noChangeShapeType="1"/>
            </p:cNvSpPr>
            <p:nvPr/>
          </p:nvSpPr>
          <p:spPr bwMode="auto">
            <a:xfrm flipV="1">
              <a:off x="4416" y="1392"/>
              <a:ext cx="384" cy="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87" name="Line 47"/>
            <p:cNvSpPr>
              <a:spLocks noChangeShapeType="1"/>
            </p:cNvSpPr>
            <p:nvPr/>
          </p:nvSpPr>
          <p:spPr bwMode="auto">
            <a:xfrm flipV="1">
              <a:off x="5184" y="1392"/>
              <a:ext cx="240" cy="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88" name="Line 48"/>
            <p:cNvSpPr>
              <a:spLocks noChangeShapeType="1"/>
            </p:cNvSpPr>
            <p:nvPr/>
          </p:nvSpPr>
          <p:spPr bwMode="auto">
            <a:xfrm>
              <a:off x="5136" y="912"/>
              <a:ext cx="288" cy="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89" name="Line 49"/>
            <p:cNvSpPr>
              <a:spLocks noChangeShapeType="1"/>
            </p:cNvSpPr>
            <p:nvPr/>
          </p:nvSpPr>
          <p:spPr bwMode="auto">
            <a:xfrm>
              <a:off x="4224" y="432"/>
              <a:ext cx="1200" cy="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90" name="Rectangle 50"/>
            <p:cNvSpPr>
              <a:spLocks noChangeArrowheads="1"/>
            </p:cNvSpPr>
            <p:nvPr/>
          </p:nvSpPr>
          <p:spPr bwMode="auto">
            <a:xfrm>
              <a:off x="4608" y="850"/>
              <a:ext cx="510" cy="127"/>
            </a:xfrm>
            <a:prstGeom prst="rect">
              <a:avLst/>
            </a:prstGeom>
            <a:solidFill>
              <a:schemeClr val="accent2"/>
            </a:solidFill>
            <a:ln w="9525">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66591" name="Object 52"/>
            <p:cNvGraphicFramePr>
              <a:graphicFrameLocks noChangeAspect="1"/>
            </p:cNvGraphicFramePr>
            <p:nvPr/>
          </p:nvGraphicFramePr>
          <p:xfrm>
            <a:off x="3984" y="288"/>
            <a:ext cx="265" cy="265"/>
          </p:xfrm>
          <a:graphic>
            <a:graphicData uri="http://schemas.openxmlformats.org/presentationml/2006/ole">
              <mc:AlternateContent xmlns:mc="http://schemas.openxmlformats.org/markup-compatibility/2006">
                <mc:Choice xmlns:v="urn:schemas-microsoft-com:vml" Requires="v">
                  <p:oleObj spid="_x0000_s67176" name="公式" r:id="rId36" imgW="304902" imgH="304936" progId="Equation.3">
                    <p:embed/>
                  </p:oleObj>
                </mc:Choice>
                <mc:Fallback>
                  <p:oleObj name="公式" r:id="rId36" imgW="304902" imgH="304936" progId="Equation.3">
                    <p:embed/>
                    <p:pic>
                      <p:nvPicPr>
                        <p:cNvPr id="0" name="Object 52"/>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3984" y="288"/>
                          <a:ext cx="265" cy="265"/>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6592" name="Line 53"/>
            <p:cNvSpPr>
              <a:spLocks noChangeShapeType="1"/>
            </p:cNvSpPr>
            <p:nvPr/>
          </p:nvSpPr>
          <p:spPr bwMode="auto">
            <a:xfrm flipH="1">
              <a:off x="4272" y="912"/>
              <a:ext cx="336" cy="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66593" name="Picture 54" descr="ctu-3"/>
            <p:cNvPicPr>
              <a:picLocks noChangeAspect="1" noChangeArrowheads="1"/>
            </p:cNvPicPr>
            <p:nvPr/>
          </p:nvPicPr>
          <p:blipFill>
            <a:blip r:embed="rId28" cstate="print">
              <a:extLst>
                <a:ext uri="{28A0092B-C50C-407E-A947-70E740481C1C}">
                  <a14:useLocalDpi xmlns:a14="http://schemas.microsoft.com/office/drawing/2010/main" val="0"/>
                </a:ext>
              </a:extLst>
            </a:blip>
            <a:srcRect/>
            <a:stretch>
              <a:fillRect/>
            </a:stretch>
          </p:blipFill>
          <p:spPr bwMode="auto">
            <a:xfrm>
              <a:off x="4512" y="288"/>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gr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ext Box 2"/>
          <p:cNvSpPr txBox="1">
            <a:spLocks noChangeArrowheads="1"/>
          </p:cNvSpPr>
          <p:nvPr/>
        </p:nvSpPr>
        <p:spPr bwMode="auto">
          <a:xfrm>
            <a:off x="2286000" y="2209801"/>
            <a:ext cx="2317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latin typeface="宋体" panose="02010600030101010101" pitchFamily="2" charset="-122"/>
              </a:rPr>
              <a:t>由叠加原理：</a:t>
            </a:r>
          </a:p>
        </p:txBody>
      </p:sp>
      <p:graphicFrame>
        <p:nvGraphicFramePr>
          <p:cNvPr id="68611" name="Object 3"/>
          <p:cNvGraphicFramePr>
            <a:graphicFrameLocks noChangeAspect="1"/>
          </p:cNvGraphicFramePr>
          <p:nvPr/>
        </p:nvGraphicFramePr>
        <p:xfrm>
          <a:off x="4648200" y="2209800"/>
          <a:ext cx="1587500" cy="712788"/>
        </p:xfrm>
        <a:graphic>
          <a:graphicData uri="http://schemas.openxmlformats.org/presentationml/2006/ole">
            <mc:AlternateContent xmlns:mc="http://schemas.openxmlformats.org/markup-compatibility/2006">
              <mc:Choice xmlns:v="urn:schemas-microsoft-com:vml" Requires="v">
                <p:oleObj spid="_x0000_s68842" name="公式" r:id="rId4" imgW="558800" imgH="279400" progId="Equation.3">
                  <p:embed/>
                </p:oleObj>
              </mc:Choice>
              <mc:Fallback>
                <p:oleObj name="公式" r:id="rId4" imgW="558800" imgH="2794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48200" y="2209800"/>
                        <a:ext cx="1587500" cy="71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8612" name="Object 4"/>
          <p:cNvGraphicFramePr>
            <a:graphicFrameLocks noChangeAspect="1"/>
          </p:cNvGraphicFramePr>
          <p:nvPr/>
        </p:nvGraphicFramePr>
        <p:xfrm>
          <a:off x="6705600" y="2286000"/>
          <a:ext cx="1016000" cy="357188"/>
        </p:xfrm>
        <a:graphic>
          <a:graphicData uri="http://schemas.openxmlformats.org/presentationml/2006/ole">
            <mc:AlternateContent xmlns:mc="http://schemas.openxmlformats.org/markup-compatibility/2006">
              <mc:Choice xmlns:v="urn:schemas-microsoft-com:vml" Requires="v">
                <p:oleObj spid="_x0000_s68843" name="公式" r:id="rId6" imgW="1016000" imgH="342900" progId="Equation.3">
                  <p:embed/>
                </p:oleObj>
              </mc:Choice>
              <mc:Fallback>
                <p:oleObj name="公式" r:id="rId6" imgW="1016000" imgH="34290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05600" y="2286000"/>
                        <a:ext cx="1016000"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8613" name="Text Box 5"/>
          <p:cNvSpPr txBox="1">
            <a:spLocks noChangeArrowheads="1"/>
          </p:cNvSpPr>
          <p:nvPr/>
        </p:nvSpPr>
        <p:spPr bwMode="auto">
          <a:xfrm>
            <a:off x="2743200" y="3200401"/>
            <a:ext cx="1250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latin typeface="宋体" panose="02010600030101010101" pitchFamily="2" charset="-122"/>
              </a:rPr>
              <a:t>磁链：</a:t>
            </a:r>
          </a:p>
        </p:txBody>
      </p:sp>
      <p:graphicFrame>
        <p:nvGraphicFramePr>
          <p:cNvPr id="68614" name="Object 6"/>
          <p:cNvGraphicFramePr>
            <a:graphicFrameLocks noChangeAspect="1"/>
          </p:cNvGraphicFramePr>
          <p:nvPr/>
        </p:nvGraphicFramePr>
        <p:xfrm>
          <a:off x="4419600" y="3124200"/>
          <a:ext cx="2667000" cy="768350"/>
        </p:xfrm>
        <a:graphic>
          <a:graphicData uri="http://schemas.openxmlformats.org/presentationml/2006/ole">
            <mc:AlternateContent xmlns:mc="http://schemas.openxmlformats.org/markup-compatibility/2006">
              <mc:Choice xmlns:v="urn:schemas-microsoft-com:vml" Requires="v">
                <p:oleObj spid="_x0000_s68844" name="公式" r:id="rId8" imgW="939392" imgH="291973" progId="Equation.3">
                  <p:embed/>
                </p:oleObj>
              </mc:Choice>
              <mc:Fallback>
                <p:oleObj name="公式" r:id="rId8" imgW="939392" imgH="291973" progId="Equation.3">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19600" y="3124200"/>
                        <a:ext cx="266700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8615" name="Object 7"/>
          <p:cNvGraphicFramePr>
            <a:graphicFrameLocks noChangeAspect="1"/>
          </p:cNvGraphicFramePr>
          <p:nvPr/>
        </p:nvGraphicFramePr>
        <p:xfrm>
          <a:off x="7856538" y="3124200"/>
          <a:ext cx="1439862" cy="508000"/>
        </p:xfrm>
        <a:graphic>
          <a:graphicData uri="http://schemas.openxmlformats.org/presentationml/2006/ole">
            <mc:AlternateContent xmlns:mc="http://schemas.openxmlformats.org/markup-compatibility/2006">
              <mc:Choice xmlns:v="urn:schemas-microsoft-com:vml" Requires="v">
                <p:oleObj spid="_x0000_s68845" name="公式" r:id="rId10" imgW="1244600" imgH="508000" progId="Equation.3">
                  <p:embed/>
                </p:oleObj>
              </mc:Choice>
              <mc:Fallback>
                <p:oleObj name="公式" r:id="rId10" imgW="1244600" imgH="508000" progId="Equation.3">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856538" y="3124200"/>
                        <a:ext cx="1439862"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8616" name="Object 8"/>
          <p:cNvGraphicFramePr>
            <a:graphicFrameLocks noChangeAspect="1"/>
          </p:cNvGraphicFramePr>
          <p:nvPr/>
        </p:nvGraphicFramePr>
        <p:xfrm>
          <a:off x="4572000" y="4038600"/>
          <a:ext cx="1435100" cy="508000"/>
        </p:xfrm>
        <a:graphic>
          <a:graphicData uri="http://schemas.openxmlformats.org/presentationml/2006/ole">
            <mc:AlternateContent xmlns:mc="http://schemas.openxmlformats.org/markup-compatibility/2006">
              <mc:Choice xmlns:v="urn:schemas-microsoft-com:vml" Requires="v">
                <p:oleObj spid="_x0000_s68846" name="公式" r:id="rId12" imgW="1435100" imgH="508000" progId="Equation.3">
                  <p:embed/>
                </p:oleObj>
              </mc:Choice>
              <mc:Fallback>
                <p:oleObj name="公式" r:id="rId12" imgW="1435100" imgH="508000" progId="Equation.3">
                  <p:embed/>
                  <p:pic>
                    <p:nvPicPr>
                      <p:cNvPr id="0" name="Object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572000" y="4038600"/>
                        <a:ext cx="1435100"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8617" name="Rectangle 9"/>
          <p:cNvSpPr>
            <a:spLocks noChangeArrowheads="1"/>
          </p:cNvSpPr>
          <p:nvPr/>
        </p:nvSpPr>
        <p:spPr bwMode="auto">
          <a:xfrm>
            <a:off x="2286000" y="4724401"/>
            <a:ext cx="1962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latin typeface="宋体" panose="02010600030101010101" pitchFamily="2" charset="-122"/>
              </a:rPr>
              <a:t>自感系数：</a:t>
            </a:r>
          </a:p>
        </p:txBody>
      </p:sp>
      <p:graphicFrame>
        <p:nvGraphicFramePr>
          <p:cNvPr id="68618" name="Object 10"/>
          <p:cNvGraphicFramePr>
            <a:graphicFrameLocks noChangeAspect="1"/>
          </p:cNvGraphicFramePr>
          <p:nvPr/>
        </p:nvGraphicFramePr>
        <p:xfrm>
          <a:off x="4343400" y="4648200"/>
          <a:ext cx="1371600" cy="903288"/>
        </p:xfrm>
        <a:graphic>
          <a:graphicData uri="http://schemas.openxmlformats.org/presentationml/2006/ole">
            <mc:AlternateContent xmlns:mc="http://schemas.openxmlformats.org/markup-compatibility/2006">
              <mc:Choice xmlns:v="urn:schemas-microsoft-com:vml" Requires="v">
                <p:oleObj spid="_x0000_s68847" name="公式" r:id="rId14" imgW="1282700" imgH="977900" progId="Equation.3">
                  <p:embed/>
                </p:oleObj>
              </mc:Choice>
              <mc:Fallback>
                <p:oleObj name="公式" r:id="rId14" imgW="1282700" imgH="977900" progId="Equation.3">
                  <p:embed/>
                  <p:pic>
                    <p:nvPicPr>
                      <p:cNvPr id="0" name="Object 1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343400" y="4648200"/>
                        <a:ext cx="1371600" cy="903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sp>
        <p:nvSpPr>
          <p:cNvPr id="68619" name="Text Box 11"/>
          <p:cNvSpPr txBox="1">
            <a:spLocks noChangeArrowheads="1"/>
          </p:cNvSpPr>
          <p:nvPr/>
        </p:nvSpPr>
        <p:spPr bwMode="auto">
          <a:xfrm>
            <a:off x="2209800" y="5638800"/>
            <a:ext cx="80772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chemeClr val="folHlink"/>
                </a:solidFill>
                <a:latin typeface="宋体" panose="02010600030101010101" pitchFamily="2" charset="-122"/>
              </a:rPr>
              <a:t>定义：</a:t>
            </a:r>
            <a:r>
              <a:rPr kumimoji="1" lang="zh-CN" altLang="en-US" sz="2800">
                <a:latin typeface="宋体" panose="02010600030101010101" pitchFamily="2" charset="-122"/>
              </a:rPr>
              <a:t>某回路的</a:t>
            </a:r>
            <a:r>
              <a:rPr kumimoji="1" lang="zh-CN" altLang="en-US" sz="2800">
                <a:solidFill>
                  <a:schemeClr val="folHlink"/>
                </a:solidFill>
                <a:latin typeface="宋体" panose="02010600030101010101" pitchFamily="2" charset="-122"/>
              </a:rPr>
              <a:t>自感</a:t>
            </a:r>
            <a:r>
              <a:rPr kumimoji="1" lang="zh-CN" altLang="en-US" sz="2800">
                <a:latin typeface="宋体" panose="02010600030101010101" pitchFamily="2" charset="-122"/>
              </a:rPr>
              <a:t>，在数值上等于通有单位电流时，穿过回路的全磁通。</a:t>
            </a:r>
          </a:p>
        </p:txBody>
      </p:sp>
      <p:sp>
        <p:nvSpPr>
          <p:cNvPr id="68620" name="Text Box 12"/>
          <p:cNvSpPr txBox="1">
            <a:spLocks noChangeArrowheads="1"/>
          </p:cNvSpPr>
          <p:nvPr/>
        </p:nvSpPr>
        <p:spPr bwMode="auto">
          <a:xfrm>
            <a:off x="6019800" y="4648201"/>
            <a:ext cx="3962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a:latin typeface="宋体" panose="02010600030101010101" pitchFamily="2" charset="-122"/>
              </a:rPr>
              <a:t>～与回路形状、大小、匝数及周围介质的磁导率有关。</a:t>
            </a:r>
          </a:p>
        </p:txBody>
      </p:sp>
      <p:sp>
        <p:nvSpPr>
          <p:cNvPr id="68621" name="Text Box 13"/>
          <p:cNvSpPr txBox="1">
            <a:spLocks noChangeArrowheads="1"/>
          </p:cNvSpPr>
          <p:nvPr/>
        </p:nvSpPr>
        <p:spPr bwMode="auto">
          <a:xfrm>
            <a:off x="2743200" y="1295401"/>
            <a:ext cx="2590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800">
                <a:latin typeface="宋体" panose="02010600030101010101" pitchFamily="2" charset="-122"/>
              </a:rPr>
              <a:t>由毕</a:t>
            </a:r>
            <a:r>
              <a:rPr kumimoji="1" lang="en-US" altLang="zh-CN" sz="2800">
                <a:latin typeface="宋体" panose="02010600030101010101" pitchFamily="2" charset="-122"/>
              </a:rPr>
              <a:t>-</a:t>
            </a:r>
            <a:r>
              <a:rPr kumimoji="1" lang="zh-CN" altLang="en-US" sz="2800">
                <a:latin typeface="宋体" panose="02010600030101010101" pitchFamily="2" charset="-122"/>
              </a:rPr>
              <a:t>萨定律：</a:t>
            </a:r>
          </a:p>
        </p:txBody>
      </p:sp>
      <p:graphicFrame>
        <p:nvGraphicFramePr>
          <p:cNvPr id="68622" name="Object 14"/>
          <p:cNvGraphicFramePr>
            <a:graphicFrameLocks noChangeAspect="1"/>
          </p:cNvGraphicFramePr>
          <p:nvPr/>
        </p:nvGraphicFramePr>
        <p:xfrm>
          <a:off x="5181600" y="990601"/>
          <a:ext cx="2693988" cy="1108075"/>
        </p:xfrm>
        <a:graphic>
          <a:graphicData uri="http://schemas.openxmlformats.org/presentationml/2006/ole">
            <mc:AlternateContent xmlns:mc="http://schemas.openxmlformats.org/markup-compatibility/2006">
              <mc:Choice xmlns:v="urn:schemas-microsoft-com:vml" Requires="v">
                <p:oleObj spid="_x0000_s68848" name="Equation" r:id="rId16" imgW="1016000" imgH="419100" progId="Equation.DSMT4">
                  <p:embed/>
                </p:oleObj>
              </mc:Choice>
              <mc:Fallback>
                <p:oleObj name="Equation" r:id="rId16" imgW="1016000" imgH="419100" progId="Equation.DSMT4">
                  <p:embed/>
                  <p:pic>
                    <p:nvPicPr>
                      <p:cNvPr id="0" name="Object 1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181600" y="990601"/>
                        <a:ext cx="2693988"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8623" name="Text Box 15"/>
          <p:cNvSpPr txBox="1">
            <a:spLocks noChangeArrowheads="1"/>
          </p:cNvSpPr>
          <p:nvPr/>
        </p:nvSpPr>
        <p:spPr bwMode="auto">
          <a:xfrm>
            <a:off x="1981200" y="79376"/>
            <a:ext cx="1962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a:latin typeface="Times New Roman" panose="02020603050405020304" pitchFamily="18" charset="0"/>
              </a:rPr>
              <a:t>2. </a:t>
            </a:r>
            <a:r>
              <a:rPr kumimoji="1" lang="zh-CN" altLang="en-US" sz="2800">
                <a:latin typeface="宋体" panose="02010600030101010101" pitchFamily="2" charset="-122"/>
              </a:rPr>
              <a:t>自感系数</a:t>
            </a:r>
          </a:p>
        </p:txBody>
      </p:sp>
      <p:sp>
        <p:nvSpPr>
          <p:cNvPr id="68624" name="Text Box 16"/>
          <p:cNvSpPr txBox="1">
            <a:spLocks noChangeArrowheads="1"/>
          </p:cNvSpPr>
          <p:nvPr/>
        </p:nvSpPr>
        <p:spPr bwMode="auto">
          <a:xfrm>
            <a:off x="2133601" y="688976"/>
            <a:ext cx="17557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a:solidFill>
                  <a:schemeClr val="folHlink"/>
                </a:solidFill>
                <a:latin typeface="Times New Roman" panose="02020603050405020304" pitchFamily="18" charset="0"/>
              </a:rPr>
              <a:t>(1) </a:t>
            </a:r>
            <a:r>
              <a:rPr kumimoji="1" lang="zh-CN" altLang="en-US" sz="2800">
                <a:solidFill>
                  <a:schemeClr val="folHlink"/>
                </a:solidFill>
                <a:latin typeface="宋体" panose="02010600030101010101" pitchFamily="2" charset="-122"/>
              </a:rPr>
              <a:t>定义：</a:t>
            </a:r>
          </a:p>
        </p:txBody>
      </p:sp>
      <p:graphicFrame>
        <p:nvGraphicFramePr>
          <p:cNvPr id="68625" name="Object 17"/>
          <p:cNvGraphicFramePr>
            <a:graphicFrameLocks noChangeAspect="1"/>
          </p:cNvGraphicFramePr>
          <p:nvPr/>
        </p:nvGraphicFramePr>
        <p:xfrm>
          <a:off x="8458201" y="1219200"/>
          <a:ext cx="1381125" cy="738188"/>
        </p:xfrm>
        <a:graphic>
          <a:graphicData uri="http://schemas.openxmlformats.org/presentationml/2006/ole">
            <mc:AlternateContent xmlns:mc="http://schemas.openxmlformats.org/markup-compatibility/2006">
              <mc:Choice xmlns:v="urn:schemas-microsoft-com:vml" Requires="v">
                <p:oleObj spid="_x0000_s68849" name="Equation" r:id="rId18" imgW="520474" imgH="279279" progId="Equation.DSMT4">
                  <p:embed/>
                </p:oleObj>
              </mc:Choice>
              <mc:Fallback>
                <p:oleObj name="Equation" r:id="rId18" imgW="520474" imgH="279279" progId="Equation.DSMT4">
                  <p:embed/>
                  <p:pic>
                    <p:nvPicPr>
                      <p:cNvPr id="0" name="Object 1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458201" y="1219200"/>
                        <a:ext cx="1381125"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ext Box 2"/>
          <p:cNvSpPr txBox="1">
            <a:spLocks noChangeArrowheads="1"/>
          </p:cNvSpPr>
          <p:nvPr/>
        </p:nvSpPr>
        <p:spPr bwMode="auto">
          <a:xfrm>
            <a:off x="1752601" y="250826"/>
            <a:ext cx="21113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a:solidFill>
                  <a:schemeClr val="folHlink"/>
                </a:solidFill>
                <a:latin typeface="Times New Roman" panose="02020603050405020304" pitchFamily="18" charset="0"/>
              </a:rPr>
              <a:t>(2) </a:t>
            </a:r>
            <a:r>
              <a:rPr kumimoji="1" lang="zh-CN" altLang="en-US" sz="2800">
                <a:solidFill>
                  <a:schemeClr val="folHlink"/>
                </a:solidFill>
                <a:latin typeface="宋体" panose="02010600030101010101" pitchFamily="2" charset="-122"/>
              </a:rPr>
              <a:t>物理意义</a:t>
            </a:r>
          </a:p>
        </p:txBody>
      </p:sp>
      <p:sp>
        <p:nvSpPr>
          <p:cNvPr id="70659" name="Text Box 3"/>
          <p:cNvSpPr txBox="1">
            <a:spLocks noChangeArrowheads="1"/>
          </p:cNvSpPr>
          <p:nvPr/>
        </p:nvSpPr>
        <p:spPr bwMode="auto">
          <a:xfrm>
            <a:off x="1905000" y="838201"/>
            <a:ext cx="2317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latin typeface="宋体" panose="02010600030101010101" pitchFamily="2" charset="-122"/>
              </a:rPr>
              <a:t>由法拉第定律</a:t>
            </a:r>
          </a:p>
        </p:txBody>
      </p:sp>
      <p:graphicFrame>
        <p:nvGraphicFramePr>
          <p:cNvPr id="70660" name="Object 4"/>
          <p:cNvGraphicFramePr>
            <a:graphicFrameLocks noChangeAspect="1"/>
          </p:cNvGraphicFramePr>
          <p:nvPr/>
        </p:nvGraphicFramePr>
        <p:xfrm>
          <a:off x="4495801" y="609600"/>
          <a:ext cx="5757863" cy="1017588"/>
        </p:xfrm>
        <a:graphic>
          <a:graphicData uri="http://schemas.openxmlformats.org/presentationml/2006/ole">
            <mc:AlternateContent xmlns:mc="http://schemas.openxmlformats.org/markup-compatibility/2006">
              <mc:Choice xmlns:v="urn:schemas-microsoft-com:vml" Requires="v">
                <p:oleObj spid="_x0000_s70986" name="Equation" r:id="rId4" imgW="2400300" imgH="393700" progId="Equation.DSMT4">
                  <p:embed/>
                </p:oleObj>
              </mc:Choice>
              <mc:Fallback>
                <p:oleObj name="Equation" r:id="rId4" imgW="2400300" imgH="393700"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95801" y="609600"/>
                        <a:ext cx="5757863" cy="1017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70661" name="Group 5"/>
          <p:cNvGrpSpPr>
            <a:grpSpLocks/>
          </p:cNvGrpSpPr>
          <p:nvPr/>
        </p:nvGrpSpPr>
        <p:grpSpPr bwMode="auto">
          <a:xfrm>
            <a:off x="2133600" y="1676401"/>
            <a:ext cx="2317750" cy="519113"/>
            <a:chOff x="230" y="1276"/>
            <a:chExt cx="1460" cy="327"/>
          </a:xfrm>
        </p:grpSpPr>
        <p:sp>
          <p:nvSpPr>
            <p:cNvPr id="70687" name="Text Box 6"/>
            <p:cNvSpPr txBox="1">
              <a:spLocks noChangeArrowheads="1"/>
            </p:cNvSpPr>
            <p:nvPr/>
          </p:nvSpPr>
          <p:spPr bwMode="auto">
            <a:xfrm>
              <a:off x="230" y="1276"/>
              <a:ext cx="146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latin typeface="宋体" panose="02010600030101010101" pitchFamily="2" charset="-122"/>
                </a:rPr>
                <a:t>若    为常数</a:t>
              </a:r>
            </a:p>
          </p:txBody>
        </p:sp>
        <p:graphicFrame>
          <p:nvGraphicFramePr>
            <p:cNvPr id="70688" name="Object 7"/>
            <p:cNvGraphicFramePr>
              <a:graphicFrameLocks noChangeAspect="1"/>
            </p:cNvGraphicFramePr>
            <p:nvPr/>
          </p:nvGraphicFramePr>
          <p:xfrm>
            <a:off x="672" y="1344"/>
            <a:ext cx="183" cy="215"/>
          </p:xfrm>
          <a:graphic>
            <a:graphicData uri="http://schemas.openxmlformats.org/presentationml/2006/ole">
              <mc:AlternateContent xmlns:mc="http://schemas.openxmlformats.org/markup-compatibility/2006">
                <mc:Choice xmlns:v="urn:schemas-microsoft-com:vml" Requires="v">
                  <p:oleObj spid="_x0000_s70987" name="公式" r:id="rId6" imgW="291973" imgH="342751" progId="Equation.3">
                    <p:embed/>
                  </p:oleObj>
                </mc:Choice>
                <mc:Fallback>
                  <p:oleObj name="公式" r:id="rId6" imgW="291973" imgH="342751"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2" y="1344"/>
                          <a:ext cx="183"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70662" name="Object 8"/>
          <p:cNvGraphicFramePr>
            <a:graphicFrameLocks noChangeAspect="1"/>
          </p:cNvGraphicFramePr>
          <p:nvPr/>
        </p:nvGraphicFramePr>
        <p:xfrm>
          <a:off x="4648200" y="1524000"/>
          <a:ext cx="2209800" cy="1030288"/>
        </p:xfrm>
        <a:graphic>
          <a:graphicData uri="http://schemas.openxmlformats.org/presentationml/2006/ole">
            <mc:AlternateContent xmlns:mc="http://schemas.openxmlformats.org/markup-compatibility/2006">
              <mc:Choice xmlns:v="urn:schemas-microsoft-com:vml" Requires="v">
                <p:oleObj spid="_x0000_s70988" name="公式" r:id="rId8" imgW="710891" imgH="393529" progId="Equation.3">
                  <p:embed/>
                </p:oleObj>
              </mc:Choice>
              <mc:Fallback>
                <p:oleObj name="公式" r:id="rId8" imgW="710891" imgH="393529" progId="Equation.3">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48200" y="1524000"/>
                        <a:ext cx="2209800" cy="103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70663" name="Group 9"/>
          <p:cNvGrpSpPr>
            <a:grpSpLocks/>
          </p:cNvGrpSpPr>
          <p:nvPr/>
        </p:nvGrpSpPr>
        <p:grpSpPr bwMode="auto">
          <a:xfrm>
            <a:off x="2362200" y="4800601"/>
            <a:ext cx="8108950" cy="519113"/>
            <a:chOff x="336" y="3744"/>
            <a:chExt cx="5108" cy="327"/>
          </a:xfrm>
        </p:grpSpPr>
        <p:graphicFrame>
          <p:nvGraphicFramePr>
            <p:cNvPr id="70685" name="Object 10"/>
            <p:cNvGraphicFramePr>
              <a:graphicFrameLocks noChangeAspect="1"/>
            </p:cNvGraphicFramePr>
            <p:nvPr/>
          </p:nvGraphicFramePr>
          <p:xfrm>
            <a:off x="336" y="3792"/>
            <a:ext cx="288" cy="223"/>
          </p:xfrm>
          <a:graphic>
            <a:graphicData uri="http://schemas.openxmlformats.org/presentationml/2006/ole">
              <mc:AlternateContent xmlns:mc="http://schemas.openxmlformats.org/markup-compatibility/2006">
                <mc:Choice xmlns:v="urn:schemas-microsoft-com:vml" Requires="v">
                  <p:oleObj spid="_x0000_s70989" name="公式" r:id="rId10" imgW="457002" imgH="355446" progId="Equation.3">
                    <p:embed/>
                  </p:oleObj>
                </mc:Choice>
                <mc:Fallback>
                  <p:oleObj name="公式" r:id="rId10" imgW="457002" imgH="355446" progId="Equation.3">
                    <p:embed/>
                    <p:pic>
                      <p:nvPicPr>
                        <p:cNvPr id="0" name="Object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6" y="3792"/>
                          <a:ext cx="288"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0686" name="Text Box 11"/>
            <p:cNvSpPr txBox="1">
              <a:spLocks noChangeArrowheads="1"/>
            </p:cNvSpPr>
            <p:nvPr/>
          </p:nvSpPr>
          <p:spPr bwMode="auto">
            <a:xfrm>
              <a:off x="624" y="3744"/>
              <a:ext cx="482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latin typeface="宋体" panose="02010600030101010101" pitchFamily="2" charset="-122"/>
                </a:rPr>
                <a:t>描述线圈电磁惯性的大小；～基本的电器元件。</a:t>
              </a:r>
            </a:p>
          </p:txBody>
        </p:sp>
      </p:grpSp>
      <p:grpSp>
        <p:nvGrpSpPr>
          <p:cNvPr id="70664" name="Group 12"/>
          <p:cNvGrpSpPr>
            <a:grpSpLocks/>
          </p:cNvGrpSpPr>
          <p:nvPr/>
        </p:nvGrpSpPr>
        <p:grpSpPr bwMode="auto">
          <a:xfrm>
            <a:off x="2498726" y="3810000"/>
            <a:ext cx="8169275" cy="914400"/>
            <a:chOff x="240" y="2064"/>
            <a:chExt cx="5146" cy="576"/>
          </a:xfrm>
        </p:grpSpPr>
        <p:graphicFrame>
          <p:nvGraphicFramePr>
            <p:cNvPr id="70680" name="Object 13"/>
            <p:cNvGraphicFramePr>
              <a:graphicFrameLocks noChangeAspect="1"/>
            </p:cNvGraphicFramePr>
            <p:nvPr/>
          </p:nvGraphicFramePr>
          <p:xfrm>
            <a:off x="3600" y="2208"/>
            <a:ext cx="151" cy="215"/>
          </p:xfrm>
          <a:graphic>
            <a:graphicData uri="http://schemas.openxmlformats.org/presentationml/2006/ole">
              <mc:AlternateContent xmlns:mc="http://schemas.openxmlformats.org/markup-compatibility/2006">
                <mc:Choice xmlns:v="urn:schemas-microsoft-com:vml" Requires="v">
                  <p:oleObj spid="_x0000_s70990" name="公式" r:id="rId12" imgW="241195" imgH="342751" progId="Equation.3">
                    <p:embed/>
                  </p:oleObj>
                </mc:Choice>
                <mc:Fallback>
                  <p:oleObj name="公式" r:id="rId12" imgW="241195" imgH="342751" progId="Equation.3">
                    <p:embed/>
                    <p:pic>
                      <p:nvPicPr>
                        <p:cNvPr id="0" name="Object 1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600" y="2208"/>
                          <a:ext cx="151"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70681" name="Group 14"/>
            <p:cNvGrpSpPr>
              <a:grpSpLocks/>
            </p:cNvGrpSpPr>
            <p:nvPr/>
          </p:nvGrpSpPr>
          <p:grpSpPr bwMode="auto">
            <a:xfrm>
              <a:off x="566" y="2140"/>
              <a:ext cx="4820" cy="387"/>
              <a:chOff x="566" y="2140"/>
              <a:chExt cx="4820" cy="387"/>
            </a:xfrm>
          </p:grpSpPr>
          <p:sp>
            <p:nvSpPr>
              <p:cNvPr id="70683" name="Text Box 15"/>
              <p:cNvSpPr txBox="1">
                <a:spLocks noChangeArrowheads="1"/>
              </p:cNvSpPr>
              <p:nvPr/>
            </p:nvSpPr>
            <p:spPr bwMode="auto">
              <a:xfrm>
                <a:off x="566" y="2140"/>
                <a:ext cx="482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latin typeface="宋体" panose="02010600030101010101" pitchFamily="2" charset="-122"/>
                  </a:rPr>
                  <a:t>一定</a:t>
                </a:r>
                <a:r>
                  <a:rPr kumimoji="1" lang="en-US" altLang="zh-CN" sz="2800">
                    <a:latin typeface="宋体" panose="02010600030101010101" pitchFamily="2" charset="-122"/>
                  </a:rPr>
                  <a:t>,             </a:t>
                </a:r>
                <a:r>
                  <a:rPr kumimoji="1" lang="zh-CN" altLang="en-US" sz="2800">
                    <a:latin typeface="宋体" panose="02010600030101010101" pitchFamily="2" charset="-122"/>
                  </a:rPr>
                  <a:t>线圈阻碍  变化能力越强。</a:t>
                </a:r>
              </a:p>
            </p:txBody>
          </p:sp>
          <p:graphicFrame>
            <p:nvGraphicFramePr>
              <p:cNvPr id="70684" name="Object 16"/>
              <p:cNvGraphicFramePr>
                <a:graphicFrameLocks noChangeAspect="1"/>
              </p:cNvGraphicFramePr>
              <p:nvPr/>
            </p:nvGraphicFramePr>
            <p:xfrm>
              <a:off x="1152" y="2160"/>
              <a:ext cx="1304" cy="367"/>
            </p:xfrm>
            <a:graphic>
              <a:graphicData uri="http://schemas.openxmlformats.org/presentationml/2006/ole">
                <mc:AlternateContent xmlns:mc="http://schemas.openxmlformats.org/markup-compatibility/2006">
                  <mc:Choice xmlns:v="urn:schemas-microsoft-com:vml" Requires="v">
                    <p:oleObj spid="_x0000_s70991" name="公式" r:id="rId14" imgW="2145369" imgH="583947" progId="Equation.3">
                      <p:embed/>
                    </p:oleObj>
                  </mc:Choice>
                  <mc:Fallback>
                    <p:oleObj name="公式" r:id="rId14" imgW="2145369" imgH="583947" progId="Equation.3">
                      <p:embed/>
                      <p:pic>
                        <p:nvPicPr>
                          <p:cNvPr id="0" name="Object 1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152" y="2160"/>
                            <a:ext cx="1304"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70682" name="Object 17"/>
            <p:cNvGraphicFramePr>
              <a:graphicFrameLocks noChangeAspect="1"/>
            </p:cNvGraphicFramePr>
            <p:nvPr/>
          </p:nvGraphicFramePr>
          <p:xfrm>
            <a:off x="240" y="2064"/>
            <a:ext cx="395" cy="576"/>
          </p:xfrm>
          <a:graphic>
            <a:graphicData uri="http://schemas.openxmlformats.org/presentationml/2006/ole">
              <mc:AlternateContent xmlns:mc="http://schemas.openxmlformats.org/markup-compatibility/2006">
                <mc:Choice xmlns:v="urn:schemas-microsoft-com:vml" Requires="v">
                  <p:oleObj spid="_x0000_s70992" name="公式" r:id="rId16" imgW="215713" imgH="393359" progId="Equation.3">
                    <p:embed/>
                  </p:oleObj>
                </mc:Choice>
                <mc:Fallback>
                  <p:oleObj name="公式" r:id="rId16" imgW="215713" imgH="393359" progId="Equation.3">
                    <p:embed/>
                    <p:pic>
                      <p:nvPicPr>
                        <p:cNvPr id="0" name="Object 1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40" y="2064"/>
                          <a:ext cx="395"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70665" name="Group 18"/>
          <p:cNvGrpSpPr>
            <a:grpSpLocks/>
          </p:cNvGrpSpPr>
          <p:nvPr/>
        </p:nvGrpSpPr>
        <p:grpSpPr bwMode="auto">
          <a:xfrm>
            <a:off x="2209800" y="2819400"/>
            <a:ext cx="6172200" cy="990600"/>
            <a:chOff x="576" y="1728"/>
            <a:chExt cx="3888" cy="624"/>
          </a:xfrm>
        </p:grpSpPr>
        <p:grpSp>
          <p:nvGrpSpPr>
            <p:cNvPr id="70674" name="Group 19"/>
            <p:cNvGrpSpPr>
              <a:grpSpLocks/>
            </p:cNvGrpSpPr>
            <p:nvPr/>
          </p:nvGrpSpPr>
          <p:grpSpPr bwMode="auto">
            <a:xfrm>
              <a:off x="1776" y="1728"/>
              <a:ext cx="2688" cy="624"/>
              <a:chOff x="624" y="1680"/>
              <a:chExt cx="2688" cy="624"/>
            </a:xfrm>
          </p:grpSpPr>
          <p:sp>
            <p:nvSpPr>
              <p:cNvPr id="70676" name="Text Box 20"/>
              <p:cNvSpPr txBox="1">
                <a:spLocks noChangeArrowheads="1"/>
              </p:cNvSpPr>
              <p:nvPr/>
            </p:nvSpPr>
            <p:spPr bwMode="auto">
              <a:xfrm>
                <a:off x="624" y="1776"/>
                <a:ext cx="168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latin typeface="宋体" panose="02010600030101010101" pitchFamily="2" charset="-122"/>
                  </a:rPr>
                  <a:t>当         时，</a:t>
                </a:r>
              </a:p>
            </p:txBody>
          </p:sp>
          <p:grpSp>
            <p:nvGrpSpPr>
              <p:cNvPr id="70677" name="Group 21"/>
              <p:cNvGrpSpPr>
                <a:grpSpLocks/>
              </p:cNvGrpSpPr>
              <p:nvPr/>
            </p:nvGrpSpPr>
            <p:grpSpPr bwMode="auto">
              <a:xfrm>
                <a:off x="1008" y="1680"/>
                <a:ext cx="2304" cy="624"/>
                <a:chOff x="1008" y="1680"/>
                <a:chExt cx="2304" cy="624"/>
              </a:xfrm>
            </p:grpSpPr>
            <p:graphicFrame>
              <p:nvGraphicFramePr>
                <p:cNvPr id="70678" name="Object 22"/>
                <p:cNvGraphicFramePr>
                  <a:graphicFrameLocks noChangeAspect="1"/>
                </p:cNvGraphicFramePr>
                <p:nvPr/>
              </p:nvGraphicFramePr>
              <p:xfrm>
                <a:off x="1008" y="1680"/>
                <a:ext cx="890" cy="624"/>
              </p:xfrm>
              <a:graphic>
                <a:graphicData uri="http://schemas.openxmlformats.org/presentationml/2006/ole">
                  <mc:AlternateContent xmlns:mc="http://schemas.openxmlformats.org/markup-compatibility/2006">
                    <mc:Choice xmlns:v="urn:schemas-microsoft-com:vml" Requires="v">
                      <p:oleObj spid="_x0000_s70993" name="Equation" r:id="rId18" imgW="418918" imgH="393529" progId="Equation.DSMT4">
                        <p:embed/>
                      </p:oleObj>
                    </mc:Choice>
                    <mc:Fallback>
                      <p:oleObj name="Equation" r:id="rId18" imgW="418918" imgH="393529" progId="Equation.DSMT4">
                        <p:embed/>
                        <p:pic>
                          <p:nvPicPr>
                            <p:cNvPr id="0" name="Object 2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008" y="1680"/>
                              <a:ext cx="890" cy="6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graphicFrame>
              <p:nvGraphicFramePr>
                <p:cNvPr id="70679" name="Object 23"/>
                <p:cNvGraphicFramePr>
                  <a:graphicFrameLocks noChangeAspect="1"/>
                </p:cNvGraphicFramePr>
                <p:nvPr/>
              </p:nvGraphicFramePr>
              <p:xfrm>
                <a:off x="2304" y="1728"/>
                <a:ext cx="1008" cy="480"/>
              </p:xfrm>
              <a:graphic>
                <a:graphicData uri="http://schemas.openxmlformats.org/presentationml/2006/ole">
                  <mc:AlternateContent xmlns:mc="http://schemas.openxmlformats.org/markup-compatibility/2006">
                    <mc:Choice xmlns:v="urn:schemas-microsoft-com:vml" Requires="v">
                      <p:oleObj spid="_x0000_s70994" name="Equation" r:id="rId20" imgW="508000" imgH="228600" progId="Equation.DSMT4">
                        <p:embed/>
                      </p:oleObj>
                    </mc:Choice>
                    <mc:Fallback>
                      <p:oleObj name="Equation" r:id="rId20" imgW="508000" imgH="228600" progId="Equation.DSMT4">
                        <p:embed/>
                        <p:pic>
                          <p:nvPicPr>
                            <p:cNvPr id="0" name="Object 23"/>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304" y="1728"/>
                              <a:ext cx="1008"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sp>
          <p:nvSpPr>
            <p:cNvPr id="70675" name="Text Box 24"/>
            <p:cNvSpPr txBox="1">
              <a:spLocks noChangeArrowheads="1"/>
            </p:cNvSpPr>
            <p:nvPr/>
          </p:nvSpPr>
          <p:spPr bwMode="auto">
            <a:xfrm>
              <a:off x="576" y="1824"/>
              <a:ext cx="129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a:solidFill>
                    <a:schemeClr val="folHlink"/>
                  </a:solidFill>
                  <a:latin typeface="Times New Roman" panose="02020603050405020304" pitchFamily="18" charset="0"/>
                </a:rPr>
                <a:t> </a:t>
              </a:r>
              <a:r>
                <a:rPr kumimoji="1" lang="zh-CN" altLang="en-US" sz="2800">
                  <a:solidFill>
                    <a:schemeClr val="folHlink"/>
                  </a:solidFill>
                  <a:latin typeface="宋体" panose="02010600030101010101" pitchFamily="2" charset="-122"/>
                </a:rPr>
                <a:t>物理意义：</a:t>
              </a:r>
            </a:p>
          </p:txBody>
        </p:sp>
      </p:grpSp>
      <p:sp>
        <p:nvSpPr>
          <p:cNvPr id="70666" name="Text Box 25"/>
          <p:cNvSpPr txBox="1">
            <a:spLocks noChangeArrowheads="1"/>
          </p:cNvSpPr>
          <p:nvPr/>
        </p:nvSpPr>
        <p:spPr bwMode="auto">
          <a:xfrm>
            <a:off x="2438400" y="5410201"/>
            <a:ext cx="3028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a:latin typeface="宋体" panose="02010600030101010101" pitchFamily="2" charset="-122"/>
              </a:rPr>
              <a:t>L</a:t>
            </a:r>
            <a:r>
              <a:rPr kumimoji="1" lang="zh-CN" altLang="en-US" sz="2800">
                <a:latin typeface="宋体" panose="02010600030101010101" pitchFamily="2" charset="-122"/>
              </a:rPr>
              <a:t>单位：亨利（</a:t>
            </a:r>
            <a:r>
              <a:rPr kumimoji="1" lang="en-US" altLang="zh-CN" sz="2800">
                <a:latin typeface="宋体" panose="02010600030101010101" pitchFamily="2" charset="-122"/>
              </a:rPr>
              <a:t>H</a:t>
            </a:r>
            <a:r>
              <a:rPr kumimoji="1" lang="zh-CN" altLang="en-US" sz="2800">
                <a:latin typeface="宋体" panose="02010600030101010101" pitchFamily="2" charset="-122"/>
              </a:rPr>
              <a:t>）</a:t>
            </a:r>
          </a:p>
        </p:txBody>
      </p:sp>
      <p:grpSp>
        <p:nvGrpSpPr>
          <p:cNvPr id="70667" name="Group 26"/>
          <p:cNvGrpSpPr>
            <a:grpSpLocks/>
          </p:cNvGrpSpPr>
          <p:nvPr/>
        </p:nvGrpSpPr>
        <p:grpSpPr bwMode="auto">
          <a:xfrm>
            <a:off x="5715000" y="1752600"/>
            <a:ext cx="3657600" cy="831850"/>
            <a:chOff x="2640" y="1104"/>
            <a:chExt cx="2304" cy="524"/>
          </a:xfrm>
        </p:grpSpPr>
        <p:sp>
          <p:nvSpPr>
            <p:cNvPr id="70671" name="Text Box 27"/>
            <p:cNvSpPr txBox="1">
              <a:spLocks noChangeArrowheads="1"/>
            </p:cNvSpPr>
            <p:nvPr/>
          </p:nvSpPr>
          <p:spPr bwMode="auto">
            <a:xfrm>
              <a:off x="3792" y="1104"/>
              <a:ext cx="1152" cy="524"/>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2400">
                  <a:latin typeface="宋体" panose="02010600030101010101" pitchFamily="2" charset="-122"/>
                </a:rPr>
                <a:t>愣次定律的数学表达式</a:t>
              </a:r>
            </a:p>
          </p:txBody>
        </p:sp>
        <p:sp>
          <p:nvSpPr>
            <p:cNvPr id="70672" name="Line 28"/>
            <p:cNvSpPr>
              <a:spLocks noChangeShapeType="1"/>
            </p:cNvSpPr>
            <p:nvPr/>
          </p:nvSpPr>
          <p:spPr bwMode="auto">
            <a:xfrm flipV="1">
              <a:off x="2640" y="1392"/>
              <a:ext cx="0" cy="192"/>
            </a:xfrm>
            <a:prstGeom prst="line">
              <a:avLst/>
            </a:prstGeom>
            <a:noFill/>
            <a:ln w="25400">
              <a:solidFill>
                <a:srgbClr val="FF0000"/>
              </a:solidFill>
              <a:round/>
              <a:headEnd/>
              <a:tailEnd type="arrow" w="sm" len="med"/>
            </a:ln>
            <a:extLst>
              <a:ext uri="{909E8E84-426E-40DD-AFC4-6F175D3DCCD1}">
                <a14:hiddenFill xmlns:a14="http://schemas.microsoft.com/office/drawing/2010/main">
                  <a:noFill/>
                </a14:hiddenFill>
              </a:ext>
            </a:extLst>
          </p:spPr>
          <p:txBody>
            <a:bodyPr/>
            <a:lstStyle/>
            <a:p>
              <a:endParaRPr lang="zh-CN" altLang="en-US"/>
            </a:p>
          </p:txBody>
        </p:sp>
        <p:sp>
          <p:nvSpPr>
            <p:cNvPr id="70673" name="Line 29"/>
            <p:cNvSpPr>
              <a:spLocks noChangeShapeType="1"/>
            </p:cNvSpPr>
            <p:nvPr/>
          </p:nvSpPr>
          <p:spPr bwMode="auto">
            <a:xfrm>
              <a:off x="2640" y="1584"/>
              <a:ext cx="1152" cy="0"/>
            </a:xfrm>
            <a:prstGeom prst="line">
              <a:avLst/>
            </a:prstGeom>
            <a:noFill/>
            <a:ln w="25400">
              <a:solidFill>
                <a:srgbClr val="FF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70668" name="Object 30"/>
          <p:cNvGraphicFramePr>
            <a:graphicFrameLocks noChangeAspect="1"/>
          </p:cNvGraphicFramePr>
          <p:nvPr/>
        </p:nvGraphicFramePr>
        <p:xfrm>
          <a:off x="5562601" y="5410201"/>
          <a:ext cx="2132013" cy="525463"/>
        </p:xfrm>
        <a:graphic>
          <a:graphicData uri="http://schemas.openxmlformats.org/presentationml/2006/ole">
            <mc:AlternateContent xmlns:mc="http://schemas.openxmlformats.org/markup-compatibility/2006">
              <mc:Choice xmlns:v="urn:schemas-microsoft-com:vml" Requires="v">
                <p:oleObj spid="_x0000_s70995" name="Equation" r:id="rId22" imgW="888614" imgH="203112" progId="Equation.DSMT4">
                  <p:embed/>
                </p:oleObj>
              </mc:Choice>
              <mc:Fallback>
                <p:oleObj name="Equation" r:id="rId22" imgW="888614" imgH="203112" progId="Equation.DSMT4">
                  <p:embed/>
                  <p:pic>
                    <p:nvPicPr>
                      <p:cNvPr id="0" name="Object 30"/>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562601" y="5410201"/>
                        <a:ext cx="2132013"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0669" name="Text Box 31"/>
          <p:cNvSpPr txBox="1">
            <a:spLocks noChangeArrowheads="1"/>
          </p:cNvSpPr>
          <p:nvPr/>
        </p:nvSpPr>
        <p:spPr bwMode="auto">
          <a:xfrm>
            <a:off x="2514600" y="6019801"/>
            <a:ext cx="1250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latin typeface="宋体" panose="02010600030101010101" pitchFamily="2" charset="-122"/>
              </a:rPr>
              <a:t>常用：</a:t>
            </a:r>
          </a:p>
        </p:txBody>
      </p:sp>
      <p:graphicFrame>
        <p:nvGraphicFramePr>
          <p:cNvPr id="70670" name="Object 32"/>
          <p:cNvGraphicFramePr>
            <a:graphicFrameLocks noChangeAspect="1"/>
          </p:cNvGraphicFramePr>
          <p:nvPr/>
        </p:nvGraphicFramePr>
        <p:xfrm>
          <a:off x="3733800" y="6019800"/>
          <a:ext cx="3379788" cy="590550"/>
        </p:xfrm>
        <a:graphic>
          <a:graphicData uri="http://schemas.openxmlformats.org/presentationml/2006/ole">
            <mc:AlternateContent xmlns:mc="http://schemas.openxmlformats.org/markup-compatibility/2006">
              <mc:Choice xmlns:v="urn:schemas-microsoft-com:vml" Requires="v">
                <p:oleObj spid="_x0000_s70996" name="Equation" r:id="rId24" imgW="1409700" imgH="228600" progId="Equation.DSMT4">
                  <p:embed/>
                </p:oleObj>
              </mc:Choice>
              <mc:Fallback>
                <p:oleObj name="Equation" r:id="rId24" imgW="1409700" imgH="228600" progId="Equation.DSMT4">
                  <p:embed/>
                  <p:pic>
                    <p:nvPicPr>
                      <p:cNvPr id="0" name="Object 32"/>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733800" y="6019800"/>
                        <a:ext cx="3379788"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ext Box 2"/>
          <p:cNvSpPr txBox="1">
            <a:spLocks noChangeArrowheads="1"/>
          </p:cNvSpPr>
          <p:nvPr/>
        </p:nvSpPr>
        <p:spPr bwMode="auto">
          <a:xfrm>
            <a:off x="1752601" y="228601"/>
            <a:ext cx="60229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a:solidFill>
                  <a:schemeClr val="folHlink"/>
                </a:solidFill>
                <a:latin typeface="Times New Roman" panose="02020603050405020304" pitchFamily="18" charset="0"/>
              </a:rPr>
              <a:t>(3) </a:t>
            </a:r>
            <a:r>
              <a:rPr kumimoji="1" lang="zh-CN" altLang="en-US" sz="2800">
                <a:solidFill>
                  <a:schemeClr val="folHlink"/>
                </a:solidFill>
                <a:latin typeface="宋体" panose="02010600030101010101" pitchFamily="2" charset="-122"/>
              </a:rPr>
              <a:t>计算：</a:t>
            </a:r>
            <a:r>
              <a:rPr kumimoji="1" lang="zh-CN" altLang="en-US" sz="2800">
                <a:latin typeface="宋体" panose="02010600030101010101" pitchFamily="2" charset="-122"/>
              </a:rPr>
              <a:t>求</a:t>
            </a:r>
            <a:r>
              <a:rPr kumimoji="1" lang="en-US" altLang="zh-CN" sz="2800">
                <a:latin typeface="宋体" panose="02010600030101010101" pitchFamily="2" charset="-122"/>
              </a:rPr>
              <a:t>L</a:t>
            </a:r>
            <a:r>
              <a:rPr kumimoji="1" lang="zh-CN" altLang="en-US" sz="2800">
                <a:latin typeface="宋体" panose="02010600030101010101" pitchFamily="2" charset="-122"/>
              </a:rPr>
              <a:t>的步骤</a:t>
            </a:r>
            <a:r>
              <a:rPr kumimoji="1" lang="en-US" altLang="zh-CN" sz="2800">
                <a:latin typeface="宋体" panose="02010600030101010101" pitchFamily="2" charset="-122"/>
              </a:rPr>
              <a:t>(</a:t>
            </a:r>
            <a:r>
              <a:rPr kumimoji="1" lang="zh-CN" altLang="en-US" sz="2800">
                <a:latin typeface="宋体" panose="02010600030101010101" pitchFamily="2" charset="-122"/>
              </a:rPr>
              <a:t>与求电容</a:t>
            </a:r>
            <a:r>
              <a:rPr kumimoji="1" lang="en-US" altLang="zh-CN" sz="2800">
                <a:latin typeface="宋体" panose="02010600030101010101" pitchFamily="2" charset="-122"/>
              </a:rPr>
              <a:t>C</a:t>
            </a:r>
            <a:r>
              <a:rPr kumimoji="1" lang="zh-CN" altLang="en-US" sz="2800">
                <a:latin typeface="宋体" panose="02010600030101010101" pitchFamily="2" charset="-122"/>
              </a:rPr>
              <a:t>类似</a:t>
            </a:r>
            <a:r>
              <a:rPr kumimoji="1" lang="en-US" altLang="zh-CN" sz="2800">
                <a:latin typeface="宋体" panose="02010600030101010101" pitchFamily="2" charset="-122"/>
              </a:rPr>
              <a:t>)</a:t>
            </a:r>
          </a:p>
        </p:txBody>
      </p:sp>
      <p:grpSp>
        <p:nvGrpSpPr>
          <p:cNvPr id="72707" name="Group 3"/>
          <p:cNvGrpSpPr>
            <a:grpSpLocks/>
          </p:cNvGrpSpPr>
          <p:nvPr/>
        </p:nvGrpSpPr>
        <p:grpSpPr bwMode="auto">
          <a:xfrm>
            <a:off x="2133600" y="609601"/>
            <a:ext cx="7239000" cy="862013"/>
            <a:chOff x="384" y="384"/>
            <a:chExt cx="4560" cy="543"/>
          </a:xfrm>
        </p:grpSpPr>
        <p:sp>
          <p:nvSpPr>
            <p:cNvPr id="72754" name="Line 4"/>
            <p:cNvSpPr>
              <a:spLocks noChangeShapeType="1"/>
            </p:cNvSpPr>
            <p:nvPr/>
          </p:nvSpPr>
          <p:spPr bwMode="auto">
            <a:xfrm>
              <a:off x="960" y="697"/>
              <a:ext cx="283"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72755" name="Group 5"/>
            <p:cNvGrpSpPr>
              <a:grpSpLocks/>
            </p:cNvGrpSpPr>
            <p:nvPr/>
          </p:nvGrpSpPr>
          <p:grpSpPr bwMode="auto">
            <a:xfrm>
              <a:off x="384" y="384"/>
              <a:ext cx="4560" cy="543"/>
              <a:chOff x="384" y="384"/>
              <a:chExt cx="4560" cy="543"/>
            </a:xfrm>
          </p:grpSpPr>
          <p:sp>
            <p:nvSpPr>
              <p:cNvPr id="72756" name="Text Box 6"/>
              <p:cNvSpPr txBox="1">
                <a:spLocks noChangeArrowheads="1"/>
              </p:cNvSpPr>
              <p:nvPr/>
            </p:nvSpPr>
            <p:spPr bwMode="auto">
              <a:xfrm>
                <a:off x="384" y="505"/>
                <a:ext cx="224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latin typeface="宋体" panose="02010600030101010101" pitchFamily="2" charset="-122"/>
                  </a:rPr>
                  <a:t>设       分布    求</a:t>
                </a:r>
              </a:p>
            </p:txBody>
          </p:sp>
          <p:graphicFrame>
            <p:nvGraphicFramePr>
              <p:cNvPr id="72757" name="Object 7"/>
              <p:cNvGraphicFramePr>
                <a:graphicFrameLocks noChangeAspect="1"/>
              </p:cNvGraphicFramePr>
              <p:nvPr/>
            </p:nvGraphicFramePr>
            <p:xfrm>
              <a:off x="720" y="457"/>
              <a:ext cx="720" cy="414"/>
            </p:xfrm>
            <a:graphic>
              <a:graphicData uri="http://schemas.openxmlformats.org/presentationml/2006/ole">
                <mc:AlternateContent xmlns:mc="http://schemas.openxmlformats.org/markup-compatibility/2006">
                  <mc:Choice xmlns:v="urn:schemas-microsoft-com:vml" Requires="v">
                    <p:oleObj spid="_x0000_s73086" name="公式" r:id="rId4" imgW="520474" imgH="241195" progId="Equation.3">
                      <p:embed/>
                    </p:oleObj>
                  </mc:Choice>
                  <mc:Fallback>
                    <p:oleObj name="公式" r:id="rId4" imgW="520474" imgH="241195"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0" y="457"/>
                            <a:ext cx="720" cy="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2758" name="Object 8"/>
              <p:cNvGraphicFramePr>
                <a:graphicFrameLocks noChangeAspect="1"/>
              </p:cNvGraphicFramePr>
              <p:nvPr/>
            </p:nvGraphicFramePr>
            <p:xfrm>
              <a:off x="2640" y="432"/>
              <a:ext cx="1344" cy="480"/>
            </p:xfrm>
            <a:graphic>
              <a:graphicData uri="http://schemas.openxmlformats.org/presentationml/2006/ole">
                <mc:AlternateContent xmlns:mc="http://schemas.openxmlformats.org/markup-compatibility/2006">
                  <mc:Choice xmlns:v="urn:schemas-microsoft-com:vml" Requires="v">
                    <p:oleObj spid="_x0000_s73087" name="公式" r:id="rId6" imgW="939392" imgH="291973" progId="Equation.3">
                      <p:embed/>
                    </p:oleObj>
                  </mc:Choice>
                  <mc:Fallback>
                    <p:oleObj name="公式" r:id="rId6" imgW="939392" imgH="291973" progId="Equation.3">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40" y="432"/>
                            <a:ext cx="134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2759" name="Object 9"/>
              <p:cNvGraphicFramePr>
                <a:graphicFrameLocks noChangeAspect="1"/>
              </p:cNvGraphicFramePr>
              <p:nvPr/>
            </p:nvGraphicFramePr>
            <p:xfrm>
              <a:off x="4320" y="384"/>
              <a:ext cx="624" cy="543"/>
            </p:xfrm>
            <a:graphic>
              <a:graphicData uri="http://schemas.openxmlformats.org/presentationml/2006/ole">
                <mc:AlternateContent xmlns:mc="http://schemas.openxmlformats.org/markup-compatibility/2006">
                  <mc:Choice xmlns:v="urn:schemas-microsoft-com:vml" Requires="v">
                    <p:oleObj spid="_x0000_s73088" name="公式" r:id="rId8" imgW="1282700" imgH="977900" progId="Equation.3">
                      <p:embed/>
                    </p:oleObj>
                  </mc:Choice>
                  <mc:Fallback>
                    <p:oleObj name="公式" r:id="rId8" imgW="1282700" imgH="977900" progId="Equation.3">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20" y="384"/>
                            <a:ext cx="624" cy="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2760" name="Line 10"/>
              <p:cNvSpPr>
                <a:spLocks noChangeShapeType="1"/>
              </p:cNvSpPr>
              <p:nvPr/>
            </p:nvSpPr>
            <p:spPr bwMode="auto">
              <a:xfrm>
                <a:off x="2016" y="672"/>
                <a:ext cx="282"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61" name="Line 11"/>
              <p:cNvSpPr>
                <a:spLocks noChangeShapeType="1"/>
              </p:cNvSpPr>
              <p:nvPr/>
            </p:nvSpPr>
            <p:spPr bwMode="auto">
              <a:xfrm>
                <a:off x="4032" y="624"/>
                <a:ext cx="283"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sp>
        <p:nvSpPr>
          <p:cNvPr id="72708" name="Text Box 13"/>
          <p:cNvSpPr txBox="1">
            <a:spLocks noChangeArrowheads="1"/>
          </p:cNvSpPr>
          <p:nvPr/>
        </p:nvSpPr>
        <p:spPr bwMode="auto">
          <a:xfrm>
            <a:off x="1816100" y="1447801"/>
            <a:ext cx="7296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FF0000"/>
                </a:solidFill>
                <a:latin typeface="宋体" panose="02010600030101010101" pitchFamily="2" charset="-122"/>
              </a:rPr>
              <a:t>例</a:t>
            </a:r>
            <a:r>
              <a:rPr kumimoji="1" lang="en-US" altLang="zh-CN" sz="2800">
                <a:solidFill>
                  <a:srgbClr val="FF0000"/>
                </a:solidFill>
                <a:latin typeface="宋体" panose="02010600030101010101" pitchFamily="2" charset="-122"/>
              </a:rPr>
              <a:t>1</a:t>
            </a:r>
            <a:r>
              <a:rPr kumimoji="1" lang="zh-CN" altLang="en-US" sz="2800">
                <a:latin typeface="宋体" panose="02010600030101010101" pitchFamily="2" charset="-122"/>
              </a:rPr>
              <a:t>求长直螺线管自感系数</a:t>
            </a:r>
            <a:r>
              <a:rPr kumimoji="1" lang="en-US" altLang="zh-CN" sz="2800">
                <a:latin typeface="宋体" panose="02010600030101010101" pitchFamily="2" charset="-122"/>
              </a:rPr>
              <a:t>(               )</a:t>
            </a:r>
          </a:p>
        </p:txBody>
      </p:sp>
      <p:graphicFrame>
        <p:nvGraphicFramePr>
          <p:cNvPr id="72709" name="Object 14"/>
          <p:cNvGraphicFramePr>
            <a:graphicFrameLocks noChangeAspect="1"/>
          </p:cNvGraphicFramePr>
          <p:nvPr/>
        </p:nvGraphicFramePr>
        <p:xfrm>
          <a:off x="6223000" y="1422400"/>
          <a:ext cx="2590800" cy="598488"/>
        </p:xfrm>
        <a:graphic>
          <a:graphicData uri="http://schemas.openxmlformats.org/presentationml/2006/ole">
            <mc:AlternateContent xmlns:mc="http://schemas.openxmlformats.org/markup-compatibility/2006">
              <mc:Choice xmlns:v="urn:schemas-microsoft-com:vml" Requires="v">
                <p:oleObj spid="_x0000_s73089" name="Equation" r:id="rId10" imgW="1270000" imgH="228600" progId="Equation.3">
                  <p:embed/>
                </p:oleObj>
              </mc:Choice>
              <mc:Fallback>
                <p:oleObj name="Equation" r:id="rId10" imgW="1270000" imgH="228600" progId="Equation.3">
                  <p:embed/>
                  <p:pic>
                    <p:nvPicPr>
                      <p:cNvPr id="0" name="Object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223000" y="1422400"/>
                        <a:ext cx="2590800" cy="598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2710" name="Object 15"/>
          <p:cNvGraphicFramePr>
            <a:graphicFrameLocks noChangeAspect="1"/>
          </p:cNvGraphicFramePr>
          <p:nvPr/>
        </p:nvGraphicFramePr>
        <p:xfrm>
          <a:off x="5715000" y="3429000"/>
          <a:ext cx="4572000" cy="609600"/>
        </p:xfrm>
        <a:graphic>
          <a:graphicData uri="http://schemas.openxmlformats.org/presentationml/2006/ole">
            <mc:AlternateContent xmlns:mc="http://schemas.openxmlformats.org/markup-compatibility/2006">
              <mc:Choice xmlns:v="urn:schemas-microsoft-com:vml" Requires="v">
                <p:oleObj spid="_x0000_s73090" name="公式" r:id="rId12" imgW="1651000" imgH="228600" progId="Equation.3">
                  <p:embed/>
                </p:oleObj>
              </mc:Choice>
              <mc:Fallback>
                <p:oleObj name="公式" r:id="rId12" imgW="1651000" imgH="228600" progId="Equation.3">
                  <p:embed/>
                  <p:pic>
                    <p:nvPicPr>
                      <p:cNvPr id="0" name="Object 1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715000" y="3429000"/>
                        <a:ext cx="4572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2711" name="Object 16"/>
          <p:cNvGraphicFramePr>
            <a:graphicFrameLocks noChangeAspect="1"/>
          </p:cNvGraphicFramePr>
          <p:nvPr/>
        </p:nvGraphicFramePr>
        <p:xfrm>
          <a:off x="6324600" y="4114801"/>
          <a:ext cx="2057400" cy="887413"/>
        </p:xfrm>
        <a:graphic>
          <a:graphicData uri="http://schemas.openxmlformats.org/presentationml/2006/ole">
            <mc:AlternateContent xmlns:mc="http://schemas.openxmlformats.org/markup-compatibility/2006">
              <mc:Choice xmlns:v="urn:schemas-microsoft-com:vml" Requires="v">
                <p:oleObj spid="_x0000_s73091" name="公式" r:id="rId14" imgW="2425700" imgH="977900" progId="Equation.3">
                  <p:embed/>
                </p:oleObj>
              </mc:Choice>
              <mc:Fallback>
                <p:oleObj name="公式" r:id="rId14" imgW="2425700" imgH="977900" progId="Equation.3">
                  <p:embed/>
                  <p:pic>
                    <p:nvPicPr>
                      <p:cNvPr id="0" name="Object 1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324600" y="4114801"/>
                        <a:ext cx="2057400" cy="887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Lst>
                    </p:spPr>
                  </p:pic>
                </p:oleObj>
              </mc:Fallback>
            </mc:AlternateContent>
          </a:graphicData>
        </a:graphic>
      </p:graphicFrame>
      <p:graphicFrame>
        <p:nvGraphicFramePr>
          <p:cNvPr id="72712" name="Object 17"/>
          <p:cNvGraphicFramePr>
            <a:graphicFrameLocks noChangeAspect="1"/>
          </p:cNvGraphicFramePr>
          <p:nvPr/>
        </p:nvGraphicFramePr>
        <p:xfrm>
          <a:off x="5943601" y="2819400"/>
          <a:ext cx="3349625" cy="508000"/>
        </p:xfrm>
        <a:graphic>
          <a:graphicData uri="http://schemas.openxmlformats.org/presentationml/2006/ole">
            <mc:AlternateContent xmlns:mc="http://schemas.openxmlformats.org/markup-compatibility/2006">
              <mc:Choice xmlns:v="urn:schemas-microsoft-com:vml" Requires="v">
                <p:oleObj spid="_x0000_s73092" name="公式" r:id="rId16" imgW="3073400" imgH="508000" progId="Equation.3">
                  <p:embed/>
                </p:oleObj>
              </mc:Choice>
              <mc:Fallback>
                <p:oleObj name="公式" r:id="rId16" imgW="3073400" imgH="508000" progId="Equation.3">
                  <p:embed/>
                  <p:pic>
                    <p:nvPicPr>
                      <p:cNvPr id="0" name="Object 1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943601" y="2819400"/>
                        <a:ext cx="3349625"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72713" name="Group 18"/>
          <p:cNvGrpSpPr>
            <a:grpSpLocks/>
          </p:cNvGrpSpPr>
          <p:nvPr/>
        </p:nvGrpSpPr>
        <p:grpSpPr bwMode="auto">
          <a:xfrm>
            <a:off x="1828800" y="2057400"/>
            <a:ext cx="3505200" cy="2209800"/>
            <a:chOff x="240" y="1008"/>
            <a:chExt cx="2160" cy="1392"/>
          </a:xfrm>
        </p:grpSpPr>
        <p:sp>
          <p:nvSpPr>
            <p:cNvPr id="72731" name="Rectangle 19"/>
            <p:cNvSpPr>
              <a:spLocks noChangeArrowheads="1"/>
            </p:cNvSpPr>
            <p:nvPr/>
          </p:nvSpPr>
          <p:spPr bwMode="auto">
            <a:xfrm>
              <a:off x="240" y="1008"/>
              <a:ext cx="2160" cy="1392"/>
            </a:xfrm>
            <a:prstGeom prst="rect">
              <a:avLst/>
            </a:prstGeom>
            <a:solidFill>
              <a:srgbClr val="FFFFFF"/>
            </a:solidFill>
            <a:ln w="9525">
              <a:solidFill>
                <a:schemeClr val="accent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2732" name="Line 20"/>
            <p:cNvSpPr>
              <a:spLocks noChangeShapeType="1"/>
            </p:cNvSpPr>
            <p:nvPr/>
          </p:nvSpPr>
          <p:spPr bwMode="auto">
            <a:xfrm>
              <a:off x="424" y="1414"/>
              <a:ext cx="16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33" name="Line 21"/>
            <p:cNvSpPr>
              <a:spLocks noChangeShapeType="1"/>
            </p:cNvSpPr>
            <p:nvPr/>
          </p:nvSpPr>
          <p:spPr bwMode="auto">
            <a:xfrm>
              <a:off x="424" y="1993"/>
              <a:ext cx="16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34" name="Freeform 22"/>
            <p:cNvSpPr>
              <a:spLocks/>
            </p:cNvSpPr>
            <p:nvPr/>
          </p:nvSpPr>
          <p:spPr bwMode="auto">
            <a:xfrm>
              <a:off x="576" y="1248"/>
              <a:ext cx="92" cy="1122"/>
            </a:xfrm>
            <a:custGeom>
              <a:avLst/>
              <a:gdLst>
                <a:gd name="T0" fmla="*/ 2 w 112"/>
                <a:gd name="T1" fmla="*/ 303 h 1232"/>
                <a:gd name="T2" fmla="*/ 2 w 112"/>
                <a:gd name="T3" fmla="*/ 43 h 1232"/>
                <a:gd name="T4" fmla="*/ 6 w 112"/>
                <a:gd name="T5" fmla="*/ 43 h 1232"/>
                <a:gd name="T6" fmla="*/ 0 60000 65536"/>
                <a:gd name="T7" fmla="*/ 0 60000 65536"/>
                <a:gd name="T8" fmla="*/ 0 60000 65536"/>
                <a:gd name="T9" fmla="*/ 0 w 112"/>
                <a:gd name="T10" fmla="*/ 0 h 1232"/>
                <a:gd name="T11" fmla="*/ 112 w 112"/>
                <a:gd name="T12" fmla="*/ 1232 h 1232"/>
              </a:gdLst>
              <a:ahLst/>
              <a:cxnLst>
                <a:cxn ang="T6">
                  <a:pos x="T0" y="T1"/>
                </a:cxn>
                <a:cxn ang="T7">
                  <a:pos x="T2" y="T3"/>
                </a:cxn>
                <a:cxn ang="T8">
                  <a:pos x="T4" y="T5"/>
                </a:cxn>
              </a:cxnLst>
              <a:rect l="T9" t="T10" r="T11" b="T12"/>
              <a:pathLst>
                <a:path w="112" h="1232">
                  <a:moveTo>
                    <a:pt x="16" y="1232"/>
                  </a:moveTo>
                  <a:cubicBezTo>
                    <a:pt x="8" y="792"/>
                    <a:pt x="0" y="352"/>
                    <a:pt x="16" y="176"/>
                  </a:cubicBezTo>
                  <a:cubicBezTo>
                    <a:pt x="32" y="0"/>
                    <a:pt x="72" y="88"/>
                    <a:pt x="112" y="176"/>
                  </a:cubicBezTo>
                </a:path>
              </a:pathLst>
            </a:cu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2735" name="Freeform 23"/>
            <p:cNvSpPr>
              <a:spLocks/>
            </p:cNvSpPr>
            <p:nvPr/>
          </p:nvSpPr>
          <p:spPr bwMode="auto">
            <a:xfrm>
              <a:off x="608" y="1233"/>
              <a:ext cx="184" cy="941"/>
            </a:xfrm>
            <a:custGeom>
              <a:avLst/>
              <a:gdLst>
                <a:gd name="T0" fmla="*/ 0 w 192"/>
                <a:gd name="T1" fmla="*/ 15 h 1248"/>
                <a:gd name="T2" fmla="*/ 27 w 192"/>
                <a:gd name="T3" fmla="*/ 17 h 1248"/>
                <a:gd name="T4" fmla="*/ 52 w 192"/>
                <a:gd name="T5" fmla="*/ 2 h 1248"/>
                <a:gd name="T6" fmla="*/ 102 w 192"/>
                <a:gd name="T7" fmla="*/ 4 h 1248"/>
                <a:gd name="T8" fmla="*/ 0 60000 65536"/>
                <a:gd name="T9" fmla="*/ 0 60000 65536"/>
                <a:gd name="T10" fmla="*/ 0 60000 65536"/>
                <a:gd name="T11" fmla="*/ 0 60000 65536"/>
                <a:gd name="T12" fmla="*/ 0 w 192"/>
                <a:gd name="T13" fmla="*/ 0 h 1248"/>
                <a:gd name="T14" fmla="*/ 192 w 192"/>
                <a:gd name="T15" fmla="*/ 1248 h 1248"/>
              </a:gdLst>
              <a:ahLst/>
              <a:cxnLst>
                <a:cxn ang="T8">
                  <a:pos x="T0" y="T1"/>
                </a:cxn>
                <a:cxn ang="T9">
                  <a:pos x="T2" y="T3"/>
                </a:cxn>
                <a:cxn ang="T10">
                  <a:pos x="T4" y="T5"/>
                </a:cxn>
                <a:cxn ang="T11">
                  <a:pos x="T6" y="T7"/>
                </a:cxn>
              </a:cxnLst>
              <a:rect l="T12" t="T13" r="T14" b="T15"/>
              <a:pathLst>
                <a:path w="192" h="1248">
                  <a:moveTo>
                    <a:pt x="0" y="1008"/>
                  </a:moveTo>
                  <a:cubicBezTo>
                    <a:pt x="16" y="1128"/>
                    <a:pt x="32" y="1248"/>
                    <a:pt x="48" y="1104"/>
                  </a:cubicBezTo>
                  <a:cubicBezTo>
                    <a:pt x="64" y="960"/>
                    <a:pt x="72" y="288"/>
                    <a:pt x="96" y="144"/>
                  </a:cubicBezTo>
                  <a:cubicBezTo>
                    <a:pt x="120" y="0"/>
                    <a:pt x="176" y="224"/>
                    <a:pt x="192" y="240"/>
                  </a:cubicBezTo>
                </a:path>
              </a:pathLst>
            </a:cu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2736" name="Freeform 24"/>
            <p:cNvSpPr>
              <a:spLocks/>
            </p:cNvSpPr>
            <p:nvPr/>
          </p:nvSpPr>
          <p:spPr bwMode="auto">
            <a:xfrm>
              <a:off x="700" y="1233"/>
              <a:ext cx="183" cy="941"/>
            </a:xfrm>
            <a:custGeom>
              <a:avLst/>
              <a:gdLst>
                <a:gd name="T0" fmla="*/ 0 w 192"/>
                <a:gd name="T1" fmla="*/ 15 h 1248"/>
                <a:gd name="T2" fmla="*/ 25 w 192"/>
                <a:gd name="T3" fmla="*/ 17 h 1248"/>
                <a:gd name="T4" fmla="*/ 47 w 192"/>
                <a:gd name="T5" fmla="*/ 2 h 1248"/>
                <a:gd name="T6" fmla="*/ 93 w 192"/>
                <a:gd name="T7" fmla="*/ 4 h 1248"/>
                <a:gd name="T8" fmla="*/ 0 60000 65536"/>
                <a:gd name="T9" fmla="*/ 0 60000 65536"/>
                <a:gd name="T10" fmla="*/ 0 60000 65536"/>
                <a:gd name="T11" fmla="*/ 0 60000 65536"/>
                <a:gd name="T12" fmla="*/ 0 w 192"/>
                <a:gd name="T13" fmla="*/ 0 h 1248"/>
                <a:gd name="T14" fmla="*/ 192 w 192"/>
                <a:gd name="T15" fmla="*/ 1248 h 1248"/>
              </a:gdLst>
              <a:ahLst/>
              <a:cxnLst>
                <a:cxn ang="T8">
                  <a:pos x="T0" y="T1"/>
                </a:cxn>
                <a:cxn ang="T9">
                  <a:pos x="T2" y="T3"/>
                </a:cxn>
                <a:cxn ang="T10">
                  <a:pos x="T4" y="T5"/>
                </a:cxn>
                <a:cxn ang="T11">
                  <a:pos x="T6" y="T7"/>
                </a:cxn>
              </a:cxnLst>
              <a:rect l="T12" t="T13" r="T14" b="T15"/>
              <a:pathLst>
                <a:path w="192" h="1248">
                  <a:moveTo>
                    <a:pt x="0" y="1008"/>
                  </a:moveTo>
                  <a:cubicBezTo>
                    <a:pt x="16" y="1128"/>
                    <a:pt x="32" y="1248"/>
                    <a:pt x="48" y="1104"/>
                  </a:cubicBezTo>
                  <a:cubicBezTo>
                    <a:pt x="64" y="960"/>
                    <a:pt x="72" y="288"/>
                    <a:pt x="96" y="144"/>
                  </a:cubicBezTo>
                  <a:cubicBezTo>
                    <a:pt x="120" y="0"/>
                    <a:pt x="176" y="224"/>
                    <a:pt x="192" y="240"/>
                  </a:cubicBezTo>
                </a:path>
              </a:pathLst>
            </a:cu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2737" name="Freeform 25"/>
            <p:cNvSpPr>
              <a:spLocks/>
            </p:cNvSpPr>
            <p:nvPr/>
          </p:nvSpPr>
          <p:spPr bwMode="auto">
            <a:xfrm>
              <a:off x="792" y="1233"/>
              <a:ext cx="183" cy="941"/>
            </a:xfrm>
            <a:custGeom>
              <a:avLst/>
              <a:gdLst>
                <a:gd name="T0" fmla="*/ 0 w 192"/>
                <a:gd name="T1" fmla="*/ 15 h 1248"/>
                <a:gd name="T2" fmla="*/ 25 w 192"/>
                <a:gd name="T3" fmla="*/ 17 h 1248"/>
                <a:gd name="T4" fmla="*/ 47 w 192"/>
                <a:gd name="T5" fmla="*/ 2 h 1248"/>
                <a:gd name="T6" fmla="*/ 93 w 192"/>
                <a:gd name="T7" fmla="*/ 4 h 1248"/>
                <a:gd name="T8" fmla="*/ 0 60000 65536"/>
                <a:gd name="T9" fmla="*/ 0 60000 65536"/>
                <a:gd name="T10" fmla="*/ 0 60000 65536"/>
                <a:gd name="T11" fmla="*/ 0 60000 65536"/>
                <a:gd name="T12" fmla="*/ 0 w 192"/>
                <a:gd name="T13" fmla="*/ 0 h 1248"/>
                <a:gd name="T14" fmla="*/ 192 w 192"/>
                <a:gd name="T15" fmla="*/ 1248 h 1248"/>
              </a:gdLst>
              <a:ahLst/>
              <a:cxnLst>
                <a:cxn ang="T8">
                  <a:pos x="T0" y="T1"/>
                </a:cxn>
                <a:cxn ang="T9">
                  <a:pos x="T2" y="T3"/>
                </a:cxn>
                <a:cxn ang="T10">
                  <a:pos x="T4" y="T5"/>
                </a:cxn>
                <a:cxn ang="T11">
                  <a:pos x="T6" y="T7"/>
                </a:cxn>
              </a:cxnLst>
              <a:rect l="T12" t="T13" r="T14" b="T15"/>
              <a:pathLst>
                <a:path w="192" h="1248">
                  <a:moveTo>
                    <a:pt x="0" y="1008"/>
                  </a:moveTo>
                  <a:cubicBezTo>
                    <a:pt x="16" y="1128"/>
                    <a:pt x="32" y="1248"/>
                    <a:pt x="48" y="1104"/>
                  </a:cubicBezTo>
                  <a:cubicBezTo>
                    <a:pt x="64" y="960"/>
                    <a:pt x="72" y="288"/>
                    <a:pt x="96" y="144"/>
                  </a:cubicBezTo>
                  <a:cubicBezTo>
                    <a:pt x="120" y="0"/>
                    <a:pt x="176" y="224"/>
                    <a:pt x="192" y="240"/>
                  </a:cubicBezTo>
                </a:path>
              </a:pathLst>
            </a:cu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2738" name="Freeform 26"/>
            <p:cNvSpPr>
              <a:spLocks/>
            </p:cNvSpPr>
            <p:nvPr/>
          </p:nvSpPr>
          <p:spPr bwMode="auto">
            <a:xfrm>
              <a:off x="883" y="1233"/>
              <a:ext cx="184" cy="941"/>
            </a:xfrm>
            <a:custGeom>
              <a:avLst/>
              <a:gdLst>
                <a:gd name="T0" fmla="*/ 0 w 192"/>
                <a:gd name="T1" fmla="*/ 15 h 1248"/>
                <a:gd name="T2" fmla="*/ 27 w 192"/>
                <a:gd name="T3" fmla="*/ 17 h 1248"/>
                <a:gd name="T4" fmla="*/ 52 w 192"/>
                <a:gd name="T5" fmla="*/ 2 h 1248"/>
                <a:gd name="T6" fmla="*/ 102 w 192"/>
                <a:gd name="T7" fmla="*/ 4 h 1248"/>
                <a:gd name="T8" fmla="*/ 0 60000 65536"/>
                <a:gd name="T9" fmla="*/ 0 60000 65536"/>
                <a:gd name="T10" fmla="*/ 0 60000 65536"/>
                <a:gd name="T11" fmla="*/ 0 60000 65536"/>
                <a:gd name="T12" fmla="*/ 0 w 192"/>
                <a:gd name="T13" fmla="*/ 0 h 1248"/>
                <a:gd name="T14" fmla="*/ 192 w 192"/>
                <a:gd name="T15" fmla="*/ 1248 h 1248"/>
              </a:gdLst>
              <a:ahLst/>
              <a:cxnLst>
                <a:cxn ang="T8">
                  <a:pos x="T0" y="T1"/>
                </a:cxn>
                <a:cxn ang="T9">
                  <a:pos x="T2" y="T3"/>
                </a:cxn>
                <a:cxn ang="T10">
                  <a:pos x="T4" y="T5"/>
                </a:cxn>
                <a:cxn ang="T11">
                  <a:pos x="T6" y="T7"/>
                </a:cxn>
              </a:cxnLst>
              <a:rect l="T12" t="T13" r="T14" b="T15"/>
              <a:pathLst>
                <a:path w="192" h="1248">
                  <a:moveTo>
                    <a:pt x="0" y="1008"/>
                  </a:moveTo>
                  <a:cubicBezTo>
                    <a:pt x="16" y="1128"/>
                    <a:pt x="32" y="1248"/>
                    <a:pt x="48" y="1104"/>
                  </a:cubicBezTo>
                  <a:cubicBezTo>
                    <a:pt x="64" y="960"/>
                    <a:pt x="72" y="288"/>
                    <a:pt x="96" y="144"/>
                  </a:cubicBezTo>
                  <a:cubicBezTo>
                    <a:pt x="120" y="0"/>
                    <a:pt x="176" y="224"/>
                    <a:pt x="192" y="240"/>
                  </a:cubicBezTo>
                </a:path>
              </a:pathLst>
            </a:cu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2739" name="Freeform 27"/>
            <p:cNvSpPr>
              <a:spLocks/>
            </p:cNvSpPr>
            <p:nvPr/>
          </p:nvSpPr>
          <p:spPr bwMode="auto">
            <a:xfrm>
              <a:off x="975" y="1233"/>
              <a:ext cx="184" cy="941"/>
            </a:xfrm>
            <a:custGeom>
              <a:avLst/>
              <a:gdLst>
                <a:gd name="T0" fmla="*/ 0 w 192"/>
                <a:gd name="T1" fmla="*/ 15 h 1248"/>
                <a:gd name="T2" fmla="*/ 27 w 192"/>
                <a:gd name="T3" fmla="*/ 17 h 1248"/>
                <a:gd name="T4" fmla="*/ 52 w 192"/>
                <a:gd name="T5" fmla="*/ 2 h 1248"/>
                <a:gd name="T6" fmla="*/ 102 w 192"/>
                <a:gd name="T7" fmla="*/ 4 h 1248"/>
                <a:gd name="T8" fmla="*/ 0 60000 65536"/>
                <a:gd name="T9" fmla="*/ 0 60000 65536"/>
                <a:gd name="T10" fmla="*/ 0 60000 65536"/>
                <a:gd name="T11" fmla="*/ 0 60000 65536"/>
                <a:gd name="T12" fmla="*/ 0 w 192"/>
                <a:gd name="T13" fmla="*/ 0 h 1248"/>
                <a:gd name="T14" fmla="*/ 192 w 192"/>
                <a:gd name="T15" fmla="*/ 1248 h 1248"/>
              </a:gdLst>
              <a:ahLst/>
              <a:cxnLst>
                <a:cxn ang="T8">
                  <a:pos x="T0" y="T1"/>
                </a:cxn>
                <a:cxn ang="T9">
                  <a:pos x="T2" y="T3"/>
                </a:cxn>
                <a:cxn ang="T10">
                  <a:pos x="T4" y="T5"/>
                </a:cxn>
                <a:cxn ang="T11">
                  <a:pos x="T6" y="T7"/>
                </a:cxn>
              </a:cxnLst>
              <a:rect l="T12" t="T13" r="T14" b="T15"/>
              <a:pathLst>
                <a:path w="192" h="1248">
                  <a:moveTo>
                    <a:pt x="0" y="1008"/>
                  </a:moveTo>
                  <a:cubicBezTo>
                    <a:pt x="16" y="1128"/>
                    <a:pt x="32" y="1248"/>
                    <a:pt x="48" y="1104"/>
                  </a:cubicBezTo>
                  <a:cubicBezTo>
                    <a:pt x="64" y="960"/>
                    <a:pt x="72" y="288"/>
                    <a:pt x="96" y="144"/>
                  </a:cubicBezTo>
                  <a:cubicBezTo>
                    <a:pt x="120" y="0"/>
                    <a:pt x="176" y="224"/>
                    <a:pt x="192" y="240"/>
                  </a:cubicBezTo>
                </a:path>
              </a:pathLst>
            </a:cu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2740" name="Freeform 28"/>
            <p:cNvSpPr>
              <a:spLocks/>
            </p:cNvSpPr>
            <p:nvPr/>
          </p:nvSpPr>
          <p:spPr bwMode="auto">
            <a:xfrm>
              <a:off x="1067" y="1233"/>
              <a:ext cx="184" cy="941"/>
            </a:xfrm>
            <a:custGeom>
              <a:avLst/>
              <a:gdLst>
                <a:gd name="T0" fmla="*/ 0 w 192"/>
                <a:gd name="T1" fmla="*/ 15 h 1248"/>
                <a:gd name="T2" fmla="*/ 27 w 192"/>
                <a:gd name="T3" fmla="*/ 17 h 1248"/>
                <a:gd name="T4" fmla="*/ 52 w 192"/>
                <a:gd name="T5" fmla="*/ 2 h 1248"/>
                <a:gd name="T6" fmla="*/ 102 w 192"/>
                <a:gd name="T7" fmla="*/ 4 h 1248"/>
                <a:gd name="T8" fmla="*/ 0 60000 65536"/>
                <a:gd name="T9" fmla="*/ 0 60000 65536"/>
                <a:gd name="T10" fmla="*/ 0 60000 65536"/>
                <a:gd name="T11" fmla="*/ 0 60000 65536"/>
                <a:gd name="T12" fmla="*/ 0 w 192"/>
                <a:gd name="T13" fmla="*/ 0 h 1248"/>
                <a:gd name="T14" fmla="*/ 192 w 192"/>
                <a:gd name="T15" fmla="*/ 1248 h 1248"/>
              </a:gdLst>
              <a:ahLst/>
              <a:cxnLst>
                <a:cxn ang="T8">
                  <a:pos x="T0" y="T1"/>
                </a:cxn>
                <a:cxn ang="T9">
                  <a:pos x="T2" y="T3"/>
                </a:cxn>
                <a:cxn ang="T10">
                  <a:pos x="T4" y="T5"/>
                </a:cxn>
                <a:cxn ang="T11">
                  <a:pos x="T6" y="T7"/>
                </a:cxn>
              </a:cxnLst>
              <a:rect l="T12" t="T13" r="T14" b="T15"/>
              <a:pathLst>
                <a:path w="192" h="1248">
                  <a:moveTo>
                    <a:pt x="0" y="1008"/>
                  </a:moveTo>
                  <a:cubicBezTo>
                    <a:pt x="16" y="1128"/>
                    <a:pt x="32" y="1248"/>
                    <a:pt x="48" y="1104"/>
                  </a:cubicBezTo>
                  <a:cubicBezTo>
                    <a:pt x="64" y="960"/>
                    <a:pt x="72" y="288"/>
                    <a:pt x="96" y="144"/>
                  </a:cubicBezTo>
                  <a:cubicBezTo>
                    <a:pt x="120" y="0"/>
                    <a:pt x="176" y="224"/>
                    <a:pt x="192" y="240"/>
                  </a:cubicBezTo>
                </a:path>
              </a:pathLst>
            </a:cu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2741" name="Freeform 29"/>
            <p:cNvSpPr>
              <a:spLocks/>
            </p:cNvSpPr>
            <p:nvPr/>
          </p:nvSpPr>
          <p:spPr bwMode="auto">
            <a:xfrm>
              <a:off x="1159" y="1233"/>
              <a:ext cx="184" cy="941"/>
            </a:xfrm>
            <a:custGeom>
              <a:avLst/>
              <a:gdLst>
                <a:gd name="T0" fmla="*/ 0 w 192"/>
                <a:gd name="T1" fmla="*/ 15 h 1248"/>
                <a:gd name="T2" fmla="*/ 27 w 192"/>
                <a:gd name="T3" fmla="*/ 17 h 1248"/>
                <a:gd name="T4" fmla="*/ 52 w 192"/>
                <a:gd name="T5" fmla="*/ 2 h 1248"/>
                <a:gd name="T6" fmla="*/ 102 w 192"/>
                <a:gd name="T7" fmla="*/ 4 h 1248"/>
                <a:gd name="T8" fmla="*/ 0 60000 65536"/>
                <a:gd name="T9" fmla="*/ 0 60000 65536"/>
                <a:gd name="T10" fmla="*/ 0 60000 65536"/>
                <a:gd name="T11" fmla="*/ 0 60000 65536"/>
                <a:gd name="T12" fmla="*/ 0 w 192"/>
                <a:gd name="T13" fmla="*/ 0 h 1248"/>
                <a:gd name="T14" fmla="*/ 192 w 192"/>
                <a:gd name="T15" fmla="*/ 1248 h 1248"/>
              </a:gdLst>
              <a:ahLst/>
              <a:cxnLst>
                <a:cxn ang="T8">
                  <a:pos x="T0" y="T1"/>
                </a:cxn>
                <a:cxn ang="T9">
                  <a:pos x="T2" y="T3"/>
                </a:cxn>
                <a:cxn ang="T10">
                  <a:pos x="T4" y="T5"/>
                </a:cxn>
                <a:cxn ang="T11">
                  <a:pos x="T6" y="T7"/>
                </a:cxn>
              </a:cxnLst>
              <a:rect l="T12" t="T13" r="T14" b="T15"/>
              <a:pathLst>
                <a:path w="192" h="1248">
                  <a:moveTo>
                    <a:pt x="0" y="1008"/>
                  </a:moveTo>
                  <a:cubicBezTo>
                    <a:pt x="16" y="1128"/>
                    <a:pt x="32" y="1248"/>
                    <a:pt x="48" y="1104"/>
                  </a:cubicBezTo>
                  <a:cubicBezTo>
                    <a:pt x="64" y="960"/>
                    <a:pt x="72" y="288"/>
                    <a:pt x="96" y="144"/>
                  </a:cubicBezTo>
                  <a:cubicBezTo>
                    <a:pt x="120" y="0"/>
                    <a:pt x="176" y="224"/>
                    <a:pt x="192" y="240"/>
                  </a:cubicBezTo>
                </a:path>
              </a:pathLst>
            </a:cu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2742" name="Freeform 30"/>
            <p:cNvSpPr>
              <a:spLocks/>
            </p:cNvSpPr>
            <p:nvPr/>
          </p:nvSpPr>
          <p:spPr bwMode="auto">
            <a:xfrm>
              <a:off x="1251" y="1233"/>
              <a:ext cx="184" cy="941"/>
            </a:xfrm>
            <a:custGeom>
              <a:avLst/>
              <a:gdLst>
                <a:gd name="T0" fmla="*/ 0 w 192"/>
                <a:gd name="T1" fmla="*/ 15 h 1248"/>
                <a:gd name="T2" fmla="*/ 27 w 192"/>
                <a:gd name="T3" fmla="*/ 17 h 1248"/>
                <a:gd name="T4" fmla="*/ 52 w 192"/>
                <a:gd name="T5" fmla="*/ 2 h 1248"/>
                <a:gd name="T6" fmla="*/ 102 w 192"/>
                <a:gd name="T7" fmla="*/ 4 h 1248"/>
                <a:gd name="T8" fmla="*/ 0 60000 65536"/>
                <a:gd name="T9" fmla="*/ 0 60000 65536"/>
                <a:gd name="T10" fmla="*/ 0 60000 65536"/>
                <a:gd name="T11" fmla="*/ 0 60000 65536"/>
                <a:gd name="T12" fmla="*/ 0 w 192"/>
                <a:gd name="T13" fmla="*/ 0 h 1248"/>
                <a:gd name="T14" fmla="*/ 192 w 192"/>
                <a:gd name="T15" fmla="*/ 1248 h 1248"/>
              </a:gdLst>
              <a:ahLst/>
              <a:cxnLst>
                <a:cxn ang="T8">
                  <a:pos x="T0" y="T1"/>
                </a:cxn>
                <a:cxn ang="T9">
                  <a:pos x="T2" y="T3"/>
                </a:cxn>
                <a:cxn ang="T10">
                  <a:pos x="T4" y="T5"/>
                </a:cxn>
                <a:cxn ang="T11">
                  <a:pos x="T6" y="T7"/>
                </a:cxn>
              </a:cxnLst>
              <a:rect l="T12" t="T13" r="T14" b="T15"/>
              <a:pathLst>
                <a:path w="192" h="1248">
                  <a:moveTo>
                    <a:pt x="0" y="1008"/>
                  </a:moveTo>
                  <a:cubicBezTo>
                    <a:pt x="16" y="1128"/>
                    <a:pt x="32" y="1248"/>
                    <a:pt x="48" y="1104"/>
                  </a:cubicBezTo>
                  <a:cubicBezTo>
                    <a:pt x="64" y="960"/>
                    <a:pt x="72" y="288"/>
                    <a:pt x="96" y="144"/>
                  </a:cubicBezTo>
                  <a:cubicBezTo>
                    <a:pt x="120" y="0"/>
                    <a:pt x="176" y="224"/>
                    <a:pt x="192" y="240"/>
                  </a:cubicBezTo>
                </a:path>
              </a:pathLst>
            </a:cu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2743" name="Freeform 31"/>
            <p:cNvSpPr>
              <a:spLocks/>
            </p:cNvSpPr>
            <p:nvPr/>
          </p:nvSpPr>
          <p:spPr bwMode="auto">
            <a:xfrm>
              <a:off x="1343" y="1233"/>
              <a:ext cx="184" cy="941"/>
            </a:xfrm>
            <a:custGeom>
              <a:avLst/>
              <a:gdLst>
                <a:gd name="T0" fmla="*/ 0 w 192"/>
                <a:gd name="T1" fmla="*/ 15 h 1248"/>
                <a:gd name="T2" fmla="*/ 27 w 192"/>
                <a:gd name="T3" fmla="*/ 17 h 1248"/>
                <a:gd name="T4" fmla="*/ 52 w 192"/>
                <a:gd name="T5" fmla="*/ 2 h 1248"/>
                <a:gd name="T6" fmla="*/ 102 w 192"/>
                <a:gd name="T7" fmla="*/ 4 h 1248"/>
                <a:gd name="T8" fmla="*/ 0 60000 65536"/>
                <a:gd name="T9" fmla="*/ 0 60000 65536"/>
                <a:gd name="T10" fmla="*/ 0 60000 65536"/>
                <a:gd name="T11" fmla="*/ 0 60000 65536"/>
                <a:gd name="T12" fmla="*/ 0 w 192"/>
                <a:gd name="T13" fmla="*/ 0 h 1248"/>
                <a:gd name="T14" fmla="*/ 192 w 192"/>
                <a:gd name="T15" fmla="*/ 1248 h 1248"/>
              </a:gdLst>
              <a:ahLst/>
              <a:cxnLst>
                <a:cxn ang="T8">
                  <a:pos x="T0" y="T1"/>
                </a:cxn>
                <a:cxn ang="T9">
                  <a:pos x="T2" y="T3"/>
                </a:cxn>
                <a:cxn ang="T10">
                  <a:pos x="T4" y="T5"/>
                </a:cxn>
                <a:cxn ang="T11">
                  <a:pos x="T6" y="T7"/>
                </a:cxn>
              </a:cxnLst>
              <a:rect l="T12" t="T13" r="T14" b="T15"/>
              <a:pathLst>
                <a:path w="192" h="1248">
                  <a:moveTo>
                    <a:pt x="0" y="1008"/>
                  </a:moveTo>
                  <a:cubicBezTo>
                    <a:pt x="16" y="1128"/>
                    <a:pt x="32" y="1248"/>
                    <a:pt x="48" y="1104"/>
                  </a:cubicBezTo>
                  <a:cubicBezTo>
                    <a:pt x="64" y="960"/>
                    <a:pt x="72" y="288"/>
                    <a:pt x="96" y="144"/>
                  </a:cubicBezTo>
                  <a:cubicBezTo>
                    <a:pt x="120" y="0"/>
                    <a:pt x="176" y="224"/>
                    <a:pt x="192" y="240"/>
                  </a:cubicBezTo>
                </a:path>
              </a:pathLst>
            </a:cu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2744" name="Freeform 32"/>
            <p:cNvSpPr>
              <a:spLocks/>
            </p:cNvSpPr>
            <p:nvPr/>
          </p:nvSpPr>
          <p:spPr bwMode="auto">
            <a:xfrm>
              <a:off x="1435" y="1233"/>
              <a:ext cx="184" cy="941"/>
            </a:xfrm>
            <a:custGeom>
              <a:avLst/>
              <a:gdLst>
                <a:gd name="T0" fmla="*/ 0 w 192"/>
                <a:gd name="T1" fmla="*/ 15 h 1248"/>
                <a:gd name="T2" fmla="*/ 27 w 192"/>
                <a:gd name="T3" fmla="*/ 17 h 1248"/>
                <a:gd name="T4" fmla="*/ 52 w 192"/>
                <a:gd name="T5" fmla="*/ 2 h 1248"/>
                <a:gd name="T6" fmla="*/ 102 w 192"/>
                <a:gd name="T7" fmla="*/ 4 h 1248"/>
                <a:gd name="T8" fmla="*/ 0 60000 65536"/>
                <a:gd name="T9" fmla="*/ 0 60000 65536"/>
                <a:gd name="T10" fmla="*/ 0 60000 65536"/>
                <a:gd name="T11" fmla="*/ 0 60000 65536"/>
                <a:gd name="T12" fmla="*/ 0 w 192"/>
                <a:gd name="T13" fmla="*/ 0 h 1248"/>
                <a:gd name="T14" fmla="*/ 192 w 192"/>
                <a:gd name="T15" fmla="*/ 1248 h 1248"/>
              </a:gdLst>
              <a:ahLst/>
              <a:cxnLst>
                <a:cxn ang="T8">
                  <a:pos x="T0" y="T1"/>
                </a:cxn>
                <a:cxn ang="T9">
                  <a:pos x="T2" y="T3"/>
                </a:cxn>
                <a:cxn ang="T10">
                  <a:pos x="T4" y="T5"/>
                </a:cxn>
                <a:cxn ang="T11">
                  <a:pos x="T6" y="T7"/>
                </a:cxn>
              </a:cxnLst>
              <a:rect l="T12" t="T13" r="T14" b="T15"/>
              <a:pathLst>
                <a:path w="192" h="1248">
                  <a:moveTo>
                    <a:pt x="0" y="1008"/>
                  </a:moveTo>
                  <a:cubicBezTo>
                    <a:pt x="16" y="1128"/>
                    <a:pt x="32" y="1248"/>
                    <a:pt x="48" y="1104"/>
                  </a:cubicBezTo>
                  <a:cubicBezTo>
                    <a:pt x="64" y="960"/>
                    <a:pt x="72" y="288"/>
                    <a:pt x="96" y="144"/>
                  </a:cubicBezTo>
                  <a:cubicBezTo>
                    <a:pt x="120" y="0"/>
                    <a:pt x="176" y="224"/>
                    <a:pt x="192" y="240"/>
                  </a:cubicBezTo>
                </a:path>
              </a:pathLst>
            </a:cu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2745" name="Freeform 33"/>
            <p:cNvSpPr>
              <a:spLocks/>
            </p:cNvSpPr>
            <p:nvPr/>
          </p:nvSpPr>
          <p:spPr bwMode="auto">
            <a:xfrm>
              <a:off x="1527" y="1233"/>
              <a:ext cx="183" cy="941"/>
            </a:xfrm>
            <a:custGeom>
              <a:avLst/>
              <a:gdLst>
                <a:gd name="T0" fmla="*/ 0 w 192"/>
                <a:gd name="T1" fmla="*/ 15 h 1248"/>
                <a:gd name="T2" fmla="*/ 25 w 192"/>
                <a:gd name="T3" fmla="*/ 17 h 1248"/>
                <a:gd name="T4" fmla="*/ 47 w 192"/>
                <a:gd name="T5" fmla="*/ 2 h 1248"/>
                <a:gd name="T6" fmla="*/ 93 w 192"/>
                <a:gd name="T7" fmla="*/ 4 h 1248"/>
                <a:gd name="T8" fmla="*/ 0 60000 65536"/>
                <a:gd name="T9" fmla="*/ 0 60000 65536"/>
                <a:gd name="T10" fmla="*/ 0 60000 65536"/>
                <a:gd name="T11" fmla="*/ 0 60000 65536"/>
                <a:gd name="T12" fmla="*/ 0 w 192"/>
                <a:gd name="T13" fmla="*/ 0 h 1248"/>
                <a:gd name="T14" fmla="*/ 192 w 192"/>
                <a:gd name="T15" fmla="*/ 1248 h 1248"/>
              </a:gdLst>
              <a:ahLst/>
              <a:cxnLst>
                <a:cxn ang="T8">
                  <a:pos x="T0" y="T1"/>
                </a:cxn>
                <a:cxn ang="T9">
                  <a:pos x="T2" y="T3"/>
                </a:cxn>
                <a:cxn ang="T10">
                  <a:pos x="T4" y="T5"/>
                </a:cxn>
                <a:cxn ang="T11">
                  <a:pos x="T6" y="T7"/>
                </a:cxn>
              </a:cxnLst>
              <a:rect l="T12" t="T13" r="T14" b="T15"/>
              <a:pathLst>
                <a:path w="192" h="1248">
                  <a:moveTo>
                    <a:pt x="0" y="1008"/>
                  </a:moveTo>
                  <a:cubicBezTo>
                    <a:pt x="16" y="1128"/>
                    <a:pt x="32" y="1248"/>
                    <a:pt x="48" y="1104"/>
                  </a:cubicBezTo>
                  <a:cubicBezTo>
                    <a:pt x="64" y="960"/>
                    <a:pt x="72" y="288"/>
                    <a:pt x="96" y="144"/>
                  </a:cubicBezTo>
                  <a:cubicBezTo>
                    <a:pt x="120" y="0"/>
                    <a:pt x="176" y="224"/>
                    <a:pt x="192" y="240"/>
                  </a:cubicBezTo>
                </a:path>
              </a:pathLst>
            </a:cu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2746" name="Freeform 34"/>
            <p:cNvSpPr>
              <a:spLocks/>
            </p:cNvSpPr>
            <p:nvPr/>
          </p:nvSpPr>
          <p:spPr bwMode="auto">
            <a:xfrm>
              <a:off x="1619" y="1233"/>
              <a:ext cx="183" cy="941"/>
            </a:xfrm>
            <a:custGeom>
              <a:avLst/>
              <a:gdLst>
                <a:gd name="T0" fmla="*/ 0 w 192"/>
                <a:gd name="T1" fmla="*/ 15 h 1248"/>
                <a:gd name="T2" fmla="*/ 25 w 192"/>
                <a:gd name="T3" fmla="*/ 17 h 1248"/>
                <a:gd name="T4" fmla="*/ 47 w 192"/>
                <a:gd name="T5" fmla="*/ 2 h 1248"/>
                <a:gd name="T6" fmla="*/ 93 w 192"/>
                <a:gd name="T7" fmla="*/ 4 h 1248"/>
                <a:gd name="T8" fmla="*/ 0 60000 65536"/>
                <a:gd name="T9" fmla="*/ 0 60000 65536"/>
                <a:gd name="T10" fmla="*/ 0 60000 65536"/>
                <a:gd name="T11" fmla="*/ 0 60000 65536"/>
                <a:gd name="T12" fmla="*/ 0 w 192"/>
                <a:gd name="T13" fmla="*/ 0 h 1248"/>
                <a:gd name="T14" fmla="*/ 192 w 192"/>
                <a:gd name="T15" fmla="*/ 1248 h 1248"/>
              </a:gdLst>
              <a:ahLst/>
              <a:cxnLst>
                <a:cxn ang="T8">
                  <a:pos x="T0" y="T1"/>
                </a:cxn>
                <a:cxn ang="T9">
                  <a:pos x="T2" y="T3"/>
                </a:cxn>
                <a:cxn ang="T10">
                  <a:pos x="T4" y="T5"/>
                </a:cxn>
                <a:cxn ang="T11">
                  <a:pos x="T6" y="T7"/>
                </a:cxn>
              </a:cxnLst>
              <a:rect l="T12" t="T13" r="T14" b="T15"/>
              <a:pathLst>
                <a:path w="192" h="1248">
                  <a:moveTo>
                    <a:pt x="0" y="1008"/>
                  </a:moveTo>
                  <a:cubicBezTo>
                    <a:pt x="16" y="1128"/>
                    <a:pt x="32" y="1248"/>
                    <a:pt x="48" y="1104"/>
                  </a:cubicBezTo>
                  <a:cubicBezTo>
                    <a:pt x="64" y="960"/>
                    <a:pt x="72" y="288"/>
                    <a:pt x="96" y="144"/>
                  </a:cubicBezTo>
                  <a:cubicBezTo>
                    <a:pt x="120" y="0"/>
                    <a:pt x="176" y="224"/>
                    <a:pt x="192" y="240"/>
                  </a:cubicBezTo>
                </a:path>
              </a:pathLst>
            </a:cu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2747" name="Freeform 35"/>
            <p:cNvSpPr>
              <a:spLocks/>
            </p:cNvSpPr>
            <p:nvPr/>
          </p:nvSpPr>
          <p:spPr bwMode="auto">
            <a:xfrm>
              <a:off x="1710" y="1233"/>
              <a:ext cx="184" cy="941"/>
            </a:xfrm>
            <a:custGeom>
              <a:avLst/>
              <a:gdLst>
                <a:gd name="T0" fmla="*/ 0 w 192"/>
                <a:gd name="T1" fmla="*/ 15 h 1248"/>
                <a:gd name="T2" fmla="*/ 27 w 192"/>
                <a:gd name="T3" fmla="*/ 17 h 1248"/>
                <a:gd name="T4" fmla="*/ 52 w 192"/>
                <a:gd name="T5" fmla="*/ 2 h 1248"/>
                <a:gd name="T6" fmla="*/ 102 w 192"/>
                <a:gd name="T7" fmla="*/ 4 h 1248"/>
                <a:gd name="T8" fmla="*/ 0 60000 65536"/>
                <a:gd name="T9" fmla="*/ 0 60000 65536"/>
                <a:gd name="T10" fmla="*/ 0 60000 65536"/>
                <a:gd name="T11" fmla="*/ 0 60000 65536"/>
                <a:gd name="T12" fmla="*/ 0 w 192"/>
                <a:gd name="T13" fmla="*/ 0 h 1248"/>
                <a:gd name="T14" fmla="*/ 192 w 192"/>
                <a:gd name="T15" fmla="*/ 1248 h 1248"/>
              </a:gdLst>
              <a:ahLst/>
              <a:cxnLst>
                <a:cxn ang="T8">
                  <a:pos x="T0" y="T1"/>
                </a:cxn>
                <a:cxn ang="T9">
                  <a:pos x="T2" y="T3"/>
                </a:cxn>
                <a:cxn ang="T10">
                  <a:pos x="T4" y="T5"/>
                </a:cxn>
                <a:cxn ang="T11">
                  <a:pos x="T6" y="T7"/>
                </a:cxn>
              </a:cxnLst>
              <a:rect l="T12" t="T13" r="T14" b="T15"/>
              <a:pathLst>
                <a:path w="192" h="1248">
                  <a:moveTo>
                    <a:pt x="0" y="1008"/>
                  </a:moveTo>
                  <a:cubicBezTo>
                    <a:pt x="16" y="1128"/>
                    <a:pt x="32" y="1248"/>
                    <a:pt x="48" y="1104"/>
                  </a:cubicBezTo>
                  <a:cubicBezTo>
                    <a:pt x="64" y="960"/>
                    <a:pt x="72" y="288"/>
                    <a:pt x="96" y="144"/>
                  </a:cubicBezTo>
                  <a:cubicBezTo>
                    <a:pt x="120" y="0"/>
                    <a:pt x="176" y="224"/>
                    <a:pt x="192" y="240"/>
                  </a:cubicBezTo>
                </a:path>
              </a:pathLst>
            </a:cu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2748" name="Freeform 36"/>
            <p:cNvSpPr>
              <a:spLocks/>
            </p:cNvSpPr>
            <p:nvPr/>
          </p:nvSpPr>
          <p:spPr bwMode="auto">
            <a:xfrm>
              <a:off x="1802" y="1233"/>
              <a:ext cx="184" cy="941"/>
            </a:xfrm>
            <a:custGeom>
              <a:avLst/>
              <a:gdLst>
                <a:gd name="T0" fmla="*/ 0 w 192"/>
                <a:gd name="T1" fmla="*/ 15 h 1248"/>
                <a:gd name="T2" fmla="*/ 27 w 192"/>
                <a:gd name="T3" fmla="*/ 17 h 1248"/>
                <a:gd name="T4" fmla="*/ 52 w 192"/>
                <a:gd name="T5" fmla="*/ 2 h 1248"/>
                <a:gd name="T6" fmla="*/ 102 w 192"/>
                <a:gd name="T7" fmla="*/ 4 h 1248"/>
                <a:gd name="T8" fmla="*/ 0 60000 65536"/>
                <a:gd name="T9" fmla="*/ 0 60000 65536"/>
                <a:gd name="T10" fmla="*/ 0 60000 65536"/>
                <a:gd name="T11" fmla="*/ 0 60000 65536"/>
                <a:gd name="T12" fmla="*/ 0 w 192"/>
                <a:gd name="T13" fmla="*/ 0 h 1248"/>
                <a:gd name="T14" fmla="*/ 192 w 192"/>
                <a:gd name="T15" fmla="*/ 1248 h 1248"/>
              </a:gdLst>
              <a:ahLst/>
              <a:cxnLst>
                <a:cxn ang="T8">
                  <a:pos x="T0" y="T1"/>
                </a:cxn>
                <a:cxn ang="T9">
                  <a:pos x="T2" y="T3"/>
                </a:cxn>
                <a:cxn ang="T10">
                  <a:pos x="T4" y="T5"/>
                </a:cxn>
                <a:cxn ang="T11">
                  <a:pos x="T6" y="T7"/>
                </a:cxn>
              </a:cxnLst>
              <a:rect l="T12" t="T13" r="T14" b="T15"/>
              <a:pathLst>
                <a:path w="192" h="1248">
                  <a:moveTo>
                    <a:pt x="0" y="1008"/>
                  </a:moveTo>
                  <a:cubicBezTo>
                    <a:pt x="16" y="1128"/>
                    <a:pt x="32" y="1248"/>
                    <a:pt x="48" y="1104"/>
                  </a:cubicBezTo>
                  <a:cubicBezTo>
                    <a:pt x="64" y="960"/>
                    <a:pt x="72" y="288"/>
                    <a:pt x="96" y="144"/>
                  </a:cubicBezTo>
                  <a:cubicBezTo>
                    <a:pt x="120" y="0"/>
                    <a:pt x="176" y="224"/>
                    <a:pt x="192" y="240"/>
                  </a:cubicBezTo>
                </a:path>
              </a:pathLst>
            </a:cu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2749" name="Line 37"/>
            <p:cNvSpPr>
              <a:spLocks noChangeShapeType="1"/>
            </p:cNvSpPr>
            <p:nvPr/>
          </p:nvSpPr>
          <p:spPr bwMode="auto">
            <a:xfrm>
              <a:off x="1940" y="1993"/>
              <a:ext cx="0" cy="36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2750" name="Object 38"/>
            <p:cNvGraphicFramePr>
              <a:graphicFrameLocks noChangeAspect="1"/>
            </p:cNvGraphicFramePr>
            <p:nvPr/>
          </p:nvGraphicFramePr>
          <p:xfrm>
            <a:off x="1920" y="1440"/>
            <a:ext cx="259" cy="299"/>
          </p:xfrm>
          <a:graphic>
            <a:graphicData uri="http://schemas.openxmlformats.org/presentationml/2006/ole">
              <mc:AlternateContent xmlns:mc="http://schemas.openxmlformats.org/markup-compatibility/2006">
                <mc:Choice xmlns:v="urn:schemas-microsoft-com:vml" Requires="v">
                  <p:oleObj spid="_x0000_s73093" name="公式" r:id="rId18" imgW="431800" imgH="508000" progId="Equation.3">
                    <p:embed/>
                  </p:oleObj>
                </mc:Choice>
                <mc:Fallback>
                  <p:oleObj name="公式" r:id="rId18" imgW="431800" imgH="508000" progId="Equation.3">
                    <p:embed/>
                    <p:pic>
                      <p:nvPicPr>
                        <p:cNvPr id="0" name="Object 3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920" y="1440"/>
                          <a:ext cx="259"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2751" name="Object 39"/>
            <p:cNvGraphicFramePr>
              <a:graphicFrameLocks noChangeAspect="1"/>
            </p:cNvGraphicFramePr>
            <p:nvPr/>
          </p:nvGraphicFramePr>
          <p:xfrm>
            <a:off x="912" y="1104"/>
            <a:ext cx="152" cy="156"/>
          </p:xfrm>
          <a:graphic>
            <a:graphicData uri="http://schemas.openxmlformats.org/presentationml/2006/ole">
              <mc:AlternateContent xmlns:mc="http://schemas.openxmlformats.org/markup-compatibility/2006">
                <mc:Choice xmlns:v="urn:schemas-microsoft-com:vml" Requires="v">
                  <p:oleObj spid="_x0000_s73094" name="公式" r:id="rId20" imgW="253780" imgH="266469" progId="Equation.3">
                    <p:embed/>
                  </p:oleObj>
                </mc:Choice>
                <mc:Fallback>
                  <p:oleObj name="公式" r:id="rId20" imgW="253780" imgH="266469" progId="Equation.3">
                    <p:embed/>
                    <p:pic>
                      <p:nvPicPr>
                        <p:cNvPr id="0" name="Object 39"/>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912" y="1104"/>
                          <a:ext cx="152"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2752" name="Object 40"/>
            <p:cNvGraphicFramePr>
              <a:graphicFrameLocks noChangeAspect="1"/>
            </p:cNvGraphicFramePr>
            <p:nvPr/>
          </p:nvGraphicFramePr>
          <p:xfrm>
            <a:off x="332" y="1637"/>
            <a:ext cx="225" cy="277"/>
          </p:xfrm>
          <a:graphic>
            <a:graphicData uri="http://schemas.openxmlformats.org/presentationml/2006/ole">
              <mc:AlternateContent xmlns:mc="http://schemas.openxmlformats.org/markup-compatibility/2006">
                <mc:Choice xmlns:v="urn:schemas-microsoft-com:vml" Requires="v">
                  <p:oleObj spid="_x0000_s73095" name="公式" r:id="rId22" imgW="139579" imgH="177646" progId="Equation.3">
                    <p:embed/>
                  </p:oleObj>
                </mc:Choice>
                <mc:Fallback>
                  <p:oleObj name="公式" r:id="rId22" imgW="139579" imgH="177646" progId="Equation.3">
                    <p:embed/>
                    <p:pic>
                      <p:nvPicPr>
                        <p:cNvPr id="0" name="Object 40"/>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32" y="1637"/>
                          <a:ext cx="225"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2753" name="Object 41"/>
            <p:cNvGraphicFramePr>
              <a:graphicFrameLocks noChangeAspect="1"/>
            </p:cNvGraphicFramePr>
            <p:nvPr/>
          </p:nvGraphicFramePr>
          <p:xfrm>
            <a:off x="1200" y="1056"/>
            <a:ext cx="171" cy="194"/>
          </p:xfrm>
          <a:graphic>
            <a:graphicData uri="http://schemas.openxmlformats.org/presentationml/2006/ole">
              <mc:AlternateContent xmlns:mc="http://schemas.openxmlformats.org/markup-compatibility/2006">
                <mc:Choice xmlns:v="urn:schemas-microsoft-com:vml" Requires="v">
                  <p:oleObj spid="_x0000_s73096" name="公式" r:id="rId24" imgW="139579" imgH="164957" progId="Equation.3">
                    <p:embed/>
                  </p:oleObj>
                </mc:Choice>
                <mc:Fallback>
                  <p:oleObj name="公式" r:id="rId24" imgW="139579" imgH="164957" progId="Equation.3">
                    <p:embed/>
                    <p:pic>
                      <p:nvPicPr>
                        <p:cNvPr id="0" name="Object 41"/>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200" y="1056"/>
                          <a:ext cx="171"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72714" name="Group 42"/>
          <p:cNvGrpSpPr>
            <a:grpSpLocks/>
          </p:cNvGrpSpPr>
          <p:nvPr/>
        </p:nvGrpSpPr>
        <p:grpSpPr bwMode="auto">
          <a:xfrm>
            <a:off x="3048000" y="3276600"/>
            <a:ext cx="990600" cy="685800"/>
            <a:chOff x="1008" y="2592"/>
            <a:chExt cx="384" cy="576"/>
          </a:xfrm>
        </p:grpSpPr>
        <p:sp>
          <p:nvSpPr>
            <p:cNvPr id="72728" name="Rectangle 43"/>
            <p:cNvSpPr>
              <a:spLocks noChangeArrowheads="1"/>
            </p:cNvSpPr>
            <p:nvPr/>
          </p:nvSpPr>
          <p:spPr bwMode="auto">
            <a:xfrm>
              <a:off x="1008" y="2592"/>
              <a:ext cx="384" cy="576"/>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2729" name="Line 44"/>
            <p:cNvSpPr>
              <a:spLocks noChangeShapeType="1"/>
            </p:cNvSpPr>
            <p:nvPr/>
          </p:nvSpPr>
          <p:spPr bwMode="auto">
            <a:xfrm flipH="1">
              <a:off x="1104" y="2592"/>
              <a:ext cx="48"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30" name="Line 45"/>
            <p:cNvSpPr>
              <a:spLocks noChangeShapeType="1"/>
            </p:cNvSpPr>
            <p:nvPr/>
          </p:nvSpPr>
          <p:spPr bwMode="auto">
            <a:xfrm>
              <a:off x="1152" y="3168"/>
              <a:ext cx="96"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72715" name="Text Box 46"/>
          <p:cNvSpPr txBox="1">
            <a:spLocks noChangeArrowheads="1"/>
          </p:cNvSpPr>
          <p:nvPr/>
        </p:nvSpPr>
        <p:spPr bwMode="auto">
          <a:xfrm>
            <a:off x="6172200" y="2209801"/>
            <a:ext cx="3581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latin typeface="宋体" panose="02010600030101010101" pitchFamily="2" charset="-122"/>
              </a:rPr>
              <a:t>设长直螺线管载流 </a:t>
            </a:r>
            <a:r>
              <a:rPr kumimoji="1" lang="en-US" altLang="zh-CN" sz="2800" i="1">
                <a:latin typeface="Times New Roman" panose="02020603050405020304" pitchFamily="18" charset="0"/>
              </a:rPr>
              <a:t>I</a:t>
            </a:r>
          </a:p>
        </p:txBody>
      </p:sp>
      <p:sp>
        <p:nvSpPr>
          <p:cNvPr id="72716" name="Text Box 47"/>
          <p:cNvSpPr txBox="1">
            <a:spLocks noChangeArrowheads="1"/>
          </p:cNvSpPr>
          <p:nvPr/>
        </p:nvSpPr>
        <p:spPr bwMode="auto">
          <a:xfrm>
            <a:off x="5486400" y="2133601"/>
            <a:ext cx="895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FF0000"/>
                </a:solidFill>
                <a:latin typeface="宋体" panose="02010600030101010101" pitchFamily="2" charset="-122"/>
              </a:rPr>
              <a:t>解：</a:t>
            </a:r>
          </a:p>
        </p:txBody>
      </p:sp>
      <p:sp>
        <p:nvSpPr>
          <p:cNvPr id="72717" name="Text Box 48"/>
          <p:cNvSpPr txBox="1">
            <a:spLocks noChangeArrowheads="1"/>
          </p:cNvSpPr>
          <p:nvPr/>
        </p:nvSpPr>
        <p:spPr bwMode="auto">
          <a:xfrm>
            <a:off x="2133600" y="5486401"/>
            <a:ext cx="21605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latin typeface="宋体" panose="02010600030101010101" pitchFamily="2" charset="-122"/>
              </a:rPr>
              <a:t>提高</a:t>
            </a:r>
            <a:r>
              <a:rPr kumimoji="1" lang="en-US" altLang="zh-CN" sz="2800" i="1">
                <a:latin typeface="Times New Roman" panose="02020603050405020304" pitchFamily="18" charset="0"/>
              </a:rPr>
              <a:t>L</a:t>
            </a:r>
            <a:r>
              <a:rPr kumimoji="1" lang="zh-CN" altLang="en-US" sz="2800">
                <a:latin typeface="宋体" panose="02010600030101010101" pitchFamily="2" charset="-122"/>
              </a:rPr>
              <a:t>的途径</a:t>
            </a:r>
          </a:p>
        </p:txBody>
      </p:sp>
      <p:sp>
        <p:nvSpPr>
          <p:cNvPr id="72718" name="AutoShape 49"/>
          <p:cNvSpPr>
            <a:spLocks/>
          </p:cNvSpPr>
          <p:nvPr/>
        </p:nvSpPr>
        <p:spPr bwMode="auto">
          <a:xfrm>
            <a:off x="4495800" y="5105400"/>
            <a:ext cx="228600" cy="1295400"/>
          </a:xfrm>
          <a:prstGeom prst="leftBrace">
            <a:avLst>
              <a:gd name="adj1" fmla="val 47222"/>
              <a:gd name="adj2" fmla="val 48037"/>
            </a:avLst>
          </a:prstGeom>
          <a:noFill/>
          <a:ln w="38100">
            <a:solidFill>
              <a:srgbClr val="6699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2719" name="Text Box 50"/>
          <p:cNvSpPr txBox="1">
            <a:spLocks noChangeArrowheads="1"/>
          </p:cNvSpPr>
          <p:nvPr/>
        </p:nvSpPr>
        <p:spPr bwMode="auto">
          <a:xfrm>
            <a:off x="4800600" y="4800601"/>
            <a:ext cx="1295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latin typeface="宋体" panose="02010600030101010101" pitchFamily="2" charset="-122"/>
              </a:rPr>
              <a:t>增大</a:t>
            </a:r>
            <a:r>
              <a:rPr kumimoji="1" lang="en-US" altLang="zh-CN" sz="2800" i="1">
                <a:latin typeface="Times New Roman" panose="02020603050405020304" pitchFamily="18" charset="0"/>
              </a:rPr>
              <a:t>V</a:t>
            </a:r>
          </a:p>
        </p:txBody>
      </p:sp>
      <p:sp>
        <p:nvSpPr>
          <p:cNvPr id="72720" name="Text Box 51"/>
          <p:cNvSpPr txBox="1">
            <a:spLocks noChangeArrowheads="1"/>
          </p:cNvSpPr>
          <p:nvPr/>
        </p:nvSpPr>
        <p:spPr bwMode="auto">
          <a:xfrm>
            <a:off x="4800600" y="5486401"/>
            <a:ext cx="1219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latin typeface="宋体" panose="02010600030101010101" pitchFamily="2" charset="-122"/>
              </a:rPr>
              <a:t>提高</a:t>
            </a:r>
            <a:r>
              <a:rPr kumimoji="1" lang="en-US" altLang="zh-CN" sz="2800" i="1">
                <a:latin typeface="Times New Roman" panose="02020603050405020304" pitchFamily="18" charset="0"/>
              </a:rPr>
              <a:t>n</a:t>
            </a:r>
          </a:p>
        </p:txBody>
      </p:sp>
      <p:sp>
        <p:nvSpPr>
          <p:cNvPr id="72721" name="Text Box 52"/>
          <p:cNvSpPr txBox="1">
            <a:spLocks noChangeArrowheads="1"/>
          </p:cNvSpPr>
          <p:nvPr/>
        </p:nvSpPr>
        <p:spPr bwMode="auto">
          <a:xfrm>
            <a:off x="4724401" y="6096001"/>
            <a:ext cx="32432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latin typeface="宋体" panose="02010600030101010101" pitchFamily="2" charset="-122"/>
              </a:rPr>
              <a:t>放入 </a:t>
            </a:r>
            <a:r>
              <a:rPr kumimoji="1" lang="zh-CN" altLang="en-US" sz="2800" i="1">
                <a:sym typeface="Symbol" panose="05050102010706020507" pitchFamily="18" charset="2"/>
              </a:rPr>
              <a:t> </a:t>
            </a:r>
            <a:r>
              <a:rPr kumimoji="1" lang="zh-CN" altLang="en-US" sz="2800" i="1">
                <a:latin typeface="Times New Roman" panose="02020603050405020304" pitchFamily="18" charset="0"/>
              </a:rPr>
              <a:t> </a:t>
            </a:r>
            <a:r>
              <a:rPr kumimoji="1" lang="zh-CN" altLang="en-US" sz="2800">
                <a:latin typeface="宋体" panose="02010600030101010101" pitchFamily="2" charset="-122"/>
              </a:rPr>
              <a:t>值高的介质</a:t>
            </a:r>
          </a:p>
        </p:txBody>
      </p:sp>
      <p:sp>
        <p:nvSpPr>
          <p:cNvPr id="72722" name="AutoShape 53"/>
          <p:cNvSpPr>
            <a:spLocks/>
          </p:cNvSpPr>
          <p:nvPr/>
        </p:nvSpPr>
        <p:spPr bwMode="auto">
          <a:xfrm>
            <a:off x="8001000" y="5715000"/>
            <a:ext cx="228600" cy="685800"/>
          </a:xfrm>
          <a:prstGeom prst="rightBrace">
            <a:avLst>
              <a:gd name="adj1" fmla="val 28472"/>
              <a:gd name="adj2" fmla="val 50000"/>
            </a:avLst>
          </a:prstGeom>
          <a:noFill/>
          <a:ln w="38100">
            <a:solidFill>
              <a:srgbClr val="6699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2723" name="Text Box 54"/>
          <p:cNvSpPr txBox="1">
            <a:spLocks noChangeArrowheads="1"/>
          </p:cNvSpPr>
          <p:nvPr/>
        </p:nvSpPr>
        <p:spPr bwMode="auto">
          <a:xfrm>
            <a:off x="8229600" y="5715001"/>
            <a:ext cx="895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latin typeface="宋体" panose="02010600030101010101" pitchFamily="2" charset="-122"/>
              </a:rPr>
              <a:t>实用</a:t>
            </a:r>
          </a:p>
        </p:txBody>
      </p:sp>
      <p:grpSp>
        <p:nvGrpSpPr>
          <p:cNvPr id="72724" name="Group 55"/>
          <p:cNvGrpSpPr>
            <a:grpSpLocks/>
          </p:cNvGrpSpPr>
          <p:nvPr/>
        </p:nvGrpSpPr>
        <p:grpSpPr bwMode="auto">
          <a:xfrm>
            <a:off x="1936750" y="3816350"/>
            <a:ext cx="2635250" cy="374650"/>
            <a:chOff x="260" y="2404"/>
            <a:chExt cx="1660" cy="236"/>
          </a:xfrm>
        </p:grpSpPr>
        <p:graphicFrame>
          <p:nvGraphicFramePr>
            <p:cNvPr id="72725" name="Object 56"/>
            <p:cNvGraphicFramePr>
              <a:graphicFrameLocks noChangeAspect="1"/>
            </p:cNvGraphicFramePr>
            <p:nvPr/>
          </p:nvGraphicFramePr>
          <p:xfrm>
            <a:off x="260" y="2404"/>
            <a:ext cx="186" cy="236"/>
          </p:xfrm>
          <a:graphic>
            <a:graphicData uri="http://schemas.openxmlformats.org/presentationml/2006/ole">
              <mc:AlternateContent xmlns:mc="http://schemas.openxmlformats.org/markup-compatibility/2006">
                <mc:Choice xmlns:v="urn:schemas-microsoft-com:vml" Requires="v">
                  <p:oleObj spid="_x0000_s73097" name="Equation" r:id="rId26" imgW="126780" imgH="164814" progId="Equation.DSMT4">
                    <p:embed/>
                  </p:oleObj>
                </mc:Choice>
                <mc:Fallback>
                  <p:oleObj name="Equation" r:id="rId26" imgW="126780" imgH="164814" progId="Equation.DSMT4">
                    <p:embed/>
                    <p:pic>
                      <p:nvPicPr>
                        <p:cNvPr id="0" name="Object 56"/>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60" y="2404"/>
                          <a:ext cx="186"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2726" name="Line 57"/>
            <p:cNvSpPr>
              <a:spLocks noChangeShapeType="1"/>
            </p:cNvSpPr>
            <p:nvPr/>
          </p:nvSpPr>
          <p:spPr bwMode="auto">
            <a:xfrm>
              <a:off x="1920" y="2496"/>
              <a:ext cx="0" cy="108"/>
            </a:xfrm>
            <a:prstGeom prst="line">
              <a:avLst/>
            </a:prstGeom>
            <a:noFill/>
            <a:ln w="38100">
              <a:solidFill>
                <a:schemeClr val="folHlink"/>
              </a:solidFill>
              <a:round/>
              <a:headEnd/>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27" name="Line 58"/>
            <p:cNvSpPr>
              <a:spLocks noChangeShapeType="1"/>
            </p:cNvSpPr>
            <p:nvPr/>
          </p:nvSpPr>
          <p:spPr bwMode="auto">
            <a:xfrm>
              <a:off x="528" y="2496"/>
              <a:ext cx="0" cy="108"/>
            </a:xfrm>
            <a:prstGeom prst="line">
              <a:avLst/>
            </a:prstGeom>
            <a:noFill/>
            <a:ln w="38100">
              <a:solidFill>
                <a:schemeClr val="folHlink"/>
              </a:solidFill>
              <a:round/>
              <a:headEnd type="arrow"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gr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ext Box 2"/>
          <p:cNvSpPr txBox="1">
            <a:spLocks noChangeArrowheads="1"/>
          </p:cNvSpPr>
          <p:nvPr/>
        </p:nvSpPr>
        <p:spPr bwMode="auto">
          <a:xfrm>
            <a:off x="1752600" y="152401"/>
            <a:ext cx="1676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latin typeface="宋体" panose="02010600030101010101" pitchFamily="2" charset="-122"/>
              </a:rPr>
              <a:t>五</a:t>
            </a:r>
            <a:r>
              <a:rPr kumimoji="1" lang="en-US" altLang="zh-CN" sz="2800">
                <a:latin typeface="宋体" panose="02010600030101010101" pitchFamily="2" charset="-122"/>
              </a:rPr>
              <a:t>.</a:t>
            </a:r>
            <a:r>
              <a:rPr kumimoji="1" lang="zh-CN" altLang="en-US" sz="2800">
                <a:latin typeface="宋体" panose="02010600030101010101" pitchFamily="2" charset="-122"/>
              </a:rPr>
              <a:t>互感</a:t>
            </a:r>
          </a:p>
        </p:txBody>
      </p:sp>
      <p:sp>
        <p:nvSpPr>
          <p:cNvPr id="74755" name="Text Box 3"/>
          <p:cNvSpPr txBox="1">
            <a:spLocks noChangeArrowheads="1"/>
          </p:cNvSpPr>
          <p:nvPr/>
        </p:nvSpPr>
        <p:spPr bwMode="auto">
          <a:xfrm>
            <a:off x="1905000" y="587376"/>
            <a:ext cx="2139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a:latin typeface="宋体" panose="02010600030101010101" pitchFamily="2" charset="-122"/>
              </a:rPr>
              <a:t>1. </a:t>
            </a:r>
            <a:r>
              <a:rPr kumimoji="1" lang="zh-CN" altLang="en-US" sz="2800">
                <a:latin typeface="宋体" panose="02010600030101010101" pitchFamily="2" charset="-122"/>
              </a:rPr>
              <a:t>互感现象</a:t>
            </a:r>
          </a:p>
        </p:txBody>
      </p:sp>
      <p:grpSp>
        <p:nvGrpSpPr>
          <p:cNvPr id="74756" name="Group 4"/>
          <p:cNvGrpSpPr>
            <a:grpSpLocks/>
          </p:cNvGrpSpPr>
          <p:nvPr/>
        </p:nvGrpSpPr>
        <p:grpSpPr bwMode="auto">
          <a:xfrm>
            <a:off x="2133600" y="1143000"/>
            <a:ext cx="2971800" cy="2743200"/>
            <a:chOff x="384" y="816"/>
            <a:chExt cx="1872" cy="1728"/>
          </a:xfrm>
        </p:grpSpPr>
        <p:sp>
          <p:nvSpPr>
            <p:cNvPr id="74802" name="Rectangle 5"/>
            <p:cNvSpPr>
              <a:spLocks noChangeArrowheads="1"/>
            </p:cNvSpPr>
            <p:nvPr/>
          </p:nvSpPr>
          <p:spPr bwMode="auto">
            <a:xfrm>
              <a:off x="384" y="816"/>
              <a:ext cx="1872" cy="1728"/>
            </a:xfrm>
            <a:prstGeom prst="rect">
              <a:avLst/>
            </a:prstGeom>
            <a:solidFill>
              <a:srgbClr val="FFFFFF"/>
            </a:solidFill>
            <a:ln w="9525">
              <a:solidFill>
                <a:schemeClr val="accent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74803" name="Object 6"/>
            <p:cNvGraphicFramePr>
              <a:graphicFrameLocks noChangeAspect="1"/>
            </p:cNvGraphicFramePr>
            <p:nvPr/>
          </p:nvGraphicFramePr>
          <p:xfrm>
            <a:off x="768" y="1920"/>
            <a:ext cx="174" cy="188"/>
          </p:xfrm>
          <a:graphic>
            <a:graphicData uri="http://schemas.openxmlformats.org/presentationml/2006/ole">
              <mc:AlternateContent xmlns:mc="http://schemas.openxmlformats.org/markup-compatibility/2006">
                <mc:Choice xmlns:v="urn:schemas-microsoft-com:vml" Requires="v">
                  <p:oleObj spid="_x0000_s75212" name="公式" r:id="rId4" imgW="317225" imgH="342603" progId="Equation.3">
                    <p:embed/>
                  </p:oleObj>
                </mc:Choice>
                <mc:Fallback>
                  <p:oleObj name="公式" r:id="rId4" imgW="317225" imgH="342603"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8" y="1920"/>
                          <a:ext cx="174"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4804" name="Object 7"/>
            <p:cNvGraphicFramePr>
              <a:graphicFrameLocks noChangeAspect="1"/>
            </p:cNvGraphicFramePr>
            <p:nvPr/>
          </p:nvGraphicFramePr>
          <p:xfrm>
            <a:off x="432" y="1536"/>
            <a:ext cx="159" cy="167"/>
          </p:xfrm>
          <a:graphic>
            <a:graphicData uri="http://schemas.openxmlformats.org/presentationml/2006/ole">
              <mc:AlternateContent xmlns:mc="http://schemas.openxmlformats.org/markup-compatibility/2006">
                <mc:Choice xmlns:v="urn:schemas-microsoft-com:vml" Requires="v">
                  <p:oleObj spid="_x0000_s75213" name="公式" r:id="rId6" imgW="253780" imgH="266469" progId="Equation.3">
                    <p:embed/>
                  </p:oleObj>
                </mc:Choice>
                <mc:Fallback>
                  <p:oleObj name="公式" r:id="rId6" imgW="253780" imgH="266469"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2" y="1536"/>
                          <a:ext cx="159"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4805" name="AutoShape 8"/>
            <p:cNvSpPr>
              <a:spLocks noChangeArrowheads="1"/>
            </p:cNvSpPr>
            <p:nvPr/>
          </p:nvSpPr>
          <p:spPr bwMode="auto">
            <a:xfrm rot="-3452">
              <a:off x="1273" y="912"/>
              <a:ext cx="510" cy="1517"/>
            </a:xfrm>
            <a:prstGeom prst="can">
              <a:avLst>
                <a:gd name="adj" fmla="val 55497"/>
              </a:avLst>
            </a:prstGeom>
            <a:solidFill>
              <a:srgbClr val="3399FF"/>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4806" name="Freeform 9"/>
            <p:cNvSpPr>
              <a:spLocks/>
            </p:cNvSpPr>
            <p:nvPr/>
          </p:nvSpPr>
          <p:spPr bwMode="auto">
            <a:xfrm>
              <a:off x="1165" y="1357"/>
              <a:ext cx="719" cy="328"/>
            </a:xfrm>
            <a:custGeom>
              <a:avLst/>
              <a:gdLst>
                <a:gd name="T0" fmla="*/ 0 w 1464"/>
                <a:gd name="T1" fmla="*/ 0 h 288"/>
                <a:gd name="T2" fmla="*/ 0 w 1464"/>
                <a:gd name="T3" fmla="*/ 673 h 288"/>
                <a:gd name="T4" fmla="*/ 0 w 1464"/>
                <a:gd name="T5" fmla="*/ 1348 h 288"/>
                <a:gd name="T6" fmla="*/ 0 w 1464"/>
                <a:gd name="T7" fmla="*/ 2025 h 288"/>
                <a:gd name="T8" fmla="*/ 0 60000 65536"/>
                <a:gd name="T9" fmla="*/ 0 60000 65536"/>
                <a:gd name="T10" fmla="*/ 0 60000 65536"/>
                <a:gd name="T11" fmla="*/ 0 60000 65536"/>
                <a:gd name="T12" fmla="*/ 0 w 1464"/>
                <a:gd name="T13" fmla="*/ 0 h 288"/>
                <a:gd name="T14" fmla="*/ 1464 w 1464"/>
                <a:gd name="T15" fmla="*/ 288 h 288"/>
              </a:gdLst>
              <a:ahLst/>
              <a:cxnLst>
                <a:cxn ang="T8">
                  <a:pos x="T0" y="T1"/>
                </a:cxn>
                <a:cxn ang="T9">
                  <a:pos x="T2" y="T3"/>
                </a:cxn>
                <a:cxn ang="T10">
                  <a:pos x="T4" y="T5"/>
                </a:cxn>
                <a:cxn ang="T11">
                  <a:pos x="T6" y="T7"/>
                </a:cxn>
              </a:cxnLst>
              <a:rect l="T12" t="T13" r="T14" b="T15"/>
              <a:pathLst>
                <a:path w="1464" h="288">
                  <a:moveTo>
                    <a:pt x="224" y="0"/>
                  </a:moveTo>
                  <a:cubicBezTo>
                    <a:pt x="112" y="32"/>
                    <a:pt x="0" y="64"/>
                    <a:pt x="176" y="96"/>
                  </a:cubicBezTo>
                  <a:cubicBezTo>
                    <a:pt x="352" y="128"/>
                    <a:pt x="1096" y="160"/>
                    <a:pt x="1280" y="192"/>
                  </a:cubicBezTo>
                  <a:cubicBezTo>
                    <a:pt x="1464" y="224"/>
                    <a:pt x="1280" y="272"/>
                    <a:pt x="1280" y="288"/>
                  </a:cubicBez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4807" name="Freeform 10"/>
            <p:cNvSpPr>
              <a:spLocks/>
            </p:cNvSpPr>
            <p:nvPr/>
          </p:nvSpPr>
          <p:spPr bwMode="auto">
            <a:xfrm>
              <a:off x="1165" y="1438"/>
              <a:ext cx="719" cy="328"/>
            </a:xfrm>
            <a:custGeom>
              <a:avLst/>
              <a:gdLst>
                <a:gd name="T0" fmla="*/ 0 w 1464"/>
                <a:gd name="T1" fmla="*/ 0 h 288"/>
                <a:gd name="T2" fmla="*/ 0 w 1464"/>
                <a:gd name="T3" fmla="*/ 673 h 288"/>
                <a:gd name="T4" fmla="*/ 0 w 1464"/>
                <a:gd name="T5" fmla="*/ 1348 h 288"/>
                <a:gd name="T6" fmla="*/ 0 w 1464"/>
                <a:gd name="T7" fmla="*/ 2025 h 288"/>
                <a:gd name="T8" fmla="*/ 0 60000 65536"/>
                <a:gd name="T9" fmla="*/ 0 60000 65536"/>
                <a:gd name="T10" fmla="*/ 0 60000 65536"/>
                <a:gd name="T11" fmla="*/ 0 60000 65536"/>
                <a:gd name="T12" fmla="*/ 0 w 1464"/>
                <a:gd name="T13" fmla="*/ 0 h 288"/>
                <a:gd name="T14" fmla="*/ 1464 w 1464"/>
                <a:gd name="T15" fmla="*/ 288 h 288"/>
              </a:gdLst>
              <a:ahLst/>
              <a:cxnLst>
                <a:cxn ang="T8">
                  <a:pos x="T0" y="T1"/>
                </a:cxn>
                <a:cxn ang="T9">
                  <a:pos x="T2" y="T3"/>
                </a:cxn>
                <a:cxn ang="T10">
                  <a:pos x="T4" y="T5"/>
                </a:cxn>
                <a:cxn ang="T11">
                  <a:pos x="T6" y="T7"/>
                </a:cxn>
              </a:cxnLst>
              <a:rect l="T12" t="T13" r="T14" b="T15"/>
              <a:pathLst>
                <a:path w="1464" h="288">
                  <a:moveTo>
                    <a:pt x="224" y="0"/>
                  </a:moveTo>
                  <a:cubicBezTo>
                    <a:pt x="112" y="32"/>
                    <a:pt x="0" y="64"/>
                    <a:pt x="176" y="96"/>
                  </a:cubicBezTo>
                  <a:cubicBezTo>
                    <a:pt x="352" y="128"/>
                    <a:pt x="1096" y="160"/>
                    <a:pt x="1280" y="192"/>
                  </a:cubicBezTo>
                  <a:cubicBezTo>
                    <a:pt x="1464" y="224"/>
                    <a:pt x="1280" y="272"/>
                    <a:pt x="1280" y="288"/>
                  </a:cubicBez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4808" name="Freeform 11"/>
            <p:cNvSpPr>
              <a:spLocks/>
            </p:cNvSpPr>
            <p:nvPr/>
          </p:nvSpPr>
          <p:spPr bwMode="auto">
            <a:xfrm>
              <a:off x="1165" y="1521"/>
              <a:ext cx="719" cy="328"/>
            </a:xfrm>
            <a:custGeom>
              <a:avLst/>
              <a:gdLst>
                <a:gd name="T0" fmla="*/ 0 w 1464"/>
                <a:gd name="T1" fmla="*/ 0 h 288"/>
                <a:gd name="T2" fmla="*/ 0 w 1464"/>
                <a:gd name="T3" fmla="*/ 673 h 288"/>
                <a:gd name="T4" fmla="*/ 0 w 1464"/>
                <a:gd name="T5" fmla="*/ 1348 h 288"/>
                <a:gd name="T6" fmla="*/ 0 w 1464"/>
                <a:gd name="T7" fmla="*/ 2025 h 288"/>
                <a:gd name="T8" fmla="*/ 0 60000 65536"/>
                <a:gd name="T9" fmla="*/ 0 60000 65536"/>
                <a:gd name="T10" fmla="*/ 0 60000 65536"/>
                <a:gd name="T11" fmla="*/ 0 60000 65536"/>
                <a:gd name="T12" fmla="*/ 0 w 1464"/>
                <a:gd name="T13" fmla="*/ 0 h 288"/>
                <a:gd name="T14" fmla="*/ 1464 w 1464"/>
                <a:gd name="T15" fmla="*/ 288 h 288"/>
              </a:gdLst>
              <a:ahLst/>
              <a:cxnLst>
                <a:cxn ang="T8">
                  <a:pos x="T0" y="T1"/>
                </a:cxn>
                <a:cxn ang="T9">
                  <a:pos x="T2" y="T3"/>
                </a:cxn>
                <a:cxn ang="T10">
                  <a:pos x="T4" y="T5"/>
                </a:cxn>
                <a:cxn ang="T11">
                  <a:pos x="T6" y="T7"/>
                </a:cxn>
              </a:cxnLst>
              <a:rect l="T12" t="T13" r="T14" b="T15"/>
              <a:pathLst>
                <a:path w="1464" h="288">
                  <a:moveTo>
                    <a:pt x="224" y="0"/>
                  </a:moveTo>
                  <a:cubicBezTo>
                    <a:pt x="112" y="32"/>
                    <a:pt x="0" y="64"/>
                    <a:pt x="176" y="96"/>
                  </a:cubicBezTo>
                  <a:cubicBezTo>
                    <a:pt x="352" y="128"/>
                    <a:pt x="1096" y="160"/>
                    <a:pt x="1280" y="192"/>
                  </a:cubicBezTo>
                  <a:cubicBezTo>
                    <a:pt x="1464" y="224"/>
                    <a:pt x="1280" y="272"/>
                    <a:pt x="1280" y="288"/>
                  </a:cubicBez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4809" name="Freeform 12"/>
            <p:cNvSpPr>
              <a:spLocks/>
            </p:cNvSpPr>
            <p:nvPr/>
          </p:nvSpPr>
          <p:spPr bwMode="auto">
            <a:xfrm>
              <a:off x="1165" y="1602"/>
              <a:ext cx="719" cy="328"/>
            </a:xfrm>
            <a:custGeom>
              <a:avLst/>
              <a:gdLst>
                <a:gd name="T0" fmla="*/ 0 w 1464"/>
                <a:gd name="T1" fmla="*/ 0 h 288"/>
                <a:gd name="T2" fmla="*/ 0 w 1464"/>
                <a:gd name="T3" fmla="*/ 673 h 288"/>
                <a:gd name="T4" fmla="*/ 0 w 1464"/>
                <a:gd name="T5" fmla="*/ 1348 h 288"/>
                <a:gd name="T6" fmla="*/ 0 w 1464"/>
                <a:gd name="T7" fmla="*/ 2025 h 288"/>
                <a:gd name="T8" fmla="*/ 0 60000 65536"/>
                <a:gd name="T9" fmla="*/ 0 60000 65536"/>
                <a:gd name="T10" fmla="*/ 0 60000 65536"/>
                <a:gd name="T11" fmla="*/ 0 60000 65536"/>
                <a:gd name="T12" fmla="*/ 0 w 1464"/>
                <a:gd name="T13" fmla="*/ 0 h 288"/>
                <a:gd name="T14" fmla="*/ 1464 w 1464"/>
                <a:gd name="T15" fmla="*/ 288 h 288"/>
              </a:gdLst>
              <a:ahLst/>
              <a:cxnLst>
                <a:cxn ang="T8">
                  <a:pos x="T0" y="T1"/>
                </a:cxn>
                <a:cxn ang="T9">
                  <a:pos x="T2" y="T3"/>
                </a:cxn>
                <a:cxn ang="T10">
                  <a:pos x="T4" y="T5"/>
                </a:cxn>
                <a:cxn ang="T11">
                  <a:pos x="T6" y="T7"/>
                </a:cxn>
              </a:cxnLst>
              <a:rect l="T12" t="T13" r="T14" b="T15"/>
              <a:pathLst>
                <a:path w="1464" h="288">
                  <a:moveTo>
                    <a:pt x="224" y="0"/>
                  </a:moveTo>
                  <a:cubicBezTo>
                    <a:pt x="112" y="32"/>
                    <a:pt x="0" y="64"/>
                    <a:pt x="176" y="96"/>
                  </a:cubicBezTo>
                  <a:cubicBezTo>
                    <a:pt x="352" y="128"/>
                    <a:pt x="1096" y="160"/>
                    <a:pt x="1280" y="192"/>
                  </a:cubicBezTo>
                  <a:cubicBezTo>
                    <a:pt x="1464" y="224"/>
                    <a:pt x="1280" y="272"/>
                    <a:pt x="1280" y="288"/>
                  </a:cubicBez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4810" name="Freeform 13"/>
            <p:cNvSpPr>
              <a:spLocks/>
            </p:cNvSpPr>
            <p:nvPr/>
          </p:nvSpPr>
          <p:spPr bwMode="auto">
            <a:xfrm>
              <a:off x="1165" y="1685"/>
              <a:ext cx="719" cy="327"/>
            </a:xfrm>
            <a:custGeom>
              <a:avLst/>
              <a:gdLst>
                <a:gd name="T0" fmla="*/ 0 w 1464"/>
                <a:gd name="T1" fmla="*/ 0 h 288"/>
                <a:gd name="T2" fmla="*/ 0 w 1464"/>
                <a:gd name="T3" fmla="*/ 649 h 288"/>
                <a:gd name="T4" fmla="*/ 0 w 1464"/>
                <a:gd name="T5" fmla="*/ 1293 h 288"/>
                <a:gd name="T6" fmla="*/ 0 w 1464"/>
                <a:gd name="T7" fmla="*/ 1936 h 288"/>
                <a:gd name="T8" fmla="*/ 0 60000 65536"/>
                <a:gd name="T9" fmla="*/ 0 60000 65536"/>
                <a:gd name="T10" fmla="*/ 0 60000 65536"/>
                <a:gd name="T11" fmla="*/ 0 60000 65536"/>
                <a:gd name="T12" fmla="*/ 0 w 1464"/>
                <a:gd name="T13" fmla="*/ 0 h 288"/>
                <a:gd name="T14" fmla="*/ 1464 w 1464"/>
                <a:gd name="T15" fmla="*/ 288 h 288"/>
              </a:gdLst>
              <a:ahLst/>
              <a:cxnLst>
                <a:cxn ang="T8">
                  <a:pos x="T0" y="T1"/>
                </a:cxn>
                <a:cxn ang="T9">
                  <a:pos x="T2" y="T3"/>
                </a:cxn>
                <a:cxn ang="T10">
                  <a:pos x="T4" y="T5"/>
                </a:cxn>
                <a:cxn ang="T11">
                  <a:pos x="T6" y="T7"/>
                </a:cxn>
              </a:cxnLst>
              <a:rect l="T12" t="T13" r="T14" b="T15"/>
              <a:pathLst>
                <a:path w="1464" h="288">
                  <a:moveTo>
                    <a:pt x="224" y="0"/>
                  </a:moveTo>
                  <a:cubicBezTo>
                    <a:pt x="112" y="32"/>
                    <a:pt x="0" y="64"/>
                    <a:pt x="176" y="96"/>
                  </a:cubicBezTo>
                  <a:cubicBezTo>
                    <a:pt x="352" y="128"/>
                    <a:pt x="1096" y="160"/>
                    <a:pt x="1280" y="192"/>
                  </a:cubicBezTo>
                  <a:cubicBezTo>
                    <a:pt x="1464" y="224"/>
                    <a:pt x="1280" y="272"/>
                    <a:pt x="1280" y="288"/>
                  </a:cubicBez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4811" name="Freeform 14"/>
            <p:cNvSpPr>
              <a:spLocks/>
            </p:cNvSpPr>
            <p:nvPr/>
          </p:nvSpPr>
          <p:spPr bwMode="auto">
            <a:xfrm>
              <a:off x="1164" y="1872"/>
              <a:ext cx="719" cy="327"/>
            </a:xfrm>
            <a:custGeom>
              <a:avLst/>
              <a:gdLst>
                <a:gd name="T0" fmla="*/ 0 w 1464"/>
                <a:gd name="T1" fmla="*/ 0 h 288"/>
                <a:gd name="T2" fmla="*/ 0 w 1464"/>
                <a:gd name="T3" fmla="*/ 649 h 288"/>
                <a:gd name="T4" fmla="*/ 0 w 1464"/>
                <a:gd name="T5" fmla="*/ 1293 h 288"/>
                <a:gd name="T6" fmla="*/ 0 w 1464"/>
                <a:gd name="T7" fmla="*/ 1936 h 288"/>
                <a:gd name="T8" fmla="*/ 0 60000 65536"/>
                <a:gd name="T9" fmla="*/ 0 60000 65536"/>
                <a:gd name="T10" fmla="*/ 0 60000 65536"/>
                <a:gd name="T11" fmla="*/ 0 60000 65536"/>
                <a:gd name="T12" fmla="*/ 0 w 1464"/>
                <a:gd name="T13" fmla="*/ 0 h 288"/>
                <a:gd name="T14" fmla="*/ 1464 w 1464"/>
                <a:gd name="T15" fmla="*/ 288 h 288"/>
              </a:gdLst>
              <a:ahLst/>
              <a:cxnLst>
                <a:cxn ang="T8">
                  <a:pos x="T0" y="T1"/>
                </a:cxn>
                <a:cxn ang="T9">
                  <a:pos x="T2" y="T3"/>
                </a:cxn>
                <a:cxn ang="T10">
                  <a:pos x="T4" y="T5"/>
                </a:cxn>
                <a:cxn ang="T11">
                  <a:pos x="T6" y="T7"/>
                </a:cxn>
              </a:cxnLst>
              <a:rect l="T12" t="T13" r="T14" b="T15"/>
              <a:pathLst>
                <a:path w="1464" h="288">
                  <a:moveTo>
                    <a:pt x="224" y="0"/>
                  </a:moveTo>
                  <a:cubicBezTo>
                    <a:pt x="112" y="32"/>
                    <a:pt x="0" y="64"/>
                    <a:pt x="176" y="96"/>
                  </a:cubicBezTo>
                  <a:cubicBezTo>
                    <a:pt x="352" y="128"/>
                    <a:pt x="1096" y="160"/>
                    <a:pt x="1280" y="192"/>
                  </a:cubicBezTo>
                  <a:cubicBezTo>
                    <a:pt x="1464" y="224"/>
                    <a:pt x="1280" y="272"/>
                    <a:pt x="1280" y="288"/>
                  </a:cubicBezTo>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74812" name="Group 15"/>
            <p:cNvGrpSpPr>
              <a:grpSpLocks/>
            </p:cNvGrpSpPr>
            <p:nvPr/>
          </p:nvGrpSpPr>
          <p:grpSpPr bwMode="auto">
            <a:xfrm>
              <a:off x="1068" y="1344"/>
              <a:ext cx="766" cy="123"/>
              <a:chOff x="960" y="2160"/>
              <a:chExt cx="1584" cy="144"/>
            </a:xfrm>
          </p:grpSpPr>
          <p:sp>
            <p:nvSpPr>
              <p:cNvPr id="74832" name="Line 16"/>
              <p:cNvSpPr>
                <a:spLocks noChangeShapeType="1"/>
              </p:cNvSpPr>
              <p:nvPr/>
            </p:nvSpPr>
            <p:spPr bwMode="auto">
              <a:xfrm>
                <a:off x="960" y="2160"/>
                <a:ext cx="148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833" name="Freeform 17"/>
              <p:cNvSpPr>
                <a:spLocks/>
              </p:cNvSpPr>
              <p:nvPr/>
            </p:nvSpPr>
            <p:spPr bwMode="auto">
              <a:xfrm>
                <a:off x="2448" y="2160"/>
                <a:ext cx="96" cy="144"/>
              </a:xfrm>
              <a:custGeom>
                <a:avLst/>
                <a:gdLst>
                  <a:gd name="T0" fmla="*/ 0 w 96"/>
                  <a:gd name="T1" fmla="*/ 0 h 144"/>
                  <a:gd name="T2" fmla="*/ 96 w 96"/>
                  <a:gd name="T3" fmla="*/ 48 h 144"/>
                  <a:gd name="T4" fmla="*/ 0 w 96"/>
                  <a:gd name="T5" fmla="*/ 144 h 144"/>
                  <a:gd name="T6" fmla="*/ 0 60000 65536"/>
                  <a:gd name="T7" fmla="*/ 0 60000 65536"/>
                  <a:gd name="T8" fmla="*/ 0 60000 65536"/>
                  <a:gd name="T9" fmla="*/ 0 w 96"/>
                  <a:gd name="T10" fmla="*/ 0 h 144"/>
                  <a:gd name="T11" fmla="*/ 96 w 96"/>
                  <a:gd name="T12" fmla="*/ 144 h 144"/>
                </a:gdLst>
                <a:ahLst/>
                <a:cxnLst>
                  <a:cxn ang="T6">
                    <a:pos x="T0" y="T1"/>
                  </a:cxn>
                  <a:cxn ang="T7">
                    <a:pos x="T2" y="T3"/>
                  </a:cxn>
                  <a:cxn ang="T8">
                    <a:pos x="T4" y="T5"/>
                  </a:cxn>
                </a:cxnLst>
                <a:rect l="T9" t="T10" r="T11" b="T12"/>
                <a:pathLst>
                  <a:path w="96" h="144">
                    <a:moveTo>
                      <a:pt x="0" y="0"/>
                    </a:moveTo>
                    <a:cubicBezTo>
                      <a:pt x="48" y="12"/>
                      <a:pt x="96" y="24"/>
                      <a:pt x="96" y="48"/>
                    </a:cubicBezTo>
                    <a:cubicBezTo>
                      <a:pt x="96" y="72"/>
                      <a:pt x="16" y="128"/>
                      <a:pt x="0" y="144"/>
                    </a:cubicBezTo>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74813" name="Line 18"/>
            <p:cNvSpPr>
              <a:spLocks noChangeShapeType="1"/>
            </p:cNvSpPr>
            <p:nvPr/>
          </p:nvSpPr>
          <p:spPr bwMode="auto">
            <a:xfrm>
              <a:off x="636" y="2268"/>
              <a:ext cx="67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814" name="Line 19"/>
            <p:cNvSpPr>
              <a:spLocks noChangeShapeType="1"/>
            </p:cNvSpPr>
            <p:nvPr/>
          </p:nvSpPr>
          <p:spPr bwMode="auto">
            <a:xfrm>
              <a:off x="732" y="1344"/>
              <a:ext cx="0" cy="28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815" name="Line 20"/>
            <p:cNvSpPr>
              <a:spLocks noChangeShapeType="1"/>
            </p:cNvSpPr>
            <p:nvPr/>
          </p:nvSpPr>
          <p:spPr bwMode="auto">
            <a:xfrm flipH="1">
              <a:off x="720" y="1680"/>
              <a:ext cx="0" cy="28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816" name="Rectangle 21"/>
            <p:cNvSpPr>
              <a:spLocks noChangeArrowheads="1"/>
            </p:cNvSpPr>
            <p:nvPr/>
          </p:nvSpPr>
          <p:spPr bwMode="auto">
            <a:xfrm>
              <a:off x="684" y="1920"/>
              <a:ext cx="48" cy="240"/>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4817" name="Line 22"/>
            <p:cNvSpPr>
              <a:spLocks noChangeShapeType="1"/>
            </p:cNvSpPr>
            <p:nvPr/>
          </p:nvSpPr>
          <p:spPr bwMode="auto">
            <a:xfrm>
              <a:off x="636" y="2016"/>
              <a:ext cx="4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818" name="Line 23"/>
            <p:cNvSpPr>
              <a:spLocks noChangeShapeType="1"/>
            </p:cNvSpPr>
            <p:nvPr/>
          </p:nvSpPr>
          <p:spPr bwMode="auto">
            <a:xfrm>
              <a:off x="624" y="2016"/>
              <a:ext cx="0" cy="27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819" name="Line 24"/>
            <p:cNvSpPr>
              <a:spLocks noChangeShapeType="1"/>
            </p:cNvSpPr>
            <p:nvPr/>
          </p:nvSpPr>
          <p:spPr bwMode="auto">
            <a:xfrm>
              <a:off x="712" y="1344"/>
              <a:ext cx="26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820" name="Line 25"/>
            <p:cNvSpPr>
              <a:spLocks noChangeShapeType="1"/>
            </p:cNvSpPr>
            <p:nvPr/>
          </p:nvSpPr>
          <p:spPr bwMode="auto">
            <a:xfrm flipV="1">
              <a:off x="924" y="1248"/>
              <a:ext cx="192" cy="87"/>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4821" name="Object 26"/>
            <p:cNvGraphicFramePr>
              <a:graphicFrameLocks noChangeAspect="1"/>
            </p:cNvGraphicFramePr>
            <p:nvPr/>
          </p:nvGraphicFramePr>
          <p:xfrm>
            <a:off x="912" y="1056"/>
            <a:ext cx="165" cy="177"/>
          </p:xfrm>
          <a:graphic>
            <a:graphicData uri="http://schemas.openxmlformats.org/presentationml/2006/ole">
              <mc:AlternateContent xmlns:mc="http://schemas.openxmlformats.org/markup-compatibility/2006">
                <mc:Choice xmlns:v="urn:schemas-microsoft-com:vml" Requires="v">
                  <p:oleObj spid="_x0000_s75214" name="公式" r:id="rId8" imgW="380835" imgH="342751" progId="Equation.3">
                    <p:embed/>
                  </p:oleObj>
                </mc:Choice>
                <mc:Fallback>
                  <p:oleObj name="公式" r:id="rId8" imgW="380835" imgH="342751" progId="Equation.3">
                    <p:embed/>
                    <p:pic>
                      <p:nvPicPr>
                        <p:cNvPr id="0" name="Object 2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12" y="1056"/>
                          <a:ext cx="165"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74822" name="Group 27"/>
            <p:cNvGrpSpPr>
              <a:grpSpLocks/>
            </p:cNvGrpSpPr>
            <p:nvPr/>
          </p:nvGrpSpPr>
          <p:grpSpPr bwMode="auto">
            <a:xfrm>
              <a:off x="1008" y="1584"/>
              <a:ext cx="1044" cy="290"/>
              <a:chOff x="1120" y="2304"/>
              <a:chExt cx="1712" cy="520"/>
            </a:xfrm>
          </p:grpSpPr>
          <p:sp>
            <p:nvSpPr>
              <p:cNvPr id="74830" name="Freeform 28"/>
              <p:cNvSpPr>
                <a:spLocks/>
              </p:cNvSpPr>
              <p:nvPr/>
            </p:nvSpPr>
            <p:spPr bwMode="auto">
              <a:xfrm>
                <a:off x="1120" y="2304"/>
                <a:ext cx="1712" cy="520"/>
              </a:xfrm>
              <a:custGeom>
                <a:avLst/>
                <a:gdLst>
                  <a:gd name="T0" fmla="*/ 272 w 1712"/>
                  <a:gd name="T1" fmla="*/ 0 h 520"/>
                  <a:gd name="T2" fmla="*/ 80 w 1712"/>
                  <a:gd name="T3" fmla="*/ 96 h 520"/>
                  <a:gd name="T4" fmla="*/ 32 w 1712"/>
                  <a:gd name="T5" fmla="*/ 288 h 520"/>
                  <a:gd name="T6" fmla="*/ 272 w 1712"/>
                  <a:gd name="T7" fmla="*/ 480 h 520"/>
                  <a:gd name="T8" fmla="*/ 1472 w 1712"/>
                  <a:gd name="T9" fmla="*/ 480 h 520"/>
                  <a:gd name="T10" fmla="*/ 1712 w 1712"/>
                  <a:gd name="T11" fmla="*/ 240 h 520"/>
                  <a:gd name="T12" fmla="*/ 1472 w 1712"/>
                  <a:gd name="T13" fmla="*/ 48 h 520"/>
                  <a:gd name="T14" fmla="*/ 1328 w 1712"/>
                  <a:gd name="T15" fmla="*/ 0 h 520"/>
                  <a:gd name="T16" fmla="*/ 0 60000 65536"/>
                  <a:gd name="T17" fmla="*/ 0 60000 65536"/>
                  <a:gd name="T18" fmla="*/ 0 60000 65536"/>
                  <a:gd name="T19" fmla="*/ 0 60000 65536"/>
                  <a:gd name="T20" fmla="*/ 0 60000 65536"/>
                  <a:gd name="T21" fmla="*/ 0 60000 65536"/>
                  <a:gd name="T22" fmla="*/ 0 60000 65536"/>
                  <a:gd name="T23" fmla="*/ 0 60000 65536"/>
                  <a:gd name="T24" fmla="*/ 0 w 1712"/>
                  <a:gd name="T25" fmla="*/ 0 h 520"/>
                  <a:gd name="T26" fmla="*/ 1712 w 1712"/>
                  <a:gd name="T27" fmla="*/ 520 h 52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712" h="520">
                    <a:moveTo>
                      <a:pt x="272" y="0"/>
                    </a:moveTo>
                    <a:cubicBezTo>
                      <a:pt x="196" y="24"/>
                      <a:pt x="120" y="48"/>
                      <a:pt x="80" y="96"/>
                    </a:cubicBezTo>
                    <a:cubicBezTo>
                      <a:pt x="40" y="144"/>
                      <a:pt x="0" y="224"/>
                      <a:pt x="32" y="288"/>
                    </a:cubicBezTo>
                    <a:cubicBezTo>
                      <a:pt x="64" y="352"/>
                      <a:pt x="32" y="448"/>
                      <a:pt x="272" y="480"/>
                    </a:cubicBezTo>
                    <a:cubicBezTo>
                      <a:pt x="512" y="512"/>
                      <a:pt x="1232" y="520"/>
                      <a:pt x="1472" y="480"/>
                    </a:cubicBezTo>
                    <a:cubicBezTo>
                      <a:pt x="1712" y="440"/>
                      <a:pt x="1712" y="312"/>
                      <a:pt x="1712" y="240"/>
                    </a:cubicBezTo>
                    <a:cubicBezTo>
                      <a:pt x="1712" y="168"/>
                      <a:pt x="1536" y="88"/>
                      <a:pt x="1472" y="48"/>
                    </a:cubicBezTo>
                    <a:cubicBezTo>
                      <a:pt x="1408" y="8"/>
                      <a:pt x="1368" y="4"/>
                      <a:pt x="1328" y="0"/>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4831" name="Line 29"/>
              <p:cNvSpPr>
                <a:spLocks noChangeShapeType="1"/>
              </p:cNvSpPr>
              <p:nvPr/>
            </p:nvSpPr>
            <p:spPr bwMode="auto">
              <a:xfrm>
                <a:off x="1392" y="2304"/>
                <a:ext cx="1056" cy="0"/>
              </a:xfrm>
              <a:prstGeom prst="line">
                <a:avLst/>
              </a:prstGeom>
              <a:noFill/>
              <a:ln w="38100">
                <a:solidFill>
                  <a:srgbClr val="FF00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74823" name="Group 30"/>
            <p:cNvGrpSpPr>
              <a:grpSpLocks/>
            </p:cNvGrpSpPr>
            <p:nvPr/>
          </p:nvGrpSpPr>
          <p:grpSpPr bwMode="auto">
            <a:xfrm>
              <a:off x="1920" y="1632"/>
              <a:ext cx="240" cy="192"/>
              <a:chOff x="2640" y="2448"/>
              <a:chExt cx="298" cy="288"/>
            </a:xfrm>
          </p:grpSpPr>
          <p:sp>
            <p:nvSpPr>
              <p:cNvPr id="74828" name="Oval 31"/>
              <p:cNvSpPr>
                <a:spLocks noChangeArrowheads="1"/>
              </p:cNvSpPr>
              <p:nvPr/>
            </p:nvSpPr>
            <p:spPr bwMode="auto">
              <a:xfrm>
                <a:off x="2640" y="2448"/>
                <a:ext cx="288" cy="28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74829" name="Object 32"/>
              <p:cNvGraphicFramePr>
                <a:graphicFrameLocks noChangeAspect="1"/>
              </p:cNvGraphicFramePr>
              <p:nvPr/>
            </p:nvGraphicFramePr>
            <p:xfrm>
              <a:off x="2688" y="2496"/>
              <a:ext cx="250" cy="223"/>
            </p:xfrm>
            <a:graphic>
              <a:graphicData uri="http://schemas.openxmlformats.org/presentationml/2006/ole">
                <mc:AlternateContent xmlns:mc="http://schemas.openxmlformats.org/markup-compatibility/2006">
                  <mc:Choice xmlns:v="urn:schemas-microsoft-com:vml" Requires="v">
                    <p:oleObj spid="_x0000_s75215" name="公式" r:id="rId10" imgW="342751" imgH="368140" progId="Equation.3">
                      <p:embed/>
                    </p:oleObj>
                  </mc:Choice>
                  <mc:Fallback>
                    <p:oleObj name="公式" r:id="rId10" imgW="342751" imgH="368140" progId="Equation.3">
                      <p:embed/>
                      <p:pic>
                        <p:nvPicPr>
                          <p:cNvPr id="0" name="Object 3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688" y="2496"/>
                            <a:ext cx="250"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74824" name="Group 33"/>
            <p:cNvGrpSpPr>
              <a:grpSpLocks/>
            </p:cNvGrpSpPr>
            <p:nvPr/>
          </p:nvGrpSpPr>
          <p:grpSpPr bwMode="auto">
            <a:xfrm>
              <a:off x="624" y="1632"/>
              <a:ext cx="192" cy="48"/>
              <a:chOff x="3456" y="1920"/>
              <a:chExt cx="192" cy="48"/>
            </a:xfrm>
          </p:grpSpPr>
          <p:sp>
            <p:nvSpPr>
              <p:cNvPr id="74826" name="Line 34"/>
              <p:cNvSpPr>
                <a:spLocks noChangeShapeType="1"/>
              </p:cNvSpPr>
              <p:nvPr/>
            </p:nvSpPr>
            <p:spPr bwMode="auto">
              <a:xfrm>
                <a:off x="3456" y="1920"/>
                <a:ext cx="192"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827" name="Line 35"/>
              <p:cNvSpPr>
                <a:spLocks noChangeShapeType="1"/>
              </p:cNvSpPr>
              <p:nvPr/>
            </p:nvSpPr>
            <p:spPr bwMode="auto">
              <a:xfrm flipV="1">
                <a:off x="3504" y="1968"/>
                <a:ext cx="96"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74825" name="Oval 36"/>
            <p:cNvSpPr>
              <a:spLocks noChangeArrowheads="1"/>
            </p:cNvSpPr>
            <p:nvPr/>
          </p:nvSpPr>
          <p:spPr bwMode="auto">
            <a:xfrm>
              <a:off x="1008" y="1326"/>
              <a:ext cx="59" cy="54"/>
            </a:xfrm>
            <a:prstGeom prst="ellipse">
              <a:avLst/>
            </a:prstGeom>
            <a:solidFill>
              <a:srgbClr val="FF0000"/>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grpSp>
        <p:nvGrpSpPr>
          <p:cNvPr id="74757" name="Group 37"/>
          <p:cNvGrpSpPr>
            <a:grpSpLocks/>
          </p:cNvGrpSpPr>
          <p:nvPr/>
        </p:nvGrpSpPr>
        <p:grpSpPr bwMode="auto">
          <a:xfrm>
            <a:off x="2514600" y="4572000"/>
            <a:ext cx="6565900" cy="660400"/>
            <a:chOff x="624" y="2880"/>
            <a:chExt cx="4136" cy="416"/>
          </a:xfrm>
        </p:grpSpPr>
        <p:graphicFrame>
          <p:nvGraphicFramePr>
            <p:cNvPr id="74794" name="Object 38"/>
            <p:cNvGraphicFramePr>
              <a:graphicFrameLocks noChangeAspect="1"/>
            </p:cNvGraphicFramePr>
            <p:nvPr/>
          </p:nvGraphicFramePr>
          <p:xfrm>
            <a:off x="1776" y="2880"/>
            <a:ext cx="576" cy="391"/>
          </p:xfrm>
          <a:graphic>
            <a:graphicData uri="http://schemas.openxmlformats.org/presentationml/2006/ole">
              <mc:AlternateContent xmlns:mc="http://schemas.openxmlformats.org/markup-compatibility/2006">
                <mc:Choice xmlns:v="urn:schemas-microsoft-com:vml" Requires="v">
                  <p:oleObj spid="_x0000_s75216" name="公式" r:id="rId12" imgW="317087" imgH="215619" progId="Equation.3">
                    <p:embed/>
                  </p:oleObj>
                </mc:Choice>
                <mc:Fallback>
                  <p:oleObj name="公式" r:id="rId12" imgW="317087" imgH="215619" progId="Equation.3">
                    <p:embed/>
                    <p:pic>
                      <p:nvPicPr>
                        <p:cNvPr id="0" name="Object 3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76" y="2880"/>
                          <a:ext cx="576" cy="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74795" name="Group 39"/>
            <p:cNvGrpSpPr>
              <a:grpSpLocks/>
            </p:cNvGrpSpPr>
            <p:nvPr/>
          </p:nvGrpSpPr>
          <p:grpSpPr bwMode="auto">
            <a:xfrm>
              <a:off x="624" y="2928"/>
              <a:ext cx="4136" cy="368"/>
              <a:chOff x="624" y="2928"/>
              <a:chExt cx="4136" cy="368"/>
            </a:xfrm>
          </p:grpSpPr>
          <p:graphicFrame>
            <p:nvGraphicFramePr>
              <p:cNvPr id="74796" name="Object 40"/>
              <p:cNvGraphicFramePr>
                <a:graphicFrameLocks noChangeAspect="1"/>
              </p:cNvGraphicFramePr>
              <p:nvPr/>
            </p:nvGraphicFramePr>
            <p:xfrm>
              <a:off x="624" y="2976"/>
              <a:ext cx="223" cy="320"/>
            </p:xfrm>
            <a:graphic>
              <a:graphicData uri="http://schemas.openxmlformats.org/presentationml/2006/ole">
                <mc:AlternateContent xmlns:mc="http://schemas.openxmlformats.org/markup-compatibility/2006">
                  <mc:Choice xmlns:v="urn:schemas-microsoft-com:vml" Requires="v">
                    <p:oleObj spid="_x0000_s75217" name="公式" r:id="rId14" imgW="355446" imgH="507780" progId="Equation.3">
                      <p:embed/>
                    </p:oleObj>
                  </mc:Choice>
                  <mc:Fallback>
                    <p:oleObj name="公式" r:id="rId14" imgW="355446" imgH="507780" progId="Equation.3">
                      <p:embed/>
                      <p:pic>
                        <p:nvPicPr>
                          <p:cNvPr id="0" name="Object 4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24" y="2976"/>
                            <a:ext cx="223"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4797" name="Rectangle 41"/>
              <p:cNvSpPr>
                <a:spLocks noChangeArrowheads="1"/>
              </p:cNvSpPr>
              <p:nvPr/>
            </p:nvSpPr>
            <p:spPr bwMode="auto">
              <a:xfrm>
                <a:off x="816" y="2928"/>
                <a:ext cx="190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latin typeface="宋体" panose="02010600030101010101" pitchFamily="2" charset="-122"/>
                  </a:rPr>
                  <a:t>变化        变化</a:t>
                </a:r>
              </a:p>
            </p:txBody>
          </p:sp>
          <p:sp>
            <p:nvSpPr>
              <p:cNvPr id="74798" name="Rectangle 42"/>
              <p:cNvSpPr>
                <a:spLocks noChangeArrowheads="1"/>
              </p:cNvSpPr>
              <p:nvPr/>
            </p:nvSpPr>
            <p:spPr bwMode="auto">
              <a:xfrm>
                <a:off x="3120" y="2928"/>
                <a:ext cx="134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latin typeface="宋体" panose="02010600030101010101" pitchFamily="2" charset="-122"/>
                  </a:rPr>
                  <a:t>线圈</a:t>
                </a:r>
                <a:r>
                  <a:rPr kumimoji="1" lang="en-US" altLang="zh-CN" sz="2800">
                    <a:latin typeface="宋体" panose="02010600030101010101" pitchFamily="2" charset="-122"/>
                  </a:rPr>
                  <a:t>1</a:t>
                </a:r>
                <a:r>
                  <a:rPr kumimoji="1" lang="zh-CN" altLang="en-US" sz="2800">
                    <a:latin typeface="宋体" panose="02010600030101010101" pitchFamily="2" charset="-122"/>
                  </a:rPr>
                  <a:t>中产生</a:t>
                </a:r>
              </a:p>
            </p:txBody>
          </p:sp>
          <p:graphicFrame>
            <p:nvGraphicFramePr>
              <p:cNvPr id="74799" name="Object 43"/>
              <p:cNvGraphicFramePr>
                <a:graphicFrameLocks noChangeAspect="1"/>
              </p:cNvGraphicFramePr>
              <p:nvPr/>
            </p:nvGraphicFramePr>
            <p:xfrm>
              <a:off x="4464" y="2928"/>
              <a:ext cx="296" cy="320"/>
            </p:xfrm>
            <a:graphic>
              <a:graphicData uri="http://schemas.openxmlformats.org/presentationml/2006/ole">
                <mc:AlternateContent xmlns:mc="http://schemas.openxmlformats.org/markup-compatibility/2006">
                  <mc:Choice xmlns:v="urn:schemas-microsoft-com:vml" Requires="v">
                    <p:oleObj spid="_x0000_s75218" name="公式" r:id="rId16" imgW="469900" imgH="508000" progId="Equation.3">
                      <p:embed/>
                    </p:oleObj>
                  </mc:Choice>
                  <mc:Fallback>
                    <p:oleObj name="公式" r:id="rId16" imgW="469900" imgH="508000" progId="Equation.3">
                      <p:embed/>
                      <p:pic>
                        <p:nvPicPr>
                          <p:cNvPr id="0" name="Object 4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464" y="2928"/>
                            <a:ext cx="296"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4800" name="Line 44"/>
              <p:cNvSpPr>
                <a:spLocks noChangeShapeType="1"/>
              </p:cNvSpPr>
              <p:nvPr/>
            </p:nvSpPr>
            <p:spPr bwMode="auto">
              <a:xfrm>
                <a:off x="2784" y="3120"/>
                <a:ext cx="336"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801" name="Line 45"/>
              <p:cNvSpPr>
                <a:spLocks noChangeShapeType="1"/>
              </p:cNvSpPr>
              <p:nvPr/>
            </p:nvSpPr>
            <p:spPr bwMode="auto">
              <a:xfrm>
                <a:off x="1392" y="3120"/>
                <a:ext cx="336"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graphicFrame>
        <p:nvGraphicFramePr>
          <p:cNvPr id="74758" name="Object 49"/>
          <p:cNvGraphicFramePr>
            <a:graphicFrameLocks noChangeAspect="1"/>
          </p:cNvGraphicFramePr>
          <p:nvPr/>
        </p:nvGraphicFramePr>
        <p:xfrm>
          <a:off x="2463801" y="4114800"/>
          <a:ext cx="303213" cy="508000"/>
        </p:xfrm>
        <a:graphic>
          <a:graphicData uri="http://schemas.openxmlformats.org/presentationml/2006/ole">
            <mc:AlternateContent xmlns:mc="http://schemas.openxmlformats.org/markup-compatibility/2006">
              <mc:Choice xmlns:v="urn:schemas-microsoft-com:vml" Requires="v">
                <p:oleObj spid="_x0000_s75219" name="公式" r:id="rId18" imgW="304668" imgH="507780" progId="Equation.3">
                  <p:embed/>
                </p:oleObj>
              </mc:Choice>
              <mc:Fallback>
                <p:oleObj name="公式" r:id="rId18" imgW="304668" imgH="507780" progId="Equation.3">
                  <p:embed/>
                  <p:pic>
                    <p:nvPicPr>
                      <p:cNvPr id="0" name="Object 4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463801" y="4114800"/>
                        <a:ext cx="303213"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4759" name="Text Box 56"/>
          <p:cNvSpPr txBox="1">
            <a:spLocks noChangeArrowheads="1"/>
          </p:cNvSpPr>
          <p:nvPr/>
        </p:nvSpPr>
        <p:spPr bwMode="auto">
          <a:xfrm>
            <a:off x="2209800" y="5181600"/>
            <a:ext cx="80772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latin typeface="宋体" panose="02010600030101010101" pitchFamily="2" charset="-122"/>
              </a:rPr>
              <a:t>一个载流回路中电流变化，引起邻近另一回路中产生感生电动势的现象～</a:t>
            </a:r>
            <a:r>
              <a:rPr kumimoji="1" lang="zh-CN" altLang="en-US" sz="2800">
                <a:solidFill>
                  <a:srgbClr val="FF0000"/>
                </a:solidFill>
                <a:latin typeface="宋体" panose="02010600030101010101" pitchFamily="2" charset="-122"/>
              </a:rPr>
              <a:t>互感</a:t>
            </a:r>
            <a:r>
              <a:rPr kumimoji="1" lang="zh-CN" altLang="en-US" sz="2800">
                <a:latin typeface="宋体" panose="02010600030101010101" pitchFamily="2" charset="-122"/>
              </a:rPr>
              <a:t>现象；这两个回路～</a:t>
            </a:r>
            <a:r>
              <a:rPr kumimoji="1" lang="zh-CN" altLang="en-US" sz="2800">
                <a:solidFill>
                  <a:srgbClr val="FF0000"/>
                </a:solidFill>
                <a:latin typeface="宋体" panose="02010600030101010101" pitchFamily="2" charset="-122"/>
              </a:rPr>
              <a:t>互感耦合回路</a:t>
            </a:r>
          </a:p>
        </p:txBody>
      </p:sp>
      <p:sp>
        <p:nvSpPr>
          <p:cNvPr id="74760" name="Rectangle 57"/>
          <p:cNvSpPr>
            <a:spLocks noChangeArrowheads="1"/>
          </p:cNvSpPr>
          <p:nvPr/>
        </p:nvSpPr>
        <p:spPr bwMode="auto">
          <a:xfrm>
            <a:off x="4800601" y="6148389"/>
            <a:ext cx="1717675" cy="466725"/>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a:latin typeface="宋体" panose="02010600030101010101" pitchFamily="2" charset="-122"/>
              </a:rPr>
              <a:t>互感电动势</a:t>
            </a:r>
          </a:p>
        </p:txBody>
      </p:sp>
      <p:grpSp>
        <p:nvGrpSpPr>
          <p:cNvPr id="74761" name="Group 58"/>
          <p:cNvGrpSpPr>
            <a:grpSpLocks/>
          </p:cNvGrpSpPr>
          <p:nvPr/>
        </p:nvGrpSpPr>
        <p:grpSpPr bwMode="auto">
          <a:xfrm>
            <a:off x="5334000" y="304800"/>
            <a:ext cx="5105400" cy="3581400"/>
            <a:chOff x="2400" y="192"/>
            <a:chExt cx="3216" cy="2256"/>
          </a:xfrm>
        </p:grpSpPr>
        <p:sp>
          <p:nvSpPr>
            <p:cNvPr id="74773" name="Rectangle 59"/>
            <p:cNvSpPr>
              <a:spLocks noChangeArrowheads="1"/>
            </p:cNvSpPr>
            <p:nvPr/>
          </p:nvSpPr>
          <p:spPr bwMode="auto">
            <a:xfrm>
              <a:off x="2400" y="192"/>
              <a:ext cx="3216" cy="2256"/>
            </a:xfrm>
            <a:prstGeom prst="rect">
              <a:avLst/>
            </a:prstGeom>
            <a:solidFill>
              <a:srgbClr val="FFFFFF"/>
            </a:solidFill>
            <a:ln w="9525">
              <a:solidFill>
                <a:schemeClr val="accent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4774" name="Arc 60"/>
            <p:cNvSpPr>
              <a:spLocks/>
            </p:cNvSpPr>
            <p:nvPr/>
          </p:nvSpPr>
          <p:spPr bwMode="auto">
            <a:xfrm flipV="1">
              <a:off x="3264" y="384"/>
              <a:ext cx="2120" cy="460"/>
            </a:xfrm>
            <a:custGeom>
              <a:avLst/>
              <a:gdLst>
                <a:gd name="T0" fmla="*/ 0 w 43174"/>
                <a:gd name="T1" fmla="*/ 0 h 23375"/>
                <a:gd name="T2" fmla="*/ 0 w 43174"/>
                <a:gd name="T3" fmla="*/ 0 h 23375"/>
                <a:gd name="T4" fmla="*/ 0 w 43174"/>
                <a:gd name="T5" fmla="*/ 0 h 23375"/>
                <a:gd name="T6" fmla="*/ 0 60000 65536"/>
                <a:gd name="T7" fmla="*/ 0 60000 65536"/>
                <a:gd name="T8" fmla="*/ 0 60000 65536"/>
                <a:gd name="T9" fmla="*/ 0 w 43174"/>
                <a:gd name="T10" fmla="*/ 0 h 23375"/>
                <a:gd name="T11" fmla="*/ 43174 w 43174"/>
                <a:gd name="T12" fmla="*/ 23375 h 23375"/>
              </a:gdLst>
              <a:ahLst/>
              <a:cxnLst>
                <a:cxn ang="T6">
                  <a:pos x="T0" y="T1"/>
                </a:cxn>
                <a:cxn ang="T7">
                  <a:pos x="T2" y="T3"/>
                </a:cxn>
                <a:cxn ang="T8">
                  <a:pos x="T4" y="T5"/>
                </a:cxn>
              </a:cxnLst>
              <a:rect l="T9" t="T10" r="T11" b="T12"/>
              <a:pathLst>
                <a:path w="43174" h="23375" fill="none" extrusionOk="0">
                  <a:moveTo>
                    <a:pt x="0" y="20537"/>
                  </a:moveTo>
                  <a:cubicBezTo>
                    <a:pt x="566" y="9034"/>
                    <a:pt x="10057" y="-1"/>
                    <a:pt x="21574" y="0"/>
                  </a:cubicBezTo>
                  <a:cubicBezTo>
                    <a:pt x="33503" y="0"/>
                    <a:pt x="43174" y="9670"/>
                    <a:pt x="43174" y="21600"/>
                  </a:cubicBezTo>
                  <a:cubicBezTo>
                    <a:pt x="43174" y="22192"/>
                    <a:pt x="43149" y="22784"/>
                    <a:pt x="43100" y="23374"/>
                  </a:cubicBezTo>
                </a:path>
                <a:path w="43174" h="23375" stroke="0" extrusionOk="0">
                  <a:moveTo>
                    <a:pt x="0" y="20537"/>
                  </a:moveTo>
                  <a:cubicBezTo>
                    <a:pt x="566" y="9034"/>
                    <a:pt x="10057" y="-1"/>
                    <a:pt x="21574" y="0"/>
                  </a:cubicBezTo>
                  <a:cubicBezTo>
                    <a:pt x="33503" y="0"/>
                    <a:pt x="43174" y="9670"/>
                    <a:pt x="43174" y="21600"/>
                  </a:cubicBezTo>
                  <a:cubicBezTo>
                    <a:pt x="43174" y="22192"/>
                    <a:pt x="43149" y="22784"/>
                    <a:pt x="43100" y="23374"/>
                  </a:cubicBezTo>
                  <a:lnTo>
                    <a:pt x="21574" y="21600"/>
                  </a:lnTo>
                  <a:lnTo>
                    <a:pt x="0" y="20537"/>
                  </a:lnTo>
                  <a:close/>
                </a:path>
              </a:pathLst>
            </a:custGeom>
            <a:noFill/>
            <a:ln w="38100">
              <a:solidFill>
                <a:schemeClr val="accent2"/>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4775" name="Arc 61"/>
            <p:cNvSpPr>
              <a:spLocks/>
            </p:cNvSpPr>
            <p:nvPr/>
          </p:nvSpPr>
          <p:spPr bwMode="auto">
            <a:xfrm flipV="1">
              <a:off x="3168" y="841"/>
              <a:ext cx="2352" cy="294"/>
            </a:xfrm>
            <a:custGeom>
              <a:avLst/>
              <a:gdLst>
                <a:gd name="T0" fmla="*/ 0 w 41866"/>
                <a:gd name="T1" fmla="*/ 0 h 22619"/>
                <a:gd name="T2" fmla="*/ 0 w 41866"/>
                <a:gd name="T3" fmla="*/ 0 h 22619"/>
                <a:gd name="T4" fmla="*/ 0 w 41866"/>
                <a:gd name="T5" fmla="*/ 0 h 22619"/>
                <a:gd name="T6" fmla="*/ 0 60000 65536"/>
                <a:gd name="T7" fmla="*/ 0 60000 65536"/>
                <a:gd name="T8" fmla="*/ 0 60000 65536"/>
                <a:gd name="T9" fmla="*/ 0 w 41866"/>
                <a:gd name="T10" fmla="*/ 0 h 22619"/>
                <a:gd name="T11" fmla="*/ 41866 w 41866"/>
                <a:gd name="T12" fmla="*/ 22619 h 22619"/>
              </a:gdLst>
              <a:ahLst/>
              <a:cxnLst>
                <a:cxn ang="T6">
                  <a:pos x="T0" y="T1"/>
                </a:cxn>
                <a:cxn ang="T7">
                  <a:pos x="T2" y="T3"/>
                </a:cxn>
                <a:cxn ang="T8">
                  <a:pos x="T4" y="T5"/>
                </a:cxn>
              </a:cxnLst>
              <a:rect l="T9" t="T10" r="T11" b="T12"/>
              <a:pathLst>
                <a:path w="41866" h="22619" fill="none" extrusionOk="0">
                  <a:moveTo>
                    <a:pt x="0" y="14125"/>
                  </a:moveTo>
                  <a:cubicBezTo>
                    <a:pt x="3131" y="5637"/>
                    <a:pt x="11219" y="-1"/>
                    <a:pt x="20266" y="0"/>
                  </a:cubicBezTo>
                  <a:cubicBezTo>
                    <a:pt x="32195" y="0"/>
                    <a:pt x="41866" y="9670"/>
                    <a:pt x="41866" y="21600"/>
                  </a:cubicBezTo>
                  <a:cubicBezTo>
                    <a:pt x="41866" y="21939"/>
                    <a:pt x="41857" y="22279"/>
                    <a:pt x="41841" y="22618"/>
                  </a:cubicBezTo>
                </a:path>
                <a:path w="41866" h="22619" stroke="0" extrusionOk="0">
                  <a:moveTo>
                    <a:pt x="0" y="14125"/>
                  </a:moveTo>
                  <a:cubicBezTo>
                    <a:pt x="3131" y="5637"/>
                    <a:pt x="11219" y="-1"/>
                    <a:pt x="20266" y="0"/>
                  </a:cubicBezTo>
                  <a:cubicBezTo>
                    <a:pt x="32195" y="0"/>
                    <a:pt x="41866" y="9670"/>
                    <a:pt x="41866" y="21600"/>
                  </a:cubicBezTo>
                  <a:cubicBezTo>
                    <a:pt x="41866" y="21939"/>
                    <a:pt x="41857" y="22279"/>
                    <a:pt x="41841" y="22618"/>
                  </a:cubicBezTo>
                  <a:lnTo>
                    <a:pt x="20266" y="21600"/>
                  </a:lnTo>
                  <a:lnTo>
                    <a:pt x="0" y="14125"/>
                  </a:lnTo>
                  <a:close/>
                </a:path>
              </a:pathLst>
            </a:custGeom>
            <a:noFill/>
            <a:ln w="38100">
              <a:solidFill>
                <a:schemeClr val="accent2"/>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4776" name="Arc 62"/>
            <p:cNvSpPr>
              <a:spLocks/>
            </p:cNvSpPr>
            <p:nvPr/>
          </p:nvSpPr>
          <p:spPr bwMode="auto">
            <a:xfrm>
              <a:off x="3135" y="1489"/>
              <a:ext cx="2337" cy="281"/>
            </a:xfrm>
            <a:custGeom>
              <a:avLst/>
              <a:gdLst>
                <a:gd name="T0" fmla="*/ 0 w 42888"/>
                <a:gd name="T1" fmla="*/ 0 h 21600"/>
                <a:gd name="T2" fmla="*/ 0 w 42888"/>
                <a:gd name="T3" fmla="*/ 0 h 21600"/>
                <a:gd name="T4" fmla="*/ 0 w 42888"/>
                <a:gd name="T5" fmla="*/ 0 h 21600"/>
                <a:gd name="T6" fmla="*/ 0 60000 65536"/>
                <a:gd name="T7" fmla="*/ 0 60000 65536"/>
                <a:gd name="T8" fmla="*/ 0 60000 65536"/>
                <a:gd name="T9" fmla="*/ 0 w 42888"/>
                <a:gd name="T10" fmla="*/ 0 h 21600"/>
                <a:gd name="T11" fmla="*/ 42888 w 42888"/>
                <a:gd name="T12" fmla="*/ 21600 h 21600"/>
              </a:gdLst>
              <a:ahLst/>
              <a:cxnLst>
                <a:cxn ang="T6">
                  <a:pos x="T0" y="T1"/>
                </a:cxn>
                <a:cxn ang="T7">
                  <a:pos x="T2" y="T3"/>
                </a:cxn>
                <a:cxn ang="T8">
                  <a:pos x="T4" y="T5"/>
                </a:cxn>
              </a:cxnLst>
              <a:rect l="T9" t="T10" r="T11" b="T12"/>
              <a:pathLst>
                <a:path w="42888" h="21600" fill="none" extrusionOk="0">
                  <a:moveTo>
                    <a:pt x="-1" y="17941"/>
                  </a:moveTo>
                  <a:cubicBezTo>
                    <a:pt x="1781" y="7576"/>
                    <a:pt x="10770" y="-1"/>
                    <a:pt x="21288" y="0"/>
                  </a:cubicBezTo>
                  <a:cubicBezTo>
                    <a:pt x="33217" y="0"/>
                    <a:pt x="42888" y="9670"/>
                    <a:pt x="42888" y="21600"/>
                  </a:cubicBezTo>
                </a:path>
                <a:path w="42888" h="21600" stroke="0" extrusionOk="0">
                  <a:moveTo>
                    <a:pt x="-1" y="17941"/>
                  </a:moveTo>
                  <a:cubicBezTo>
                    <a:pt x="1781" y="7576"/>
                    <a:pt x="10770" y="-1"/>
                    <a:pt x="21288" y="0"/>
                  </a:cubicBezTo>
                  <a:cubicBezTo>
                    <a:pt x="33217" y="0"/>
                    <a:pt x="42888" y="9670"/>
                    <a:pt x="42888" y="21600"/>
                  </a:cubicBezTo>
                  <a:lnTo>
                    <a:pt x="21288" y="21600"/>
                  </a:lnTo>
                  <a:lnTo>
                    <a:pt x="-1" y="17941"/>
                  </a:lnTo>
                  <a:close/>
                </a:path>
              </a:pathLst>
            </a:custGeom>
            <a:noFill/>
            <a:ln w="38100">
              <a:solidFill>
                <a:schemeClr val="accent2"/>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4777" name="Arc 63"/>
            <p:cNvSpPr>
              <a:spLocks/>
            </p:cNvSpPr>
            <p:nvPr/>
          </p:nvSpPr>
          <p:spPr bwMode="auto">
            <a:xfrm>
              <a:off x="3312" y="1728"/>
              <a:ext cx="2016" cy="576"/>
            </a:xfrm>
            <a:custGeom>
              <a:avLst/>
              <a:gdLst>
                <a:gd name="T0" fmla="*/ 0 w 40505"/>
                <a:gd name="T1" fmla="*/ 0 h 21600"/>
                <a:gd name="T2" fmla="*/ 0 w 40505"/>
                <a:gd name="T3" fmla="*/ 0 h 21600"/>
                <a:gd name="T4" fmla="*/ 0 w 40505"/>
                <a:gd name="T5" fmla="*/ 0 h 21600"/>
                <a:gd name="T6" fmla="*/ 0 60000 65536"/>
                <a:gd name="T7" fmla="*/ 0 60000 65536"/>
                <a:gd name="T8" fmla="*/ 0 60000 65536"/>
                <a:gd name="T9" fmla="*/ 0 w 40505"/>
                <a:gd name="T10" fmla="*/ 0 h 21600"/>
                <a:gd name="T11" fmla="*/ 40505 w 40505"/>
                <a:gd name="T12" fmla="*/ 21600 h 21600"/>
              </a:gdLst>
              <a:ahLst/>
              <a:cxnLst>
                <a:cxn ang="T6">
                  <a:pos x="T0" y="T1"/>
                </a:cxn>
                <a:cxn ang="T7">
                  <a:pos x="T2" y="T3"/>
                </a:cxn>
                <a:cxn ang="T8">
                  <a:pos x="T4" y="T5"/>
                </a:cxn>
              </a:cxnLst>
              <a:rect l="T9" t="T10" r="T11" b="T12"/>
              <a:pathLst>
                <a:path w="40505" h="21600" fill="none" extrusionOk="0">
                  <a:moveTo>
                    <a:pt x="0" y="14125"/>
                  </a:moveTo>
                  <a:cubicBezTo>
                    <a:pt x="3131" y="5637"/>
                    <a:pt x="11219" y="-1"/>
                    <a:pt x="20266" y="0"/>
                  </a:cubicBezTo>
                  <a:cubicBezTo>
                    <a:pt x="29284" y="0"/>
                    <a:pt x="37353" y="5603"/>
                    <a:pt x="40504" y="14053"/>
                  </a:cubicBezTo>
                </a:path>
                <a:path w="40505" h="21600" stroke="0" extrusionOk="0">
                  <a:moveTo>
                    <a:pt x="0" y="14125"/>
                  </a:moveTo>
                  <a:cubicBezTo>
                    <a:pt x="3131" y="5637"/>
                    <a:pt x="11219" y="-1"/>
                    <a:pt x="20266" y="0"/>
                  </a:cubicBezTo>
                  <a:cubicBezTo>
                    <a:pt x="29284" y="0"/>
                    <a:pt x="37353" y="5603"/>
                    <a:pt x="40504" y="14053"/>
                  </a:cubicBezTo>
                  <a:lnTo>
                    <a:pt x="20266" y="21600"/>
                  </a:lnTo>
                  <a:lnTo>
                    <a:pt x="0" y="14125"/>
                  </a:lnTo>
                  <a:close/>
                </a:path>
              </a:pathLst>
            </a:custGeom>
            <a:noFill/>
            <a:ln w="38100">
              <a:solidFill>
                <a:schemeClr val="accent2"/>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4778" name="Line 64"/>
            <p:cNvSpPr>
              <a:spLocks noChangeShapeType="1"/>
            </p:cNvSpPr>
            <p:nvPr/>
          </p:nvSpPr>
          <p:spPr bwMode="auto">
            <a:xfrm>
              <a:off x="2880" y="1296"/>
              <a:ext cx="2688" cy="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79" name="Arc 65"/>
            <p:cNvSpPr>
              <a:spLocks/>
            </p:cNvSpPr>
            <p:nvPr/>
          </p:nvSpPr>
          <p:spPr bwMode="auto">
            <a:xfrm flipV="1">
              <a:off x="2688" y="384"/>
              <a:ext cx="1968" cy="517"/>
            </a:xfrm>
            <a:custGeom>
              <a:avLst/>
              <a:gdLst>
                <a:gd name="T0" fmla="*/ 0 w 43200"/>
                <a:gd name="T1" fmla="*/ 0 h 23288"/>
                <a:gd name="T2" fmla="*/ 0 w 43200"/>
                <a:gd name="T3" fmla="*/ 0 h 23288"/>
                <a:gd name="T4" fmla="*/ 0 w 43200"/>
                <a:gd name="T5" fmla="*/ 0 h 23288"/>
                <a:gd name="T6" fmla="*/ 0 60000 65536"/>
                <a:gd name="T7" fmla="*/ 0 60000 65536"/>
                <a:gd name="T8" fmla="*/ 0 60000 65536"/>
                <a:gd name="T9" fmla="*/ 0 w 43200"/>
                <a:gd name="T10" fmla="*/ 0 h 23288"/>
                <a:gd name="T11" fmla="*/ 43200 w 43200"/>
                <a:gd name="T12" fmla="*/ 23288 h 23288"/>
              </a:gdLst>
              <a:ahLst/>
              <a:cxnLst>
                <a:cxn ang="T6">
                  <a:pos x="T0" y="T1"/>
                </a:cxn>
                <a:cxn ang="T7">
                  <a:pos x="T2" y="T3"/>
                </a:cxn>
                <a:cxn ang="T8">
                  <a:pos x="T4" y="T5"/>
                </a:cxn>
              </a:cxnLst>
              <a:rect l="T9" t="T10" r="T11" b="T12"/>
              <a:pathLst>
                <a:path w="43200" h="23288" fill="none" extrusionOk="0">
                  <a:moveTo>
                    <a:pt x="66" y="23287"/>
                  </a:moveTo>
                  <a:cubicBezTo>
                    <a:pt x="22" y="22726"/>
                    <a:pt x="0" y="22163"/>
                    <a:pt x="0" y="21600"/>
                  </a:cubicBezTo>
                  <a:cubicBezTo>
                    <a:pt x="0" y="9670"/>
                    <a:pt x="9670" y="0"/>
                    <a:pt x="21600" y="0"/>
                  </a:cubicBezTo>
                  <a:cubicBezTo>
                    <a:pt x="33529" y="-1"/>
                    <a:pt x="43199" y="9670"/>
                    <a:pt x="43200" y="21599"/>
                  </a:cubicBezTo>
                </a:path>
                <a:path w="43200" h="23288" stroke="0" extrusionOk="0">
                  <a:moveTo>
                    <a:pt x="66" y="23287"/>
                  </a:moveTo>
                  <a:cubicBezTo>
                    <a:pt x="22" y="22726"/>
                    <a:pt x="0" y="22163"/>
                    <a:pt x="0" y="21600"/>
                  </a:cubicBezTo>
                  <a:cubicBezTo>
                    <a:pt x="0" y="9670"/>
                    <a:pt x="9670" y="0"/>
                    <a:pt x="21600" y="0"/>
                  </a:cubicBezTo>
                  <a:cubicBezTo>
                    <a:pt x="33529" y="-1"/>
                    <a:pt x="43199" y="9670"/>
                    <a:pt x="43200" y="21599"/>
                  </a:cubicBezTo>
                  <a:lnTo>
                    <a:pt x="21600" y="21600"/>
                  </a:lnTo>
                  <a:lnTo>
                    <a:pt x="66" y="23287"/>
                  </a:lnTo>
                  <a:close/>
                </a:path>
              </a:pathLst>
            </a:custGeom>
            <a:noFill/>
            <a:ln w="3810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4780" name="Arc 66"/>
            <p:cNvSpPr>
              <a:spLocks/>
            </p:cNvSpPr>
            <p:nvPr/>
          </p:nvSpPr>
          <p:spPr bwMode="auto">
            <a:xfrm flipV="1">
              <a:off x="2496" y="768"/>
              <a:ext cx="2304" cy="377"/>
            </a:xfrm>
            <a:custGeom>
              <a:avLst/>
              <a:gdLst>
                <a:gd name="T0" fmla="*/ 0 w 40505"/>
                <a:gd name="T1" fmla="*/ 0 h 21600"/>
                <a:gd name="T2" fmla="*/ 0 w 40505"/>
                <a:gd name="T3" fmla="*/ 0 h 21600"/>
                <a:gd name="T4" fmla="*/ 0 w 40505"/>
                <a:gd name="T5" fmla="*/ 0 h 21600"/>
                <a:gd name="T6" fmla="*/ 0 60000 65536"/>
                <a:gd name="T7" fmla="*/ 0 60000 65536"/>
                <a:gd name="T8" fmla="*/ 0 60000 65536"/>
                <a:gd name="T9" fmla="*/ 0 w 40505"/>
                <a:gd name="T10" fmla="*/ 0 h 21600"/>
                <a:gd name="T11" fmla="*/ 40505 w 40505"/>
                <a:gd name="T12" fmla="*/ 21600 h 21600"/>
              </a:gdLst>
              <a:ahLst/>
              <a:cxnLst>
                <a:cxn ang="T6">
                  <a:pos x="T0" y="T1"/>
                </a:cxn>
                <a:cxn ang="T7">
                  <a:pos x="T2" y="T3"/>
                </a:cxn>
                <a:cxn ang="T8">
                  <a:pos x="T4" y="T5"/>
                </a:cxn>
              </a:cxnLst>
              <a:rect l="T9" t="T10" r="T11" b="T12"/>
              <a:pathLst>
                <a:path w="40505" h="21600" fill="none" extrusionOk="0">
                  <a:moveTo>
                    <a:pt x="0" y="14125"/>
                  </a:moveTo>
                  <a:cubicBezTo>
                    <a:pt x="3131" y="5637"/>
                    <a:pt x="11219" y="-1"/>
                    <a:pt x="20266" y="0"/>
                  </a:cubicBezTo>
                  <a:cubicBezTo>
                    <a:pt x="29284" y="0"/>
                    <a:pt x="37353" y="5603"/>
                    <a:pt x="40504" y="14053"/>
                  </a:cubicBezTo>
                </a:path>
                <a:path w="40505" h="21600" stroke="0" extrusionOk="0">
                  <a:moveTo>
                    <a:pt x="0" y="14125"/>
                  </a:moveTo>
                  <a:cubicBezTo>
                    <a:pt x="3131" y="5637"/>
                    <a:pt x="11219" y="-1"/>
                    <a:pt x="20266" y="0"/>
                  </a:cubicBezTo>
                  <a:cubicBezTo>
                    <a:pt x="29284" y="0"/>
                    <a:pt x="37353" y="5603"/>
                    <a:pt x="40504" y="14053"/>
                  </a:cubicBezTo>
                  <a:lnTo>
                    <a:pt x="20266" y="21600"/>
                  </a:lnTo>
                  <a:lnTo>
                    <a:pt x="0" y="14125"/>
                  </a:lnTo>
                  <a:close/>
                </a:path>
              </a:pathLst>
            </a:custGeom>
            <a:noFill/>
            <a:ln w="3810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4781" name="Arc 67"/>
            <p:cNvSpPr>
              <a:spLocks/>
            </p:cNvSpPr>
            <p:nvPr/>
          </p:nvSpPr>
          <p:spPr bwMode="auto">
            <a:xfrm>
              <a:off x="2496" y="1495"/>
              <a:ext cx="2312" cy="281"/>
            </a:xfrm>
            <a:custGeom>
              <a:avLst/>
              <a:gdLst>
                <a:gd name="T0" fmla="*/ 0 w 43174"/>
                <a:gd name="T1" fmla="*/ 0 h 21600"/>
                <a:gd name="T2" fmla="*/ 0 w 43174"/>
                <a:gd name="T3" fmla="*/ 0 h 21600"/>
                <a:gd name="T4" fmla="*/ 0 w 43174"/>
                <a:gd name="T5" fmla="*/ 0 h 21600"/>
                <a:gd name="T6" fmla="*/ 0 60000 65536"/>
                <a:gd name="T7" fmla="*/ 0 60000 65536"/>
                <a:gd name="T8" fmla="*/ 0 60000 65536"/>
                <a:gd name="T9" fmla="*/ 0 w 43174"/>
                <a:gd name="T10" fmla="*/ 0 h 21600"/>
                <a:gd name="T11" fmla="*/ 43174 w 43174"/>
                <a:gd name="T12" fmla="*/ 21600 h 21600"/>
              </a:gdLst>
              <a:ahLst/>
              <a:cxnLst>
                <a:cxn ang="T6">
                  <a:pos x="T0" y="T1"/>
                </a:cxn>
                <a:cxn ang="T7">
                  <a:pos x="T2" y="T3"/>
                </a:cxn>
                <a:cxn ang="T8">
                  <a:pos x="T4" y="T5"/>
                </a:cxn>
              </a:cxnLst>
              <a:rect l="T9" t="T10" r="T11" b="T12"/>
              <a:pathLst>
                <a:path w="43174" h="21600" fill="none" extrusionOk="0">
                  <a:moveTo>
                    <a:pt x="0" y="20537"/>
                  </a:moveTo>
                  <a:cubicBezTo>
                    <a:pt x="566" y="9034"/>
                    <a:pt x="10057" y="-1"/>
                    <a:pt x="21574" y="0"/>
                  </a:cubicBezTo>
                  <a:cubicBezTo>
                    <a:pt x="33503" y="0"/>
                    <a:pt x="43174" y="9670"/>
                    <a:pt x="43174" y="21600"/>
                  </a:cubicBezTo>
                </a:path>
                <a:path w="43174" h="21600" stroke="0" extrusionOk="0">
                  <a:moveTo>
                    <a:pt x="0" y="20537"/>
                  </a:moveTo>
                  <a:cubicBezTo>
                    <a:pt x="566" y="9034"/>
                    <a:pt x="10057" y="-1"/>
                    <a:pt x="21574" y="0"/>
                  </a:cubicBezTo>
                  <a:cubicBezTo>
                    <a:pt x="33503" y="0"/>
                    <a:pt x="43174" y="9670"/>
                    <a:pt x="43174" y="21600"/>
                  </a:cubicBezTo>
                  <a:lnTo>
                    <a:pt x="21574" y="21600"/>
                  </a:lnTo>
                  <a:lnTo>
                    <a:pt x="0" y="20537"/>
                  </a:lnTo>
                  <a:close/>
                </a:path>
              </a:pathLst>
            </a:custGeom>
            <a:noFill/>
            <a:ln w="3810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4782" name="Arc 68"/>
            <p:cNvSpPr>
              <a:spLocks/>
            </p:cNvSpPr>
            <p:nvPr/>
          </p:nvSpPr>
          <p:spPr bwMode="auto">
            <a:xfrm>
              <a:off x="2679" y="1728"/>
              <a:ext cx="2073" cy="720"/>
            </a:xfrm>
            <a:custGeom>
              <a:avLst/>
              <a:gdLst>
                <a:gd name="T0" fmla="*/ 0 w 39968"/>
                <a:gd name="T1" fmla="*/ 0 h 21600"/>
                <a:gd name="T2" fmla="*/ 0 w 39968"/>
                <a:gd name="T3" fmla="*/ 0 h 21600"/>
                <a:gd name="T4" fmla="*/ 0 w 39968"/>
                <a:gd name="T5" fmla="*/ 0 h 21600"/>
                <a:gd name="T6" fmla="*/ 0 60000 65536"/>
                <a:gd name="T7" fmla="*/ 0 60000 65536"/>
                <a:gd name="T8" fmla="*/ 0 60000 65536"/>
                <a:gd name="T9" fmla="*/ 0 w 39968"/>
                <a:gd name="T10" fmla="*/ 0 h 21600"/>
                <a:gd name="T11" fmla="*/ 39968 w 39968"/>
                <a:gd name="T12" fmla="*/ 21600 h 21600"/>
              </a:gdLst>
              <a:ahLst/>
              <a:cxnLst>
                <a:cxn ang="T6">
                  <a:pos x="T0" y="T1"/>
                </a:cxn>
                <a:cxn ang="T7">
                  <a:pos x="T2" y="T3"/>
                </a:cxn>
                <a:cxn ang="T8">
                  <a:pos x="T4" y="T5"/>
                </a:cxn>
              </a:cxnLst>
              <a:rect l="T9" t="T10" r="T11" b="T12"/>
              <a:pathLst>
                <a:path w="39968" h="21600" fill="none" extrusionOk="0">
                  <a:moveTo>
                    <a:pt x="-1" y="12806"/>
                  </a:moveTo>
                  <a:cubicBezTo>
                    <a:pt x="3471" y="5017"/>
                    <a:pt x="11201" y="-1"/>
                    <a:pt x="19729" y="0"/>
                  </a:cubicBezTo>
                  <a:cubicBezTo>
                    <a:pt x="28747" y="0"/>
                    <a:pt x="36816" y="5603"/>
                    <a:pt x="39967" y="14053"/>
                  </a:cubicBezTo>
                </a:path>
                <a:path w="39968" h="21600" stroke="0" extrusionOk="0">
                  <a:moveTo>
                    <a:pt x="-1" y="12806"/>
                  </a:moveTo>
                  <a:cubicBezTo>
                    <a:pt x="3471" y="5017"/>
                    <a:pt x="11201" y="-1"/>
                    <a:pt x="19729" y="0"/>
                  </a:cubicBezTo>
                  <a:cubicBezTo>
                    <a:pt x="28747" y="0"/>
                    <a:pt x="36816" y="5603"/>
                    <a:pt x="39967" y="14053"/>
                  </a:cubicBezTo>
                  <a:lnTo>
                    <a:pt x="19729" y="21600"/>
                  </a:lnTo>
                  <a:lnTo>
                    <a:pt x="-1" y="12806"/>
                  </a:lnTo>
                  <a:close/>
                </a:path>
              </a:pathLst>
            </a:custGeom>
            <a:noFill/>
            <a:ln w="3810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4783" name="Line 69"/>
            <p:cNvSpPr>
              <a:spLocks noChangeShapeType="1"/>
            </p:cNvSpPr>
            <p:nvPr/>
          </p:nvSpPr>
          <p:spPr bwMode="auto">
            <a:xfrm>
              <a:off x="2496" y="1319"/>
              <a:ext cx="2601"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84" name="Line 70"/>
            <p:cNvSpPr>
              <a:spLocks noChangeShapeType="1"/>
            </p:cNvSpPr>
            <p:nvPr/>
          </p:nvSpPr>
          <p:spPr bwMode="auto">
            <a:xfrm>
              <a:off x="3290" y="1728"/>
              <a:ext cx="96" cy="187"/>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85" name="Line 71"/>
            <p:cNvSpPr>
              <a:spLocks noChangeShapeType="1"/>
            </p:cNvSpPr>
            <p:nvPr/>
          </p:nvSpPr>
          <p:spPr bwMode="auto">
            <a:xfrm>
              <a:off x="4241" y="1728"/>
              <a:ext cx="96" cy="187"/>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4786" name="Object 72"/>
            <p:cNvGraphicFramePr>
              <a:graphicFrameLocks noChangeAspect="1"/>
            </p:cNvGraphicFramePr>
            <p:nvPr/>
          </p:nvGraphicFramePr>
          <p:xfrm>
            <a:off x="3024" y="432"/>
            <a:ext cx="288" cy="306"/>
          </p:xfrm>
          <a:graphic>
            <a:graphicData uri="http://schemas.openxmlformats.org/presentationml/2006/ole">
              <mc:AlternateContent xmlns:mc="http://schemas.openxmlformats.org/markup-compatibility/2006">
                <mc:Choice xmlns:v="urn:schemas-microsoft-com:vml" Requires="v">
                  <p:oleObj spid="_x0000_s75220" name="公式" r:id="rId20" imgW="495427" imgH="457098" progId="Equation.3">
                    <p:embed/>
                  </p:oleObj>
                </mc:Choice>
                <mc:Fallback>
                  <p:oleObj name="公式" r:id="rId20" imgW="495427" imgH="457098" progId="Equation.3">
                    <p:embed/>
                    <p:pic>
                      <p:nvPicPr>
                        <p:cNvPr id="0" name="Object 72"/>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024" y="432"/>
                          <a:ext cx="288"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4787" name="Object 73"/>
            <p:cNvGraphicFramePr>
              <a:graphicFrameLocks noChangeAspect="1"/>
            </p:cNvGraphicFramePr>
            <p:nvPr/>
          </p:nvGraphicFramePr>
          <p:xfrm>
            <a:off x="4656" y="432"/>
            <a:ext cx="288" cy="297"/>
          </p:xfrm>
          <a:graphic>
            <a:graphicData uri="http://schemas.openxmlformats.org/presentationml/2006/ole">
              <mc:AlternateContent xmlns:mc="http://schemas.openxmlformats.org/markup-compatibility/2006">
                <mc:Choice xmlns:v="urn:schemas-microsoft-com:vml" Requires="v">
                  <p:oleObj spid="_x0000_s75221" name="公式" r:id="rId22" imgW="514388" imgH="457098" progId="Equation.3">
                    <p:embed/>
                  </p:oleObj>
                </mc:Choice>
                <mc:Fallback>
                  <p:oleObj name="公式" r:id="rId22" imgW="514388" imgH="457098" progId="Equation.3">
                    <p:embed/>
                    <p:pic>
                      <p:nvPicPr>
                        <p:cNvPr id="0" name="Object 73"/>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656" y="432"/>
                          <a:ext cx="288"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4788" name="Object 74"/>
            <p:cNvGraphicFramePr>
              <a:graphicFrameLocks noChangeAspect="1"/>
            </p:cNvGraphicFramePr>
            <p:nvPr/>
          </p:nvGraphicFramePr>
          <p:xfrm>
            <a:off x="3168" y="1872"/>
            <a:ext cx="1248" cy="312"/>
          </p:xfrm>
          <a:graphic>
            <a:graphicData uri="http://schemas.openxmlformats.org/presentationml/2006/ole">
              <mc:AlternateContent xmlns:mc="http://schemas.openxmlformats.org/markup-compatibility/2006">
                <mc:Choice xmlns:v="urn:schemas-microsoft-com:vml" Requires="v">
                  <p:oleObj spid="_x0000_s75222" name="公式" r:id="rId24" imgW="2159000" imgH="508000" progId="Equation.3">
                    <p:embed/>
                  </p:oleObj>
                </mc:Choice>
                <mc:Fallback>
                  <p:oleObj name="公式" r:id="rId24" imgW="2159000" imgH="508000" progId="Equation.3">
                    <p:embed/>
                    <p:pic>
                      <p:nvPicPr>
                        <p:cNvPr id="0" name="Object 74"/>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168" y="1872"/>
                          <a:ext cx="1248"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4789" name="Object 75"/>
            <p:cNvGraphicFramePr>
              <a:graphicFrameLocks noChangeAspect="1"/>
            </p:cNvGraphicFramePr>
            <p:nvPr/>
          </p:nvGraphicFramePr>
          <p:xfrm>
            <a:off x="3456" y="384"/>
            <a:ext cx="960" cy="173"/>
          </p:xfrm>
          <a:graphic>
            <a:graphicData uri="http://schemas.openxmlformats.org/presentationml/2006/ole">
              <mc:AlternateContent xmlns:mc="http://schemas.openxmlformats.org/markup-compatibility/2006">
                <mc:Choice xmlns:v="urn:schemas-microsoft-com:vml" Requires="v">
                  <p:oleObj spid="_x0000_s75223" name="公式" r:id="rId26" imgW="2298700" imgH="355600" progId="Equation.3">
                    <p:embed/>
                  </p:oleObj>
                </mc:Choice>
                <mc:Fallback>
                  <p:oleObj name="公式" r:id="rId26" imgW="2298700" imgH="355600" progId="Equation.3">
                    <p:embed/>
                    <p:pic>
                      <p:nvPicPr>
                        <p:cNvPr id="0" name="Object 75"/>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456" y="384"/>
                          <a:ext cx="96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4790" name="Freeform 76"/>
            <p:cNvSpPr>
              <a:spLocks/>
            </p:cNvSpPr>
            <p:nvPr/>
          </p:nvSpPr>
          <p:spPr bwMode="auto">
            <a:xfrm>
              <a:off x="4385" y="624"/>
              <a:ext cx="262" cy="1353"/>
            </a:xfrm>
            <a:custGeom>
              <a:avLst/>
              <a:gdLst>
                <a:gd name="T0" fmla="*/ 0 w 262"/>
                <a:gd name="T1" fmla="*/ 0 h 1353"/>
                <a:gd name="T2" fmla="*/ 96 w 262"/>
                <a:gd name="T3" fmla="*/ 35 h 1353"/>
                <a:gd name="T4" fmla="*/ 157 w 262"/>
                <a:gd name="T5" fmla="*/ 96 h 1353"/>
                <a:gd name="T6" fmla="*/ 227 w 262"/>
                <a:gd name="T7" fmla="*/ 306 h 1353"/>
                <a:gd name="T8" fmla="*/ 244 w 262"/>
                <a:gd name="T9" fmla="*/ 437 h 1353"/>
                <a:gd name="T10" fmla="*/ 262 w 262"/>
                <a:gd name="T11" fmla="*/ 672 h 1353"/>
                <a:gd name="T12" fmla="*/ 262 w 262"/>
                <a:gd name="T13" fmla="*/ 864 h 1353"/>
                <a:gd name="T14" fmla="*/ 227 w 262"/>
                <a:gd name="T15" fmla="*/ 1043 h 1353"/>
                <a:gd name="T16" fmla="*/ 192 w 262"/>
                <a:gd name="T17" fmla="*/ 1152 h 1353"/>
                <a:gd name="T18" fmla="*/ 148 w 262"/>
                <a:gd name="T19" fmla="*/ 1274 h 1353"/>
                <a:gd name="T20" fmla="*/ 87 w 262"/>
                <a:gd name="T21" fmla="*/ 1336 h 1353"/>
                <a:gd name="T22" fmla="*/ 27 w 262"/>
                <a:gd name="T23" fmla="*/ 1353 h 135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62"/>
                <a:gd name="T37" fmla="*/ 0 h 1353"/>
                <a:gd name="T38" fmla="*/ 262 w 262"/>
                <a:gd name="T39" fmla="*/ 1353 h 135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62" h="1353">
                  <a:moveTo>
                    <a:pt x="0" y="0"/>
                  </a:moveTo>
                  <a:lnTo>
                    <a:pt x="96" y="35"/>
                  </a:lnTo>
                  <a:lnTo>
                    <a:pt x="157" y="96"/>
                  </a:lnTo>
                  <a:lnTo>
                    <a:pt x="227" y="306"/>
                  </a:lnTo>
                  <a:lnTo>
                    <a:pt x="244" y="437"/>
                  </a:lnTo>
                  <a:lnTo>
                    <a:pt x="262" y="672"/>
                  </a:lnTo>
                  <a:lnTo>
                    <a:pt x="262" y="864"/>
                  </a:lnTo>
                  <a:lnTo>
                    <a:pt x="227" y="1043"/>
                  </a:lnTo>
                  <a:lnTo>
                    <a:pt x="192" y="1152"/>
                  </a:lnTo>
                  <a:lnTo>
                    <a:pt x="148" y="1274"/>
                  </a:lnTo>
                  <a:lnTo>
                    <a:pt x="87" y="1336"/>
                  </a:lnTo>
                  <a:lnTo>
                    <a:pt x="27" y="1353"/>
                  </a:lnTo>
                </a:path>
              </a:pathLst>
            </a:custGeom>
            <a:noFill/>
            <a:ln w="38100">
              <a:solidFill>
                <a:schemeClr val="accent2"/>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4791" name="Freeform 77"/>
            <p:cNvSpPr>
              <a:spLocks/>
            </p:cNvSpPr>
            <p:nvPr/>
          </p:nvSpPr>
          <p:spPr bwMode="auto">
            <a:xfrm>
              <a:off x="3482" y="624"/>
              <a:ext cx="262" cy="1353"/>
            </a:xfrm>
            <a:custGeom>
              <a:avLst/>
              <a:gdLst>
                <a:gd name="T0" fmla="*/ 0 w 262"/>
                <a:gd name="T1" fmla="*/ 0 h 1353"/>
                <a:gd name="T2" fmla="*/ 96 w 262"/>
                <a:gd name="T3" fmla="*/ 35 h 1353"/>
                <a:gd name="T4" fmla="*/ 157 w 262"/>
                <a:gd name="T5" fmla="*/ 96 h 1353"/>
                <a:gd name="T6" fmla="*/ 227 w 262"/>
                <a:gd name="T7" fmla="*/ 306 h 1353"/>
                <a:gd name="T8" fmla="*/ 244 w 262"/>
                <a:gd name="T9" fmla="*/ 437 h 1353"/>
                <a:gd name="T10" fmla="*/ 262 w 262"/>
                <a:gd name="T11" fmla="*/ 672 h 1353"/>
                <a:gd name="T12" fmla="*/ 262 w 262"/>
                <a:gd name="T13" fmla="*/ 864 h 1353"/>
                <a:gd name="T14" fmla="*/ 244 w 262"/>
                <a:gd name="T15" fmla="*/ 1043 h 1353"/>
                <a:gd name="T16" fmla="*/ 192 w 262"/>
                <a:gd name="T17" fmla="*/ 1152 h 1353"/>
                <a:gd name="T18" fmla="*/ 148 w 262"/>
                <a:gd name="T19" fmla="*/ 1274 h 1353"/>
                <a:gd name="T20" fmla="*/ 87 w 262"/>
                <a:gd name="T21" fmla="*/ 1336 h 1353"/>
                <a:gd name="T22" fmla="*/ 27 w 262"/>
                <a:gd name="T23" fmla="*/ 1353 h 135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62"/>
                <a:gd name="T37" fmla="*/ 0 h 1353"/>
                <a:gd name="T38" fmla="*/ 262 w 262"/>
                <a:gd name="T39" fmla="*/ 1353 h 135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62" h="1353">
                  <a:moveTo>
                    <a:pt x="0" y="0"/>
                  </a:moveTo>
                  <a:lnTo>
                    <a:pt x="96" y="35"/>
                  </a:lnTo>
                  <a:lnTo>
                    <a:pt x="157" y="96"/>
                  </a:lnTo>
                  <a:lnTo>
                    <a:pt x="227" y="306"/>
                  </a:lnTo>
                  <a:lnTo>
                    <a:pt x="244" y="437"/>
                  </a:lnTo>
                  <a:lnTo>
                    <a:pt x="262" y="672"/>
                  </a:lnTo>
                  <a:lnTo>
                    <a:pt x="262" y="864"/>
                  </a:lnTo>
                  <a:lnTo>
                    <a:pt x="244" y="1043"/>
                  </a:lnTo>
                  <a:lnTo>
                    <a:pt x="192" y="1152"/>
                  </a:lnTo>
                  <a:lnTo>
                    <a:pt x="148" y="1274"/>
                  </a:lnTo>
                  <a:lnTo>
                    <a:pt x="87" y="1336"/>
                  </a:lnTo>
                  <a:lnTo>
                    <a:pt x="27" y="1353"/>
                  </a:lnTo>
                </a:path>
              </a:pathLst>
            </a:custGeom>
            <a:noFill/>
            <a:ln w="38100">
              <a:solidFill>
                <a:srgbClr val="FF3300"/>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4792" name="Freeform 78"/>
            <p:cNvSpPr>
              <a:spLocks/>
            </p:cNvSpPr>
            <p:nvPr/>
          </p:nvSpPr>
          <p:spPr bwMode="auto">
            <a:xfrm>
              <a:off x="3229" y="624"/>
              <a:ext cx="263" cy="1344"/>
            </a:xfrm>
            <a:custGeom>
              <a:avLst/>
              <a:gdLst>
                <a:gd name="T0" fmla="*/ 262 w 263"/>
                <a:gd name="T1" fmla="*/ 0 h 1344"/>
                <a:gd name="T2" fmla="*/ 188 w 263"/>
                <a:gd name="T3" fmla="*/ 26 h 1344"/>
                <a:gd name="T4" fmla="*/ 118 w 263"/>
                <a:gd name="T5" fmla="*/ 113 h 1344"/>
                <a:gd name="T6" fmla="*/ 61 w 263"/>
                <a:gd name="T7" fmla="*/ 257 h 1344"/>
                <a:gd name="T8" fmla="*/ 26 w 263"/>
                <a:gd name="T9" fmla="*/ 432 h 1344"/>
                <a:gd name="T10" fmla="*/ 13 w 263"/>
                <a:gd name="T11" fmla="*/ 576 h 1344"/>
                <a:gd name="T12" fmla="*/ 0 w 263"/>
                <a:gd name="T13" fmla="*/ 711 h 1344"/>
                <a:gd name="T14" fmla="*/ 17 w 263"/>
                <a:gd name="T15" fmla="*/ 912 h 1344"/>
                <a:gd name="T16" fmla="*/ 44 w 263"/>
                <a:gd name="T17" fmla="*/ 1017 h 1344"/>
                <a:gd name="T18" fmla="*/ 87 w 263"/>
                <a:gd name="T19" fmla="*/ 1148 h 1344"/>
                <a:gd name="T20" fmla="*/ 192 w 263"/>
                <a:gd name="T21" fmla="*/ 1305 h 1344"/>
                <a:gd name="T22" fmla="*/ 263 w 263"/>
                <a:gd name="T23" fmla="*/ 1344 h 134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63"/>
                <a:gd name="T37" fmla="*/ 0 h 1344"/>
                <a:gd name="T38" fmla="*/ 263 w 263"/>
                <a:gd name="T39" fmla="*/ 1344 h 134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63" h="1344">
                  <a:moveTo>
                    <a:pt x="262" y="0"/>
                  </a:moveTo>
                  <a:lnTo>
                    <a:pt x="188" y="26"/>
                  </a:lnTo>
                  <a:lnTo>
                    <a:pt x="118" y="113"/>
                  </a:lnTo>
                  <a:lnTo>
                    <a:pt x="61" y="257"/>
                  </a:lnTo>
                  <a:lnTo>
                    <a:pt x="26" y="432"/>
                  </a:lnTo>
                  <a:lnTo>
                    <a:pt x="13" y="576"/>
                  </a:lnTo>
                  <a:lnTo>
                    <a:pt x="0" y="711"/>
                  </a:lnTo>
                  <a:lnTo>
                    <a:pt x="17" y="912"/>
                  </a:lnTo>
                  <a:lnTo>
                    <a:pt x="44" y="1017"/>
                  </a:lnTo>
                  <a:lnTo>
                    <a:pt x="87" y="1148"/>
                  </a:lnTo>
                  <a:lnTo>
                    <a:pt x="192" y="1305"/>
                  </a:lnTo>
                  <a:lnTo>
                    <a:pt x="263" y="1344"/>
                  </a:lnTo>
                </a:path>
              </a:pathLst>
            </a:custGeom>
            <a:noFill/>
            <a:ln w="57150">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4793" name="Freeform 79"/>
            <p:cNvSpPr>
              <a:spLocks/>
            </p:cNvSpPr>
            <p:nvPr/>
          </p:nvSpPr>
          <p:spPr bwMode="auto">
            <a:xfrm>
              <a:off x="4176" y="624"/>
              <a:ext cx="267" cy="1344"/>
            </a:xfrm>
            <a:custGeom>
              <a:avLst/>
              <a:gdLst>
                <a:gd name="T0" fmla="*/ 266 w 267"/>
                <a:gd name="T1" fmla="*/ 0 h 1344"/>
                <a:gd name="T2" fmla="*/ 192 w 267"/>
                <a:gd name="T3" fmla="*/ 26 h 1344"/>
                <a:gd name="T4" fmla="*/ 122 w 267"/>
                <a:gd name="T5" fmla="*/ 113 h 1344"/>
                <a:gd name="T6" fmla="*/ 61 w 267"/>
                <a:gd name="T7" fmla="*/ 275 h 1344"/>
                <a:gd name="T8" fmla="*/ 34 w 267"/>
                <a:gd name="T9" fmla="*/ 415 h 1344"/>
                <a:gd name="T10" fmla="*/ 8 w 267"/>
                <a:gd name="T11" fmla="*/ 572 h 1344"/>
                <a:gd name="T12" fmla="*/ 0 w 267"/>
                <a:gd name="T13" fmla="*/ 694 h 1344"/>
                <a:gd name="T14" fmla="*/ 8 w 267"/>
                <a:gd name="T15" fmla="*/ 807 h 1344"/>
                <a:gd name="T16" fmla="*/ 34 w 267"/>
                <a:gd name="T17" fmla="*/ 973 h 1344"/>
                <a:gd name="T18" fmla="*/ 61 w 267"/>
                <a:gd name="T19" fmla="*/ 1095 h 1344"/>
                <a:gd name="T20" fmla="*/ 113 w 267"/>
                <a:gd name="T21" fmla="*/ 1213 h 1344"/>
                <a:gd name="T22" fmla="*/ 183 w 267"/>
                <a:gd name="T23" fmla="*/ 1309 h 1344"/>
                <a:gd name="T24" fmla="*/ 267 w 267"/>
                <a:gd name="T25" fmla="*/ 1344 h 13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67"/>
                <a:gd name="T40" fmla="*/ 0 h 1344"/>
                <a:gd name="T41" fmla="*/ 267 w 267"/>
                <a:gd name="T42" fmla="*/ 1344 h 13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67" h="1344">
                  <a:moveTo>
                    <a:pt x="266" y="0"/>
                  </a:moveTo>
                  <a:lnTo>
                    <a:pt x="192" y="26"/>
                  </a:lnTo>
                  <a:lnTo>
                    <a:pt x="122" y="113"/>
                  </a:lnTo>
                  <a:lnTo>
                    <a:pt x="61" y="275"/>
                  </a:lnTo>
                  <a:lnTo>
                    <a:pt x="34" y="415"/>
                  </a:lnTo>
                  <a:lnTo>
                    <a:pt x="8" y="572"/>
                  </a:lnTo>
                  <a:lnTo>
                    <a:pt x="0" y="694"/>
                  </a:lnTo>
                  <a:lnTo>
                    <a:pt x="8" y="807"/>
                  </a:lnTo>
                  <a:lnTo>
                    <a:pt x="34" y="973"/>
                  </a:lnTo>
                  <a:lnTo>
                    <a:pt x="61" y="1095"/>
                  </a:lnTo>
                  <a:lnTo>
                    <a:pt x="113" y="1213"/>
                  </a:lnTo>
                  <a:lnTo>
                    <a:pt x="183" y="1309"/>
                  </a:lnTo>
                  <a:lnTo>
                    <a:pt x="267" y="1344"/>
                  </a:lnTo>
                </a:path>
              </a:pathLst>
            </a:custGeom>
            <a:noFill/>
            <a:ln w="5715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74762" name="Group 80"/>
          <p:cNvGrpSpPr>
            <a:grpSpLocks/>
          </p:cNvGrpSpPr>
          <p:nvPr/>
        </p:nvGrpSpPr>
        <p:grpSpPr bwMode="auto">
          <a:xfrm>
            <a:off x="2743200" y="6096000"/>
            <a:ext cx="2057400" cy="152400"/>
            <a:chOff x="768" y="3840"/>
            <a:chExt cx="1296" cy="96"/>
          </a:xfrm>
        </p:grpSpPr>
        <p:sp>
          <p:nvSpPr>
            <p:cNvPr id="74771" name="Line 81"/>
            <p:cNvSpPr>
              <a:spLocks noChangeShapeType="1"/>
            </p:cNvSpPr>
            <p:nvPr/>
          </p:nvSpPr>
          <p:spPr bwMode="auto">
            <a:xfrm>
              <a:off x="768" y="3840"/>
              <a:ext cx="1008"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72" name="Line 82"/>
            <p:cNvSpPr>
              <a:spLocks noChangeShapeType="1"/>
            </p:cNvSpPr>
            <p:nvPr/>
          </p:nvSpPr>
          <p:spPr bwMode="auto">
            <a:xfrm>
              <a:off x="1680" y="3840"/>
              <a:ext cx="384" cy="96"/>
            </a:xfrm>
            <a:prstGeom prst="line">
              <a:avLst/>
            </a:prstGeom>
            <a:noFill/>
            <a:ln w="25400">
              <a:solidFill>
                <a:srgbClr val="FF0000"/>
              </a:solidFill>
              <a:round/>
              <a:headEnd/>
              <a:tailEnd type="arrow" w="sm"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74763" name="Group 84"/>
          <p:cNvGrpSpPr>
            <a:grpSpLocks/>
          </p:cNvGrpSpPr>
          <p:nvPr/>
        </p:nvGrpSpPr>
        <p:grpSpPr bwMode="auto">
          <a:xfrm>
            <a:off x="2692401" y="4038600"/>
            <a:ext cx="6348413" cy="584200"/>
            <a:chOff x="736" y="2544"/>
            <a:chExt cx="3999" cy="368"/>
          </a:xfrm>
        </p:grpSpPr>
        <p:grpSp>
          <p:nvGrpSpPr>
            <p:cNvPr id="74764" name="Group 50"/>
            <p:cNvGrpSpPr>
              <a:grpSpLocks/>
            </p:cNvGrpSpPr>
            <p:nvPr/>
          </p:nvGrpSpPr>
          <p:grpSpPr bwMode="auto">
            <a:xfrm>
              <a:off x="736" y="2560"/>
              <a:ext cx="3999" cy="352"/>
              <a:chOff x="768" y="2512"/>
              <a:chExt cx="3999" cy="352"/>
            </a:xfrm>
          </p:grpSpPr>
          <p:sp>
            <p:nvSpPr>
              <p:cNvPr id="74766" name="Text Box 51"/>
              <p:cNvSpPr txBox="1">
                <a:spLocks noChangeArrowheads="1"/>
              </p:cNvSpPr>
              <p:nvPr/>
            </p:nvSpPr>
            <p:spPr bwMode="auto">
              <a:xfrm>
                <a:off x="768" y="2512"/>
                <a:ext cx="190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latin typeface="宋体" panose="02010600030101010101" pitchFamily="2" charset="-122"/>
                  </a:rPr>
                  <a:t>变化        变化</a:t>
                </a:r>
              </a:p>
            </p:txBody>
          </p:sp>
          <p:sp>
            <p:nvSpPr>
              <p:cNvPr id="74767" name="Text Box 52"/>
              <p:cNvSpPr txBox="1">
                <a:spLocks noChangeArrowheads="1"/>
              </p:cNvSpPr>
              <p:nvPr/>
            </p:nvSpPr>
            <p:spPr bwMode="auto">
              <a:xfrm>
                <a:off x="3120" y="2512"/>
                <a:ext cx="134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latin typeface="宋体" panose="02010600030101010101" pitchFamily="2" charset="-122"/>
                  </a:rPr>
                  <a:t>线圈</a:t>
                </a:r>
                <a:r>
                  <a:rPr kumimoji="1" lang="en-US" altLang="zh-CN" sz="2800">
                    <a:latin typeface="宋体" panose="02010600030101010101" pitchFamily="2" charset="-122"/>
                  </a:rPr>
                  <a:t>2</a:t>
                </a:r>
                <a:r>
                  <a:rPr kumimoji="1" lang="zh-CN" altLang="en-US" sz="2800">
                    <a:latin typeface="宋体" panose="02010600030101010101" pitchFamily="2" charset="-122"/>
                  </a:rPr>
                  <a:t>中产生</a:t>
                </a:r>
              </a:p>
            </p:txBody>
          </p:sp>
          <p:graphicFrame>
            <p:nvGraphicFramePr>
              <p:cNvPr id="74768" name="Object 53"/>
              <p:cNvGraphicFramePr>
                <a:graphicFrameLocks noChangeAspect="1"/>
              </p:cNvGraphicFramePr>
              <p:nvPr/>
            </p:nvGraphicFramePr>
            <p:xfrm>
              <a:off x="4464" y="2544"/>
              <a:ext cx="303" cy="320"/>
            </p:xfrm>
            <a:graphic>
              <a:graphicData uri="http://schemas.openxmlformats.org/presentationml/2006/ole">
                <mc:AlternateContent xmlns:mc="http://schemas.openxmlformats.org/markup-compatibility/2006">
                  <mc:Choice xmlns:v="urn:schemas-microsoft-com:vml" Requires="v">
                    <p:oleObj spid="_x0000_s75224" name="公式" r:id="rId28" imgW="482391" imgH="507780" progId="Equation.3">
                      <p:embed/>
                    </p:oleObj>
                  </mc:Choice>
                  <mc:Fallback>
                    <p:oleObj name="公式" r:id="rId28" imgW="482391" imgH="507780" progId="Equation.3">
                      <p:embed/>
                      <p:pic>
                        <p:nvPicPr>
                          <p:cNvPr id="0" name="Object 53"/>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4464" y="2544"/>
                            <a:ext cx="303"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4769" name="Line 54"/>
              <p:cNvSpPr>
                <a:spLocks noChangeShapeType="1"/>
              </p:cNvSpPr>
              <p:nvPr/>
            </p:nvSpPr>
            <p:spPr bwMode="auto">
              <a:xfrm>
                <a:off x="1392" y="2688"/>
                <a:ext cx="336"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70" name="Line 55"/>
              <p:cNvSpPr>
                <a:spLocks noChangeShapeType="1"/>
              </p:cNvSpPr>
              <p:nvPr/>
            </p:nvSpPr>
            <p:spPr bwMode="auto">
              <a:xfrm>
                <a:off x="2784" y="2688"/>
                <a:ext cx="336"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74765" name="Object 83"/>
            <p:cNvGraphicFramePr>
              <a:graphicFrameLocks noChangeAspect="1"/>
            </p:cNvGraphicFramePr>
            <p:nvPr/>
          </p:nvGraphicFramePr>
          <p:xfrm>
            <a:off x="1744" y="2544"/>
            <a:ext cx="320" cy="320"/>
          </p:xfrm>
          <a:graphic>
            <a:graphicData uri="http://schemas.openxmlformats.org/presentationml/2006/ole">
              <mc:AlternateContent xmlns:mc="http://schemas.openxmlformats.org/markup-compatibility/2006">
                <mc:Choice xmlns:v="urn:schemas-microsoft-com:vml" Requires="v">
                  <p:oleObj spid="_x0000_s75225" name="Equation" r:id="rId30" imgW="228600" imgH="228600" progId="Equation.DSMT4">
                    <p:embed/>
                  </p:oleObj>
                </mc:Choice>
                <mc:Fallback>
                  <p:oleObj name="Equation" r:id="rId30" imgW="228600" imgH="228600" progId="Equation.DSMT4">
                    <p:embed/>
                    <p:pic>
                      <p:nvPicPr>
                        <p:cNvPr id="0" name="Object 83"/>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1744" y="2544"/>
                          <a:ext cx="320" cy="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ext Box 2"/>
          <p:cNvSpPr txBox="1">
            <a:spLocks noChangeArrowheads="1"/>
          </p:cNvSpPr>
          <p:nvPr/>
        </p:nvSpPr>
        <p:spPr bwMode="auto">
          <a:xfrm>
            <a:off x="1752600" y="130176"/>
            <a:ext cx="2139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a:latin typeface="宋体" panose="02010600030101010101" pitchFamily="2" charset="-122"/>
              </a:rPr>
              <a:t>2. </a:t>
            </a:r>
            <a:r>
              <a:rPr kumimoji="1" lang="zh-CN" altLang="en-US" sz="2800">
                <a:latin typeface="宋体" panose="02010600030101010101" pitchFamily="2" charset="-122"/>
              </a:rPr>
              <a:t>互感系数</a:t>
            </a:r>
          </a:p>
        </p:txBody>
      </p:sp>
      <p:sp>
        <p:nvSpPr>
          <p:cNvPr id="76803" name="Text Box 3"/>
          <p:cNvSpPr txBox="1">
            <a:spLocks noChangeArrowheads="1"/>
          </p:cNvSpPr>
          <p:nvPr/>
        </p:nvSpPr>
        <p:spPr bwMode="auto">
          <a:xfrm>
            <a:off x="1752600" y="990600"/>
            <a:ext cx="83058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AutoNum type="arabicParenBoth"/>
            </a:pPr>
            <a:r>
              <a:rPr kumimoji="1" lang="zh-CN" altLang="en-US" sz="2800">
                <a:latin typeface="宋体" panose="02010600030101010101" pitchFamily="2" charset="-122"/>
              </a:rPr>
              <a:t>定义  当线圈几何形状、相对位置、周围介质磁</a:t>
            </a:r>
          </a:p>
          <a:p>
            <a:pPr eaLnBrk="1" hangingPunct="1">
              <a:spcBef>
                <a:spcPct val="0"/>
              </a:spcBef>
              <a:buFontTx/>
              <a:buNone/>
            </a:pPr>
            <a:r>
              <a:rPr kumimoji="1" lang="zh-CN" altLang="en-US" sz="2800">
                <a:latin typeface="宋体" panose="02010600030101010101" pitchFamily="2" charset="-122"/>
              </a:rPr>
              <a:t>         导率均一定时</a:t>
            </a:r>
          </a:p>
        </p:txBody>
      </p:sp>
      <p:grpSp>
        <p:nvGrpSpPr>
          <p:cNvPr id="76804" name="Group 4"/>
          <p:cNvGrpSpPr>
            <a:grpSpLocks/>
          </p:cNvGrpSpPr>
          <p:nvPr/>
        </p:nvGrpSpPr>
        <p:grpSpPr bwMode="auto">
          <a:xfrm>
            <a:off x="1905000" y="2133600"/>
            <a:ext cx="5029200" cy="584200"/>
            <a:chOff x="240" y="2160"/>
            <a:chExt cx="3312" cy="368"/>
          </a:xfrm>
        </p:grpSpPr>
        <p:graphicFrame>
          <p:nvGraphicFramePr>
            <p:cNvPr id="76817" name="Object 5"/>
            <p:cNvGraphicFramePr>
              <a:graphicFrameLocks noChangeAspect="1"/>
            </p:cNvGraphicFramePr>
            <p:nvPr/>
          </p:nvGraphicFramePr>
          <p:xfrm>
            <a:off x="240" y="2208"/>
            <a:ext cx="1744" cy="320"/>
          </p:xfrm>
          <a:graphic>
            <a:graphicData uri="http://schemas.openxmlformats.org/presentationml/2006/ole">
              <mc:AlternateContent xmlns:mc="http://schemas.openxmlformats.org/markup-compatibility/2006">
                <mc:Choice xmlns:v="urn:schemas-microsoft-com:vml" Requires="v">
                  <p:oleObj spid="_x0000_s77008" name="公式" r:id="rId4" imgW="2768600" imgH="508000" progId="Equation.3">
                    <p:embed/>
                  </p:oleObj>
                </mc:Choice>
                <mc:Fallback>
                  <p:oleObj name="公式" r:id="rId4" imgW="2768600" imgH="5080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0" y="2208"/>
                          <a:ext cx="1744"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6818" name="Object 6"/>
            <p:cNvGraphicFramePr>
              <a:graphicFrameLocks noChangeAspect="1"/>
            </p:cNvGraphicFramePr>
            <p:nvPr/>
          </p:nvGraphicFramePr>
          <p:xfrm>
            <a:off x="2304" y="2160"/>
            <a:ext cx="1248" cy="320"/>
          </p:xfrm>
          <a:graphic>
            <a:graphicData uri="http://schemas.openxmlformats.org/presentationml/2006/ole">
              <mc:AlternateContent xmlns:mc="http://schemas.openxmlformats.org/markup-compatibility/2006">
                <mc:Choice xmlns:v="urn:schemas-microsoft-com:vml" Requires="v">
                  <p:oleObj spid="_x0000_s77009" name="公式" r:id="rId6" imgW="1981200" imgH="508000" progId="Equation.3">
                    <p:embed/>
                  </p:oleObj>
                </mc:Choice>
                <mc:Fallback>
                  <p:oleObj name="公式" r:id="rId6" imgW="1981200" imgH="508000"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04" y="2160"/>
                          <a:ext cx="1248"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76805" name="Group 7"/>
          <p:cNvGrpSpPr>
            <a:grpSpLocks/>
          </p:cNvGrpSpPr>
          <p:nvPr/>
        </p:nvGrpSpPr>
        <p:grpSpPr bwMode="auto">
          <a:xfrm>
            <a:off x="1905000" y="2895600"/>
            <a:ext cx="5105400" cy="508000"/>
            <a:chOff x="240" y="2640"/>
            <a:chExt cx="3376" cy="320"/>
          </a:xfrm>
        </p:grpSpPr>
        <p:graphicFrame>
          <p:nvGraphicFramePr>
            <p:cNvPr id="76815" name="Object 8"/>
            <p:cNvGraphicFramePr>
              <a:graphicFrameLocks noChangeAspect="1"/>
            </p:cNvGraphicFramePr>
            <p:nvPr/>
          </p:nvGraphicFramePr>
          <p:xfrm>
            <a:off x="240" y="2640"/>
            <a:ext cx="1736" cy="320"/>
          </p:xfrm>
          <a:graphic>
            <a:graphicData uri="http://schemas.openxmlformats.org/presentationml/2006/ole">
              <mc:AlternateContent xmlns:mc="http://schemas.openxmlformats.org/markup-compatibility/2006">
                <mc:Choice xmlns:v="urn:schemas-microsoft-com:vml" Requires="v">
                  <p:oleObj spid="_x0000_s77010" name="公式" r:id="rId8" imgW="2755900" imgH="508000" progId="Equation.3">
                    <p:embed/>
                  </p:oleObj>
                </mc:Choice>
                <mc:Fallback>
                  <p:oleObj name="公式" r:id="rId8" imgW="2755900" imgH="508000" progId="Equation.3">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0" y="2640"/>
                          <a:ext cx="1736"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6816" name="Object 9"/>
            <p:cNvGraphicFramePr>
              <a:graphicFrameLocks noChangeAspect="1"/>
            </p:cNvGraphicFramePr>
            <p:nvPr/>
          </p:nvGraphicFramePr>
          <p:xfrm>
            <a:off x="2352" y="2640"/>
            <a:ext cx="1264" cy="320"/>
          </p:xfrm>
          <a:graphic>
            <a:graphicData uri="http://schemas.openxmlformats.org/presentationml/2006/ole">
              <mc:AlternateContent xmlns:mc="http://schemas.openxmlformats.org/markup-compatibility/2006">
                <mc:Choice xmlns:v="urn:schemas-microsoft-com:vml" Requires="v">
                  <p:oleObj spid="_x0000_s77011" name="公式" r:id="rId10" imgW="2006600" imgH="508000" progId="Equation.3">
                    <p:embed/>
                  </p:oleObj>
                </mc:Choice>
                <mc:Fallback>
                  <p:oleObj name="公式" r:id="rId10" imgW="2006600" imgH="508000" progId="Equation.3">
                    <p:embed/>
                    <p:pic>
                      <p:nvPicPr>
                        <p:cNvPr id="0" name="Object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52" y="2640"/>
                          <a:ext cx="1264"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76806" name="Object 10"/>
          <p:cNvGraphicFramePr>
            <a:graphicFrameLocks noChangeAspect="1"/>
          </p:cNvGraphicFramePr>
          <p:nvPr/>
        </p:nvGraphicFramePr>
        <p:xfrm>
          <a:off x="7391400" y="2959100"/>
          <a:ext cx="2730500" cy="508000"/>
        </p:xfrm>
        <a:graphic>
          <a:graphicData uri="http://schemas.openxmlformats.org/presentationml/2006/ole">
            <mc:AlternateContent xmlns:mc="http://schemas.openxmlformats.org/markup-compatibility/2006">
              <mc:Choice xmlns:v="urn:schemas-microsoft-com:vml" Requires="v">
                <p:oleObj spid="_x0000_s77012" name="公式" r:id="rId12" imgW="2730500" imgH="508000" progId="Equation.3">
                  <p:embed/>
                </p:oleObj>
              </mc:Choice>
              <mc:Fallback>
                <p:oleObj name="公式" r:id="rId12" imgW="2730500" imgH="508000" progId="Equation.3">
                  <p:embed/>
                  <p:pic>
                    <p:nvPicPr>
                      <p:cNvPr id="0" name="Object 1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391400" y="2959100"/>
                        <a:ext cx="2730500"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6807" name="AutoShape 11"/>
          <p:cNvSpPr>
            <a:spLocks/>
          </p:cNvSpPr>
          <p:nvPr/>
        </p:nvSpPr>
        <p:spPr bwMode="auto">
          <a:xfrm>
            <a:off x="7086600" y="2362200"/>
            <a:ext cx="228600" cy="990600"/>
          </a:xfrm>
          <a:prstGeom prst="rightBrace">
            <a:avLst>
              <a:gd name="adj1" fmla="val 36111"/>
              <a:gd name="adj2" fmla="val 50000"/>
            </a:avLst>
          </a:pr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6808" name="Text Box 12"/>
          <p:cNvSpPr txBox="1">
            <a:spLocks noChangeArrowheads="1"/>
          </p:cNvSpPr>
          <p:nvPr/>
        </p:nvSpPr>
        <p:spPr bwMode="auto">
          <a:xfrm>
            <a:off x="7200900" y="22860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a:latin typeface="宋体" panose="02010600030101010101" pitchFamily="2" charset="-122"/>
              </a:rPr>
              <a:t>实验、理论均证明：</a:t>
            </a:r>
          </a:p>
        </p:txBody>
      </p:sp>
      <p:graphicFrame>
        <p:nvGraphicFramePr>
          <p:cNvPr id="76809" name="Object 13"/>
          <p:cNvGraphicFramePr>
            <a:graphicFrameLocks noChangeAspect="1"/>
          </p:cNvGraphicFramePr>
          <p:nvPr/>
        </p:nvGraphicFramePr>
        <p:xfrm>
          <a:off x="4902200" y="3798889"/>
          <a:ext cx="2578100" cy="1114425"/>
        </p:xfrm>
        <a:graphic>
          <a:graphicData uri="http://schemas.openxmlformats.org/presentationml/2006/ole">
            <mc:AlternateContent xmlns:mc="http://schemas.openxmlformats.org/markup-compatibility/2006">
              <mc:Choice xmlns:v="urn:schemas-microsoft-com:vml" Requires="v">
                <p:oleObj spid="_x0000_s77013" name="公式" r:id="rId14" imgW="2527300" imgH="1092200" progId="Equation.3">
                  <p:embed/>
                </p:oleObj>
              </mc:Choice>
              <mc:Fallback>
                <p:oleObj name="公式" r:id="rId14" imgW="2527300" imgH="1092200" progId="Equation.3">
                  <p:embed/>
                  <p:pic>
                    <p:nvPicPr>
                      <p:cNvPr id="0" name="Object 1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902200" y="3798889"/>
                        <a:ext cx="2578100" cy="111442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6810" name="Rectangle 14"/>
          <p:cNvSpPr>
            <a:spLocks noChangeArrowheads="1"/>
          </p:cNvSpPr>
          <p:nvPr/>
        </p:nvSpPr>
        <p:spPr bwMode="auto">
          <a:xfrm>
            <a:off x="7543800" y="4114801"/>
            <a:ext cx="2819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30000"/>
              </a:spcBef>
              <a:buFontTx/>
              <a:buNone/>
            </a:pPr>
            <a:r>
              <a:rPr kumimoji="1" lang="zh-CN" altLang="en-US" sz="2800">
                <a:latin typeface="宋体" panose="02010600030101010101" pitchFamily="2" charset="-122"/>
              </a:rPr>
              <a:t>～第一种定义式</a:t>
            </a:r>
          </a:p>
        </p:txBody>
      </p:sp>
      <p:grpSp>
        <p:nvGrpSpPr>
          <p:cNvPr id="76811" name="Group 15"/>
          <p:cNvGrpSpPr>
            <a:grpSpLocks/>
          </p:cNvGrpSpPr>
          <p:nvPr/>
        </p:nvGrpSpPr>
        <p:grpSpPr bwMode="auto">
          <a:xfrm>
            <a:off x="2209800" y="4038601"/>
            <a:ext cx="2317750" cy="519113"/>
            <a:chOff x="1746" y="2338"/>
            <a:chExt cx="1460" cy="327"/>
          </a:xfrm>
        </p:grpSpPr>
        <p:sp>
          <p:nvSpPr>
            <p:cNvPr id="76813" name="Rectangle 16"/>
            <p:cNvSpPr>
              <a:spLocks noChangeArrowheads="1"/>
            </p:cNvSpPr>
            <p:nvPr/>
          </p:nvSpPr>
          <p:spPr bwMode="auto">
            <a:xfrm>
              <a:off x="1746" y="2338"/>
              <a:ext cx="146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latin typeface="宋体" panose="02010600030101010101" pitchFamily="2" charset="-122"/>
                </a:rPr>
                <a:t>互感系数    </a:t>
              </a:r>
            </a:p>
          </p:txBody>
        </p:sp>
        <p:graphicFrame>
          <p:nvGraphicFramePr>
            <p:cNvPr id="76814" name="Object 17"/>
            <p:cNvGraphicFramePr>
              <a:graphicFrameLocks noChangeAspect="1"/>
            </p:cNvGraphicFramePr>
            <p:nvPr/>
          </p:nvGraphicFramePr>
          <p:xfrm>
            <a:off x="2784" y="2400"/>
            <a:ext cx="264" cy="192"/>
          </p:xfrm>
          <a:graphic>
            <a:graphicData uri="http://schemas.openxmlformats.org/presentationml/2006/ole">
              <mc:AlternateContent xmlns:mc="http://schemas.openxmlformats.org/markup-compatibility/2006">
                <mc:Choice xmlns:v="urn:schemas-microsoft-com:vml" Requires="v">
                  <p:oleObj spid="_x0000_s77014" name="公式" r:id="rId16" imgW="469696" imgH="342751" progId="Equation.3">
                    <p:embed/>
                  </p:oleObj>
                </mc:Choice>
                <mc:Fallback>
                  <p:oleObj name="公式" r:id="rId16" imgW="469696" imgH="342751" progId="Equation.3">
                    <p:embed/>
                    <p:pic>
                      <p:nvPicPr>
                        <p:cNvPr id="0" name="Object 1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784" y="2400"/>
                          <a:ext cx="26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76812" name="Rectangle 18"/>
          <p:cNvSpPr>
            <a:spLocks noChangeArrowheads="1"/>
          </p:cNvSpPr>
          <p:nvPr/>
        </p:nvSpPr>
        <p:spPr bwMode="auto">
          <a:xfrm>
            <a:off x="1905000" y="5410200"/>
            <a:ext cx="84582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30000"/>
              </a:spcBef>
              <a:buFontTx/>
              <a:buNone/>
            </a:pPr>
            <a:r>
              <a:rPr kumimoji="1" lang="zh-CN" altLang="en-US" sz="2800">
                <a:latin typeface="宋体" panose="02010600030101010101" pitchFamily="2" charset="-122"/>
              </a:rPr>
              <a:t>两个线圈的互感</a:t>
            </a:r>
            <a:r>
              <a:rPr kumimoji="1" lang="en-US" altLang="zh-CN" sz="2800">
                <a:latin typeface="宋体" panose="02010600030101010101" pitchFamily="2" charset="-122"/>
              </a:rPr>
              <a:t>M</a:t>
            </a:r>
            <a:r>
              <a:rPr kumimoji="1" lang="zh-CN" altLang="en-US" sz="2800">
                <a:latin typeface="宋体" panose="02010600030101010101" pitchFamily="2" charset="-122"/>
              </a:rPr>
              <a:t>在数值上等于其中一个线圈中的电流为一单位时，穿过另一个线圈所围面积的磁通量。</a:t>
            </a: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ext Box 2"/>
          <p:cNvSpPr txBox="1">
            <a:spLocks noChangeArrowheads="1"/>
          </p:cNvSpPr>
          <p:nvPr/>
        </p:nvSpPr>
        <p:spPr bwMode="auto">
          <a:xfrm>
            <a:off x="1905000" y="206376"/>
            <a:ext cx="2317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a:latin typeface="宋体" panose="02010600030101010101" pitchFamily="2" charset="-122"/>
              </a:rPr>
              <a:t>(2) </a:t>
            </a:r>
            <a:r>
              <a:rPr kumimoji="1" lang="zh-CN" altLang="en-US" sz="2800">
                <a:latin typeface="宋体" panose="02010600030101010101" pitchFamily="2" charset="-122"/>
              </a:rPr>
              <a:t>物理意义</a:t>
            </a:r>
          </a:p>
        </p:txBody>
      </p:sp>
      <p:graphicFrame>
        <p:nvGraphicFramePr>
          <p:cNvPr id="78851" name="Object 3"/>
          <p:cNvGraphicFramePr>
            <a:graphicFrameLocks noChangeAspect="1"/>
          </p:cNvGraphicFramePr>
          <p:nvPr/>
        </p:nvGraphicFramePr>
        <p:xfrm>
          <a:off x="2362200" y="990601"/>
          <a:ext cx="3657600" cy="1146175"/>
        </p:xfrm>
        <a:graphic>
          <a:graphicData uri="http://schemas.openxmlformats.org/presentationml/2006/ole">
            <mc:AlternateContent xmlns:mc="http://schemas.openxmlformats.org/markup-compatibility/2006">
              <mc:Choice xmlns:v="urn:schemas-microsoft-com:vml" Requires="v">
                <p:oleObj spid="_x0000_s78997" name="公式" r:id="rId4" imgW="1422400" imgH="393700" progId="Equation.3">
                  <p:embed/>
                </p:oleObj>
              </mc:Choice>
              <mc:Fallback>
                <p:oleObj name="公式" r:id="rId4" imgW="1422400" imgH="3937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62200" y="990601"/>
                        <a:ext cx="3657600" cy="114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8852" name="Object 4"/>
          <p:cNvGraphicFramePr>
            <a:graphicFrameLocks noChangeAspect="1"/>
          </p:cNvGraphicFramePr>
          <p:nvPr/>
        </p:nvGraphicFramePr>
        <p:xfrm>
          <a:off x="6477000" y="1066801"/>
          <a:ext cx="3811588" cy="1019175"/>
        </p:xfrm>
        <a:graphic>
          <a:graphicData uri="http://schemas.openxmlformats.org/presentationml/2006/ole">
            <mc:AlternateContent xmlns:mc="http://schemas.openxmlformats.org/markup-compatibility/2006">
              <mc:Choice xmlns:v="urn:schemas-microsoft-com:vml" Requires="v">
                <p:oleObj spid="_x0000_s78998" name="公式" r:id="rId6" imgW="1435100" imgH="393700" progId="Equation.3">
                  <p:embed/>
                </p:oleObj>
              </mc:Choice>
              <mc:Fallback>
                <p:oleObj name="公式" r:id="rId6" imgW="1435100" imgH="39370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77000" y="1066801"/>
                        <a:ext cx="3811588" cy="101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78853" name="Group 5"/>
          <p:cNvGrpSpPr>
            <a:grpSpLocks/>
          </p:cNvGrpSpPr>
          <p:nvPr/>
        </p:nvGrpSpPr>
        <p:grpSpPr bwMode="auto">
          <a:xfrm>
            <a:off x="2438401" y="2362201"/>
            <a:ext cx="4278313" cy="1376363"/>
            <a:chOff x="768" y="2013"/>
            <a:chExt cx="2695" cy="867"/>
          </a:xfrm>
        </p:grpSpPr>
        <p:graphicFrame>
          <p:nvGraphicFramePr>
            <p:cNvPr id="78860" name="Object 6"/>
            <p:cNvGraphicFramePr>
              <a:graphicFrameLocks noChangeAspect="1"/>
            </p:cNvGraphicFramePr>
            <p:nvPr/>
          </p:nvGraphicFramePr>
          <p:xfrm>
            <a:off x="768" y="2013"/>
            <a:ext cx="1872" cy="867"/>
          </p:xfrm>
          <a:graphic>
            <a:graphicData uri="http://schemas.openxmlformats.org/presentationml/2006/ole">
              <mc:AlternateContent xmlns:mc="http://schemas.openxmlformats.org/markup-compatibility/2006">
                <mc:Choice xmlns:v="urn:schemas-microsoft-com:vml" Requires="v">
                  <p:oleObj spid="_x0000_s78999" name="公式" r:id="rId8" imgW="774364" imgH="431613" progId="Equation.3">
                    <p:embed/>
                  </p:oleObj>
                </mc:Choice>
                <mc:Fallback>
                  <p:oleObj name="公式" r:id="rId8" imgW="774364" imgH="431613" progId="Equation.3">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68" y="2013"/>
                          <a:ext cx="1872" cy="867"/>
                        </a:xfrm>
                        <a:prstGeom prst="rect">
                          <a:avLst/>
                        </a:prstGeom>
                        <a:noFill/>
                        <a:ln>
                          <a:noFill/>
                        </a:ln>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8861" name="Object 7"/>
            <p:cNvGraphicFramePr>
              <a:graphicFrameLocks noChangeAspect="1"/>
            </p:cNvGraphicFramePr>
            <p:nvPr/>
          </p:nvGraphicFramePr>
          <p:xfrm>
            <a:off x="2592" y="2016"/>
            <a:ext cx="871" cy="864"/>
          </p:xfrm>
          <a:graphic>
            <a:graphicData uri="http://schemas.openxmlformats.org/presentationml/2006/ole">
              <mc:AlternateContent xmlns:mc="http://schemas.openxmlformats.org/markup-compatibility/2006">
                <mc:Choice xmlns:v="urn:schemas-microsoft-com:vml" Requires="v">
                  <p:oleObj spid="_x0000_s79000" name="公式" r:id="rId10" imgW="355446" imgH="431613" progId="Equation.3">
                    <p:embed/>
                  </p:oleObj>
                </mc:Choice>
                <mc:Fallback>
                  <p:oleObj name="公式" r:id="rId10" imgW="355446" imgH="431613" progId="Equation.3">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92" y="2016"/>
                          <a:ext cx="871" cy="864"/>
                        </a:xfrm>
                        <a:prstGeom prst="rect">
                          <a:avLst/>
                        </a:prstGeom>
                        <a:noFill/>
                        <a:ln>
                          <a:noFill/>
                        </a:ln>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78854" name="Group 8"/>
          <p:cNvGrpSpPr>
            <a:grpSpLocks/>
          </p:cNvGrpSpPr>
          <p:nvPr/>
        </p:nvGrpSpPr>
        <p:grpSpPr bwMode="auto">
          <a:xfrm>
            <a:off x="2057400" y="3962400"/>
            <a:ext cx="8058150" cy="946150"/>
            <a:chOff x="336" y="3072"/>
            <a:chExt cx="5076" cy="596"/>
          </a:xfrm>
        </p:grpSpPr>
        <p:graphicFrame>
          <p:nvGraphicFramePr>
            <p:cNvPr id="78858" name="Object 9"/>
            <p:cNvGraphicFramePr>
              <a:graphicFrameLocks noChangeAspect="1"/>
            </p:cNvGraphicFramePr>
            <p:nvPr/>
          </p:nvGraphicFramePr>
          <p:xfrm>
            <a:off x="336" y="3168"/>
            <a:ext cx="391" cy="223"/>
          </p:xfrm>
          <a:graphic>
            <a:graphicData uri="http://schemas.openxmlformats.org/presentationml/2006/ole">
              <mc:AlternateContent xmlns:mc="http://schemas.openxmlformats.org/markup-compatibility/2006">
                <mc:Choice xmlns:v="urn:schemas-microsoft-com:vml" Requires="v">
                  <p:oleObj spid="_x0000_s79001" name="公式" r:id="rId12" imgW="622030" imgH="355446" progId="Equation.3">
                    <p:embed/>
                  </p:oleObj>
                </mc:Choice>
                <mc:Fallback>
                  <p:oleObj name="公式" r:id="rId12" imgW="622030" imgH="355446" progId="Equation.3">
                    <p:embed/>
                    <p:pic>
                      <p:nvPicPr>
                        <p:cNvPr id="0" name="Object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36" y="3168"/>
                          <a:ext cx="391"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8859" name="Text Box 10"/>
            <p:cNvSpPr txBox="1">
              <a:spLocks noChangeArrowheads="1"/>
            </p:cNvSpPr>
            <p:nvPr/>
          </p:nvSpPr>
          <p:spPr bwMode="auto">
            <a:xfrm>
              <a:off x="816" y="3072"/>
              <a:ext cx="4596"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latin typeface="宋体" panose="02010600030101010101" pitchFamily="2" charset="-122"/>
                </a:rPr>
                <a:t>当一个回路中电流变化率为一个单位时，在</a:t>
              </a:r>
            </a:p>
            <a:p>
              <a:pPr eaLnBrk="1" hangingPunct="1">
                <a:spcBef>
                  <a:spcPct val="0"/>
                </a:spcBef>
                <a:buFontTx/>
                <a:buNone/>
              </a:pPr>
              <a:r>
                <a:rPr kumimoji="1" lang="zh-CN" altLang="en-US" sz="2800">
                  <a:latin typeface="宋体" panose="02010600030101010101" pitchFamily="2" charset="-122"/>
                </a:rPr>
                <a:t>相邻另一回路中引起的互感电动势的绝对值。</a:t>
              </a:r>
            </a:p>
          </p:txBody>
        </p:sp>
      </p:grpSp>
      <p:sp>
        <p:nvSpPr>
          <p:cNvPr id="78855" name="Rectangle 11"/>
          <p:cNvSpPr>
            <a:spLocks noChangeArrowheads="1"/>
          </p:cNvSpPr>
          <p:nvPr/>
        </p:nvSpPr>
        <p:spPr bwMode="auto">
          <a:xfrm>
            <a:off x="7086600" y="2971801"/>
            <a:ext cx="2819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30000"/>
              </a:spcBef>
              <a:buFontTx/>
              <a:buNone/>
            </a:pPr>
            <a:r>
              <a:rPr kumimoji="1" lang="zh-CN" altLang="en-US" sz="2800">
                <a:latin typeface="宋体" panose="02010600030101010101" pitchFamily="2" charset="-122"/>
              </a:rPr>
              <a:t>～第二种定义式</a:t>
            </a:r>
          </a:p>
        </p:txBody>
      </p:sp>
      <p:sp>
        <p:nvSpPr>
          <p:cNvPr id="78856" name="Text Box 12"/>
          <p:cNvSpPr txBox="1">
            <a:spLocks noChangeArrowheads="1"/>
          </p:cNvSpPr>
          <p:nvPr/>
        </p:nvSpPr>
        <p:spPr bwMode="auto">
          <a:xfrm>
            <a:off x="2057400" y="5029201"/>
            <a:ext cx="4629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a:latin typeface="宋体" panose="02010600030101010101" pitchFamily="2" charset="-122"/>
              </a:rPr>
              <a:t>M</a:t>
            </a:r>
            <a:r>
              <a:rPr kumimoji="1" lang="zh-CN" altLang="en-US" sz="2800">
                <a:latin typeface="宋体" panose="02010600030101010101" pitchFamily="2" charset="-122"/>
              </a:rPr>
              <a:t>的</a:t>
            </a:r>
            <a:r>
              <a:rPr kumimoji="1" lang="zh-CN" altLang="en-US" sz="2800">
                <a:solidFill>
                  <a:schemeClr val="folHlink"/>
                </a:solidFill>
                <a:latin typeface="宋体" panose="02010600030101010101" pitchFamily="2" charset="-122"/>
              </a:rPr>
              <a:t>单位</a:t>
            </a:r>
            <a:r>
              <a:rPr kumimoji="1" lang="zh-CN" altLang="en-US" sz="2800">
                <a:latin typeface="宋体" panose="02010600030101010101" pitchFamily="2" charset="-122"/>
              </a:rPr>
              <a:t>与</a:t>
            </a:r>
            <a:r>
              <a:rPr kumimoji="1" lang="en-US" altLang="zh-CN" sz="2800">
                <a:latin typeface="宋体" panose="02010600030101010101" pitchFamily="2" charset="-122"/>
              </a:rPr>
              <a:t>L</a:t>
            </a:r>
            <a:r>
              <a:rPr kumimoji="1" lang="zh-CN" altLang="en-US" sz="2800">
                <a:latin typeface="宋体" panose="02010600030101010101" pitchFamily="2" charset="-122"/>
              </a:rPr>
              <a:t>相同：亨利（</a:t>
            </a:r>
            <a:r>
              <a:rPr kumimoji="1" lang="en-US" altLang="zh-CN" sz="2800">
                <a:latin typeface="宋体" panose="02010600030101010101" pitchFamily="2" charset="-122"/>
              </a:rPr>
              <a:t>H</a:t>
            </a:r>
            <a:r>
              <a:rPr kumimoji="1" lang="zh-CN" altLang="en-US" sz="2800">
                <a:latin typeface="宋体" panose="02010600030101010101" pitchFamily="2" charset="-122"/>
              </a:rPr>
              <a:t>）</a:t>
            </a:r>
          </a:p>
        </p:txBody>
      </p:sp>
      <p:sp>
        <p:nvSpPr>
          <p:cNvPr id="78857" name="Text Box 13"/>
          <p:cNvSpPr txBox="1">
            <a:spLocks noChangeArrowheads="1"/>
          </p:cNvSpPr>
          <p:nvPr/>
        </p:nvSpPr>
        <p:spPr bwMode="auto">
          <a:xfrm>
            <a:off x="2057400" y="5715000"/>
            <a:ext cx="78486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a:latin typeface="宋体" panose="02010600030101010101" pitchFamily="2" charset="-122"/>
              </a:rPr>
              <a:t>  M</a:t>
            </a:r>
            <a:r>
              <a:rPr kumimoji="1" lang="zh-CN" altLang="en-US" sz="2800">
                <a:latin typeface="宋体" panose="02010600030101010101" pitchFamily="2" charset="-122"/>
              </a:rPr>
              <a:t>的值通常用实验方法测定，一些较简单的可用计算方法求得。</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ext Box 2"/>
          <p:cNvSpPr txBox="1">
            <a:spLocks noChangeArrowheads="1"/>
          </p:cNvSpPr>
          <p:nvPr/>
        </p:nvSpPr>
        <p:spPr bwMode="auto">
          <a:xfrm>
            <a:off x="1752600" y="130176"/>
            <a:ext cx="1606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a:latin typeface="宋体" panose="02010600030101010101" pitchFamily="2" charset="-122"/>
              </a:rPr>
              <a:t>(3) </a:t>
            </a:r>
            <a:r>
              <a:rPr kumimoji="1" lang="zh-CN" altLang="en-US" sz="2800">
                <a:latin typeface="宋体" panose="02010600030101010101" pitchFamily="2" charset="-122"/>
              </a:rPr>
              <a:t>计算</a:t>
            </a:r>
          </a:p>
        </p:txBody>
      </p:sp>
      <p:grpSp>
        <p:nvGrpSpPr>
          <p:cNvPr id="80899" name="Group 3"/>
          <p:cNvGrpSpPr>
            <a:grpSpLocks/>
          </p:cNvGrpSpPr>
          <p:nvPr/>
        </p:nvGrpSpPr>
        <p:grpSpPr bwMode="auto">
          <a:xfrm>
            <a:off x="2209801" y="685801"/>
            <a:ext cx="7129463" cy="1630363"/>
            <a:chOff x="672" y="480"/>
            <a:chExt cx="4491" cy="1027"/>
          </a:xfrm>
        </p:grpSpPr>
        <p:sp>
          <p:nvSpPr>
            <p:cNvPr id="80972" name="Text Box 4"/>
            <p:cNvSpPr txBox="1">
              <a:spLocks noChangeArrowheads="1"/>
            </p:cNvSpPr>
            <p:nvPr/>
          </p:nvSpPr>
          <p:spPr bwMode="auto">
            <a:xfrm>
              <a:off x="3360" y="960"/>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latin typeface="宋体" panose="02010600030101010101" pitchFamily="2" charset="-122"/>
                </a:rPr>
                <a:t>得</a:t>
              </a:r>
            </a:p>
          </p:txBody>
        </p:sp>
        <p:graphicFrame>
          <p:nvGraphicFramePr>
            <p:cNvPr id="80973" name="Object 5"/>
            <p:cNvGraphicFramePr>
              <a:graphicFrameLocks noChangeAspect="1"/>
            </p:cNvGraphicFramePr>
            <p:nvPr/>
          </p:nvGraphicFramePr>
          <p:xfrm>
            <a:off x="3792" y="912"/>
            <a:ext cx="816" cy="595"/>
          </p:xfrm>
          <a:graphic>
            <a:graphicData uri="http://schemas.openxmlformats.org/presentationml/2006/ole">
              <mc:AlternateContent xmlns:mc="http://schemas.openxmlformats.org/markup-compatibility/2006">
                <mc:Choice xmlns:v="urn:schemas-microsoft-com:vml" Requires="v">
                  <p:oleObj spid="_x0000_s81386" name="公式" r:id="rId4" imgW="1497950" imgH="1091726" progId="Equation.3">
                    <p:embed/>
                  </p:oleObj>
                </mc:Choice>
                <mc:Fallback>
                  <p:oleObj name="公式" r:id="rId4" imgW="1497950" imgH="1091726"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92" y="912"/>
                          <a:ext cx="816" cy="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0974" name="Line 6"/>
            <p:cNvSpPr>
              <a:spLocks noChangeShapeType="1"/>
            </p:cNvSpPr>
            <p:nvPr/>
          </p:nvSpPr>
          <p:spPr bwMode="auto">
            <a:xfrm>
              <a:off x="2928" y="1152"/>
              <a:ext cx="384"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75" name="Text Box 7"/>
            <p:cNvSpPr txBox="1">
              <a:spLocks noChangeArrowheads="1"/>
            </p:cNvSpPr>
            <p:nvPr/>
          </p:nvSpPr>
          <p:spPr bwMode="auto">
            <a:xfrm>
              <a:off x="672" y="514"/>
              <a:ext cx="418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latin typeface="宋体" panose="02010600030101010101" pitchFamily="2" charset="-122"/>
                </a:rPr>
                <a:t>设</a:t>
              </a:r>
              <a:r>
                <a:rPr kumimoji="1" lang="en-US" altLang="zh-CN" sz="2800" i="1">
                  <a:latin typeface="宋体" panose="02010600030101010101" pitchFamily="2" charset="-122"/>
                </a:rPr>
                <a:t>I</a:t>
              </a:r>
              <a:r>
                <a:rPr kumimoji="1" lang="en-US" altLang="zh-CN" sz="2800" baseline="-25000">
                  <a:latin typeface="宋体" panose="02010600030101010101" pitchFamily="2" charset="-122"/>
                </a:rPr>
                <a:t>1</a:t>
              </a:r>
              <a:r>
                <a:rPr kumimoji="1" lang="en-US" altLang="zh-CN" sz="2800">
                  <a:latin typeface="宋体" panose="02010600030101010101" pitchFamily="2" charset="-122"/>
                </a:rPr>
                <a:t>    </a:t>
              </a:r>
              <a:r>
                <a:rPr kumimoji="1" lang="en-US" altLang="zh-CN" sz="2800" i="1">
                  <a:latin typeface="宋体" panose="02010600030101010101" pitchFamily="2" charset="-122"/>
                </a:rPr>
                <a:t>I</a:t>
              </a:r>
              <a:r>
                <a:rPr kumimoji="1" lang="en-US" altLang="zh-CN" sz="2800" baseline="-25000">
                  <a:latin typeface="宋体" panose="02010600030101010101" pitchFamily="2" charset="-122"/>
                </a:rPr>
                <a:t>1</a:t>
              </a:r>
              <a:r>
                <a:rPr kumimoji="1" lang="zh-CN" altLang="en-US" sz="2800">
                  <a:latin typeface="宋体" panose="02010600030101010101" pitchFamily="2" charset="-122"/>
                </a:rPr>
                <a:t>的磁场分布      穿过回路</a:t>
              </a:r>
              <a:r>
                <a:rPr kumimoji="1" lang="en-US" altLang="zh-CN" sz="2800">
                  <a:latin typeface="宋体" panose="02010600030101010101" pitchFamily="2" charset="-122"/>
                </a:rPr>
                <a:t>2</a:t>
              </a:r>
              <a:r>
                <a:rPr kumimoji="1" lang="zh-CN" altLang="en-US" sz="2800">
                  <a:latin typeface="宋体" panose="02010600030101010101" pitchFamily="2" charset="-122"/>
                </a:rPr>
                <a:t>的</a:t>
              </a:r>
            </a:p>
          </p:txBody>
        </p:sp>
        <p:graphicFrame>
          <p:nvGraphicFramePr>
            <p:cNvPr id="80976" name="Object 8"/>
            <p:cNvGraphicFramePr>
              <a:graphicFrameLocks noChangeAspect="1"/>
            </p:cNvGraphicFramePr>
            <p:nvPr/>
          </p:nvGraphicFramePr>
          <p:xfrm>
            <a:off x="2880" y="528"/>
            <a:ext cx="240" cy="343"/>
          </p:xfrm>
          <a:graphic>
            <a:graphicData uri="http://schemas.openxmlformats.org/presentationml/2006/ole">
              <mc:AlternateContent xmlns:mc="http://schemas.openxmlformats.org/markup-compatibility/2006">
                <mc:Choice xmlns:v="urn:schemas-microsoft-com:vml" Requires="v">
                  <p:oleObj spid="_x0000_s81387" name="公式" r:id="rId6" imgW="380835" imgH="545863" progId="Equation.3">
                    <p:embed/>
                  </p:oleObj>
                </mc:Choice>
                <mc:Fallback>
                  <p:oleObj name="公式" r:id="rId6" imgW="380835" imgH="545863" progId="Equation.3">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80" y="528"/>
                          <a:ext cx="240"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0977" name="Object 9"/>
            <p:cNvGraphicFramePr>
              <a:graphicFrameLocks noChangeAspect="1"/>
            </p:cNvGraphicFramePr>
            <p:nvPr/>
          </p:nvGraphicFramePr>
          <p:xfrm>
            <a:off x="4800" y="480"/>
            <a:ext cx="363" cy="358"/>
          </p:xfrm>
          <a:graphic>
            <a:graphicData uri="http://schemas.openxmlformats.org/presentationml/2006/ole">
              <mc:AlternateContent xmlns:mc="http://schemas.openxmlformats.org/markup-compatibility/2006">
                <mc:Choice xmlns:v="urn:schemas-microsoft-com:vml" Requires="v">
                  <p:oleObj spid="_x0000_s81388" name="公式" r:id="rId8" imgW="228501" imgH="215806" progId="Equation.3">
                    <p:embed/>
                  </p:oleObj>
                </mc:Choice>
                <mc:Fallback>
                  <p:oleObj name="公式" r:id="rId8" imgW="228501" imgH="215806" progId="Equation.3">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00" y="480"/>
                          <a:ext cx="363" cy="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0978" name="Line 10"/>
            <p:cNvSpPr>
              <a:spLocks noChangeShapeType="1"/>
            </p:cNvSpPr>
            <p:nvPr/>
          </p:nvSpPr>
          <p:spPr bwMode="auto">
            <a:xfrm>
              <a:off x="1152" y="720"/>
              <a:ext cx="384"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79" name="Line 11"/>
            <p:cNvSpPr>
              <a:spLocks noChangeShapeType="1"/>
            </p:cNvSpPr>
            <p:nvPr/>
          </p:nvSpPr>
          <p:spPr bwMode="auto">
            <a:xfrm>
              <a:off x="3168" y="720"/>
              <a:ext cx="384"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80980" name="Object 12"/>
            <p:cNvGraphicFramePr>
              <a:graphicFrameLocks noChangeAspect="1"/>
            </p:cNvGraphicFramePr>
            <p:nvPr/>
          </p:nvGraphicFramePr>
          <p:xfrm>
            <a:off x="1248" y="960"/>
            <a:ext cx="1488" cy="499"/>
          </p:xfrm>
          <a:graphic>
            <a:graphicData uri="http://schemas.openxmlformats.org/presentationml/2006/ole">
              <mc:AlternateContent xmlns:mc="http://schemas.openxmlformats.org/markup-compatibility/2006">
                <mc:Choice xmlns:v="urn:schemas-microsoft-com:vml" Requires="v">
                  <p:oleObj spid="_x0000_s81389" name="公式" r:id="rId10" imgW="1117115" imgH="317362" progId="Equation.3">
                    <p:embed/>
                  </p:oleObj>
                </mc:Choice>
                <mc:Fallback>
                  <p:oleObj name="公式" r:id="rId10" imgW="1117115" imgH="317362" progId="Equation.3">
                    <p:embed/>
                    <p:pic>
                      <p:nvPicPr>
                        <p:cNvPr id="0" name="Object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248" y="960"/>
                          <a:ext cx="1488"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80900" name="Group 13"/>
          <p:cNvGrpSpPr>
            <a:grpSpLocks/>
          </p:cNvGrpSpPr>
          <p:nvPr/>
        </p:nvGrpSpPr>
        <p:grpSpPr bwMode="auto">
          <a:xfrm>
            <a:off x="6400800" y="3733800"/>
            <a:ext cx="3886200" cy="2590800"/>
            <a:chOff x="3072" y="2352"/>
            <a:chExt cx="2448" cy="1632"/>
          </a:xfrm>
        </p:grpSpPr>
        <p:sp>
          <p:nvSpPr>
            <p:cNvPr id="80943" name="Rectangle 14"/>
            <p:cNvSpPr>
              <a:spLocks noChangeArrowheads="1"/>
            </p:cNvSpPr>
            <p:nvPr/>
          </p:nvSpPr>
          <p:spPr bwMode="auto">
            <a:xfrm>
              <a:off x="3072" y="2352"/>
              <a:ext cx="2448" cy="1632"/>
            </a:xfrm>
            <a:prstGeom prst="rect">
              <a:avLst/>
            </a:prstGeom>
            <a:solidFill>
              <a:srgbClr val="FFFFFF"/>
            </a:solidFill>
            <a:ln w="9525">
              <a:solidFill>
                <a:schemeClr val="accent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nvGrpSpPr>
            <p:cNvPr id="80944" name="Group 15"/>
            <p:cNvGrpSpPr>
              <a:grpSpLocks/>
            </p:cNvGrpSpPr>
            <p:nvPr/>
          </p:nvGrpSpPr>
          <p:grpSpPr bwMode="auto">
            <a:xfrm>
              <a:off x="3360" y="2880"/>
              <a:ext cx="2112" cy="654"/>
              <a:chOff x="3408" y="2850"/>
              <a:chExt cx="2112" cy="654"/>
            </a:xfrm>
          </p:grpSpPr>
          <p:graphicFrame>
            <p:nvGraphicFramePr>
              <p:cNvPr id="80945" name="Object 16"/>
              <p:cNvGraphicFramePr>
                <a:graphicFrameLocks noChangeAspect="1"/>
              </p:cNvGraphicFramePr>
              <p:nvPr/>
            </p:nvGraphicFramePr>
            <p:xfrm>
              <a:off x="5280" y="3264"/>
              <a:ext cx="189" cy="240"/>
            </p:xfrm>
            <a:graphic>
              <a:graphicData uri="http://schemas.openxmlformats.org/presentationml/2006/ole">
                <mc:AlternateContent xmlns:mc="http://schemas.openxmlformats.org/markup-compatibility/2006">
                  <mc:Choice xmlns:v="urn:schemas-microsoft-com:vml" Requires="v">
                    <p:oleObj spid="_x0000_s81390" name="Equation" r:id="rId12" imgW="142818" imgH="180941" progId="Equation.DSMT4">
                      <p:embed/>
                    </p:oleObj>
                  </mc:Choice>
                  <mc:Fallback>
                    <p:oleObj name="Equation" r:id="rId12" imgW="142818" imgH="180941" progId="Equation.DSMT4">
                      <p:embed/>
                      <p:pic>
                        <p:nvPicPr>
                          <p:cNvPr id="0" name="Object 1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280" y="3264"/>
                            <a:ext cx="189"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80946" name="Group 17"/>
              <p:cNvGrpSpPr>
                <a:grpSpLocks/>
              </p:cNvGrpSpPr>
              <p:nvPr/>
            </p:nvGrpSpPr>
            <p:grpSpPr bwMode="auto">
              <a:xfrm>
                <a:off x="3711" y="2850"/>
                <a:ext cx="1577" cy="594"/>
                <a:chOff x="768" y="880"/>
                <a:chExt cx="1920" cy="688"/>
              </a:xfrm>
            </p:grpSpPr>
            <p:grpSp>
              <p:nvGrpSpPr>
                <p:cNvPr id="80951" name="Group 18"/>
                <p:cNvGrpSpPr>
                  <a:grpSpLocks/>
                </p:cNvGrpSpPr>
                <p:nvPr/>
              </p:nvGrpSpPr>
              <p:grpSpPr bwMode="auto">
                <a:xfrm>
                  <a:off x="768" y="1008"/>
                  <a:ext cx="1920" cy="432"/>
                  <a:chOff x="768" y="1008"/>
                  <a:chExt cx="1920" cy="432"/>
                </a:xfrm>
              </p:grpSpPr>
              <p:sp>
                <p:nvSpPr>
                  <p:cNvPr id="80970" name="Line 19"/>
                  <p:cNvSpPr>
                    <a:spLocks noChangeShapeType="1"/>
                  </p:cNvSpPr>
                  <p:nvPr/>
                </p:nvSpPr>
                <p:spPr bwMode="auto">
                  <a:xfrm>
                    <a:off x="768" y="1008"/>
                    <a:ext cx="1920"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71" name="Line 20"/>
                  <p:cNvSpPr>
                    <a:spLocks noChangeShapeType="1"/>
                  </p:cNvSpPr>
                  <p:nvPr/>
                </p:nvSpPr>
                <p:spPr bwMode="auto">
                  <a:xfrm>
                    <a:off x="768" y="1440"/>
                    <a:ext cx="1920"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80952" name="Group 21"/>
                <p:cNvGrpSpPr>
                  <a:grpSpLocks/>
                </p:cNvGrpSpPr>
                <p:nvPr/>
              </p:nvGrpSpPr>
              <p:grpSpPr bwMode="auto">
                <a:xfrm>
                  <a:off x="912" y="880"/>
                  <a:ext cx="1728" cy="688"/>
                  <a:chOff x="912" y="880"/>
                  <a:chExt cx="1728" cy="688"/>
                </a:xfrm>
              </p:grpSpPr>
              <p:sp>
                <p:nvSpPr>
                  <p:cNvPr id="80953" name="Freeform 22"/>
                  <p:cNvSpPr>
                    <a:spLocks/>
                  </p:cNvSpPr>
                  <p:nvPr/>
                </p:nvSpPr>
                <p:spPr bwMode="auto">
                  <a:xfrm>
                    <a:off x="912"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0954" name="Freeform 23"/>
                  <p:cNvSpPr>
                    <a:spLocks/>
                  </p:cNvSpPr>
                  <p:nvPr/>
                </p:nvSpPr>
                <p:spPr bwMode="auto">
                  <a:xfrm>
                    <a:off x="1008"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0955" name="Freeform 24"/>
                  <p:cNvSpPr>
                    <a:spLocks/>
                  </p:cNvSpPr>
                  <p:nvPr/>
                </p:nvSpPr>
                <p:spPr bwMode="auto">
                  <a:xfrm>
                    <a:off x="1104"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0956" name="Freeform 25"/>
                  <p:cNvSpPr>
                    <a:spLocks/>
                  </p:cNvSpPr>
                  <p:nvPr/>
                </p:nvSpPr>
                <p:spPr bwMode="auto">
                  <a:xfrm>
                    <a:off x="1200"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0957" name="Freeform 26"/>
                  <p:cNvSpPr>
                    <a:spLocks/>
                  </p:cNvSpPr>
                  <p:nvPr/>
                </p:nvSpPr>
                <p:spPr bwMode="auto">
                  <a:xfrm>
                    <a:off x="1296"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0958" name="Freeform 27"/>
                  <p:cNvSpPr>
                    <a:spLocks/>
                  </p:cNvSpPr>
                  <p:nvPr/>
                </p:nvSpPr>
                <p:spPr bwMode="auto">
                  <a:xfrm>
                    <a:off x="1392"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0959" name="Freeform 28"/>
                  <p:cNvSpPr>
                    <a:spLocks/>
                  </p:cNvSpPr>
                  <p:nvPr/>
                </p:nvSpPr>
                <p:spPr bwMode="auto">
                  <a:xfrm>
                    <a:off x="1488"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0960" name="Freeform 29"/>
                  <p:cNvSpPr>
                    <a:spLocks/>
                  </p:cNvSpPr>
                  <p:nvPr/>
                </p:nvSpPr>
                <p:spPr bwMode="auto">
                  <a:xfrm>
                    <a:off x="1584"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0961" name="Freeform 30"/>
                  <p:cNvSpPr>
                    <a:spLocks/>
                  </p:cNvSpPr>
                  <p:nvPr/>
                </p:nvSpPr>
                <p:spPr bwMode="auto">
                  <a:xfrm>
                    <a:off x="1680"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0962" name="Freeform 31"/>
                  <p:cNvSpPr>
                    <a:spLocks/>
                  </p:cNvSpPr>
                  <p:nvPr/>
                </p:nvSpPr>
                <p:spPr bwMode="auto">
                  <a:xfrm>
                    <a:off x="1776"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0963" name="Freeform 32"/>
                  <p:cNvSpPr>
                    <a:spLocks/>
                  </p:cNvSpPr>
                  <p:nvPr/>
                </p:nvSpPr>
                <p:spPr bwMode="auto">
                  <a:xfrm>
                    <a:off x="1872"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0964" name="Freeform 33"/>
                  <p:cNvSpPr>
                    <a:spLocks/>
                  </p:cNvSpPr>
                  <p:nvPr/>
                </p:nvSpPr>
                <p:spPr bwMode="auto">
                  <a:xfrm>
                    <a:off x="1968"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0965" name="Freeform 34"/>
                  <p:cNvSpPr>
                    <a:spLocks/>
                  </p:cNvSpPr>
                  <p:nvPr/>
                </p:nvSpPr>
                <p:spPr bwMode="auto">
                  <a:xfrm>
                    <a:off x="2064"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0966" name="Freeform 35"/>
                  <p:cNvSpPr>
                    <a:spLocks/>
                  </p:cNvSpPr>
                  <p:nvPr/>
                </p:nvSpPr>
                <p:spPr bwMode="auto">
                  <a:xfrm>
                    <a:off x="2160"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0967" name="Freeform 36"/>
                  <p:cNvSpPr>
                    <a:spLocks/>
                  </p:cNvSpPr>
                  <p:nvPr/>
                </p:nvSpPr>
                <p:spPr bwMode="auto">
                  <a:xfrm>
                    <a:off x="2256"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0968" name="Freeform 37"/>
                  <p:cNvSpPr>
                    <a:spLocks/>
                  </p:cNvSpPr>
                  <p:nvPr/>
                </p:nvSpPr>
                <p:spPr bwMode="auto">
                  <a:xfrm>
                    <a:off x="2352"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0969" name="Freeform 38"/>
                  <p:cNvSpPr>
                    <a:spLocks/>
                  </p:cNvSpPr>
                  <p:nvPr/>
                </p:nvSpPr>
                <p:spPr bwMode="auto">
                  <a:xfrm>
                    <a:off x="2448"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sp>
            <p:nvSpPr>
              <p:cNvPr id="80947" name="Line 39"/>
              <p:cNvSpPr>
                <a:spLocks noChangeShapeType="1"/>
              </p:cNvSpPr>
              <p:nvPr/>
            </p:nvSpPr>
            <p:spPr bwMode="auto">
              <a:xfrm flipV="1">
                <a:off x="3790" y="3347"/>
                <a:ext cx="0" cy="8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80948" name="Object 40"/>
              <p:cNvGraphicFramePr>
                <a:graphicFrameLocks noChangeAspect="1"/>
              </p:cNvGraphicFramePr>
              <p:nvPr/>
            </p:nvGraphicFramePr>
            <p:xfrm>
              <a:off x="5237" y="2976"/>
              <a:ext cx="283" cy="288"/>
            </p:xfrm>
            <a:graphic>
              <a:graphicData uri="http://schemas.openxmlformats.org/presentationml/2006/ole">
                <mc:AlternateContent xmlns:mc="http://schemas.openxmlformats.org/markup-compatibility/2006">
                  <mc:Choice xmlns:v="urn:schemas-microsoft-com:vml" Requires="v">
                    <p:oleObj spid="_x0000_s81391" name="Equation" r:id="rId14" imgW="114376" imgH="180941" progId="Equation.DSMT4">
                      <p:embed/>
                    </p:oleObj>
                  </mc:Choice>
                  <mc:Fallback>
                    <p:oleObj name="Equation" r:id="rId14" imgW="114376" imgH="180941" progId="Equation.DSMT4">
                      <p:embed/>
                      <p:pic>
                        <p:nvPicPr>
                          <p:cNvPr id="0" name="Object 4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237" y="2976"/>
                            <a:ext cx="28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0949" name="Line 41"/>
              <p:cNvSpPr>
                <a:spLocks noChangeShapeType="1"/>
              </p:cNvSpPr>
              <p:nvPr/>
            </p:nvSpPr>
            <p:spPr bwMode="auto">
              <a:xfrm>
                <a:off x="3696" y="2928"/>
                <a:ext cx="0" cy="414"/>
              </a:xfrm>
              <a:prstGeom prst="line">
                <a:avLst/>
              </a:prstGeom>
              <a:noFill/>
              <a:ln w="28575">
                <a:solidFill>
                  <a:schemeClr val="hlink"/>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80950" name="Object 42"/>
              <p:cNvGraphicFramePr>
                <a:graphicFrameLocks noChangeAspect="1"/>
              </p:cNvGraphicFramePr>
              <p:nvPr/>
            </p:nvGraphicFramePr>
            <p:xfrm>
              <a:off x="3408" y="3024"/>
              <a:ext cx="277" cy="312"/>
            </p:xfrm>
            <a:graphic>
              <a:graphicData uri="http://schemas.openxmlformats.org/presentationml/2006/ole">
                <mc:AlternateContent xmlns:mc="http://schemas.openxmlformats.org/markup-compatibility/2006">
                  <mc:Choice xmlns:v="urn:schemas-microsoft-com:vml" Requires="v">
                    <p:oleObj spid="_x0000_s81392" name="Equation" r:id="rId16" imgW="203112" imgH="228501" progId="Equation.DSMT4">
                      <p:embed/>
                    </p:oleObj>
                  </mc:Choice>
                  <mc:Fallback>
                    <p:oleObj name="Equation" r:id="rId16" imgW="203112" imgH="228501" progId="Equation.DSMT4">
                      <p:embed/>
                      <p:pic>
                        <p:nvPicPr>
                          <p:cNvPr id="0" name="Object 4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408" y="3024"/>
                            <a:ext cx="277"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80901" name="Group 43"/>
          <p:cNvGrpSpPr>
            <a:grpSpLocks/>
          </p:cNvGrpSpPr>
          <p:nvPr/>
        </p:nvGrpSpPr>
        <p:grpSpPr bwMode="auto">
          <a:xfrm>
            <a:off x="6446839" y="3810000"/>
            <a:ext cx="3597275" cy="2452688"/>
            <a:chOff x="3101" y="2400"/>
            <a:chExt cx="2266" cy="1545"/>
          </a:xfrm>
        </p:grpSpPr>
        <p:grpSp>
          <p:nvGrpSpPr>
            <p:cNvPr id="80910" name="Group 44"/>
            <p:cNvGrpSpPr>
              <a:grpSpLocks/>
            </p:cNvGrpSpPr>
            <p:nvPr/>
          </p:nvGrpSpPr>
          <p:grpSpPr bwMode="auto">
            <a:xfrm>
              <a:off x="3696" y="2592"/>
              <a:ext cx="1577" cy="1192"/>
              <a:chOff x="3312" y="2448"/>
              <a:chExt cx="1920" cy="1576"/>
            </a:xfrm>
          </p:grpSpPr>
          <p:grpSp>
            <p:nvGrpSpPr>
              <p:cNvPr id="80923" name="Group 45"/>
              <p:cNvGrpSpPr>
                <a:grpSpLocks/>
              </p:cNvGrpSpPr>
              <p:nvPr/>
            </p:nvGrpSpPr>
            <p:grpSpPr bwMode="auto">
              <a:xfrm>
                <a:off x="3312" y="2448"/>
                <a:ext cx="1920" cy="1576"/>
                <a:chOff x="3312" y="2448"/>
                <a:chExt cx="1920" cy="1576"/>
              </a:xfrm>
            </p:grpSpPr>
            <p:sp>
              <p:nvSpPr>
                <p:cNvPr id="80925" name="Freeform 46"/>
                <p:cNvSpPr>
                  <a:spLocks/>
                </p:cNvSpPr>
                <p:nvPr/>
              </p:nvSpPr>
              <p:spPr bwMode="auto">
                <a:xfrm>
                  <a:off x="3312"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0926" name="Freeform 47"/>
                <p:cNvSpPr>
                  <a:spLocks/>
                </p:cNvSpPr>
                <p:nvPr/>
              </p:nvSpPr>
              <p:spPr bwMode="auto">
                <a:xfrm>
                  <a:off x="3408"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0927" name="Freeform 48"/>
                <p:cNvSpPr>
                  <a:spLocks/>
                </p:cNvSpPr>
                <p:nvPr/>
              </p:nvSpPr>
              <p:spPr bwMode="auto">
                <a:xfrm>
                  <a:off x="3504"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0928" name="Freeform 49"/>
                <p:cNvSpPr>
                  <a:spLocks/>
                </p:cNvSpPr>
                <p:nvPr/>
              </p:nvSpPr>
              <p:spPr bwMode="auto">
                <a:xfrm>
                  <a:off x="3600"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0929" name="Freeform 50"/>
                <p:cNvSpPr>
                  <a:spLocks/>
                </p:cNvSpPr>
                <p:nvPr/>
              </p:nvSpPr>
              <p:spPr bwMode="auto">
                <a:xfrm>
                  <a:off x="3696"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0930" name="Freeform 51"/>
                <p:cNvSpPr>
                  <a:spLocks/>
                </p:cNvSpPr>
                <p:nvPr/>
              </p:nvSpPr>
              <p:spPr bwMode="auto">
                <a:xfrm>
                  <a:off x="3792"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0931" name="Freeform 52"/>
                <p:cNvSpPr>
                  <a:spLocks/>
                </p:cNvSpPr>
                <p:nvPr/>
              </p:nvSpPr>
              <p:spPr bwMode="auto">
                <a:xfrm>
                  <a:off x="3888"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0932" name="Freeform 53"/>
                <p:cNvSpPr>
                  <a:spLocks/>
                </p:cNvSpPr>
                <p:nvPr/>
              </p:nvSpPr>
              <p:spPr bwMode="auto">
                <a:xfrm>
                  <a:off x="3984"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0933" name="Freeform 54"/>
                <p:cNvSpPr>
                  <a:spLocks/>
                </p:cNvSpPr>
                <p:nvPr/>
              </p:nvSpPr>
              <p:spPr bwMode="auto">
                <a:xfrm>
                  <a:off x="4080"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0934" name="Freeform 55"/>
                <p:cNvSpPr>
                  <a:spLocks/>
                </p:cNvSpPr>
                <p:nvPr/>
              </p:nvSpPr>
              <p:spPr bwMode="auto">
                <a:xfrm>
                  <a:off x="4176"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0935" name="Freeform 56"/>
                <p:cNvSpPr>
                  <a:spLocks/>
                </p:cNvSpPr>
                <p:nvPr/>
              </p:nvSpPr>
              <p:spPr bwMode="auto">
                <a:xfrm>
                  <a:off x="4272"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0936" name="Freeform 57"/>
                <p:cNvSpPr>
                  <a:spLocks/>
                </p:cNvSpPr>
                <p:nvPr/>
              </p:nvSpPr>
              <p:spPr bwMode="auto">
                <a:xfrm>
                  <a:off x="4368"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0937" name="Freeform 58"/>
                <p:cNvSpPr>
                  <a:spLocks/>
                </p:cNvSpPr>
                <p:nvPr/>
              </p:nvSpPr>
              <p:spPr bwMode="auto">
                <a:xfrm>
                  <a:off x="4464"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0938" name="Freeform 59"/>
                <p:cNvSpPr>
                  <a:spLocks/>
                </p:cNvSpPr>
                <p:nvPr/>
              </p:nvSpPr>
              <p:spPr bwMode="auto">
                <a:xfrm>
                  <a:off x="4560"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0939" name="Freeform 60"/>
                <p:cNvSpPr>
                  <a:spLocks/>
                </p:cNvSpPr>
                <p:nvPr/>
              </p:nvSpPr>
              <p:spPr bwMode="auto">
                <a:xfrm>
                  <a:off x="4656"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0940" name="Freeform 61"/>
                <p:cNvSpPr>
                  <a:spLocks/>
                </p:cNvSpPr>
                <p:nvPr/>
              </p:nvSpPr>
              <p:spPr bwMode="auto">
                <a:xfrm>
                  <a:off x="4752"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0941" name="Freeform 62"/>
                <p:cNvSpPr>
                  <a:spLocks/>
                </p:cNvSpPr>
                <p:nvPr/>
              </p:nvSpPr>
              <p:spPr bwMode="auto">
                <a:xfrm>
                  <a:off x="4848"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0942" name="Freeform 63"/>
                <p:cNvSpPr>
                  <a:spLocks/>
                </p:cNvSpPr>
                <p:nvPr/>
              </p:nvSpPr>
              <p:spPr bwMode="auto">
                <a:xfrm>
                  <a:off x="4944"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80924" name="Line 64"/>
              <p:cNvSpPr>
                <a:spLocks noChangeShapeType="1"/>
              </p:cNvSpPr>
              <p:nvPr/>
            </p:nvSpPr>
            <p:spPr bwMode="auto">
              <a:xfrm flipV="1">
                <a:off x="3360" y="3744"/>
                <a:ext cx="0" cy="19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80911" name="Group 65"/>
            <p:cNvGrpSpPr>
              <a:grpSpLocks/>
            </p:cNvGrpSpPr>
            <p:nvPr/>
          </p:nvGrpSpPr>
          <p:grpSpPr bwMode="auto">
            <a:xfrm>
              <a:off x="3357" y="2725"/>
              <a:ext cx="2010" cy="913"/>
              <a:chOff x="672" y="720"/>
              <a:chExt cx="2112" cy="1056"/>
            </a:xfrm>
          </p:grpSpPr>
          <p:sp>
            <p:nvSpPr>
              <p:cNvPr id="80921" name="Line 66"/>
              <p:cNvSpPr>
                <a:spLocks noChangeShapeType="1"/>
              </p:cNvSpPr>
              <p:nvPr/>
            </p:nvSpPr>
            <p:spPr bwMode="auto">
              <a:xfrm>
                <a:off x="672" y="720"/>
                <a:ext cx="2112" cy="0"/>
              </a:xfrm>
              <a:prstGeom prst="line">
                <a:avLst/>
              </a:prstGeom>
              <a:noFill/>
              <a:ln w="38100">
                <a:solidFill>
                  <a:srgbClr val="66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22" name="Line 67"/>
              <p:cNvSpPr>
                <a:spLocks noChangeShapeType="1"/>
              </p:cNvSpPr>
              <p:nvPr/>
            </p:nvSpPr>
            <p:spPr bwMode="auto">
              <a:xfrm>
                <a:off x="672" y="1776"/>
                <a:ext cx="2112" cy="0"/>
              </a:xfrm>
              <a:prstGeom prst="line">
                <a:avLst/>
              </a:prstGeom>
              <a:noFill/>
              <a:ln w="38100">
                <a:solidFill>
                  <a:srgbClr val="66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80912" name="Object 68"/>
            <p:cNvGraphicFramePr>
              <a:graphicFrameLocks noChangeAspect="1"/>
            </p:cNvGraphicFramePr>
            <p:nvPr/>
          </p:nvGraphicFramePr>
          <p:xfrm>
            <a:off x="4000" y="2400"/>
            <a:ext cx="215" cy="240"/>
          </p:xfrm>
          <a:graphic>
            <a:graphicData uri="http://schemas.openxmlformats.org/presentationml/2006/ole">
              <mc:AlternateContent xmlns:mc="http://schemas.openxmlformats.org/markup-compatibility/2006">
                <mc:Choice xmlns:v="urn:schemas-microsoft-com:vml" Requires="v">
                  <p:oleObj spid="_x0000_s81393" name="Equation" r:id="rId18" imgW="171565" imgH="180941" progId="Equation.DSMT4">
                    <p:embed/>
                  </p:oleObj>
                </mc:Choice>
                <mc:Fallback>
                  <p:oleObj name="Equation" r:id="rId18" imgW="171565" imgH="180941" progId="Equation.DSMT4">
                    <p:embed/>
                    <p:pic>
                      <p:nvPicPr>
                        <p:cNvPr id="0" name="Object 6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000" y="2400"/>
                          <a:ext cx="215"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0913" name="Object 69"/>
            <p:cNvGraphicFramePr>
              <a:graphicFrameLocks noChangeAspect="1"/>
            </p:cNvGraphicFramePr>
            <p:nvPr/>
          </p:nvGraphicFramePr>
          <p:xfrm>
            <a:off x="4368" y="3744"/>
            <a:ext cx="144" cy="201"/>
          </p:xfrm>
          <a:graphic>
            <a:graphicData uri="http://schemas.openxmlformats.org/presentationml/2006/ole">
              <mc:AlternateContent xmlns:mc="http://schemas.openxmlformats.org/markup-compatibility/2006">
                <mc:Choice xmlns:v="urn:schemas-microsoft-com:vml" Requires="v">
                  <p:oleObj spid="_x0000_s81394" name="公式" r:id="rId20" imgW="165028" imgH="368140" progId="Equation.3">
                    <p:embed/>
                  </p:oleObj>
                </mc:Choice>
                <mc:Fallback>
                  <p:oleObj name="公式" r:id="rId20" imgW="165028" imgH="368140" progId="Equation.3">
                    <p:embed/>
                    <p:pic>
                      <p:nvPicPr>
                        <p:cNvPr id="0" name="Object 69"/>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368" y="3744"/>
                          <a:ext cx="144"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0914" name="Object 70"/>
            <p:cNvGraphicFramePr>
              <a:graphicFrameLocks noChangeAspect="1"/>
            </p:cNvGraphicFramePr>
            <p:nvPr/>
          </p:nvGraphicFramePr>
          <p:xfrm>
            <a:off x="3101" y="3088"/>
            <a:ext cx="287" cy="320"/>
          </p:xfrm>
          <a:graphic>
            <a:graphicData uri="http://schemas.openxmlformats.org/presentationml/2006/ole">
              <mc:AlternateContent xmlns:mc="http://schemas.openxmlformats.org/markup-compatibility/2006">
                <mc:Choice xmlns:v="urn:schemas-microsoft-com:vml" Requires="v">
                  <p:oleObj spid="_x0000_s81395" name="Equation" r:id="rId22" imgW="171565" imgH="180941" progId="Equation.DSMT4">
                    <p:embed/>
                  </p:oleObj>
                </mc:Choice>
                <mc:Fallback>
                  <p:oleObj name="Equation" r:id="rId22" imgW="171565" imgH="180941" progId="Equation.DSMT4">
                    <p:embed/>
                    <p:pic>
                      <p:nvPicPr>
                        <p:cNvPr id="0" name="Object 70"/>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101" y="3088"/>
                          <a:ext cx="287"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0915" name="Object 71"/>
            <p:cNvGraphicFramePr>
              <a:graphicFrameLocks noChangeAspect="1"/>
            </p:cNvGraphicFramePr>
            <p:nvPr/>
          </p:nvGraphicFramePr>
          <p:xfrm>
            <a:off x="4320" y="2400"/>
            <a:ext cx="211" cy="288"/>
          </p:xfrm>
          <a:graphic>
            <a:graphicData uri="http://schemas.openxmlformats.org/presentationml/2006/ole">
              <mc:AlternateContent xmlns:mc="http://schemas.openxmlformats.org/markup-compatibility/2006">
                <mc:Choice xmlns:v="urn:schemas-microsoft-com:vml" Requires="v">
                  <p:oleObj spid="_x0000_s81396" name="Equation" r:id="rId24" imgW="133337" imgH="180941" progId="Equation.DSMT4">
                    <p:embed/>
                  </p:oleObj>
                </mc:Choice>
                <mc:Fallback>
                  <p:oleObj name="Equation" r:id="rId24" imgW="133337" imgH="180941" progId="Equation.DSMT4">
                    <p:embed/>
                    <p:pic>
                      <p:nvPicPr>
                        <p:cNvPr id="0" name="Object 71"/>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320" y="2400"/>
                          <a:ext cx="21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0916" name="Line 72"/>
            <p:cNvSpPr>
              <a:spLocks noChangeShapeType="1"/>
            </p:cNvSpPr>
            <p:nvPr/>
          </p:nvSpPr>
          <p:spPr bwMode="auto">
            <a:xfrm>
              <a:off x="3408" y="2735"/>
              <a:ext cx="0" cy="913"/>
            </a:xfrm>
            <a:prstGeom prst="line">
              <a:avLst/>
            </a:prstGeom>
            <a:noFill/>
            <a:ln w="28575">
              <a:solidFill>
                <a:srgbClr val="FF33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17" name="Line 73"/>
            <p:cNvSpPr>
              <a:spLocks noChangeShapeType="1"/>
            </p:cNvSpPr>
            <p:nvPr/>
          </p:nvSpPr>
          <p:spPr bwMode="auto">
            <a:xfrm>
              <a:off x="5232" y="3744"/>
              <a:ext cx="0" cy="14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18" name="Line 74"/>
            <p:cNvSpPr>
              <a:spLocks noChangeShapeType="1"/>
            </p:cNvSpPr>
            <p:nvPr/>
          </p:nvSpPr>
          <p:spPr bwMode="auto">
            <a:xfrm>
              <a:off x="3744" y="3744"/>
              <a:ext cx="0" cy="14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19" name="Line 75"/>
            <p:cNvSpPr>
              <a:spLocks noChangeShapeType="1"/>
            </p:cNvSpPr>
            <p:nvPr/>
          </p:nvSpPr>
          <p:spPr bwMode="auto">
            <a:xfrm>
              <a:off x="4608" y="3840"/>
              <a:ext cx="624" cy="0"/>
            </a:xfrm>
            <a:prstGeom prst="line">
              <a:avLst/>
            </a:prstGeom>
            <a:noFill/>
            <a:ln w="1905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20" name="Line 76"/>
            <p:cNvSpPr>
              <a:spLocks noChangeShapeType="1"/>
            </p:cNvSpPr>
            <p:nvPr/>
          </p:nvSpPr>
          <p:spPr bwMode="auto">
            <a:xfrm>
              <a:off x="3744" y="3840"/>
              <a:ext cx="576" cy="0"/>
            </a:xfrm>
            <a:prstGeom prst="line">
              <a:avLst/>
            </a:prstGeom>
            <a:noFill/>
            <a:ln w="19050">
              <a:solidFill>
                <a:schemeClr val="tx2"/>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80902" name="Group 77"/>
          <p:cNvGrpSpPr>
            <a:grpSpLocks/>
          </p:cNvGrpSpPr>
          <p:nvPr/>
        </p:nvGrpSpPr>
        <p:grpSpPr bwMode="auto">
          <a:xfrm>
            <a:off x="1752600" y="2209801"/>
            <a:ext cx="8686800" cy="1800225"/>
            <a:chOff x="144" y="1392"/>
            <a:chExt cx="5472" cy="1134"/>
          </a:xfrm>
        </p:grpSpPr>
        <p:sp>
          <p:nvSpPr>
            <p:cNvPr id="80908" name="Text Box 78"/>
            <p:cNvSpPr txBox="1">
              <a:spLocks noChangeArrowheads="1"/>
            </p:cNvSpPr>
            <p:nvPr/>
          </p:nvSpPr>
          <p:spPr bwMode="auto">
            <a:xfrm>
              <a:off x="144" y="1392"/>
              <a:ext cx="5472" cy="1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chemeClr val="folHlink"/>
                  </a:solidFill>
                  <a:latin typeface="宋体" panose="02010600030101010101" pitchFamily="2" charset="-122"/>
                </a:rPr>
                <a:t>例</a:t>
              </a:r>
              <a:r>
                <a:rPr kumimoji="1" lang="zh-CN" altLang="en-US" sz="2800">
                  <a:latin typeface="宋体" panose="02010600030101010101" pitchFamily="2" charset="-122"/>
                </a:rPr>
                <a:t>          两同轴长直密绕螺线管的互感  如图所示，有两个长度均为 ，半径分别为</a:t>
              </a:r>
              <a:r>
                <a:rPr kumimoji="1" lang="en-US" altLang="zh-CN" sz="2800">
                  <a:latin typeface="宋体" panose="02010600030101010101" pitchFamily="2" charset="-122"/>
                </a:rPr>
                <a:t>r</a:t>
              </a:r>
              <a:r>
                <a:rPr kumimoji="1" lang="en-US" altLang="zh-CN" sz="2800" baseline="-25000">
                  <a:latin typeface="宋体" panose="02010600030101010101" pitchFamily="2" charset="-122"/>
                </a:rPr>
                <a:t>1</a:t>
              </a:r>
              <a:r>
                <a:rPr kumimoji="1" lang="zh-CN" altLang="en-US" sz="2800">
                  <a:latin typeface="宋体" panose="02010600030101010101" pitchFamily="2" charset="-122"/>
                </a:rPr>
                <a:t>和</a:t>
              </a:r>
              <a:r>
                <a:rPr kumimoji="1" lang="en-US" altLang="zh-CN" sz="2800">
                  <a:latin typeface="宋体" panose="02010600030101010101" pitchFamily="2" charset="-122"/>
                </a:rPr>
                <a:t>r</a:t>
              </a:r>
              <a:r>
                <a:rPr kumimoji="1" lang="en-US" altLang="zh-CN" sz="2800" baseline="-25000">
                  <a:latin typeface="宋体" panose="02010600030101010101" pitchFamily="2" charset="-122"/>
                </a:rPr>
                <a:t>2</a:t>
              </a:r>
              <a:r>
                <a:rPr kumimoji="1" lang="en-US" altLang="zh-CN" sz="2800">
                  <a:latin typeface="宋体" panose="02010600030101010101" pitchFamily="2" charset="-122"/>
                </a:rPr>
                <a:t>(</a:t>
              </a:r>
              <a:r>
                <a:rPr kumimoji="1" lang="zh-CN" altLang="en-US" sz="2800">
                  <a:latin typeface="宋体" panose="02010600030101010101" pitchFamily="2" charset="-122"/>
                </a:rPr>
                <a:t>且</a:t>
              </a:r>
              <a:r>
                <a:rPr kumimoji="1" lang="en-US" altLang="zh-CN" sz="2800">
                  <a:latin typeface="宋体" panose="02010600030101010101" pitchFamily="2" charset="-122"/>
                </a:rPr>
                <a:t>r</a:t>
              </a:r>
              <a:r>
                <a:rPr kumimoji="1" lang="en-US" altLang="zh-CN" sz="2800" baseline="-25000">
                  <a:latin typeface="宋体" panose="02010600030101010101" pitchFamily="2" charset="-122"/>
                </a:rPr>
                <a:t>1</a:t>
              </a:r>
              <a:r>
                <a:rPr kumimoji="1" lang="en-US" altLang="zh-CN" sz="2800">
                  <a:latin typeface="宋体" panose="02010600030101010101" pitchFamily="2" charset="-122"/>
                </a:rPr>
                <a:t> </a:t>
              </a:r>
              <a:r>
                <a:rPr kumimoji="1" lang="zh-CN" altLang="en-US" sz="2800">
                  <a:latin typeface="宋体" panose="02010600030101010101" pitchFamily="2" charset="-122"/>
                </a:rPr>
                <a:t>＜ </a:t>
              </a:r>
              <a:r>
                <a:rPr kumimoji="1" lang="en-US" altLang="zh-CN" sz="2800">
                  <a:latin typeface="宋体" panose="02010600030101010101" pitchFamily="2" charset="-122"/>
                </a:rPr>
                <a:t>r</a:t>
              </a:r>
              <a:r>
                <a:rPr kumimoji="1" lang="en-US" altLang="zh-CN" sz="2800" baseline="-25000">
                  <a:latin typeface="宋体" panose="02010600030101010101" pitchFamily="2" charset="-122"/>
                </a:rPr>
                <a:t>2</a:t>
              </a:r>
              <a:r>
                <a:rPr kumimoji="1" lang="en-US" altLang="zh-CN" sz="2800">
                  <a:latin typeface="宋体" panose="02010600030101010101" pitchFamily="2" charset="-122"/>
                </a:rPr>
                <a:t>)</a:t>
              </a:r>
              <a:r>
                <a:rPr kumimoji="1" lang="zh-CN" altLang="en-US" sz="2800">
                  <a:latin typeface="宋体" panose="02010600030101010101" pitchFamily="2" charset="-122"/>
                </a:rPr>
                <a:t>，匝数分别为</a:t>
              </a:r>
              <a:r>
                <a:rPr kumimoji="1" lang="en-US" altLang="zh-CN" sz="2800">
                  <a:latin typeface="宋体" panose="02010600030101010101" pitchFamily="2" charset="-122"/>
                </a:rPr>
                <a:t>N</a:t>
              </a:r>
              <a:r>
                <a:rPr kumimoji="1" lang="en-US" altLang="zh-CN" sz="2800" baseline="-25000">
                  <a:latin typeface="宋体" panose="02010600030101010101" pitchFamily="2" charset="-122"/>
                </a:rPr>
                <a:t>1</a:t>
              </a:r>
              <a:r>
                <a:rPr kumimoji="1" lang="zh-CN" altLang="en-US" sz="2800">
                  <a:latin typeface="宋体" panose="02010600030101010101" pitchFamily="2" charset="-122"/>
                </a:rPr>
                <a:t>和</a:t>
              </a:r>
              <a:r>
                <a:rPr kumimoji="1" lang="en-US" altLang="zh-CN" sz="2800">
                  <a:latin typeface="宋体" panose="02010600030101010101" pitchFamily="2" charset="-122"/>
                </a:rPr>
                <a:t>N</a:t>
              </a:r>
              <a:r>
                <a:rPr kumimoji="1" lang="en-US" altLang="zh-CN" sz="2800" baseline="-25000">
                  <a:latin typeface="宋体" panose="02010600030101010101" pitchFamily="2" charset="-122"/>
                </a:rPr>
                <a:t>2</a:t>
              </a:r>
              <a:r>
                <a:rPr kumimoji="1" lang="zh-CN" altLang="en-US" sz="2800">
                  <a:latin typeface="宋体" panose="02010600030101010101" pitchFamily="2" charset="-122"/>
                </a:rPr>
                <a:t>的同轴长直密绕螺线管。试计算它们的互感。</a:t>
              </a:r>
            </a:p>
          </p:txBody>
        </p:sp>
        <p:graphicFrame>
          <p:nvGraphicFramePr>
            <p:cNvPr id="80909" name="Object 79"/>
            <p:cNvGraphicFramePr>
              <a:graphicFrameLocks noChangeAspect="1"/>
            </p:cNvGraphicFramePr>
            <p:nvPr/>
          </p:nvGraphicFramePr>
          <p:xfrm>
            <a:off x="2688" y="1776"/>
            <a:ext cx="144" cy="201"/>
          </p:xfrm>
          <a:graphic>
            <a:graphicData uri="http://schemas.openxmlformats.org/presentationml/2006/ole">
              <mc:AlternateContent xmlns:mc="http://schemas.openxmlformats.org/markup-compatibility/2006">
                <mc:Choice xmlns:v="urn:schemas-microsoft-com:vml" Requires="v">
                  <p:oleObj spid="_x0000_s81397" name="公式" r:id="rId26" imgW="165028" imgH="368140" progId="Equation.3">
                    <p:embed/>
                  </p:oleObj>
                </mc:Choice>
                <mc:Fallback>
                  <p:oleObj name="公式" r:id="rId26" imgW="165028" imgH="368140" progId="Equation.3">
                    <p:embed/>
                    <p:pic>
                      <p:nvPicPr>
                        <p:cNvPr id="0" name="Object 79"/>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688" y="1776"/>
                          <a:ext cx="144"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80903" name="Text Box 80"/>
          <p:cNvSpPr txBox="1">
            <a:spLocks noChangeArrowheads="1"/>
          </p:cNvSpPr>
          <p:nvPr/>
        </p:nvSpPr>
        <p:spPr bwMode="auto">
          <a:xfrm>
            <a:off x="1828800" y="4191001"/>
            <a:ext cx="36258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latin typeface="宋体" panose="02010600030101010101" pitchFamily="2" charset="-122"/>
              </a:rPr>
              <a:t>解：设内管</a:t>
            </a:r>
            <a:r>
              <a:rPr kumimoji="1" lang="en-US" altLang="zh-CN" sz="2800">
                <a:latin typeface="宋体" panose="02010600030101010101" pitchFamily="2" charset="-122"/>
              </a:rPr>
              <a:t>r</a:t>
            </a:r>
            <a:r>
              <a:rPr kumimoji="1" lang="en-US" altLang="zh-CN" sz="2800" baseline="-25000">
                <a:latin typeface="宋体" panose="02010600030101010101" pitchFamily="2" charset="-122"/>
              </a:rPr>
              <a:t>1</a:t>
            </a:r>
            <a:r>
              <a:rPr kumimoji="1" lang="zh-CN" altLang="en-US" sz="2800">
                <a:latin typeface="宋体" panose="02010600030101010101" pitchFamily="2" charset="-122"/>
              </a:rPr>
              <a:t>通电流</a:t>
            </a:r>
            <a:r>
              <a:rPr kumimoji="1" lang="en-US" altLang="zh-CN" sz="2800" i="1">
                <a:latin typeface="宋体" panose="02010600030101010101" pitchFamily="2" charset="-122"/>
              </a:rPr>
              <a:t>I</a:t>
            </a:r>
            <a:r>
              <a:rPr kumimoji="1" lang="en-US" altLang="zh-CN" sz="2800" baseline="-25000">
                <a:latin typeface="宋体" panose="02010600030101010101" pitchFamily="2" charset="-122"/>
              </a:rPr>
              <a:t>1</a:t>
            </a:r>
          </a:p>
        </p:txBody>
      </p:sp>
      <p:graphicFrame>
        <p:nvGraphicFramePr>
          <p:cNvPr id="80904" name="Object 81"/>
          <p:cNvGraphicFramePr>
            <a:graphicFrameLocks noChangeAspect="1"/>
          </p:cNvGraphicFramePr>
          <p:nvPr/>
        </p:nvGraphicFramePr>
        <p:xfrm>
          <a:off x="1981200" y="4724400"/>
          <a:ext cx="838200" cy="603250"/>
        </p:xfrm>
        <a:graphic>
          <a:graphicData uri="http://schemas.openxmlformats.org/presentationml/2006/ole">
            <mc:AlternateContent xmlns:mc="http://schemas.openxmlformats.org/markup-compatibility/2006">
              <mc:Choice xmlns:v="urn:schemas-microsoft-com:vml" Requires="v">
                <p:oleObj spid="_x0000_s81398" name="Equation" r:id="rId27" imgW="304668" imgH="228501" progId="Equation.DSMT4">
                  <p:embed/>
                </p:oleObj>
              </mc:Choice>
              <mc:Fallback>
                <p:oleObj name="Equation" r:id="rId27" imgW="304668" imgH="228501" progId="Equation.DSMT4">
                  <p:embed/>
                  <p:pic>
                    <p:nvPicPr>
                      <p:cNvPr id="0" name="Object 81"/>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981200" y="4724400"/>
                        <a:ext cx="838200" cy="60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0905" name="Object 82"/>
          <p:cNvGraphicFramePr>
            <a:graphicFrameLocks noChangeAspect="1"/>
          </p:cNvGraphicFramePr>
          <p:nvPr/>
        </p:nvGraphicFramePr>
        <p:xfrm>
          <a:off x="2209800" y="5181601"/>
          <a:ext cx="3810000" cy="925513"/>
        </p:xfrm>
        <a:graphic>
          <a:graphicData uri="http://schemas.openxmlformats.org/presentationml/2006/ole">
            <mc:AlternateContent xmlns:mc="http://schemas.openxmlformats.org/markup-compatibility/2006">
              <mc:Choice xmlns:v="urn:schemas-microsoft-com:vml" Requires="v">
                <p:oleObj spid="_x0000_s81399" name="Equation" r:id="rId29" imgW="1562100" imgH="393700" progId="Equation.DSMT4">
                  <p:embed/>
                </p:oleObj>
              </mc:Choice>
              <mc:Fallback>
                <p:oleObj name="Equation" r:id="rId29" imgW="1562100" imgH="393700" progId="Equation.DSMT4">
                  <p:embed/>
                  <p:pic>
                    <p:nvPicPr>
                      <p:cNvPr id="0" name="Object 82"/>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2209800" y="5181601"/>
                        <a:ext cx="3810000" cy="925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0906" name="Object 83"/>
          <p:cNvGraphicFramePr>
            <a:graphicFrameLocks noChangeAspect="1"/>
          </p:cNvGraphicFramePr>
          <p:nvPr/>
        </p:nvGraphicFramePr>
        <p:xfrm>
          <a:off x="2276476" y="6003925"/>
          <a:ext cx="3819525" cy="571500"/>
        </p:xfrm>
        <a:graphic>
          <a:graphicData uri="http://schemas.openxmlformats.org/presentationml/2006/ole">
            <mc:AlternateContent xmlns:mc="http://schemas.openxmlformats.org/markup-compatibility/2006">
              <mc:Choice xmlns:v="urn:schemas-microsoft-com:vml" Requires="v">
                <p:oleObj spid="_x0000_s81400" name="Equation" r:id="rId31" imgW="1524000" imgH="228600" progId="Equation.DSMT4">
                  <p:embed/>
                </p:oleObj>
              </mc:Choice>
              <mc:Fallback>
                <p:oleObj name="Equation" r:id="rId31" imgW="1524000" imgH="228600" progId="Equation.DSMT4">
                  <p:embed/>
                  <p:pic>
                    <p:nvPicPr>
                      <p:cNvPr id="0" name="Object 83"/>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2276476" y="6003925"/>
                        <a:ext cx="381952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0907" name="AutoShape 84"/>
          <p:cNvSpPr>
            <a:spLocks/>
          </p:cNvSpPr>
          <p:nvPr/>
        </p:nvSpPr>
        <p:spPr bwMode="auto">
          <a:xfrm>
            <a:off x="1981200" y="5562600"/>
            <a:ext cx="152400" cy="762000"/>
          </a:xfrm>
          <a:prstGeom prst="leftBrace">
            <a:avLst>
              <a:gd name="adj1" fmla="val 41667"/>
              <a:gd name="adj2" fmla="val 50000"/>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2946" name="Object 2"/>
          <p:cNvGraphicFramePr>
            <a:graphicFrameLocks noChangeAspect="1"/>
          </p:cNvGraphicFramePr>
          <p:nvPr/>
        </p:nvGraphicFramePr>
        <p:xfrm>
          <a:off x="1828800" y="2971800"/>
          <a:ext cx="7943850" cy="1104900"/>
        </p:xfrm>
        <a:graphic>
          <a:graphicData uri="http://schemas.openxmlformats.org/presentationml/2006/ole">
            <mc:AlternateContent xmlns:mc="http://schemas.openxmlformats.org/markup-compatibility/2006">
              <mc:Choice xmlns:v="urn:schemas-microsoft-com:vml" Requires="v">
                <p:oleObj spid="_x0000_s83371" name="Equation" r:id="rId4" imgW="2527300" imgH="431800" progId="Equation.DSMT4">
                  <p:embed/>
                </p:oleObj>
              </mc:Choice>
              <mc:Fallback>
                <p:oleObj name="Equation" r:id="rId4" imgW="2527300" imgH="431800" progId="Equation.DSMT4">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28800" y="2971800"/>
                        <a:ext cx="7943850" cy="110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2947" name="Text Box 3"/>
          <p:cNvSpPr txBox="1">
            <a:spLocks noChangeArrowheads="1"/>
          </p:cNvSpPr>
          <p:nvPr/>
        </p:nvSpPr>
        <p:spPr bwMode="auto">
          <a:xfrm>
            <a:off x="1828800" y="228601"/>
            <a:ext cx="3384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latin typeface="宋体" panose="02010600030101010101" pitchFamily="2" charset="-122"/>
              </a:rPr>
              <a:t>穿过外管的磁通量：</a:t>
            </a:r>
          </a:p>
        </p:txBody>
      </p:sp>
      <p:graphicFrame>
        <p:nvGraphicFramePr>
          <p:cNvPr id="82948" name="Object 4"/>
          <p:cNvGraphicFramePr>
            <a:graphicFrameLocks noChangeAspect="1"/>
          </p:cNvGraphicFramePr>
          <p:nvPr/>
        </p:nvGraphicFramePr>
        <p:xfrm>
          <a:off x="1873250" y="847725"/>
          <a:ext cx="4406900" cy="833438"/>
        </p:xfrm>
        <a:graphic>
          <a:graphicData uri="http://schemas.openxmlformats.org/presentationml/2006/ole">
            <mc:AlternateContent xmlns:mc="http://schemas.openxmlformats.org/markup-compatibility/2006">
              <mc:Choice xmlns:v="urn:schemas-microsoft-com:vml" Requires="v">
                <p:oleObj spid="_x0000_s83372" name="Equation" r:id="rId6" imgW="1815312" imgH="317362" progId="Equation.DSMT4">
                  <p:embed/>
                </p:oleObj>
              </mc:Choice>
              <mc:Fallback>
                <p:oleObj name="Equation" r:id="rId6" imgW="1815312" imgH="317362" progId="Equation.DSMT4">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73250" y="847725"/>
                        <a:ext cx="4406900" cy="83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2949" name="Object 5"/>
          <p:cNvGraphicFramePr>
            <a:graphicFrameLocks noChangeAspect="1"/>
          </p:cNvGraphicFramePr>
          <p:nvPr/>
        </p:nvGraphicFramePr>
        <p:xfrm>
          <a:off x="2514600" y="1828801"/>
          <a:ext cx="3048000" cy="995363"/>
        </p:xfrm>
        <a:graphic>
          <a:graphicData uri="http://schemas.openxmlformats.org/presentationml/2006/ole">
            <mc:AlternateContent xmlns:mc="http://schemas.openxmlformats.org/markup-compatibility/2006">
              <mc:Choice xmlns:v="urn:schemas-microsoft-com:vml" Requires="v">
                <p:oleObj spid="_x0000_s83373" name="Equation" r:id="rId8" imgW="1054100" imgH="393700" progId="Equation.DSMT4">
                  <p:embed/>
                </p:oleObj>
              </mc:Choice>
              <mc:Fallback>
                <p:oleObj name="Equation" r:id="rId8" imgW="1054100" imgH="393700" progId="Equation.DSMT4">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14600" y="1828801"/>
                        <a:ext cx="3048000" cy="995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82950" name="Group 6"/>
          <p:cNvGrpSpPr>
            <a:grpSpLocks/>
          </p:cNvGrpSpPr>
          <p:nvPr/>
        </p:nvGrpSpPr>
        <p:grpSpPr bwMode="auto">
          <a:xfrm>
            <a:off x="6400800" y="304800"/>
            <a:ext cx="3886200" cy="2590800"/>
            <a:chOff x="3072" y="288"/>
            <a:chExt cx="2448" cy="1632"/>
          </a:xfrm>
        </p:grpSpPr>
        <p:grpSp>
          <p:nvGrpSpPr>
            <p:cNvPr id="82956" name="Group 7"/>
            <p:cNvGrpSpPr>
              <a:grpSpLocks/>
            </p:cNvGrpSpPr>
            <p:nvPr/>
          </p:nvGrpSpPr>
          <p:grpSpPr bwMode="auto">
            <a:xfrm>
              <a:off x="3072" y="288"/>
              <a:ext cx="2448" cy="1632"/>
              <a:chOff x="3072" y="2352"/>
              <a:chExt cx="2448" cy="1632"/>
            </a:xfrm>
          </p:grpSpPr>
          <p:sp>
            <p:nvSpPr>
              <p:cNvPr id="82991" name="Rectangle 8"/>
              <p:cNvSpPr>
                <a:spLocks noChangeArrowheads="1"/>
              </p:cNvSpPr>
              <p:nvPr/>
            </p:nvSpPr>
            <p:spPr bwMode="auto">
              <a:xfrm>
                <a:off x="3072" y="2352"/>
                <a:ext cx="2448" cy="1632"/>
              </a:xfrm>
              <a:prstGeom prst="rect">
                <a:avLst/>
              </a:prstGeom>
              <a:solidFill>
                <a:srgbClr val="FFFFFF"/>
              </a:solidFill>
              <a:ln w="9525">
                <a:solidFill>
                  <a:schemeClr val="accent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nvGrpSpPr>
              <p:cNvPr id="82992" name="Group 9"/>
              <p:cNvGrpSpPr>
                <a:grpSpLocks/>
              </p:cNvGrpSpPr>
              <p:nvPr/>
            </p:nvGrpSpPr>
            <p:grpSpPr bwMode="auto">
              <a:xfrm>
                <a:off x="3360" y="2880"/>
                <a:ext cx="2112" cy="654"/>
                <a:chOff x="3408" y="2850"/>
                <a:chExt cx="2112" cy="654"/>
              </a:xfrm>
            </p:grpSpPr>
            <p:graphicFrame>
              <p:nvGraphicFramePr>
                <p:cNvPr id="82993" name="Object 10"/>
                <p:cNvGraphicFramePr>
                  <a:graphicFrameLocks noChangeAspect="1"/>
                </p:cNvGraphicFramePr>
                <p:nvPr/>
              </p:nvGraphicFramePr>
              <p:xfrm>
                <a:off x="5280" y="3264"/>
                <a:ext cx="189" cy="240"/>
              </p:xfrm>
              <a:graphic>
                <a:graphicData uri="http://schemas.openxmlformats.org/presentationml/2006/ole">
                  <mc:AlternateContent xmlns:mc="http://schemas.openxmlformats.org/markup-compatibility/2006">
                    <mc:Choice xmlns:v="urn:schemas-microsoft-com:vml" Requires="v">
                      <p:oleObj spid="_x0000_s83374" name="Equation" r:id="rId10" imgW="142818" imgH="180941" progId="Equation.DSMT4">
                        <p:embed/>
                      </p:oleObj>
                    </mc:Choice>
                    <mc:Fallback>
                      <p:oleObj name="Equation" r:id="rId10" imgW="142818" imgH="180941" progId="Equation.DSMT4">
                        <p:embed/>
                        <p:pic>
                          <p:nvPicPr>
                            <p:cNvPr id="0" name="Object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280" y="3264"/>
                              <a:ext cx="189"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82994" name="Group 11"/>
                <p:cNvGrpSpPr>
                  <a:grpSpLocks/>
                </p:cNvGrpSpPr>
                <p:nvPr/>
              </p:nvGrpSpPr>
              <p:grpSpPr bwMode="auto">
                <a:xfrm>
                  <a:off x="3711" y="2850"/>
                  <a:ext cx="1577" cy="594"/>
                  <a:chOff x="768" y="880"/>
                  <a:chExt cx="1920" cy="688"/>
                </a:xfrm>
              </p:grpSpPr>
              <p:grpSp>
                <p:nvGrpSpPr>
                  <p:cNvPr id="82999" name="Group 12"/>
                  <p:cNvGrpSpPr>
                    <a:grpSpLocks/>
                  </p:cNvGrpSpPr>
                  <p:nvPr/>
                </p:nvGrpSpPr>
                <p:grpSpPr bwMode="auto">
                  <a:xfrm>
                    <a:off x="768" y="1008"/>
                    <a:ext cx="1920" cy="432"/>
                    <a:chOff x="768" y="1008"/>
                    <a:chExt cx="1920" cy="432"/>
                  </a:xfrm>
                </p:grpSpPr>
                <p:sp>
                  <p:nvSpPr>
                    <p:cNvPr id="83018" name="Line 13"/>
                    <p:cNvSpPr>
                      <a:spLocks noChangeShapeType="1"/>
                    </p:cNvSpPr>
                    <p:nvPr/>
                  </p:nvSpPr>
                  <p:spPr bwMode="auto">
                    <a:xfrm>
                      <a:off x="768" y="1008"/>
                      <a:ext cx="1920"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019" name="Line 14"/>
                    <p:cNvSpPr>
                      <a:spLocks noChangeShapeType="1"/>
                    </p:cNvSpPr>
                    <p:nvPr/>
                  </p:nvSpPr>
                  <p:spPr bwMode="auto">
                    <a:xfrm>
                      <a:off x="768" y="1440"/>
                      <a:ext cx="1920"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83000" name="Group 15"/>
                  <p:cNvGrpSpPr>
                    <a:grpSpLocks/>
                  </p:cNvGrpSpPr>
                  <p:nvPr/>
                </p:nvGrpSpPr>
                <p:grpSpPr bwMode="auto">
                  <a:xfrm>
                    <a:off x="912" y="880"/>
                    <a:ext cx="1728" cy="688"/>
                    <a:chOff x="912" y="880"/>
                    <a:chExt cx="1728" cy="688"/>
                  </a:xfrm>
                </p:grpSpPr>
                <p:sp>
                  <p:nvSpPr>
                    <p:cNvPr id="83001" name="Freeform 16"/>
                    <p:cNvSpPr>
                      <a:spLocks/>
                    </p:cNvSpPr>
                    <p:nvPr/>
                  </p:nvSpPr>
                  <p:spPr bwMode="auto">
                    <a:xfrm>
                      <a:off x="912"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3002" name="Freeform 17"/>
                    <p:cNvSpPr>
                      <a:spLocks/>
                    </p:cNvSpPr>
                    <p:nvPr/>
                  </p:nvSpPr>
                  <p:spPr bwMode="auto">
                    <a:xfrm>
                      <a:off x="1008"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3003" name="Freeform 18"/>
                    <p:cNvSpPr>
                      <a:spLocks/>
                    </p:cNvSpPr>
                    <p:nvPr/>
                  </p:nvSpPr>
                  <p:spPr bwMode="auto">
                    <a:xfrm>
                      <a:off x="1104"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3004" name="Freeform 19"/>
                    <p:cNvSpPr>
                      <a:spLocks/>
                    </p:cNvSpPr>
                    <p:nvPr/>
                  </p:nvSpPr>
                  <p:spPr bwMode="auto">
                    <a:xfrm>
                      <a:off x="1200"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3005" name="Freeform 20"/>
                    <p:cNvSpPr>
                      <a:spLocks/>
                    </p:cNvSpPr>
                    <p:nvPr/>
                  </p:nvSpPr>
                  <p:spPr bwMode="auto">
                    <a:xfrm>
                      <a:off x="1296"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3006" name="Freeform 21"/>
                    <p:cNvSpPr>
                      <a:spLocks/>
                    </p:cNvSpPr>
                    <p:nvPr/>
                  </p:nvSpPr>
                  <p:spPr bwMode="auto">
                    <a:xfrm>
                      <a:off x="1392"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3007" name="Freeform 22"/>
                    <p:cNvSpPr>
                      <a:spLocks/>
                    </p:cNvSpPr>
                    <p:nvPr/>
                  </p:nvSpPr>
                  <p:spPr bwMode="auto">
                    <a:xfrm>
                      <a:off x="1488"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3008" name="Freeform 23"/>
                    <p:cNvSpPr>
                      <a:spLocks/>
                    </p:cNvSpPr>
                    <p:nvPr/>
                  </p:nvSpPr>
                  <p:spPr bwMode="auto">
                    <a:xfrm>
                      <a:off x="1584"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3009" name="Freeform 24"/>
                    <p:cNvSpPr>
                      <a:spLocks/>
                    </p:cNvSpPr>
                    <p:nvPr/>
                  </p:nvSpPr>
                  <p:spPr bwMode="auto">
                    <a:xfrm>
                      <a:off x="1680"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3010" name="Freeform 25"/>
                    <p:cNvSpPr>
                      <a:spLocks/>
                    </p:cNvSpPr>
                    <p:nvPr/>
                  </p:nvSpPr>
                  <p:spPr bwMode="auto">
                    <a:xfrm>
                      <a:off x="1776"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3011" name="Freeform 26"/>
                    <p:cNvSpPr>
                      <a:spLocks/>
                    </p:cNvSpPr>
                    <p:nvPr/>
                  </p:nvSpPr>
                  <p:spPr bwMode="auto">
                    <a:xfrm>
                      <a:off x="1872"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3012" name="Freeform 27"/>
                    <p:cNvSpPr>
                      <a:spLocks/>
                    </p:cNvSpPr>
                    <p:nvPr/>
                  </p:nvSpPr>
                  <p:spPr bwMode="auto">
                    <a:xfrm>
                      <a:off x="1968"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3013" name="Freeform 28"/>
                    <p:cNvSpPr>
                      <a:spLocks/>
                    </p:cNvSpPr>
                    <p:nvPr/>
                  </p:nvSpPr>
                  <p:spPr bwMode="auto">
                    <a:xfrm>
                      <a:off x="2064"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3014" name="Freeform 29"/>
                    <p:cNvSpPr>
                      <a:spLocks/>
                    </p:cNvSpPr>
                    <p:nvPr/>
                  </p:nvSpPr>
                  <p:spPr bwMode="auto">
                    <a:xfrm>
                      <a:off x="2160"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3015" name="Freeform 30"/>
                    <p:cNvSpPr>
                      <a:spLocks/>
                    </p:cNvSpPr>
                    <p:nvPr/>
                  </p:nvSpPr>
                  <p:spPr bwMode="auto">
                    <a:xfrm>
                      <a:off x="2256"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3016" name="Freeform 31"/>
                    <p:cNvSpPr>
                      <a:spLocks/>
                    </p:cNvSpPr>
                    <p:nvPr/>
                  </p:nvSpPr>
                  <p:spPr bwMode="auto">
                    <a:xfrm>
                      <a:off x="2352"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3017" name="Freeform 32"/>
                    <p:cNvSpPr>
                      <a:spLocks/>
                    </p:cNvSpPr>
                    <p:nvPr/>
                  </p:nvSpPr>
                  <p:spPr bwMode="auto">
                    <a:xfrm>
                      <a:off x="2448"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sp>
              <p:nvSpPr>
                <p:cNvPr id="82995" name="Line 33"/>
                <p:cNvSpPr>
                  <a:spLocks noChangeShapeType="1"/>
                </p:cNvSpPr>
                <p:nvPr/>
              </p:nvSpPr>
              <p:spPr bwMode="auto">
                <a:xfrm flipV="1">
                  <a:off x="3790" y="3347"/>
                  <a:ext cx="0" cy="8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82996" name="Object 34"/>
                <p:cNvGraphicFramePr>
                  <a:graphicFrameLocks noChangeAspect="1"/>
                </p:cNvGraphicFramePr>
                <p:nvPr/>
              </p:nvGraphicFramePr>
              <p:xfrm>
                <a:off x="5237" y="2976"/>
                <a:ext cx="283" cy="288"/>
              </p:xfrm>
              <a:graphic>
                <a:graphicData uri="http://schemas.openxmlformats.org/presentationml/2006/ole">
                  <mc:AlternateContent xmlns:mc="http://schemas.openxmlformats.org/markup-compatibility/2006">
                    <mc:Choice xmlns:v="urn:schemas-microsoft-com:vml" Requires="v">
                      <p:oleObj spid="_x0000_s83375" name="Equation" r:id="rId12" imgW="114376" imgH="180941" progId="Equation.DSMT4">
                        <p:embed/>
                      </p:oleObj>
                    </mc:Choice>
                    <mc:Fallback>
                      <p:oleObj name="Equation" r:id="rId12" imgW="114376" imgH="180941" progId="Equation.DSMT4">
                        <p:embed/>
                        <p:pic>
                          <p:nvPicPr>
                            <p:cNvPr id="0" name="Object 3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237" y="2976"/>
                              <a:ext cx="28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2997" name="Line 35"/>
                <p:cNvSpPr>
                  <a:spLocks noChangeShapeType="1"/>
                </p:cNvSpPr>
                <p:nvPr/>
              </p:nvSpPr>
              <p:spPr bwMode="auto">
                <a:xfrm>
                  <a:off x="3696" y="2928"/>
                  <a:ext cx="0" cy="414"/>
                </a:xfrm>
                <a:prstGeom prst="line">
                  <a:avLst/>
                </a:prstGeom>
                <a:noFill/>
                <a:ln w="28575">
                  <a:solidFill>
                    <a:schemeClr val="hlink"/>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82998" name="Object 36"/>
                <p:cNvGraphicFramePr>
                  <a:graphicFrameLocks noChangeAspect="1"/>
                </p:cNvGraphicFramePr>
                <p:nvPr/>
              </p:nvGraphicFramePr>
              <p:xfrm>
                <a:off x="3408" y="3024"/>
                <a:ext cx="277" cy="312"/>
              </p:xfrm>
              <a:graphic>
                <a:graphicData uri="http://schemas.openxmlformats.org/presentationml/2006/ole">
                  <mc:AlternateContent xmlns:mc="http://schemas.openxmlformats.org/markup-compatibility/2006">
                    <mc:Choice xmlns:v="urn:schemas-microsoft-com:vml" Requires="v">
                      <p:oleObj spid="_x0000_s83376" name="Equation" r:id="rId14" imgW="203112" imgH="228501" progId="Equation.DSMT4">
                        <p:embed/>
                      </p:oleObj>
                    </mc:Choice>
                    <mc:Fallback>
                      <p:oleObj name="Equation" r:id="rId14" imgW="203112" imgH="228501" progId="Equation.DSMT4">
                        <p:embed/>
                        <p:pic>
                          <p:nvPicPr>
                            <p:cNvPr id="0" name="Object 3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408" y="3024"/>
                              <a:ext cx="277"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82957" name="Group 37"/>
            <p:cNvGrpSpPr>
              <a:grpSpLocks/>
            </p:cNvGrpSpPr>
            <p:nvPr/>
          </p:nvGrpSpPr>
          <p:grpSpPr bwMode="auto">
            <a:xfrm>
              <a:off x="3101" y="336"/>
              <a:ext cx="2266" cy="1545"/>
              <a:chOff x="3101" y="2400"/>
              <a:chExt cx="2266" cy="1545"/>
            </a:xfrm>
          </p:grpSpPr>
          <p:grpSp>
            <p:nvGrpSpPr>
              <p:cNvPr id="82958" name="Group 38"/>
              <p:cNvGrpSpPr>
                <a:grpSpLocks/>
              </p:cNvGrpSpPr>
              <p:nvPr/>
            </p:nvGrpSpPr>
            <p:grpSpPr bwMode="auto">
              <a:xfrm>
                <a:off x="3696" y="2592"/>
                <a:ext cx="1577" cy="1192"/>
                <a:chOff x="3312" y="2448"/>
                <a:chExt cx="1920" cy="1576"/>
              </a:xfrm>
            </p:grpSpPr>
            <p:grpSp>
              <p:nvGrpSpPr>
                <p:cNvPr id="82971" name="Group 39"/>
                <p:cNvGrpSpPr>
                  <a:grpSpLocks/>
                </p:cNvGrpSpPr>
                <p:nvPr/>
              </p:nvGrpSpPr>
              <p:grpSpPr bwMode="auto">
                <a:xfrm>
                  <a:off x="3312" y="2448"/>
                  <a:ext cx="1920" cy="1576"/>
                  <a:chOff x="3312" y="2448"/>
                  <a:chExt cx="1920" cy="1576"/>
                </a:xfrm>
              </p:grpSpPr>
              <p:sp>
                <p:nvSpPr>
                  <p:cNvPr id="82973" name="Freeform 40"/>
                  <p:cNvSpPr>
                    <a:spLocks/>
                  </p:cNvSpPr>
                  <p:nvPr/>
                </p:nvSpPr>
                <p:spPr bwMode="auto">
                  <a:xfrm>
                    <a:off x="3312"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2974" name="Freeform 41"/>
                  <p:cNvSpPr>
                    <a:spLocks/>
                  </p:cNvSpPr>
                  <p:nvPr/>
                </p:nvSpPr>
                <p:spPr bwMode="auto">
                  <a:xfrm>
                    <a:off x="3408"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2975" name="Freeform 42"/>
                  <p:cNvSpPr>
                    <a:spLocks/>
                  </p:cNvSpPr>
                  <p:nvPr/>
                </p:nvSpPr>
                <p:spPr bwMode="auto">
                  <a:xfrm>
                    <a:off x="3504"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2976" name="Freeform 43"/>
                  <p:cNvSpPr>
                    <a:spLocks/>
                  </p:cNvSpPr>
                  <p:nvPr/>
                </p:nvSpPr>
                <p:spPr bwMode="auto">
                  <a:xfrm>
                    <a:off x="3600"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2977" name="Freeform 44"/>
                  <p:cNvSpPr>
                    <a:spLocks/>
                  </p:cNvSpPr>
                  <p:nvPr/>
                </p:nvSpPr>
                <p:spPr bwMode="auto">
                  <a:xfrm>
                    <a:off x="3696"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2978" name="Freeform 45"/>
                  <p:cNvSpPr>
                    <a:spLocks/>
                  </p:cNvSpPr>
                  <p:nvPr/>
                </p:nvSpPr>
                <p:spPr bwMode="auto">
                  <a:xfrm>
                    <a:off x="3792"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2979" name="Freeform 46"/>
                  <p:cNvSpPr>
                    <a:spLocks/>
                  </p:cNvSpPr>
                  <p:nvPr/>
                </p:nvSpPr>
                <p:spPr bwMode="auto">
                  <a:xfrm>
                    <a:off x="3888"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2980" name="Freeform 47"/>
                  <p:cNvSpPr>
                    <a:spLocks/>
                  </p:cNvSpPr>
                  <p:nvPr/>
                </p:nvSpPr>
                <p:spPr bwMode="auto">
                  <a:xfrm>
                    <a:off x="3984"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2981" name="Freeform 48"/>
                  <p:cNvSpPr>
                    <a:spLocks/>
                  </p:cNvSpPr>
                  <p:nvPr/>
                </p:nvSpPr>
                <p:spPr bwMode="auto">
                  <a:xfrm>
                    <a:off x="4080"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2982" name="Freeform 49"/>
                  <p:cNvSpPr>
                    <a:spLocks/>
                  </p:cNvSpPr>
                  <p:nvPr/>
                </p:nvSpPr>
                <p:spPr bwMode="auto">
                  <a:xfrm>
                    <a:off x="4176"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2983" name="Freeform 50"/>
                  <p:cNvSpPr>
                    <a:spLocks/>
                  </p:cNvSpPr>
                  <p:nvPr/>
                </p:nvSpPr>
                <p:spPr bwMode="auto">
                  <a:xfrm>
                    <a:off x="4272"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2984" name="Freeform 51"/>
                  <p:cNvSpPr>
                    <a:spLocks/>
                  </p:cNvSpPr>
                  <p:nvPr/>
                </p:nvSpPr>
                <p:spPr bwMode="auto">
                  <a:xfrm>
                    <a:off x="4368"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2985" name="Freeform 52"/>
                  <p:cNvSpPr>
                    <a:spLocks/>
                  </p:cNvSpPr>
                  <p:nvPr/>
                </p:nvSpPr>
                <p:spPr bwMode="auto">
                  <a:xfrm>
                    <a:off x="4464"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2986" name="Freeform 53"/>
                  <p:cNvSpPr>
                    <a:spLocks/>
                  </p:cNvSpPr>
                  <p:nvPr/>
                </p:nvSpPr>
                <p:spPr bwMode="auto">
                  <a:xfrm>
                    <a:off x="4560"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2987" name="Freeform 54"/>
                  <p:cNvSpPr>
                    <a:spLocks/>
                  </p:cNvSpPr>
                  <p:nvPr/>
                </p:nvSpPr>
                <p:spPr bwMode="auto">
                  <a:xfrm>
                    <a:off x="4656"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2988" name="Freeform 55"/>
                  <p:cNvSpPr>
                    <a:spLocks/>
                  </p:cNvSpPr>
                  <p:nvPr/>
                </p:nvSpPr>
                <p:spPr bwMode="auto">
                  <a:xfrm>
                    <a:off x="4752"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2989" name="Freeform 56"/>
                  <p:cNvSpPr>
                    <a:spLocks/>
                  </p:cNvSpPr>
                  <p:nvPr/>
                </p:nvSpPr>
                <p:spPr bwMode="auto">
                  <a:xfrm>
                    <a:off x="4848"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2990" name="Freeform 57"/>
                  <p:cNvSpPr>
                    <a:spLocks/>
                  </p:cNvSpPr>
                  <p:nvPr/>
                </p:nvSpPr>
                <p:spPr bwMode="auto">
                  <a:xfrm>
                    <a:off x="4944"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82972" name="Line 58"/>
                <p:cNvSpPr>
                  <a:spLocks noChangeShapeType="1"/>
                </p:cNvSpPr>
                <p:nvPr/>
              </p:nvSpPr>
              <p:spPr bwMode="auto">
                <a:xfrm flipV="1">
                  <a:off x="3360" y="3744"/>
                  <a:ext cx="0" cy="19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82959" name="Group 59"/>
              <p:cNvGrpSpPr>
                <a:grpSpLocks/>
              </p:cNvGrpSpPr>
              <p:nvPr/>
            </p:nvGrpSpPr>
            <p:grpSpPr bwMode="auto">
              <a:xfrm>
                <a:off x="3357" y="2725"/>
                <a:ext cx="2010" cy="913"/>
                <a:chOff x="672" y="720"/>
                <a:chExt cx="2112" cy="1056"/>
              </a:xfrm>
            </p:grpSpPr>
            <p:sp>
              <p:nvSpPr>
                <p:cNvPr id="82969" name="Line 60"/>
                <p:cNvSpPr>
                  <a:spLocks noChangeShapeType="1"/>
                </p:cNvSpPr>
                <p:nvPr/>
              </p:nvSpPr>
              <p:spPr bwMode="auto">
                <a:xfrm>
                  <a:off x="672" y="720"/>
                  <a:ext cx="2112" cy="0"/>
                </a:xfrm>
                <a:prstGeom prst="line">
                  <a:avLst/>
                </a:prstGeom>
                <a:noFill/>
                <a:ln w="38100">
                  <a:solidFill>
                    <a:srgbClr val="66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70" name="Line 61"/>
                <p:cNvSpPr>
                  <a:spLocks noChangeShapeType="1"/>
                </p:cNvSpPr>
                <p:nvPr/>
              </p:nvSpPr>
              <p:spPr bwMode="auto">
                <a:xfrm>
                  <a:off x="672" y="1776"/>
                  <a:ext cx="2112" cy="0"/>
                </a:xfrm>
                <a:prstGeom prst="line">
                  <a:avLst/>
                </a:prstGeom>
                <a:noFill/>
                <a:ln w="38100">
                  <a:solidFill>
                    <a:srgbClr val="66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82960" name="Object 62"/>
              <p:cNvGraphicFramePr>
                <a:graphicFrameLocks noChangeAspect="1"/>
              </p:cNvGraphicFramePr>
              <p:nvPr/>
            </p:nvGraphicFramePr>
            <p:xfrm>
              <a:off x="4000" y="2400"/>
              <a:ext cx="215" cy="240"/>
            </p:xfrm>
            <a:graphic>
              <a:graphicData uri="http://schemas.openxmlformats.org/presentationml/2006/ole">
                <mc:AlternateContent xmlns:mc="http://schemas.openxmlformats.org/markup-compatibility/2006">
                  <mc:Choice xmlns:v="urn:schemas-microsoft-com:vml" Requires="v">
                    <p:oleObj spid="_x0000_s83377" name="Equation" r:id="rId16" imgW="171565" imgH="180941" progId="Equation.DSMT4">
                      <p:embed/>
                    </p:oleObj>
                  </mc:Choice>
                  <mc:Fallback>
                    <p:oleObj name="Equation" r:id="rId16" imgW="171565" imgH="180941" progId="Equation.DSMT4">
                      <p:embed/>
                      <p:pic>
                        <p:nvPicPr>
                          <p:cNvPr id="0" name="Object 6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000" y="2400"/>
                            <a:ext cx="215"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2961" name="Object 63"/>
              <p:cNvGraphicFramePr>
                <a:graphicFrameLocks noChangeAspect="1"/>
              </p:cNvGraphicFramePr>
              <p:nvPr/>
            </p:nvGraphicFramePr>
            <p:xfrm>
              <a:off x="4368" y="3744"/>
              <a:ext cx="144" cy="201"/>
            </p:xfrm>
            <a:graphic>
              <a:graphicData uri="http://schemas.openxmlformats.org/presentationml/2006/ole">
                <mc:AlternateContent xmlns:mc="http://schemas.openxmlformats.org/markup-compatibility/2006">
                  <mc:Choice xmlns:v="urn:schemas-microsoft-com:vml" Requires="v">
                    <p:oleObj spid="_x0000_s83378" name="公式" r:id="rId18" imgW="165028" imgH="368140" progId="Equation.3">
                      <p:embed/>
                    </p:oleObj>
                  </mc:Choice>
                  <mc:Fallback>
                    <p:oleObj name="公式" r:id="rId18" imgW="165028" imgH="368140" progId="Equation.3">
                      <p:embed/>
                      <p:pic>
                        <p:nvPicPr>
                          <p:cNvPr id="0" name="Object 63"/>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368" y="3744"/>
                            <a:ext cx="144"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2962" name="Object 64"/>
              <p:cNvGraphicFramePr>
                <a:graphicFrameLocks noChangeAspect="1"/>
              </p:cNvGraphicFramePr>
              <p:nvPr/>
            </p:nvGraphicFramePr>
            <p:xfrm>
              <a:off x="3101" y="3088"/>
              <a:ext cx="287" cy="320"/>
            </p:xfrm>
            <a:graphic>
              <a:graphicData uri="http://schemas.openxmlformats.org/presentationml/2006/ole">
                <mc:AlternateContent xmlns:mc="http://schemas.openxmlformats.org/markup-compatibility/2006">
                  <mc:Choice xmlns:v="urn:schemas-microsoft-com:vml" Requires="v">
                    <p:oleObj spid="_x0000_s83379" name="Equation" r:id="rId20" imgW="171565" imgH="180941" progId="Equation.DSMT4">
                      <p:embed/>
                    </p:oleObj>
                  </mc:Choice>
                  <mc:Fallback>
                    <p:oleObj name="Equation" r:id="rId20" imgW="171565" imgH="180941" progId="Equation.DSMT4">
                      <p:embed/>
                      <p:pic>
                        <p:nvPicPr>
                          <p:cNvPr id="0" name="Object 64"/>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101" y="3088"/>
                            <a:ext cx="287"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2963" name="Object 65"/>
              <p:cNvGraphicFramePr>
                <a:graphicFrameLocks noChangeAspect="1"/>
              </p:cNvGraphicFramePr>
              <p:nvPr/>
            </p:nvGraphicFramePr>
            <p:xfrm>
              <a:off x="4320" y="2400"/>
              <a:ext cx="211" cy="288"/>
            </p:xfrm>
            <a:graphic>
              <a:graphicData uri="http://schemas.openxmlformats.org/presentationml/2006/ole">
                <mc:AlternateContent xmlns:mc="http://schemas.openxmlformats.org/markup-compatibility/2006">
                  <mc:Choice xmlns:v="urn:schemas-microsoft-com:vml" Requires="v">
                    <p:oleObj spid="_x0000_s83380" name="Equation" r:id="rId22" imgW="133337" imgH="180941" progId="Equation.DSMT4">
                      <p:embed/>
                    </p:oleObj>
                  </mc:Choice>
                  <mc:Fallback>
                    <p:oleObj name="Equation" r:id="rId22" imgW="133337" imgH="180941" progId="Equation.DSMT4">
                      <p:embed/>
                      <p:pic>
                        <p:nvPicPr>
                          <p:cNvPr id="0" name="Object 65"/>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320" y="2400"/>
                            <a:ext cx="21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2964" name="Line 66"/>
              <p:cNvSpPr>
                <a:spLocks noChangeShapeType="1"/>
              </p:cNvSpPr>
              <p:nvPr/>
            </p:nvSpPr>
            <p:spPr bwMode="auto">
              <a:xfrm>
                <a:off x="3408" y="2735"/>
                <a:ext cx="0" cy="913"/>
              </a:xfrm>
              <a:prstGeom prst="line">
                <a:avLst/>
              </a:prstGeom>
              <a:noFill/>
              <a:ln w="28575">
                <a:solidFill>
                  <a:srgbClr val="FF33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65" name="Line 67"/>
              <p:cNvSpPr>
                <a:spLocks noChangeShapeType="1"/>
              </p:cNvSpPr>
              <p:nvPr/>
            </p:nvSpPr>
            <p:spPr bwMode="auto">
              <a:xfrm>
                <a:off x="5232" y="3744"/>
                <a:ext cx="0" cy="14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66" name="Line 68"/>
              <p:cNvSpPr>
                <a:spLocks noChangeShapeType="1"/>
              </p:cNvSpPr>
              <p:nvPr/>
            </p:nvSpPr>
            <p:spPr bwMode="auto">
              <a:xfrm>
                <a:off x="3744" y="3744"/>
                <a:ext cx="0" cy="14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67" name="Line 69"/>
              <p:cNvSpPr>
                <a:spLocks noChangeShapeType="1"/>
              </p:cNvSpPr>
              <p:nvPr/>
            </p:nvSpPr>
            <p:spPr bwMode="auto">
              <a:xfrm>
                <a:off x="4608" y="3840"/>
                <a:ext cx="624" cy="0"/>
              </a:xfrm>
              <a:prstGeom prst="line">
                <a:avLst/>
              </a:prstGeom>
              <a:noFill/>
              <a:ln w="1905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68" name="Line 70"/>
              <p:cNvSpPr>
                <a:spLocks noChangeShapeType="1"/>
              </p:cNvSpPr>
              <p:nvPr/>
            </p:nvSpPr>
            <p:spPr bwMode="auto">
              <a:xfrm>
                <a:off x="3744" y="3840"/>
                <a:ext cx="576" cy="0"/>
              </a:xfrm>
              <a:prstGeom prst="line">
                <a:avLst/>
              </a:prstGeom>
              <a:noFill/>
              <a:ln w="19050">
                <a:solidFill>
                  <a:schemeClr val="tx2"/>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sp>
        <p:nvSpPr>
          <p:cNvPr id="82951" name="Text Box 71"/>
          <p:cNvSpPr txBox="1">
            <a:spLocks noChangeArrowheads="1"/>
          </p:cNvSpPr>
          <p:nvPr/>
        </p:nvSpPr>
        <p:spPr bwMode="auto">
          <a:xfrm>
            <a:off x="1828800" y="4114801"/>
            <a:ext cx="3981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latin typeface="宋体" panose="02010600030101010101" pitchFamily="2" charset="-122"/>
              </a:rPr>
              <a:t>同理：设外管</a:t>
            </a:r>
            <a:r>
              <a:rPr kumimoji="1" lang="en-US" altLang="zh-CN" sz="2800">
                <a:latin typeface="宋体" panose="02010600030101010101" pitchFamily="2" charset="-122"/>
              </a:rPr>
              <a:t>r</a:t>
            </a:r>
            <a:r>
              <a:rPr kumimoji="1" lang="en-US" altLang="zh-CN" sz="2800" baseline="-25000">
                <a:latin typeface="宋体" panose="02010600030101010101" pitchFamily="2" charset="-122"/>
              </a:rPr>
              <a:t>2</a:t>
            </a:r>
            <a:r>
              <a:rPr kumimoji="1" lang="zh-CN" altLang="en-US" sz="2800">
                <a:latin typeface="宋体" panose="02010600030101010101" pitchFamily="2" charset="-122"/>
              </a:rPr>
              <a:t>通电流</a:t>
            </a:r>
            <a:r>
              <a:rPr kumimoji="1" lang="en-US" altLang="zh-CN" sz="2800" i="1">
                <a:latin typeface="宋体" panose="02010600030101010101" pitchFamily="2" charset="-122"/>
              </a:rPr>
              <a:t>I</a:t>
            </a:r>
            <a:r>
              <a:rPr kumimoji="1" lang="en-US" altLang="zh-CN" sz="2800" baseline="-25000">
                <a:latin typeface="宋体" panose="02010600030101010101" pitchFamily="2" charset="-122"/>
              </a:rPr>
              <a:t>2</a:t>
            </a:r>
          </a:p>
        </p:txBody>
      </p:sp>
      <p:graphicFrame>
        <p:nvGraphicFramePr>
          <p:cNvPr id="82952" name="Object 72"/>
          <p:cNvGraphicFramePr>
            <a:graphicFrameLocks noChangeAspect="1"/>
          </p:cNvGraphicFramePr>
          <p:nvPr/>
        </p:nvGraphicFramePr>
        <p:xfrm>
          <a:off x="2286001" y="5334000"/>
          <a:ext cx="873125" cy="603250"/>
        </p:xfrm>
        <a:graphic>
          <a:graphicData uri="http://schemas.openxmlformats.org/presentationml/2006/ole">
            <mc:AlternateContent xmlns:mc="http://schemas.openxmlformats.org/markup-compatibility/2006">
              <mc:Choice xmlns:v="urn:schemas-microsoft-com:vml" Requires="v">
                <p:oleObj spid="_x0000_s83381" name="Equation" r:id="rId24" imgW="317362" imgH="228501" progId="Equation.DSMT4">
                  <p:embed/>
                </p:oleObj>
              </mc:Choice>
              <mc:Fallback>
                <p:oleObj name="Equation" r:id="rId24" imgW="317362" imgH="228501" progId="Equation.DSMT4">
                  <p:embed/>
                  <p:pic>
                    <p:nvPicPr>
                      <p:cNvPr id="0" name="Object 72"/>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286001" y="5334000"/>
                        <a:ext cx="873125" cy="60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2953" name="Object 73"/>
          <p:cNvGraphicFramePr>
            <a:graphicFrameLocks noChangeAspect="1"/>
          </p:cNvGraphicFramePr>
          <p:nvPr/>
        </p:nvGraphicFramePr>
        <p:xfrm>
          <a:off x="3657600" y="4724401"/>
          <a:ext cx="4267200" cy="1001713"/>
        </p:xfrm>
        <a:graphic>
          <a:graphicData uri="http://schemas.openxmlformats.org/presentationml/2006/ole">
            <mc:AlternateContent xmlns:mc="http://schemas.openxmlformats.org/markup-compatibility/2006">
              <mc:Choice xmlns:v="urn:schemas-microsoft-com:vml" Requires="v">
                <p:oleObj spid="_x0000_s83382" name="Equation" r:id="rId26" imgW="1637589" imgH="393529" progId="Equation.DSMT4">
                  <p:embed/>
                </p:oleObj>
              </mc:Choice>
              <mc:Fallback>
                <p:oleObj name="Equation" r:id="rId26" imgW="1637589" imgH="393529" progId="Equation.DSMT4">
                  <p:embed/>
                  <p:pic>
                    <p:nvPicPr>
                      <p:cNvPr id="0" name="Object 73"/>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657600" y="4724401"/>
                        <a:ext cx="4267200" cy="1001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2954" name="Object 74"/>
          <p:cNvGraphicFramePr>
            <a:graphicFrameLocks noChangeAspect="1"/>
          </p:cNvGraphicFramePr>
          <p:nvPr/>
        </p:nvGraphicFramePr>
        <p:xfrm>
          <a:off x="3657601" y="5867400"/>
          <a:ext cx="3884613" cy="571500"/>
        </p:xfrm>
        <a:graphic>
          <a:graphicData uri="http://schemas.openxmlformats.org/presentationml/2006/ole">
            <mc:AlternateContent xmlns:mc="http://schemas.openxmlformats.org/markup-compatibility/2006">
              <mc:Choice xmlns:v="urn:schemas-microsoft-com:vml" Requires="v">
                <p:oleObj spid="_x0000_s83383" name="Equation" r:id="rId28" imgW="1549400" imgH="228600" progId="Equation.DSMT4">
                  <p:embed/>
                </p:oleObj>
              </mc:Choice>
              <mc:Fallback>
                <p:oleObj name="Equation" r:id="rId28" imgW="1549400" imgH="228600" progId="Equation.DSMT4">
                  <p:embed/>
                  <p:pic>
                    <p:nvPicPr>
                      <p:cNvPr id="0" name="Object 74"/>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3657601" y="5867400"/>
                        <a:ext cx="3884613"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2955" name="AutoShape 75"/>
          <p:cNvSpPr>
            <a:spLocks/>
          </p:cNvSpPr>
          <p:nvPr/>
        </p:nvSpPr>
        <p:spPr bwMode="auto">
          <a:xfrm>
            <a:off x="3276600" y="5105400"/>
            <a:ext cx="152400" cy="990600"/>
          </a:xfrm>
          <a:prstGeom prst="leftBrace">
            <a:avLst>
              <a:gd name="adj1" fmla="val 54167"/>
              <a:gd name="adj2" fmla="val 50000"/>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4994" name="Object 2"/>
          <p:cNvGraphicFramePr>
            <a:graphicFrameLocks noChangeAspect="1"/>
          </p:cNvGraphicFramePr>
          <p:nvPr/>
        </p:nvGraphicFramePr>
        <p:xfrm>
          <a:off x="1828800" y="2895600"/>
          <a:ext cx="8077200" cy="1104900"/>
        </p:xfrm>
        <a:graphic>
          <a:graphicData uri="http://schemas.openxmlformats.org/presentationml/2006/ole">
            <mc:AlternateContent xmlns:mc="http://schemas.openxmlformats.org/markup-compatibility/2006">
              <mc:Choice xmlns:v="urn:schemas-microsoft-com:vml" Requires="v">
                <p:oleObj spid="_x0000_s85445" name="Equation" r:id="rId4" imgW="2527300" imgH="431800" progId="Equation.DSMT4">
                  <p:embed/>
                </p:oleObj>
              </mc:Choice>
              <mc:Fallback>
                <p:oleObj name="Equation" r:id="rId4" imgW="2527300" imgH="431800" progId="Equation.DSMT4">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28800" y="2895600"/>
                        <a:ext cx="8077200" cy="110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4995" name="Object 3"/>
          <p:cNvGraphicFramePr>
            <a:graphicFrameLocks noChangeAspect="1"/>
          </p:cNvGraphicFramePr>
          <p:nvPr/>
        </p:nvGraphicFramePr>
        <p:xfrm>
          <a:off x="1905001" y="4572000"/>
          <a:ext cx="7343775" cy="1079500"/>
        </p:xfrm>
        <a:graphic>
          <a:graphicData uri="http://schemas.openxmlformats.org/presentationml/2006/ole">
            <mc:AlternateContent xmlns:mc="http://schemas.openxmlformats.org/markup-compatibility/2006">
              <mc:Choice xmlns:v="urn:schemas-microsoft-com:vml" Requires="v">
                <p:oleObj spid="_x0000_s85446" name="Equation" r:id="rId6" imgW="2501900" imgH="419100" progId="Equation.DSMT4">
                  <p:embed/>
                </p:oleObj>
              </mc:Choice>
              <mc:Fallback>
                <p:oleObj name="Equation" r:id="rId6" imgW="2501900" imgH="419100" progId="Equation.DSMT4">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05001" y="4572000"/>
                        <a:ext cx="73437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4996" name="Object 4"/>
          <p:cNvGraphicFramePr>
            <a:graphicFrameLocks noChangeAspect="1"/>
          </p:cNvGraphicFramePr>
          <p:nvPr/>
        </p:nvGraphicFramePr>
        <p:xfrm>
          <a:off x="2286001" y="5486401"/>
          <a:ext cx="2968625" cy="1147763"/>
        </p:xfrm>
        <a:graphic>
          <a:graphicData uri="http://schemas.openxmlformats.org/presentationml/2006/ole">
            <mc:AlternateContent xmlns:mc="http://schemas.openxmlformats.org/markup-compatibility/2006">
              <mc:Choice xmlns:v="urn:schemas-microsoft-com:vml" Requires="v">
                <p:oleObj spid="_x0000_s85447" name="Equation" r:id="rId8" imgW="914400" imgH="419100" progId="Equation.DSMT4">
                  <p:embed/>
                </p:oleObj>
              </mc:Choice>
              <mc:Fallback>
                <p:oleObj name="Equation" r:id="rId8" imgW="914400" imgH="419100" progId="Equation.DSMT4">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86001" y="5486401"/>
                        <a:ext cx="2968625" cy="1147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4997" name="Object 5"/>
          <p:cNvGraphicFramePr>
            <a:graphicFrameLocks noChangeAspect="1"/>
          </p:cNvGraphicFramePr>
          <p:nvPr/>
        </p:nvGraphicFramePr>
        <p:xfrm>
          <a:off x="5761038" y="5486401"/>
          <a:ext cx="2271712" cy="1057275"/>
        </p:xfrm>
        <a:graphic>
          <a:graphicData uri="http://schemas.openxmlformats.org/presentationml/2006/ole">
            <mc:AlternateContent xmlns:mc="http://schemas.openxmlformats.org/markup-compatibility/2006">
              <mc:Choice xmlns:v="urn:schemas-microsoft-com:vml" Requires="v">
                <p:oleObj spid="_x0000_s85448" name="Equation" r:id="rId10" imgW="927100" imgH="431800" progId="Equation.DSMT4">
                  <p:embed/>
                </p:oleObj>
              </mc:Choice>
              <mc:Fallback>
                <p:oleObj name="Equation" r:id="rId10" imgW="927100" imgH="431800" progId="Equation.DSMT4">
                  <p:embed/>
                  <p:pic>
                    <p:nvPicPr>
                      <p:cNvPr id="0"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761038" y="5486401"/>
                        <a:ext cx="2271712" cy="1057275"/>
                      </a:xfrm>
                      <a:prstGeom prst="rect">
                        <a:avLst/>
                      </a:prstGeom>
                      <a:noFill/>
                      <a:ln w="9525">
                        <a:solidFill>
                          <a:srgbClr val="FF3300"/>
                        </a:solidFill>
                        <a:miter lim="800000"/>
                        <a:headEnd/>
                        <a:tailEnd/>
                      </a:ln>
                      <a:extLst>
                        <a:ext uri="{909E8E84-426E-40DD-AFC4-6F175D3DCCD1}">
                          <a14:hiddenFill xmlns:a14="http://schemas.microsoft.com/office/drawing/2010/main">
                            <a:solidFill>
                              <a:schemeClr val="bg1"/>
                            </a:solidFill>
                          </a14:hiddenFill>
                        </a:ext>
                      </a:extLst>
                    </p:spPr>
                  </p:pic>
                </p:oleObj>
              </mc:Fallback>
            </mc:AlternateContent>
          </a:graphicData>
        </a:graphic>
      </p:graphicFrame>
      <p:sp>
        <p:nvSpPr>
          <p:cNvPr id="84998" name="Text Box 6"/>
          <p:cNvSpPr txBox="1">
            <a:spLocks noChangeArrowheads="1"/>
          </p:cNvSpPr>
          <p:nvPr/>
        </p:nvSpPr>
        <p:spPr bwMode="auto">
          <a:xfrm>
            <a:off x="1828800" y="228601"/>
            <a:ext cx="3384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latin typeface="宋体" panose="02010600030101010101" pitchFamily="2" charset="-122"/>
              </a:rPr>
              <a:t>穿过内管的磁通量：</a:t>
            </a:r>
          </a:p>
        </p:txBody>
      </p:sp>
      <p:graphicFrame>
        <p:nvGraphicFramePr>
          <p:cNvPr id="84999" name="Object 7"/>
          <p:cNvGraphicFramePr>
            <a:graphicFrameLocks noChangeAspect="1"/>
          </p:cNvGraphicFramePr>
          <p:nvPr/>
        </p:nvGraphicFramePr>
        <p:xfrm>
          <a:off x="1903414" y="847725"/>
          <a:ext cx="4344987" cy="833438"/>
        </p:xfrm>
        <a:graphic>
          <a:graphicData uri="http://schemas.openxmlformats.org/presentationml/2006/ole">
            <mc:AlternateContent xmlns:mc="http://schemas.openxmlformats.org/markup-compatibility/2006">
              <mc:Choice xmlns:v="urn:schemas-microsoft-com:vml" Requires="v">
                <p:oleObj spid="_x0000_s85449" name="Equation" r:id="rId12" imgW="1790700" imgH="317500" progId="Equation.DSMT4">
                  <p:embed/>
                </p:oleObj>
              </mc:Choice>
              <mc:Fallback>
                <p:oleObj name="Equation" r:id="rId12" imgW="1790700" imgH="317500" progId="Equation.DSMT4">
                  <p:embed/>
                  <p:pic>
                    <p:nvPicPr>
                      <p:cNvPr id="0"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903414" y="847725"/>
                        <a:ext cx="4344987" cy="83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5000" name="Object 8"/>
          <p:cNvGraphicFramePr>
            <a:graphicFrameLocks noChangeAspect="1"/>
          </p:cNvGraphicFramePr>
          <p:nvPr/>
        </p:nvGraphicFramePr>
        <p:xfrm>
          <a:off x="2497138" y="1828801"/>
          <a:ext cx="3084512" cy="995363"/>
        </p:xfrm>
        <a:graphic>
          <a:graphicData uri="http://schemas.openxmlformats.org/presentationml/2006/ole">
            <mc:AlternateContent xmlns:mc="http://schemas.openxmlformats.org/markup-compatibility/2006">
              <mc:Choice xmlns:v="urn:schemas-microsoft-com:vml" Requires="v">
                <p:oleObj spid="_x0000_s85450" name="Equation" r:id="rId14" imgW="1066337" imgH="393529" progId="Equation.DSMT4">
                  <p:embed/>
                </p:oleObj>
              </mc:Choice>
              <mc:Fallback>
                <p:oleObj name="Equation" r:id="rId14" imgW="1066337" imgH="393529" progId="Equation.DSMT4">
                  <p:embed/>
                  <p:pic>
                    <p:nvPicPr>
                      <p:cNvPr id="0" name="Object 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497138" y="1828801"/>
                        <a:ext cx="3084512" cy="995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85001" name="Group 9"/>
          <p:cNvGrpSpPr>
            <a:grpSpLocks/>
          </p:cNvGrpSpPr>
          <p:nvPr/>
        </p:nvGrpSpPr>
        <p:grpSpPr bwMode="auto">
          <a:xfrm>
            <a:off x="6400800" y="304800"/>
            <a:ext cx="3886200" cy="2590800"/>
            <a:chOff x="3072" y="288"/>
            <a:chExt cx="2448" cy="1632"/>
          </a:xfrm>
        </p:grpSpPr>
        <p:grpSp>
          <p:nvGrpSpPr>
            <p:cNvPr id="85003" name="Group 10"/>
            <p:cNvGrpSpPr>
              <a:grpSpLocks/>
            </p:cNvGrpSpPr>
            <p:nvPr/>
          </p:nvGrpSpPr>
          <p:grpSpPr bwMode="auto">
            <a:xfrm>
              <a:off x="3072" y="288"/>
              <a:ext cx="2448" cy="1632"/>
              <a:chOff x="3072" y="2352"/>
              <a:chExt cx="2448" cy="1632"/>
            </a:xfrm>
          </p:grpSpPr>
          <p:sp>
            <p:nvSpPr>
              <p:cNvPr id="85038" name="Rectangle 11"/>
              <p:cNvSpPr>
                <a:spLocks noChangeArrowheads="1"/>
              </p:cNvSpPr>
              <p:nvPr/>
            </p:nvSpPr>
            <p:spPr bwMode="auto">
              <a:xfrm>
                <a:off x="3072" y="2352"/>
                <a:ext cx="2448" cy="1632"/>
              </a:xfrm>
              <a:prstGeom prst="rect">
                <a:avLst/>
              </a:prstGeom>
              <a:solidFill>
                <a:srgbClr val="FFFFFF"/>
              </a:solidFill>
              <a:ln w="9525">
                <a:solidFill>
                  <a:schemeClr val="accent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nvGrpSpPr>
              <p:cNvPr id="85039" name="Group 12"/>
              <p:cNvGrpSpPr>
                <a:grpSpLocks/>
              </p:cNvGrpSpPr>
              <p:nvPr/>
            </p:nvGrpSpPr>
            <p:grpSpPr bwMode="auto">
              <a:xfrm>
                <a:off x="3360" y="2880"/>
                <a:ext cx="2112" cy="654"/>
                <a:chOff x="3408" y="2850"/>
                <a:chExt cx="2112" cy="654"/>
              </a:xfrm>
            </p:grpSpPr>
            <p:graphicFrame>
              <p:nvGraphicFramePr>
                <p:cNvPr id="85040" name="Object 13"/>
                <p:cNvGraphicFramePr>
                  <a:graphicFrameLocks noChangeAspect="1"/>
                </p:cNvGraphicFramePr>
                <p:nvPr/>
              </p:nvGraphicFramePr>
              <p:xfrm>
                <a:off x="5280" y="3264"/>
                <a:ext cx="189" cy="240"/>
              </p:xfrm>
              <a:graphic>
                <a:graphicData uri="http://schemas.openxmlformats.org/presentationml/2006/ole">
                  <mc:AlternateContent xmlns:mc="http://schemas.openxmlformats.org/markup-compatibility/2006">
                    <mc:Choice xmlns:v="urn:schemas-microsoft-com:vml" Requires="v">
                      <p:oleObj spid="_x0000_s85451" name="Equation" r:id="rId16" imgW="142818" imgH="180941" progId="Equation.DSMT4">
                        <p:embed/>
                      </p:oleObj>
                    </mc:Choice>
                    <mc:Fallback>
                      <p:oleObj name="Equation" r:id="rId16" imgW="142818" imgH="180941" progId="Equation.DSMT4">
                        <p:embed/>
                        <p:pic>
                          <p:nvPicPr>
                            <p:cNvPr id="0" name="Object 1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280" y="3264"/>
                              <a:ext cx="189"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85041" name="Group 14"/>
                <p:cNvGrpSpPr>
                  <a:grpSpLocks/>
                </p:cNvGrpSpPr>
                <p:nvPr/>
              </p:nvGrpSpPr>
              <p:grpSpPr bwMode="auto">
                <a:xfrm>
                  <a:off x="3711" y="2850"/>
                  <a:ext cx="1577" cy="594"/>
                  <a:chOff x="768" y="880"/>
                  <a:chExt cx="1920" cy="688"/>
                </a:xfrm>
              </p:grpSpPr>
              <p:grpSp>
                <p:nvGrpSpPr>
                  <p:cNvPr id="85046" name="Group 15"/>
                  <p:cNvGrpSpPr>
                    <a:grpSpLocks/>
                  </p:cNvGrpSpPr>
                  <p:nvPr/>
                </p:nvGrpSpPr>
                <p:grpSpPr bwMode="auto">
                  <a:xfrm>
                    <a:off x="768" y="1008"/>
                    <a:ext cx="1920" cy="432"/>
                    <a:chOff x="768" y="1008"/>
                    <a:chExt cx="1920" cy="432"/>
                  </a:xfrm>
                </p:grpSpPr>
                <p:sp>
                  <p:nvSpPr>
                    <p:cNvPr id="85065" name="Line 16"/>
                    <p:cNvSpPr>
                      <a:spLocks noChangeShapeType="1"/>
                    </p:cNvSpPr>
                    <p:nvPr/>
                  </p:nvSpPr>
                  <p:spPr bwMode="auto">
                    <a:xfrm>
                      <a:off x="768" y="1008"/>
                      <a:ext cx="1920"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066" name="Line 17"/>
                    <p:cNvSpPr>
                      <a:spLocks noChangeShapeType="1"/>
                    </p:cNvSpPr>
                    <p:nvPr/>
                  </p:nvSpPr>
                  <p:spPr bwMode="auto">
                    <a:xfrm>
                      <a:off x="768" y="1440"/>
                      <a:ext cx="1920"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85047" name="Group 18"/>
                  <p:cNvGrpSpPr>
                    <a:grpSpLocks/>
                  </p:cNvGrpSpPr>
                  <p:nvPr/>
                </p:nvGrpSpPr>
                <p:grpSpPr bwMode="auto">
                  <a:xfrm>
                    <a:off x="912" y="880"/>
                    <a:ext cx="1728" cy="688"/>
                    <a:chOff x="912" y="880"/>
                    <a:chExt cx="1728" cy="688"/>
                  </a:xfrm>
                </p:grpSpPr>
                <p:sp>
                  <p:nvSpPr>
                    <p:cNvPr id="85048" name="Freeform 19"/>
                    <p:cNvSpPr>
                      <a:spLocks/>
                    </p:cNvSpPr>
                    <p:nvPr/>
                  </p:nvSpPr>
                  <p:spPr bwMode="auto">
                    <a:xfrm>
                      <a:off x="912"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5049" name="Freeform 20"/>
                    <p:cNvSpPr>
                      <a:spLocks/>
                    </p:cNvSpPr>
                    <p:nvPr/>
                  </p:nvSpPr>
                  <p:spPr bwMode="auto">
                    <a:xfrm>
                      <a:off x="1008"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5050" name="Freeform 21"/>
                    <p:cNvSpPr>
                      <a:spLocks/>
                    </p:cNvSpPr>
                    <p:nvPr/>
                  </p:nvSpPr>
                  <p:spPr bwMode="auto">
                    <a:xfrm>
                      <a:off x="1104"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5051" name="Freeform 22"/>
                    <p:cNvSpPr>
                      <a:spLocks/>
                    </p:cNvSpPr>
                    <p:nvPr/>
                  </p:nvSpPr>
                  <p:spPr bwMode="auto">
                    <a:xfrm>
                      <a:off x="1200"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5052" name="Freeform 23"/>
                    <p:cNvSpPr>
                      <a:spLocks/>
                    </p:cNvSpPr>
                    <p:nvPr/>
                  </p:nvSpPr>
                  <p:spPr bwMode="auto">
                    <a:xfrm>
                      <a:off x="1296"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5053" name="Freeform 24"/>
                    <p:cNvSpPr>
                      <a:spLocks/>
                    </p:cNvSpPr>
                    <p:nvPr/>
                  </p:nvSpPr>
                  <p:spPr bwMode="auto">
                    <a:xfrm>
                      <a:off x="1392"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5054" name="Freeform 25"/>
                    <p:cNvSpPr>
                      <a:spLocks/>
                    </p:cNvSpPr>
                    <p:nvPr/>
                  </p:nvSpPr>
                  <p:spPr bwMode="auto">
                    <a:xfrm>
                      <a:off x="1488"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5055" name="Freeform 26"/>
                    <p:cNvSpPr>
                      <a:spLocks/>
                    </p:cNvSpPr>
                    <p:nvPr/>
                  </p:nvSpPr>
                  <p:spPr bwMode="auto">
                    <a:xfrm>
                      <a:off x="1584"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5056" name="Freeform 27"/>
                    <p:cNvSpPr>
                      <a:spLocks/>
                    </p:cNvSpPr>
                    <p:nvPr/>
                  </p:nvSpPr>
                  <p:spPr bwMode="auto">
                    <a:xfrm>
                      <a:off x="1680"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5057" name="Freeform 28"/>
                    <p:cNvSpPr>
                      <a:spLocks/>
                    </p:cNvSpPr>
                    <p:nvPr/>
                  </p:nvSpPr>
                  <p:spPr bwMode="auto">
                    <a:xfrm>
                      <a:off x="1776"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5058" name="Freeform 29"/>
                    <p:cNvSpPr>
                      <a:spLocks/>
                    </p:cNvSpPr>
                    <p:nvPr/>
                  </p:nvSpPr>
                  <p:spPr bwMode="auto">
                    <a:xfrm>
                      <a:off x="1872"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5059" name="Freeform 30"/>
                    <p:cNvSpPr>
                      <a:spLocks/>
                    </p:cNvSpPr>
                    <p:nvPr/>
                  </p:nvSpPr>
                  <p:spPr bwMode="auto">
                    <a:xfrm>
                      <a:off x="1968"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5060" name="Freeform 31"/>
                    <p:cNvSpPr>
                      <a:spLocks/>
                    </p:cNvSpPr>
                    <p:nvPr/>
                  </p:nvSpPr>
                  <p:spPr bwMode="auto">
                    <a:xfrm>
                      <a:off x="2064"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5061" name="Freeform 32"/>
                    <p:cNvSpPr>
                      <a:spLocks/>
                    </p:cNvSpPr>
                    <p:nvPr/>
                  </p:nvSpPr>
                  <p:spPr bwMode="auto">
                    <a:xfrm>
                      <a:off x="2160"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5062" name="Freeform 33"/>
                    <p:cNvSpPr>
                      <a:spLocks/>
                    </p:cNvSpPr>
                    <p:nvPr/>
                  </p:nvSpPr>
                  <p:spPr bwMode="auto">
                    <a:xfrm>
                      <a:off x="2256"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5063" name="Freeform 34"/>
                    <p:cNvSpPr>
                      <a:spLocks/>
                    </p:cNvSpPr>
                    <p:nvPr/>
                  </p:nvSpPr>
                  <p:spPr bwMode="auto">
                    <a:xfrm>
                      <a:off x="2352"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5064" name="Freeform 35"/>
                    <p:cNvSpPr>
                      <a:spLocks/>
                    </p:cNvSpPr>
                    <p:nvPr/>
                  </p:nvSpPr>
                  <p:spPr bwMode="auto">
                    <a:xfrm>
                      <a:off x="2448"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sp>
              <p:nvSpPr>
                <p:cNvPr id="85042" name="Line 36"/>
                <p:cNvSpPr>
                  <a:spLocks noChangeShapeType="1"/>
                </p:cNvSpPr>
                <p:nvPr/>
              </p:nvSpPr>
              <p:spPr bwMode="auto">
                <a:xfrm flipV="1">
                  <a:off x="3790" y="3347"/>
                  <a:ext cx="0" cy="8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85043" name="Object 37"/>
                <p:cNvGraphicFramePr>
                  <a:graphicFrameLocks noChangeAspect="1"/>
                </p:cNvGraphicFramePr>
                <p:nvPr/>
              </p:nvGraphicFramePr>
              <p:xfrm>
                <a:off x="5237" y="2976"/>
                <a:ext cx="283" cy="288"/>
              </p:xfrm>
              <a:graphic>
                <a:graphicData uri="http://schemas.openxmlformats.org/presentationml/2006/ole">
                  <mc:AlternateContent xmlns:mc="http://schemas.openxmlformats.org/markup-compatibility/2006">
                    <mc:Choice xmlns:v="urn:schemas-microsoft-com:vml" Requires="v">
                      <p:oleObj spid="_x0000_s85452" name="Equation" r:id="rId18" imgW="114376" imgH="180941" progId="Equation.DSMT4">
                        <p:embed/>
                      </p:oleObj>
                    </mc:Choice>
                    <mc:Fallback>
                      <p:oleObj name="Equation" r:id="rId18" imgW="114376" imgH="180941" progId="Equation.DSMT4">
                        <p:embed/>
                        <p:pic>
                          <p:nvPicPr>
                            <p:cNvPr id="0" name="Object 3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237" y="2976"/>
                              <a:ext cx="28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5044" name="Line 38"/>
                <p:cNvSpPr>
                  <a:spLocks noChangeShapeType="1"/>
                </p:cNvSpPr>
                <p:nvPr/>
              </p:nvSpPr>
              <p:spPr bwMode="auto">
                <a:xfrm>
                  <a:off x="3696" y="2928"/>
                  <a:ext cx="0" cy="414"/>
                </a:xfrm>
                <a:prstGeom prst="line">
                  <a:avLst/>
                </a:prstGeom>
                <a:noFill/>
                <a:ln w="28575">
                  <a:solidFill>
                    <a:schemeClr val="hlink"/>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85045" name="Object 39"/>
                <p:cNvGraphicFramePr>
                  <a:graphicFrameLocks noChangeAspect="1"/>
                </p:cNvGraphicFramePr>
                <p:nvPr/>
              </p:nvGraphicFramePr>
              <p:xfrm>
                <a:off x="3408" y="3024"/>
                <a:ext cx="277" cy="312"/>
              </p:xfrm>
              <a:graphic>
                <a:graphicData uri="http://schemas.openxmlformats.org/presentationml/2006/ole">
                  <mc:AlternateContent xmlns:mc="http://schemas.openxmlformats.org/markup-compatibility/2006">
                    <mc:Choice xmlns:v="urn:schemas-microsoft-com:vml" Requires="v">
                      <p:oleObj spid="_x0000_s85453" name="Equation" r:id="rId20" imgW="203112" imgH="228501" progId="Equation.DSMT4">
                        <p:embed/>
                      </p:oleObj>
                    </mc:Choice>
                    <mc:Fallback>
                      <p:oleObj name="Equation" r:id="rId20" imgW="203112" imgH="228501" progId="Equation.DSMT4">
                        <p:embed/>
                        <p:pic>
                          <p:nvPicPr>
                            <p:cNvPr id="0" name="Object 39"/>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408" y="3024"/>
                              <a:ext cx="277"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85004" name="Group 40"/>
            <p:cNvGrpSpPr>
              <a:grpSpLocks/>
            </p:cNvGrpSpPr>
            <p:nvPr/>
          </p:nvGrpSpPr>
          <p:grpSpPr bwMode="auto">
            <a:xfrm>
              <a:off x="3101" y="336"/>
              <a:ext cx="2266" cy="1545"/>
              <a:chOff x="3101" y="2400"/>
              <a:chExt cx="2266" cy="1545"/>
            </a:xfrm>
          </p:grpSpPr>
          <p:grpSp>
            <p:nvGrpSpPr>
              <p:cNvPr id="85005" name="Group 41"/>
              <p:cNvGrpSpPr>
                <a:grpSpLocks/>
              </p:cNvGrpSpPr>
              <p:nvPr/>
            </p:nvGrpSpPr>
            <p:grpSpPr bwMode="auto">
              <a:xfrm>
                <a:off x="3696" y="2592"/>
                <a:ext cx="1577" cy="1192"/>
                <a:chOff x="3312" y="2448"/>
                <a:chExt cx="1920" cy="1576"/>
              </a:xfrm>
            </p:grpSpPr>
            <p:grpSp>
              <p:nvGrpSpPr>
                <p:cNvPr id="85018" name="Group 42"/>
                <p:cNvGrpSpPr>
                  <a:grpSpLocks/>
                </p:cNvGrpSpPr>
                <p:nvPr/>
              </p:nvGrpSpPr>
              <p:grpSpPr bwMode="auto">
                <a:xfrm>
                  <a:off x="3312" y="2448"/>
                  <a:ext cx="1920" cy="1576"/>
                  <a:chOff x="3312" y="2448"/>
                  <a:chExt cx="1920" cy="1576"/>
                </a:xfrm>
              </p:grpSpPr>
              <p:sp>
                <p:nvSpPr>
                  <p:cNvPr id="85020" name="Freeform 43"/>
                  <p:cNvSpPr>
                    <a:spLocks/>
                  </p:cNvSpPr>
                  <p:nvPr/>
                </p:nvSpPr>
                <p:spPr bwMode="auto">
                  <a:xfrm>
                    <a:off x="3312"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5021" name="Freeform 44"/>
                  <p:cNvSpPr>
                    <a:spLocks/>
                  </p:cNvSpPr>
                  <p:nvPr/>
                </p:nvSpPr>
                <p:spPr bwMode="auto">
                  <a:xfrm>
                    <a:off x="3408"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5022" name="Freeform 45"/>
                  <p:cNvSpPr>
                    <a:spLocks/>
                  </p:cNvSpPr>
                  <p:nvPr/>
                </p:nvSpPr>
                <p:spPr bwMode="auto">
                  <a:xfrm>
                    <a:off x="3504"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5023" name="Freeform 46"/>
                  <p:cNvSpPr>
                    <a:spLocks/>
                  </p:cNvSpPr>
                  <p:nvPr/>
                </p:nvSpPr>
                <p:spPr bwMode="auto">
                  <a:xfrm>
                    <a:off x="3600"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5024" name="Freeform 47"/>
                  <p:cNvSpPr>
                    <a:spLocks/>
                  </p:cNvSpPr>
                  <p:nvPr/>
                </p:nvSpPr>
                <p:spPr bwMode="auto">
                  <a:xfrm>
                    <a:off x="3696"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5025" name="Freeform 48"/>
                  <p:cNvSpPr>
                    <a:spLocks/>
                  </p:cNvSpPr>
                  <p:nvPr/>
                </p:nvSpPr>
                <p:spPr bwMode="auto">
                  <a:xfrm>
                    <a:off x="3792"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5026" name="Freeform 49"/>
                  <p:cNvSpPr>
                    <a:spLocks/>
                  </p:cNvSpPr>
                  <p:nvPr/>
                </p:nvSpPr>
                <p:spPr bwMode="auto">
                  <a:xfrm>
                    <a:off x="3888"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5027" name="Freeform 50"/>
                  <p:cNvSpPr>
                    <a:spLocks/>
                  </p:cNvSpPr>
                  <p:nvPr/>
                </p:nvSpPr>
                <p:spPr bwMode="auto">
                  <a:xfrm>
                    <a:off x="3984"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5028" name="Freeform 51"/>
                  <p:cNvSpPr>
                    <a:spLocks/>
                  </p:cNvSpPr>
                  <p:nvPr/>
                </p:nvSpPr>
                <p:spPr bwMode="auto">
                  <a:xfrm>
                    <a:off x="4080"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5029" name="Freeform 52"/>
                  <p:cNvSpPr>
                    <a:spLocks/>
                  </p:cNvSpPr>
                  <p:nvPr/>
                </p:nvSpPr>
                <p:spPr bwMode="auto">
                  <a:xfrm>
                    <a:off x="4176"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5030" name="Freeform 53"/>
                  <p:cNvSpPr>
                    <a:spLocks/>
                  </p:cNvSpPr>
                  <p:nvPr/>
                </p:nvSpPr>
                <p:spPr bwMode="auto">
                  <a:xfrm>
                    <a:off x="4272"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5031" name="Freeform 54"/>
                  <p:cNvSpPr>
                    <a:spLocks/>
                  </p:cNvSpPr>
                  <p:nvPr/>
                </p:nvSpPr>
                <p:spPr bwMode="auto">
                  <a:xfrm>
                    <a:off x="4368"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5032" name="Freeform 55"/>
                  <p:cNvSpPr>
                    <a:spLocks/>
                  </p:cNvSpPr>
                  <p:nvPr/>
                </p:nvSpPr>
                <p:spPr bwMode="auto">
                  <a:xfrm>
                    <a:off x="4464"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5033" name="Freeform 56"/>
                  <p:cNvSpPr>
                    <a:spLocks/>
                  </p:cNvSpPr>
                  <p:nvPr/>
                </p:nvSpPr>
                <p:spPr bwMode="auto">
                  <a:xfrm>
                    <a:off x="4560"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5034" name="Freeform 57"/>
                  <p:cNvSpPr>
                    <a:spLocks/>
                  </p:cNvSpPr>
                  <p:nvPr/>
                </p:nvSpPr>
                <p:spPr bwMode="auto">
                  <a:xfrm>
                    <a:off x="4656"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5035" name="Freeform 58"/>
                  <p:cNvSpPr>
                    <a:spLocks/>
                  </p:cNvSpPr>
                  <p:nvPr/>
                </p:nvSpPr>
                <p:spPr bwMode="auto">
                  <a:xfrm>
                    <a:off x="4752"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5036" name="Freeform 59"/>
                  <p:cNvSpPr>
                    <a:spLocks/>
                  </p:cNvSpPr>
                  <p:nvPr/>
                </p:nvSpPr>
                <p:spPr bwMode="auto">
                  <a:xfrm>
                    <a:off x="4848"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5037" name="Freeform 60"/>
                  <p:cNvSpPr>
                    <a:spLocks/>
                  </p:cNvSpPr>
                  <p:nvPr/>
                </p:nvSpPr>
                <p:spPr bwMode="auto">
                  <a:xfrm>
                    <a:off x="4944"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85019" name="Line 61"/>
                <p:cNvSpPr>
                  <a:spLocks noChangeShapeType="1"/>
                </p:cNvSpPr>
                <p:nvPr/>
              </p:nvSpPr>
              <p:spPr bwMode="auto">
                <a:xfrm flipV="1">
                  <a:off x="3360" y="3744"/>
                  <a:ext cx="0" cy="19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85006" name="Group 62"/>
              <p:cNvGrpSpPr>
                <a:grpSpLocks/>
              </p:cNvGrpSpPr>
              <p:nvPr/>
            </p:nvGrpSpPr>
            <p:grpSpPr bwMode="auto">
              <a:xfrm>
                <a:off x="3357" y="2725"/>
                <a:ext cx="2010" cy="913"/>
                <a:chOff x="672" y="720"/>
                <a:chExt cx="2112" cy="1056"/>
              </a:xfrm>
            </p:grpSpPr>
            <p:sp>
              <p:nvSpPr>
                <p:cNvPr id="85016" name="Line 63"/>
                <p:cNvSpPr>
                  <a:spLocks noChangeShapeType="1"/>
                </p:cNvSpPr>
                <p:nvPr/>
              </p:nvSpPr>
              <p:spPr bwMode="auto">
                <a:xfrm>
                  <a:off x="672" y="720"/>
                  <a:ext cx="2112" cy="0"/>
                </a:xfrm>
                <a:prstGeom prst="line">
                  <a:avLst/>
                </a:prstGeom>
                <a:noFill/>
                <a:ln w="38100">
                  <a:solidFill>
                    <a:srgbClr val="66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017" name="Line 64"/>
                <p:cNvSpPr>
                  <a:spLocks noChangeShapeType="1"/>
                </p:cNvSpPr>
                <p:nvPr/>
              </p:nvSpPr>
              <p:spPr bwMode="auto">
                <a:xfrm>
                  <a:off x="672" y="1776"/>
                  <a:ext cx="2112" cy="0"/>
                </a:xfrm>
                <a:prstGeom prst="line">
                  <a:avLst/>
                </a:prstGeom>
                <a:noFill/>
                <a:ln w="38100">
                  <a:solidFill>
                    <a:srgbClr val="66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85007" name="Object 65"/>
              <p:cNvGraphicFramePr>
                <a:graphicFrameLocks noChangeAspect="1"/>
              </p:cNvGraphicFramePr>
              <p:nvPr/>
            </p:nvGraphicFramePr>
            <p:xfrm>
              <a:off x="4000" y="2400"/>
              <a:ext cx="215" cy="240"/>
            </p:xfrm>
            <a:graphic>
              <a:graphicData uri="http://schemas.openxmlformats.org/presentationml/2006/ole">
                <mc:AlternateContent xmlns:mc="http://schemas.openxmlformats.org/markup-compatibility/2006">
                  <mc:Choice xmlns:v="urn:schemas-microsoft-com:vml" Requires="v">
                    <p:oleObj spid="_x0000_s85454" name="Equation" r:id="rId22" imgW="171565" imgH="180941" progId="Equation.DSMT4">
                      <p:embed/>
                    </p:oleObj>
                  </mc:Choice>
                  <mc:Fallback>
                    <p:oleObj name="Equation" r:id="rId22" imgW="171565" imgH="180941" progId="Equation.DSMT4">
                      <p:embed/>
                      <p:pic>
                        <p:nvPicPr>
                          <p:cNvPr id="0" name="Object 65"/>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000" y="2400"/>
                            <a:ext cx="215"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5008" name="Object 66"/>
              <p:cNvGraphicFramePr>
                <a:graphicFrameLocks noChangeAspect="1"/>
              </p:cNvGraphicFramePr>
              <p:nvPr/>
            </p:nvGraphicFramePr>
            <p:xfrm>
              <a:off x="4368" y="3744"/>
              <a:ext cx="144" cy="201"/>
            </p:xfrm>
            <a:graphic>
              <a:graphicData uri="http://schemas.openxmlformats.org/presentationml/2006/ole">
                <mc:AlternateContent xmlns:mc="http://schemas.openxmlformats.org/markup-compatibility/2006">
                  <mc:Choice xmlns:v="urn:schemas-microsoft-com:vml" Requires="v">
                    <p:oleObj spid="_x0000_s85455" name="公式" r:id="rId24" imgW="165028" imgH="368140" progId="Equation.3">
                      <p:embed/>
                    </p:oleObj>
                  </mc:Choice>
                  <mc:Fallback>
                    <p:oleObj name="公式" r:id="rId24" imgW="165028" imgH="368140" progId="Equation.3">
                      <p:embed/>
                      <p:pic>
                        <p:nvPicPr>
                          <p:cNvPr id="0" name="Object 66"/>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368" y="3744"/>
                            <a:ext cx="144"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5009" name="Object 67"/>
              <p:cNvGraphicFramePr>
                <a:graphicFrameLocks noChangeAspect="1"/>
              </p:cNvGraphicFramePr>
              <p:nvPr/>
            </p:nvGraphicFramePr>
            <p:xfrm>
              <a:off x="3101" y="3088"/>
              <a:ext cx="287" cy="320"/>
            </p:xfrm>
            <a:graphic>
              <a:graphicData uri="http://schemas.openxmlformats.org/presentationml/2006/ole">
                <mc:AlternateContent xmlns:mc="http://schemas.openxmlformats.org/markup-compatibility/2006">
                  <mc:Choice xmlns:v="urn:schemas-microsoft-com:vml" Requires="v">
                    <p:oleObj spid="_x0000_s85456" name="Equation" r:id="rId26" imgW="171565" imgH="180941" progId="Equation.DSMT4">
                      <p:embed/>
                    </p:oleObj>
                  </mc:Choice>
                  <mc:Fallback>
                    <p:oleObj name="Equation" r:id="rId26" imgW="171565" imgH="180941" progId="Equation.DSMT4">
                      <p:embed/>
                      <p:pic>
                        <p:nvPicPr>
                          <p:cNvPr id="0" name="Object 67"/>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101" y="3088"/>
                            <a:ext cx="287"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5010" name="Object 68"/>
              <p:cNvGraphicFramePr>
                <a:graphicFrameLocks noChangeAspect="1"/>
              </p:cNvGraphicFramePr>
              <p:nvPr/>
            </p:nvGraphicFramePr>
            <p:xfrm>
              <a:off x="4320" y="2400"/>
              <a:ext cx="211" cy="288"/>
            </p:xfrm>
            <a:graphic>
              <a:graphicData uri="http://schemas.openxmlformats.org/presentationml/2006/ole">
                <mc:AlternateContent xmlns:mc="http://schemas.openxmlformats.org/markup-compatibility/2006">
                  <mc:Choice xmlns:v="urn:schemas-microsoft-com:vml" Requires="v">
                    <p:oleObj spid="_x0000_s85457" name="Equation" r:id="rId28" imgW="133337" imgH="180941" progId="Equation.DSMT4">
                      <p:embed/>
                    </p:oleObj>
                  </mc:Choice>
                  <mc:Fallback>
                    <p:oleObj name="Equation" r:id="rId28" imgW="133337" imgH="180941" progId="Equation.DSMT4">
                      <p:embed/>
                      <p:pic>
                        <p:nvPicPr>
                          <p:cNvPr id="0" name="Object 68"/>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4320" y="2400"/>
                            <a:ext cx="21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5011" name="Line 69"/>
              <p:cNvSpPr>
                <a:spLocks noChangeShapeType="1"/>
              </p:cNvSpPr>
              <p:nvPr/>
            </p:nvSpPr>
            <p:spPr bwMode="auto">
              <a:xfrm>
                <a:off x="3408" y="2735"/>
                <a:ext cx="0" cy="913"/>
              </a:xfrm>
              <a:prstGeom prst="line">
                <a:avLst/>
              </a:prstGeom>
              <a:noFill/>
              <a:ln w="28575">
                <a:solidFill>
                  <a:srgbClr val="FF33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012" name="Line 70"/>
              <p:cNvSpPr>
                <a:spLocks noChangeShapeType="1"/>
              </p:cNvSpPr>
              <p:nvPr/>
            </p:nvSpPr>
            <p:spPr bwMode="auto">
              <a:xfrm>
                <a:off x="5232" y="3744"/>
                <a:ext cx="0" cy="14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013" name="Line 71"/>
              <p:cNvSpPr>
                <a:spLocks noChangeShapeType="1"/>
              </p:cNvSpPr>
              <p:nvPr/>
            </p:nvSpPr>
            <p:spPr bwMode="auto">
              <a:xfrm>
                <a:off x="3744" y="3744"/>
                <a:ext cx="0" cy="14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014" name="Line 72"/>
              <p:cNvSpPr>
                <a:spLocks noChangeShapeType="1"/>
              </p:cNvSpPr>
              <p:nvPr/>
            </p:nvSpPr>
            <p:spPr bwMode="auto">
              <a:xfrm>
                <a:off x="4608" y="3840"/>
                <a:ext cx="624" cy="0"/>
              </a:xfrm>
              <a:prstGeom prst="line">
                <a:avLst/>
              </a:prstGeom>
              <a:noFill/>
              <a:ln w="1905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015" name="Line 73"/>
              <p:cNvSpPr>
                <a:spLocks noChangeShapeType="1"/>
              </p:cNvSpPr>
              <p:nvPr/>
            </p:nvSpPr>
            <p:spPr bwMode="auto">
              <a:xfrm>
                <a:off x="3744" y="3840"/>
                <a:ext cx="576" cy="0"/>
              </a:xfrm>
              <a:prstGeom prst="line">
                <a:avLst/>
              </a:prstGeom>
              <a:noFill/>
              <a:ln w="19050">
                <a:solidFill>
                  <a:schemeClr val="tx2"/>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aphicFrame>
        <p:nvGraphicFramePr>
          <p:cNvPr id="85002" name="Object 74"/>
          <p:cNvGraphicFramePr>
            <a:graphicFrameLocks noChangeAspect="1"/>
          </p:cNvGraphicFramePr>
          <p:nvPr/>
        </p:nvGraphicFramePr>
        <p:xfrm>
          <a:off x="1905000" y="4038600"/>
          <a:ext cx="3201988" cy="584200"/>
        </p:xfrm>
        <a:graphic>
          <a:graphicData uri="http://schemas.openxmlformats.org/presentationml/2006/ole">
            <mc:AlternateContent xmlns:mc="http://schemas.openxmlformats.org/markup-compatibility/2006">
              <mc:Choice xmlns:v="urn:schemas-microsoft-com:vml" Requires="v">
                <p:oleObj spid="_x0000_s85458" name="Equation" r:id="rId30" imgW="1117600" imgH="228600" progId="Equation.DSMT4">
                  <p:embed/>
                </p:oleObj>
              </mc:Choice>
              <mc:Fallback>
                <p:oleObj name="Equation" r:id="rId30" imgW="1117600" imgH="228600" progId="Equation.DSMT4">
                  <p:embed/>
                  <p:pic>
                    <p:nvPicPr>
                      <p:cNvPr id="0" name="Object 74"/>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1905000" y="4038600"/>
                        <a:ext cx="32019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7042" name="Group 2"/>
          <p:cNvGrpSpPr>
            <a:grpSpLocks/>
          </p:cNvGrpSpPr>
          <p:nvPr/>
        </p:nvGrpSpPr>
        <p:grpSpPr bwMode="auto">
          <a:xfrm>
            <a:off x="2133600" y="2819400"/>
            <a:ext cx="6940550" cy="1117600"/>
            <a:chOff x="336" y="1776"/>
            <a:chExt cx="4372" cy="704"/>
          </a:xfrm>
        </p:grpSpPr>
        <p:sp>
          <p:nvSpPr>
            <p:cNvPr id="87119" name="Text Box 3"/>
            <p:cNvSpPr txBox="1">
              <a:spLocks noChangeArrowheads="1"/>
            </p:cNvSpPr>
            <p:nvPr/>
          </p:nvSpPr>
          <p:spPr bwMode="auto">
            <a:xfrm>
              <a:off x="336" y="1776"/>
              <a:ext cx="4372" cy="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40000"/>
                </a:spcBef>
                <a:buFontTx/>
                <a:buNone/>
              </a:pPr>
              <a:r>
                <a:rPr kumimoji="1" lang="zh-CN" altLang="en-US" sz="2800">
                  <a:latin typeface="宋体" panose="02010600030101010101" pitchFamily="2" charset="-122"/>
                </a:rPr>
                <a:t>两螺线管共轴，且            ：完全耦合</a:t>
              </a:r>
            </a:p>
            <a:p>
              <a:pPr eaLnBrk="1" hangingPunct="1">
                <a:spcBef>
                  <a:spcPct val="40000"/>
                </a:spcBef>
                <a:buFontTx/>
                <a:buNone/>
              </a:pPr>
              <a:r>
                <a:rPr kumimoji="1" lang="zh-CN" altLang="en-US" sz="2800">
                  <a:latin typeface="宋体" panose="02010600030101010101" pitchFamily="2" charset="-122"/>
                </a:rPr>
                <a:t>两螺线管轴相互垂直，        ：不耦合 </a:t>
              </a:r>
            </a:p>
          </p:txBody>
        </p:sp>
        <p:graphicFrame>
          <p:nvGraphicFramePr>
            <p:cNvPr id="87120" name="Object 4"/>
            <p:cNvGraphicFramePr>
              <a:graphicFrameLocks noChangeAspect="1"/>
            </p:cNvGraphicFramePr>
            <p:nvPr/>
          </p:nvGraphicFramePr>
          <p:xfrm>
            <a:off x="2256" y="1824"/>
            <a:ext cx="1248" cy="327"/>
          </p:xfrm>
          <a:graphic>
            <a:graphicData uri="http://schemas.openxmlformats.org/presentationml/2006/ole">
              <mc:AlternateContent xmlns:mc="http://schemas.openxmlformats.org/markup-compatibility/2006">
                <mc:Choice xmlns:v="urn:schemas-microsoft-com:vml" Requires="v">
                  <p:oleObj spid="_x0000_s87446" name="Equation" r:id="rId4" imgW="977476" imgH="215806" progId="Equation.3">
                    <p:embed/>
                  </p:oleObj>
                </mc:Choice>
                <mc:Fallback>
                  <p:oleObj name="Equation" r:id="rId4" imgW="977476" imgH="215806"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56" y="1824"/>
                          <a:ext cx="124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7121" name="Object 5"/>
            <p:cNvGraphicFramePr>
              <a:graphicFrameLocks noChangeAspect="1"/>
            </p:cNvGraphicFramePr>
            <p:nvPr/>
          </p:nvGraphicFramePr>
          <p:xfrm>
            <a:off x="2928" y="2208"/>
            <a:ext cx="528" cy="206"/>
          </p:xfrm>
          <a:graphic>
            <a:graphicData uri="http://schemas.openxmlformats.org/presentationml/2006/ole">
              <mc:AlternateContent xmlns:mc="http://schemas.openxmlformats.org/markup-compatibility/2006">
                <mc:Choice xmlns:v="urn:schemas-microsoft-com:vml" Requires="v">
                  <p:oleObj spid="_x0000_s87447" name="公式" r:id="rId6" imgW="1028700" imgH="368300" progId="Equation.3">
                    <p:embed/>
                  </p:oleObj>
                </mc:Choice>
                <mc:Fallback>
                  <p:oleObj name="公式" r:id="rId6" imgW="1028700" imgH="36830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28" y="2208"/>
                          <a:ext cx="528"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87043" name="Text Box 6"/>
          <p:cNvSpPr txBox="1">
            <a:spLocks noChangeArrowheads="1"/>
          </p:cNvSpPr>
          <p:nvPr/>
        </p:nvSpPr>
        <p:spPr bwMode="auto">
          <a:xfrm>
            <a:off x="1905000" y="304801"/>
            <a:ext cx="1962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latin typeface="宋体" panose="02010600030101010101" pitchFamily="2" charset="-122"/>
              </a:rPr>
              <a:t>一般情况：</a:t>
            </a:r>
          </a:p>
        </p:txBody>
      </p:sp>
      <p:graphicFrame>
        <p:nvGraphicFramePr>
          <p:cNvPr id="87044" name="Object 7"/>
          <p:cNvGraphicFramePr>
            <a:graphicFrameLocks noChangeAspect="1"/>
          </p:cNvGraphicFramePr>
          <p:nvPr/>
        </p:nvGraphicFramePr>
        <p:xfrm>
          <a:off x="2819401" y="838201"/>
          <a:ext cx="2155825" cy="544513"/>
        </p:xfrm>
        <a:graphic>
          <a:graphicData uri="http://schemas.openxmlformats.org/presentationml/2006/ole">
            <mc:AlternateContent xmlns:mc="http://schemas.openxmlformats.org/markup-compatibility/2006">
              <mc:Choice xmlns:v="urn:schemas-microsoft-com:vml" Requires="v">
                <p:oleObj spid="_x0000_s87448" name="公式" r:id="rId8" imgW="2323092" imgH="545863" progId="Equation.3">
                  <p:embed/>
                </p:oleObj>
              </mc:Choice>
              <mc:Fallback>
                <p:oleObj name="公式" r:id="rId8" imgW="2323092" imgH="545863" progId="Equation.3">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19401" y="838201"/>
                        <a:ext cx="2155825" cy="54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87045" name="Group 8"/>
          <p:cNvGrpSpPr>
            <a:grpSpLocks/>
          </p:cNvGrpSpPr>
          <p:nvPr/>
        </p:nvGrpSpPr>
        <p:grpSpPr bwMode="auto">
          <a:xfrm>
            <a:off x="2743200" y="2438401"/>
            <a:ext cx="2851150" cy="519113"/>
            <a:chOff x="3974" y="2476"/>
            <a:chExt cx="2150" cy="327"/>
          </a:xfrm>
        </p:grpSpPr>
        <p:sp>
          <p:nvSpPr>
            <p:cNvPr id="87117" name="Text Box 9"/>
            <p:cNvSpPr txBox="1">
              <a:spLocks noChangeArrowheads="1"/>
            </p:cNvSpPr>
            <p:nvPr/>
          </p:nvSpPr>
          <p:spPr bwMode="auto">
            <a:xfrm>
              <a:off x="3974" y="2476"/>
              <a:ext cx="215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latin typeface="宋体" panose="02010600030101010101" pitchFamily="2" charset="-122"/>
                </a:rPr>
                <a:t>（           ）</a:t>
              </a:r>
            </a:p>
          </p:txBody>
        </p:sp>
        <p:graphicFrame>
          <p:nvGraphicFramePr>
            <p:cNvPr id="87118" name="Object 10"/>
            <p:cNvGraphicFramePr>
              <a:graphicFrameLocks noChangeAspect="1"/>
            </p:cNvGraphicFramePr>
            <p:nvPr/>
          </p:nvGraphicFramePr>
          <p:xfrm>
            <a:off x="4416" y="2496"/>
            <a:ext cx="1000" cy="232"/>
          </p:xfrm>
          <a:graphic>
            <a:graphicData uri="http://schemas.openxmlformats.org/presentationml/2006/ole">
              <mc:AlternateContent xmlns:mc="http://schemas.openxmlformats.org/markup-compatibility/2006">
                <mc:Choice xmlns:v="urn:schemas-microsoft-com:vml" Requires="v">
                  <p:oleObj spid="_x0000_s87449" name="公式" r:id="rId10" imgW="1587500" imgH="368300" progId="Equation.3">
                    <p:embed/>
                  </p:oleObj>
                </mc:Choice>
                <mc:Fallback>
                  <p:oleObj name="公式" r:id="rId10" imgW="1587500" imgH="368300" progId="Equation.3">
                    <p:embed/>
                    <p:pic>
                      <p:nvPicPr>
                        <p:cNvPr id="0" name="Object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16" y="2496"/>
                          <a:ext cx="1000"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87046" name="Group 11"/>
          <p:cNvGrpSpPr>
            <a:grpSpLocks/>
          </p:cNvGrpSpPr>
          <p:nvPr/>
        </p:nvGrpSpPr>
        <p:grpSpPr bwMode="auto">
          <a:xfrm>
            <a:off x="1981200" y="1447800"/>
            <a:ext cx="4419600" cy="946150"/>
            <a:chOff x="288" y="912"/>
            <a:chExt cx="2784" cy="596"/>
          </a:xfrm>
        </p:grpSpPr>
        <p:sp>
          <p:nvSpPr>
            <p:cNvPr id="87115" name="Text Box 12"/>
            <p:cNvSpPr txBox="1">
              <a:spLocks noChangeArrowheads="1"/>
            </p:cNvSpPr>
            <p:nvPr/>
          </p:nvSpPr>
          <p:spPr bwMode="auto">
            <a:xfrm>
              <a:off x="288" y="912"/>
              <a:ext cx="2784"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800">
                  <a:latin typeface="宋体" panose="02010600030101010101" pitchFamily="2" charset="-122"/>
                </a:rPr>
                <a:t>    </a:t>
              </a:r>
              <a:r>
                <a:rPr kumimoji="1" lang="zh-CN" altLang="en-US" sz="2800">
                  <a:latin typeface="宋体" panose="02010600030101010101" pitchFamily="2" charset="-122"/>
                </a:rPr>
                <a:t>耦合系数，取决于两线圈的相对位置及绕法。</a:t>
              </a:r>
            </a:p>
          </p:txBody>
        </p:sp>
        <p:graphicFrame>
          <p:nvGraphicFramePr>
            <p:cNvPr id="87116" name="Object 13"/>
            <p:cNvGraphicFramePr>
              <a:graphicFrameLocks noChangeAspect="1"/>
            </p:cNvGraphicFramePr>
            <p:nvPr/>
          </p:nvGraphicFramePr>
          <p:xfrm>
            <a:off x="384" y="960"/>
            <a:ext cx="311" cy="223"/>
          </p:xfrm>
          <a:graphic>
            <a:graphicData uri="http://schemas.openxmlformats.org/presentationml/2006/ole">
              <mc:AlternateContent xmlns:mc="http://schemas.openxmlformats.org/markup-compatibility/2006">
                <mc:Choice xmlns:v="urn:schemas-microsoft-com:vml" Requires="v">
                  <p:oleObj spid="_x0000_s87450" name="公式" r:id="rId12" imgW="533169" imgH="355446" progId="Equation.3">
                    <p:embed/>
                  </p:oleObj>
                </mc:Choice>
                <mc:Fallback>
                  <p:oleObj name="公式" r:id="rId12" imgW="533169" imgH="355446" progId="Equation.3">
                    <p:embed/>
                    <p:pic>
                      <p:nvPicPr>
                        <p:cNvPr id="0" name="Object 1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84" y="960"/>
                          <a:ext cx="311"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87047" name="Group 14"/>
          <p:cNvGrpSpPr>
            <a:grpSpLocks/>
          </p:cNvGrpSpPr>
          <p:nvPr/>
        </p:nvGrpSpPr>
        <p:grpSpPr bwMode="auto">
          <a:xfrm>
            <a:off x="2057400" y="3962400"/>
            <a:ext cx="7772400" cy="2667000"/>
            <a:chOff x="336" y="2496"/>
            <a:chExt cx="4896" cy="1680"/>
          </a:xfrm>
        </p:grpSpPr>
        <p:pic>
          <p:nvPicPr>
            <p:cNvPr id="87113" name="Picture 15" descr="11-54"/>
            <p:cNvPicPr>
              <a:picLocks noChangeAspect="1" noChangeArrowheads="1"/>
            </p:cNvPicPr>
            <p:nvPr/>
          </p:nvPicPr>
          <p:blipFill>
            <a:blip r:embed="rId14">
              <a:lum contrast="12000"/>
              <a:extLst>
                <a:ext uri="{28A0092B-C50C-407E-A947-70E740481C1C}">
                  <a14:useLocalDpi xmlns:a14="http://schemas.microsoft.com/office/drawing/2010/main" val="0"/>
                </a:ext>
              </a:extLst>
            </a:blip>
            <a:srcRect/>
            <a:stretch>
              <a:fillRect/>
            </a:stretch>
          </p:blipFill>
          <p:spPr bwMode="auto">
            <a:xfrm>
              <a:off x="3312" y="2496"/>
              <a:ext cx="1920" cy="1650"/>
            </a:xfrm>
            <a:prstGeom prst="rect">
              <a:avLst/>
            </a:prstGeom>
            <a:noFill/>
            <a:ln w="19050">
              <a:solidFill>
                <a:schemeClr val="accent1"/>
              </a:solidFill>
              <a:miter lim="800000"/>
              <a:headEnd/>
              <a:tailEnd/>
            </a:ln>
            <a:extLst>
              <a:ext uri="{909E8E84-426E-40DD-AFC4-6F175D3DCCD1}">
                <a14:hiddenFill xmlns:a14="http://schemas.microsoft.com/office/drawing/2010/main">
                  <a:solidFill>
                    <a:srgbClr val="FFFFFF"/>
                  </a:solidFill>
                </a14:hiddenFill>
              </a:ext>
            </a:extLst>
          </p:spPr>
        </p:pic>
        <p:pic>
          <p:nvPicPr>
            <p:cNvPr id="87114" name="Picture 16" descr="11-48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36" y="2496"/>
              <a:ext cx="2832" cy="1680"/>
            </a:xfrm>
            <a:prstGeom prst="rect">
              <a:avLst/>
            </a:prstGeom>
            <a:noFill/>
            <a:ln w="19050">
              <a:solidFill>
                <a:schemeClr val="accent1"/>
              </a:solidFill>
              <a:miter lim="800000"/>
              <a:headEnd/>
              <a:tailEnd/>
            </a:ln>
            <a:extLst>
              <a:ext uri="{909E8E84-426E-40DD-AFC4-6F175D3DCCD1}">
                <a14:hiddenFill xmlns:a14="http://schemas.microsoft.com/office/drawing/2010/main">
                  <a:solidFill>
                    <a:srgbClr val="FFFFFF"/>
                  </a:solidFill>
                </a14:hiddenFill>
              </a:ext>
            </a:extLst>
          </p:spPr>
        </p:pic>
      </p:grpSp>
      <p:grpSp>
        <p:nvGrpSpPr>
          <p:cNvPr id="87048" name="Group 17"/>
          <p:cNvGrpSpPr>
            <a:grpSpLocks/>
          </p:cNvGrpSpPr>
          <p:nvPr/>
        </p:nvGrpSpPr>
        <p:grpSpPr bwMode="auto">
          <a:xfrm>
            <a:off x="6400800" y="228600"/>
            <a:ext cx="3886200" cy="2590800"/>
            <a:chOff x="3072" y="288"/>
            <a:chExt cx="2448" cy="1632"/>
          </a:xfrm>
        </p:grpSpPr>
        <p:grpSp>
          <p:nvGrpSpPr>
            <p:cNvPr id="87049" name="Group 18"/>
            <p:cNvGrpSpPr>
              <a:grpSpLocks/>
            </p:cNvGrpSpPr>
            <p:nvPr/>
          </p:nvGrpSpPr>
          <p:grpSpPr bwMode="auto">
            <a:xfrm>
              <a:off x="3072" y="288"/>
              <a:ext cx="2448" cy="1632"/>
              <a:chOff x="3072" y="2352"/>
              <a:chExt cx="2448" cy="1632"/>
            </a:xfrm>
          </p:grpSpPr>
          <p:sp>
            <p:nvSpPr>
              <p:cNvPr id="87084" name="Rectangle 19"/>
              <p:cNvSpPr>
                <a:spLocks noChangeArrowheads="1"/>
              </p:cNvSpPr>
              <p:nvPr/>
            </p:nvSpPr>
            <p:spPr bwMode="auto">
              <a:xfrm>
                <a:off x="3072" y="2352"/>
                <a:ext cx="2448" cy="1632"/>
              </a:xfrm>
              <a:prstGeom prst="rect">
                <a:avLst/>
              </a:prstGeom>
              <a:solidFill>
                <a:srgbClr val="FFFFFF"/>
              </a:solidFill>
              <a:ln w="9525">
                <a:solidFill>
                  <a:schemeClr val="accent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nvGrpSpPr>
              <p:cNvPr id="87085" name="Group 20"/>
              <p:cNvGrpSpPr>
                <a:grpSpLocks/>
              </p:cNvGrpSpPr>
              <p:nvPr/>
            </p:nvGrpSpPr>
            <p:grpSpPr bwMode="auto">
              <a:xfrm>
                <a:off x="3360" y="2880"/>
                <a:ext cx="2112" cy="654"/>
                <a:chOff x="3408" y="2850"/>
                <a:chExt cx="2112" cy="654"/>
              </a:xfrm>
            </p:grpSpPr>
            <p:graphicFrame>
              <p:nvGraphicFramePr>
                <p:cNvPr id="87086" name="Object 21"/>
                <p:cNvGraphicFramePr>
                  <a:graphicFrameLocks noChangeAspect="1"/>
                </p:cNvGraphicFramePr>
                <p:nvPr/>
              </p:nvGraphicFramePr>
              <p:xfrm>
                <a:off x="5280" y="3264"/>
                <a:ext cx="189" cy="240"/>
              </p:xfrm>
              <a:graphic>
                <a:graphicData uri="http://schemas.openxmlformats.org/presentationml/2006/ole">
                  <mc:AlternateContent xmlns:mc="http://schemas.openxmlformats.org/markup-compatibility/2006">
                    <mc:Choice xmlns:v="urn:schemas-microsoft-com:vml" Requires="v">
                      <p:oleObj spid="_x0000_s87451" name="Equation" r:id="rId16" imgW="142818" imgH="180941" progId="Equation.DSMT4">
                        <p:embed/>
                      </p:oleObj>
                    </mc:Choice>
                    <mc:Fallback>
                      <p:oleObj name="Equation" r:id="rId16" imgW="142818" imgH="180941" progId="Equation.DSMT4">
                        <p:embed/>
                        <p:pic>
                          <p:nvPicPr>
                            <p:cNvPr id="0" name="Object 2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280" y="3264"/>
                              <a:ext cx="189"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87087" name="Group 22"/>
                <p:cNvGrpSpPr>
                  <a:grpSpLocks/>
                </p:cNvGrpSpPr>
                <p:nvPr/>
              </p:nvGrpSpPr>
              <p:grpSpPr bwMode="auto">
                <a:xfrm>
                  <a:off x="3711" y="2850"/>
                  <a:ext cx="1577" cy="594"/>
                  <a:chOff x="768" y="880"/>
                  <a:chExt cx="1920" cy="688"/>
                </a:xfrm>
              </p:grpSpPr>
              <p:grpSp>
                <p:nvGrpSpPr>
                  <p:cNvPr id="87092" name="Group 23"/>
                  <p:cNvGrpSpPr>
                    <a:grpSpLocks/>
                  </p:cNvGrpSpPr>
                  <p:nvPr/>
                </p:nvGrpSpPr>
                <p:grpSpPr bwMode="auto">
                  <a:xfrm>
                    <a:off x="768" y="1008"/>
                    <a:ext cx="1920" cy="432"/>
                    <a:chOff x="768" y="1008"/>
                    <a:chExt cx="1920" cy="432"/>
                  </a:xfrm>
                </p:grpSpPr>
                <p:sp>
                  <p:nvSpPr>
                    <p:cNvPr id="87111" name="Line 24"/>
                    <p:cNvSpPr>
                      <a:spLocks noChangeShapeType="1"/>
                    </p:cNvSpPr>
                    <p:nvPr/>
                  </p:nvSpPr>
                  <p:spPr bwMode="auto">
                    <a:xfrm>
                      <a:off x="768" y="1008"/>
                      <a:ext cx="1920"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7112" name="Line 25"/>
                    <p:cNvSpPr>
                      <a:spLocks noChangeShapeType="1"/>
                    </p:cNvSpPr>
                    <p:nvPr/>
                  </p:nvSpPr>
                  <p:spPr bwMode="auto">
                    <a:xfrm>
                      <a:off x="768" y="1440"/>
                      <a:ext cx="1920"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87093" name="Group 26"/>
                  <p:cNvGrpSpPr>
                    <a:grpSpLocks/>
                  </p:cNvGrpSpPr>
                  <p:nvPr/>
                </p:nvGrpSpPr>
                <p:grpSpPr bwMode="auto">
                  <a:xfrm>
                    <a:off x="912" y="880"/>
                    <a:ext cx="1728" cy="688"/>
                    <a:chOff x="912" y="880"/>
                    <a:chExt cx="1728" cy="688"/>
                  </a:xfrm>
                </p:grpSpPr>
                <p:sp>
                  <p:nvSpPr>
                    <p:cNvPr id="87094" name="Freeform 27"/>
                    <p:cNvSpPr>
                      <a:spLocks/>
                    </p:cNvSpPr>
                    <p:nvPr/>
                  </p:nvSpPr>
                  <p:spPr bwMode="auto">
                    <a:xfrm>
                      <a:off x="912"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7095" name="Freeform 28"/>
                    <p:cNvSpPr>
                      <a:spLocks/>
                    </p:cNvSpPr>
                    <p:nvPr/>
                  </p:nvSpPr>
                  <p:spPr bwMode="auto">
                    <a:xfrm>
                      <a:off x="1008"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7096" name="Freeform 29"/>
                    <p:cNvSpPr>
                      <a:spLocks/>
                    </p:cNvSpPr>
                    <p:nvPr/>
                  </p:nvSpPr>
                  <p:spPr bwMode="auto">
                    <a:xfrm>
                      <a:off x="1104"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7097" name="Freeform 30"/>
                    <p:cNvSpPr>
                      <a:spLocks/>
                    </p:cNvSpPr>
                    <p:nvPr/>
                  </p:nvSpPr>
                  <p:spPr bwMode="auto">
                    <a:xfrm>
                      <a:off x="1200"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7098" name="Freeform 31"/>
                    <p:cNvSpPr>
                      <a:spLocks/>
                    </p:cNvSpPr>
                    <p:nvPr/>
                  </p:nvSpPr>
                  <p:spPr bwMode="auto">
                    <a:xfrm>
                      <a:off x="1296"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7099" name="Freeform 32"/>
                    <p:cNvSpPr>
                      <a:spLocks/>
                    </p:cNvSpPr>
                    <p:nvPr/>
                  </p:nvSpPr>
                  <p:spPr bwMode="auto">
                    <a:xfrm>
                      <a:off x="1392"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7100" name="Freeform 33"/>
                    <p:cNvSpPr>
                      <a:spLocks/>
                    </p:cNvSpPr>
                    <p:nvPr/>
                  </p:nvSpPr>
                  <p:spPr bwMode="auto">
                    <a:xfrm>
                      <a:off x="1488"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7101" name="Freeform 34"/>
                    <p:cNvSpPr>
                      <a:spLocks/>
                    </p:cNvSpPr>
                    <p:nvPr/>
                  </p:nvSpPr>
                  <p:spPr bwMode="auto">
                    <a:xfrm>
                      <a:off x="1584"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7102" name="Freeform 35"/>
                    <p:cNvSpPr>
                      <a:spLocks/>
                    </p:cNvSpPr>
                    <p:nvPr/>
                  </p:nvSpPr>
                  <p:spPr bwMode="auto">
                    <a:xfrm>
                      <a:off x="1680"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7103" name="Freeform 36"/>
                    <p:cNvSpPr>
                      <a:spLocks/>
                    </p:cNvSpPr>
                    <p:nvPr/>
                  </p:nvSpPr>
                  <p:spPr bwMode="auto">
                    <a:xfrm>
                      <a:off x="1776"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7104" name="Freeform 37"/>
                    <p:cNvSpPr>
                      <a:spLocks/>
                    </p:cNvSpPr>
                    <p:nvPr/>
                  </p:nvSpPr>
                  <p:spPr bwMode="auto">
                    <a:xfrm>
                      <a:off x="1872"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7105" name="Freeform 38"/>
                    <p:cNvSpPr>
                      <a:spLocks/>
                    </p:cNvSpPr>
                    <p:nvPr/>
                  </p:nvSpPr>
                  <p:spPr bwMode="auto">
                    <a:xfrm>
                      <a:off x="1968"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7106" name="Freeform 39"/>
                    <p:cNvSpPr>
                      <a:spLocks/>
                    </p:cNvSpPr>
                    <p:nvPr/>
                  </p:nvSpPr>
                  <p:spPr bwMode="auto">
                    <a:xfrm>
                      <a:off x="2064"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7107" name="Freeform 40"/>
                    <p:cNvSpPr>
                      <a:spLocks/>
                    </p:cNvSpPr>
                    <p:nvPr/>
                  </p:nvSpPr>
                  <p:spPr bwMode="auto">
                    <a:xfrm>
                      <a:off x="2160"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7108" name="Freeform 41"/>
                    <p:cNvSpPr>
                      <a:spLocks/>
                    </p:cNvSpPr>
                    <p:nvPr/>
                  </p:nvSpPr>
                  <p:spPr bwMode="auto">
                    <a:xfrm>
                      <a:off x="2256"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7109" name="Freeform 42"/>
                    <p:cNvSpPr>
                      <a:spLocks/>
                    </p:cNvSpPr>
                    <p:nvPr/>
                  </p:nvSpPr>
                  <p:spPr bwMode="auto">
                    <a:xfrm>
                      <a:off x="2352"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7110" name="Freeform 43"/>
                    <p:cNvSpPr>
                      <a:spLocks/>
                    </p:cNvSpPr>
                    <p:nvPr/>
                  </p:nvSpPr>
                  <p:spPr bwMode="auto">
                    <a:xfrm>
                      <a:off x="2448" y="880"/>
                      <a:ext cx="192" cy="688"/>
                    </a:xfrm>
                    <a:custGeom>
                      <a:avLst/>
                      <a:gdLst>
                        <a:gd name="T0" fmla="*/ 0 w 192"/>
                        <a:gd name="T1" fmla="*/ 128 h 688"/>
                        <a:gd name="T2" fmla="*/ 48 w 192"/>
                        <a:gd name="T3" fmla="*/ 80 h 688"/>
                        <a:gd name="T4" fmla="*/ 96 w 192"/>
                        <a:gd name="T5" fmla="*/ 608 h 688"/>
                        <a:gd name="T6" fmla="*/ 192 w 192"/>
                        <a:gd name="T7" fmla="*/ 560 h 688"/>
                        <a:gd name="T8" fmla="*/ 0 60000 65536"/>
                        <a:gd name="T9" fmla="*/ 0 60000 65536"/>
                        <a:gd name="T10" fmla="*/ 0 60000 65536"/>
                        <a:gd name="T11" fmla="*/ 0 60000 65536"/>
                        <a:gd name="T12" fmla="*/ 0 w 192"/>
                        <a:gd name="T13" fmla="*/ 0 h 688"/>
                        <a:gd name="T14" fmla="*/ 192 w 192"/>
                        <a:gd name="T15" fmla="*/ 688 h 688"/>
                      </a:gdLst>
                      <a:ahLst/>
                      <a:cxnLst>
                        <a:cxn ang="T8">
                          <a:pos x="T0" y="T1"/>
                        </a:cxn>
                        <a:cxn ang="T9">
                          <a:pos x="T2" y="T3"/>
                        </a:cxn>
                        <a:cxn ang="T10">
                          <a:pos x="T4" y="T5"/>
                        </a:cxn>
                        <a:cxn ang="T11">
                          <a:pos x="T6" y="T7"/>
                        </a:cxn>
                      </a:cxnLst>
                      <a:rect l="T12" t="T13" r="T14" b="T15"/>
                      <a:pathLst>
                        <a:path w="192" h="688">
                          <a:moveTo>
                            <a:pt x="0" y="128"/>
                          </a:moveTo>
                          <a:cubicBezTo>
                            <a:pt x="16" y="64"/>
                            <a:pt x="32" y="0"/>
                            <a:pt x="48" y="80"/>
                          </a:cubicBezTo>
                          <a:cubicBezTo>
                            <a:pt x="64" y="160"/>
                            <a:pt x="72" y="528"/>
                            <a:pt x="96" y="608"/>
                          </a:cubicBezTo>
                          <a:cubicBezTo>
                            <a:pt x="120" y="688"/>
                            <a:pt x="156" y="624"/>
                            <a:pt x="192" y="560"/>
                          </a:cubicBez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sp>
              <p:nvSpPr>
                <p:cNvPr id="87088" name="Line 44"/>
                <p:cNvSpPr>
                  <a:spLocks noChangeShapeType="1"/>
                </p:cNvSpPr>
                <p:nvPr/>
              </p:nvSpPr>
              <p:spPr bwMode="auto">
                <a:xfrm flipV="1">
                  <a:off x="3790" y="3347"/>
                  <a:ext cx="0" cy="8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87089" name="Object 45"/>
                <p:cNvGraphicFramePr>
                  <a:graphicFrameLocks noChangeAspect="1"/>
                </p:cNvGraphicFramePr>
                <p:nvPr/>
              </p:nvGraphicFramePr>
              <p:xfrm>
                <a:off x="5237" y="2976"/>
                <a:ext cx="283" cy="288"/>
              </p:xfrm>
              <a:graphic>
                <a:graphicData uri="http://schemas.openxmlformats.org/presentationml/2006/ole">
                  <mc:AlternateContent xmlns:mc="http://schemas.openxmlformats.org/markup-compatibility/2006">
                    <mc:Choice xmlns:v="urn:schemas-microsoft-com:vml" Requires="v">
                      <p:oleObj spid="_x0000_s87452" name="Equation" r:id="rId18" imgW="114376" imgH="180941" progId="Equation.DSMT4">
                        <p:embed/>
                      </p:oleObj>
                    </mc:Choice>
                    <mc:Fallback>
                      <p:oleObj name="Equation" r:id="rId18" imgW="114376" imgH="180941" progId="Equation.DSMT4">
                        <p:embed/>
                        <p:pic>
                          <p:nvPicPr>
                            <p:cNvPr id="0" name="Object 4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237" y="2976"/>
                              <a:ext cx="28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7090" name="Line 46"/>
                <p:cNvSpPr>
                  <a:spLocks noChangeShapeType="1"/>
                </p:cNvSpPr>
                <p:nvPr/>
              </p:nvSpPr>
              <p:spPr bwMode="auto">
                <a:xfrm>
                  <a:off x="3696" y="2928"/>
                  <a:ext cx="0" cy="414"/>
                </a:xfrm>
                <a:prstGeom prst="line">
                  <a:avLst/>
                </a:prstGeom>
                <a:noFill/>
                <a:ln w="28575">
                  <a:solidFill>
                    <a:schemeClr val="hlink"/>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87091" name="Object 47"/>
                <p:cNvGraphicFramePr>
                  <a:graphicFrameLocks noChangeAspect="1"/>
                </p:cNvGraphicFramePr>
                <p:nvPr/>
              </p:nvGraphicFramePr>
              <p:xfrm>
                <a:off x="3408" y="3024"/>
                <a:ext cx="277" cy="312"/>
              </p:xfrm>
              <a:graphic>
                <a:graphicData uri="http://schemas.openxmlformats.org/presentationml/2006/ole">
                  <mc:AlternateContent xmlns:mc="http://schemas.openxmlformats.org/markup-compatibility/2006">
                    <mc:Choice xmlns:v="urn:schemas-microsoft-com:vml" Requires="v">
                      <p:oleObj spid="_x0000_s87453" name="Equation" r:id="rId20" imgW="203112" imgH="228501" progId="Equation.DSMT4">
                        <p:embed/>
                      </p:oleObj>
                    </mc:Choice>
                    <mc:Fallback>
                      <p:oleObj name="Equation" r:id="rId20" imgW="203112" imgH="228501" progId="Equation.DSMT4">
                        <p:embed/>
                        <p:pic>
                          <p:nvPicPr>
                            <p:cNvPr id="0" name="Object 47"/>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408" y="3024"/>
                              <a:ext cx="277"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87050" name="Group 48"/>
            <p:cNvGrpSpPr>
              <a:grpSpLocks/>
            </p:cNvGrpSpPr>
            <p:nvPr/>
          </p:nvGrpSpPr>
          <p:grpSpPr bwMode="auto">
            <a:xfrm>
              <a:off x="3101" y="336"/>
              <a:ext cx="2266" cy="1545"/>
              <a:chOff x="3101" y="2400"/>
              <a:chExt cx="2266" cy="1545"/>
            </a:xfrm>
          </p:grpSpPr>
          <p:grpSp>
            <p:nvGrpSpPr>
              <p:cNvPr id="87051" name="Group 49"/>
              <p:cNvGrpSpPr>
                <a:grpSpLocks/>
              </p:cNvGrpSpPr>
              <p:nvPr/>
            </p:nvGrpSpPr>
            <p:grpSpPr bwMode="auto">
              <a:xfrm>
                <a:off x="3696" y="2592"/>
                <a:ext cx="1577" cy="1192"/>
                <a:chOff x="3312" y="2448"/>
                <a:chExt cx="1920" cy="1576"/>
              </a:xfrm>
            </p:grpSpPr>
            <p:grpSp>
              <p:nvGrpSpPr>
                <p:cNvPr id="87064" name="Group 50"/>
                <p:cNvGrpSpPr>
                  <a:grpSpLocks/>
                </p:cNvGrpSpPr>
                <p:nvPr/>
              </p:nvGrpSpPr>
              <p:grpSpPr bwMode="auto">
                <a:xfrm>
                  <a:off x="3312" y="2448"/>
                  <a:ext cx="1920" cy="1576"/>
                  <a:chOff x="3312" y="2448"/>
                  <a:chExt cx="1920" cy="1576"/>
                </a:xfrm>
              </p:grpSpPr>
              <p:sp>
                <p:nvSpPr>
                  <p:cNvPr id="87066" name="Freeform 51"/>
                  <p:cNvSpPr>
                    <a:spLocks/>
                  </p:cNvSpPr>
                  <p:nvPr/>
                </p:nvSpPr>
                <p:spPr bwMode="auto">
                  <a:xfrm>
                    <a:off x="3312"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7067" name="Freeform 52"/>
                  <p:cNvSpPr>
                    <a:spLocks/>
                  </p:cNvSpPr>
                  <p:nvPr/>
                </p:nvSpPr>
                <p:spPr bwMode="auto">
                  <a:xfrm>
                    <a:off x="3408"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7068" name="Freeform 53"/>
                  <p:cNvSpPr>
                    <a:spLocks/>
                  </p:cNvSpPr>
                  <p:nvPr/>
                </p:nvSpPr>
                <p:spPr bwMode="auto">
                  <a:xfrm>
                    <a:off x="3504"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7069" name="Freeform 54"/>
                  <p:cNvSpPr>
                    <a:spLocks/>
                  </p:cNvSpPr>
                  <p:nvPr/>
                </p:nvSpPr>
                <p:spPr bwMode="auto">
                  <a:xfrm>
                    <a:off x="3600"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7070" name="Freeform 55"/>
                  <p:cNvSpPr>
                    <a:spLocks/>
                  </p:cNvSpPr>
                  <p:nvPr/>
                </p:nvSpPr>
                <p:spPr bwMode="auto">
                  <a:xfrm>
                    <a:off x="3696"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7071" name="Freeform 56"/>
                  <p:cNvSpPr>
                    <a:spLocks/>
                  </p:cNvSpPr>
                  <p:nvPr/>
                </p:nvSpPr>
                <p:spPr bwMode="auto">
                  <a:xfrm>
                    <a:off x="3792"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7072" name="Freeform 57"/>
                  <p:cNvSpPr>
                    <a:spLocks/>
                  </p:cNvSpPr>
                  <p:nvPr/>
                </p:nvSpPr>
                <p:spPr bwMode="auto">
                  <a:xfrm>
                    <a:off x="3888"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7073" name="Freeform 58"/>
                  <p:cNvSpPr>
                    <a:spLocks/>
                  </p:cNvSpPr>
                  <p:nvPr/>
                </p:nvSpPr>
                <p:spPr bwMode="auto">
                  <a:xfrm>
                    <a:off x="3984"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7074" name="Freeform 59"/>
                  <p:cNvSpPr>
                    <a:spLocks/>
                  </p:cNvSpPr>
                  <p:nvPr/>
                </p:nvSpPr>
                <p:spPr bwMode="auto">
                  <a:xfrm>
                    <a:off x="4080"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7075" name="Freeform 60"/>
                  <p:cNvSpPr>
                    <a:spLocks/>
                  </p:cNvSpPr>
                  <p:nvPr/>
                </p:nvSpPr>
                <p:spPr bwMode="auto">
                  <a:xfrm>
                    <a:off x="4176"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7076" name="Freeform 61"/>
                  <p:cNvSpPr>
                    <a:spLocks/>
                  </p:cNvSpPr>
                  <p:nvPr/>
                </p:nvSpPr>
                <p:spPr bwMode="auto">
                  <a:xfrm>
                    <a:off x="4272"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7077" name="Freeform 62"/>
                  <p:cNvSpPr>
                    <a:spLocks/>
                  </p:cNvSpPr>
                  <p:nvPr/>
                </p:nvSpPr>
                <p:spPr bwMode="auto">
                  <a:xfrm>
                    <a:off x="4368"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7078" name="Freeform 63"/>
                  <p:cNvSpPr>
                    <a:spLocks/>
                  </p:cNvSpPr>
                  <p:nvPr/>
                </p:nvSpPr>
                <p:spPr bwMode="auto">
                  <a:xfrm>
                    <a:off x="4464"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7079" name="Freeform 64"/>
                  <p:cNvSpPr>
                    <a:spLocks/>
                  </p:cNvSpPr>
                  <p:nvPr/>
                </p:nvSpPr>
                <p:spPr bwMode="auto">
                  <a:xfrm>
                    <a:off x="4560"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7080" name="Freeform 65"/>
                  <p:cNvSpPr>
                    <a:spLocks/>
                  </p:cNvSpPr>
                  <p:nvPr/>
                </p:nvSpPr>
                <p:spPr bwMode="auto">
                  <a:xfrm>
                    <a:off x="4656"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7081" name="Freeform 66"/>
                  <p:cNvSpPr>
                    <a:spLocks/>
                  </p:cNvSpPr>
                  <p:nvPr/>
                </p:nvSpPr>
                <p:spPr bwMode="auto">
                  <a:xfrm>
                    <a:off x="4752"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7082" name="Freeform 67"/>
                  <p:cNvSpPr>
                    <a:spLocks/>
                  </p:cNvSpPr>
                  <p:nvPr/>
                </p:nvSpPr>
                <p:spPr bwMode="auto">
                  <a:xfrm>
                    <a:off x="4848"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7083" name="Freeform 68"/>
                  <p:cNvSpPr>
                    <a:spLocks/>
                  </p:cNvSpPr>
                  <p:nvPr/>
                </p:nvSpPr>
                <p:spPr bwMode="auto">
                  <a:xfrm>
                    <a:off x="4944" y="2448"/>
                    <a:ext cx="288" cy="1576"/>
                  </a:xfrm>
                  <a:custGeom>
                    <a:avLst/>
                    <a:gdLst>
                      <a:gd name="T0" fmla="*/ 0 w 288"/>
                      <a:gd name="T1" fmla="*/ 240 h 1576"/>
                      <a:gd name="T2" fmla="*/ 96 w 288"/>
                      <a:gd name="T3" fmla="*/ 192 h 1576"/>
                      <a:gd name="T4" fmla="*/ 192 w 288"/>
                      <a:gd name="T5" fmla="*/ 1392 h 1576"/>
                      <a:gd name="T6" fmla="*/ 288 w 288"/>
                      <a:gd name="T7" fmla="*/ 1296 h 1576"/>
                      <a:gd name="T8" fmla="*/ 0 60000 65536"/>
                      <a:gd name="T9" fmla="*/ 0 60000 65536"/>
                      <a:gd name="T10" fmla="*/ 0 60000 65536"/>
                      <a:gd name="T11" fmla="*/ 0 60000 65536"/>
                      <a:gd name="T12" fmla="*/ 0 w 288"/>
                      <a:gd name="T13" fmla="*/ 0 h 1576"/>
                      <a:gd name="T14" fmla="*/ 288 w 288"/>
                      <a:gd name="T15" fmla="*/ 1576 h 1576"/>
                    </a:gdLst>
                    <a:ahLst/>
                    <a:cxnLst>
                      <a:cxn ang="T8">
                        <a:pos x="T0" y="T1"/>
                      </a:cxn>
                      <a:cxn ang="T9">
                        <a:pos x="T2" y="T3"/>
                      </a:cxn>
                      <a:cxn ang="T10">
                        <a:pos x="T4" y="T5"/>
                      </a:cxn>
                      <a:cxn ang="T11">
                        <a:pos x="T6" y="T7"/>
                      </a:cxn>
                    </a:cxnLst>
                    <a:rect l="T12" t="T13" r="T14" b="T15"/>
                    <a:pathLst>
                      <a:path w="288" h="1576">
                        <a:moveTo>
                          <a:pt x="0" y="240"/>
                        </a:moveTo>
                        <a:cubicBezTo>
                          <a:pt x="32" y="120"/>
                          <a:pt x="64" y="0"/>
                          <a:pt x="96" y="192"/>
                        </a:cubicBezTo>
                        <a:cubicBezTo>
                          <a:pt x="128" y="384"/>
                          <a:pt x="160" y="1208"/>
                          <a:pt x="192" y="1392"/>
                        </a:cubicBezTo>
                        <a:cubicBezTo>
                          <a:pt x="224" y="1576"/>
                          <a:pt x="256" y="1436"/>
                          <a:pt x="288" y="12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87065" name="Line 69"/>
                <p:cNvSpPr>
                  <a:spLocks noChangeShapeType="1"/>
                </p:cNvSpPr>
                <p:nvPr/>
              </p:nvSpPr>
              <p:spPr bwMode="auto">
                <a:xfrm flipV="1">
                  <a:off x="3360" y="3744"/>
                  <a:ext cx="0" cy="19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87052" name="Group 70"/>
              <p:cNvGrpSpPr>
                <a:grpSpLocks/>
              </p:cNvGrpSpPr>
              <p:nvPr/>
            </p:nvGrpSpPr>
            <p:grpSpPr bwMode="auto">
              <a:xfrm>
                <a:off x="3357" y="2725"/>
                <a:ext cx="2010" cy="913"/>
                <a:chOff x="672" y="720"/>
                <a:chExt cx="2112" cy="1056"/>
              </a:xfrm>
            </p:grpSpPr>
            <p:sp>
              <p:nvSpPr>
                <p:cNvPr id="87062" name="Line 71"/>
                <p:cNvSpPr>
                  <a:spLocks noChangeShapeType="1"/>
                </p:cNvSpPr>
                <p:nvPr/>
              </p:nvSpPr>
              <p:spPr bwMode="auto">
                <a:xfrm>
                  <a:off x="672" y="720"/>
                  <a:ext cx="2112" cy="0"/>
                </a:xfrm>
                <a:prstGeom prst="line">
                  <a:avLst/>
                </a:prstGeom>
                <a:noFill/>
                <a:ln w="38100">
                  <a:solidFill>
                    <a:srgbClr val="66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7063" name="Line 72"/>
                <p:cNvSpPr>
                  <a:spLocks noChangeShapeType="1"/>
                </p:cNvSpPr>
                <p:nvPr/>
              </p:nvSpPr>
              <p:spPr bwMode="auto">
                <a:xfrm>
                  <a:off x="672" y="1776"/>
                  <a:ext cx="2112" cy="0"/>
                </a:xfrm>
                <a:prstGeom prst="line">
                  <a:avLst/>
                </a:prstGeom>
                <a:noFill/>
                <a:ln w="38100">
                  <a:solidFill>
                    <a:srgbClr val="66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87053" name="Object 73"/>
              <p:cNvGraphicFramePr>
                <a:graphicFrameLocks noChangeAspect="1"/>
              </p:cNvGraphicFramePr>
              <p:nvPr/>
            </p:nvGraphicFramePr>
            <p:xfrm>
              <a:off x="4000" y="2400"/>
              <a:ext cx="215" cy="240"/>
            </p:xfrm>
            <a:graphic>
              <a:graphicData uri="http://schemas.openxmlformats.org/presentationml/2006/ole">
                <mc:AlternateContent xmlns:mc="http://schemas.openxmlformats.org/markup-compatibility/2006">
                  <mc:Choice xmlns:v="urn:schemas-microsoft-com:vml" Requires="v">
                    <p:oleObj spid="_x0000_s87454" name="Equation" r:id="rId22" imgW="171565" imgH="180941" progId="Equation.DSMT4">
                      <p:embed/>
                    </p:oleObj>
                  </mc:Choice>
                  <mc:Fallback>
                    <p:oleObj name="Equation" r:id="rId22" imgW="171565" imgH="180941" progId="Equation.DSMT4">
                      <p:embed/>
                      <p:pic>
                        <p:nvPicPr>
                          <p:cNvPr id="0" name="Object 73"/>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000" y="2400"/>
                            <a:ext cx="215"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7054" name="Object 74"/>
              <p:cNvGraphicFramePr>
                <a:graphicFrameLocks noChangeAspect="1"/>
              </p:cNvGraphicFramePr>
              <p:nvPr/>
            </p:nvGraphicFramePr>
            <p:xfrm>
              <a:off x="4368" y="3744"/>
              <a:ext cx="144" cy="201"/>
            </p:xfrm>
            <a:graphic>
              <a:graphicData uri="http://schemas.openxmlformats.org/presentationml/2006/ole">
                <mc:AlternateContent xmlns:mc="http://schemas.openxmlformats.org/markup-compatibility/2006">
                  <mc:Choice xmlns:v="urn:schemas-microsoft-com:vml" Requires="v">
                    <p:oleObj spid="_x0000_s87455" name="公式" r:id="rId24" imgW="165028" imgH="368140" progId="Equation.3">
                      <p:embed/>
                    </p:oleObj>
                  </mc:Choice>
                  <mc:Fallback>
                    <p:oleObj name="公式" r:id="rId24" imgW="165028" imgH="368140" progId="Equation.3">
                      <p:embed/>
                      <p:pic>
                        <p:nvPicPr>
                          <p:cNvPr id="0" name="Object 74"/>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368" y="3744"/>
                            <a:ext cx="144"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7055" name="Object 75"/>
              <p:cNvGraphicFramePr>
                <a:graphicFrameLocks noChangeAspect="1"/>
              </p:cNvGraphicFramePr>
              <p:nvPr/>
            </p:nvGraphicFramePr>
            <p:xfrm>
              <a:off x="3101" y="3088"/>
              <a:ext cx="287" cy="320"/>
            </p:xfrm>
            <a:graphic>
              <a:graphicData uri="http://schemas.openxmlformats.org/presentationml/2006/ole">
                <mc:AlternateContent xmlns:mc="http://schemas.openxmlformats.org/markup-compatibility/2006">
                  <mc:Choice xmlns:v="urn:schemas-microsoft-com:vml" Requires="v">
                    <p:oleObj spid="_x0000_s87456" name="Equation" r:id="rId26" imgW="171565" imgH="180941" progId="Equation.DSMT4">
                      <p:embed/>
                    </p:oleObj>
                  </mc:Choice>
                  <mc:Fallback>
                    <p:oleObj name="Equation" r:id="rId26" imgW="171565" imgH="180941" progId="Equation.DSMT4">
                      <p:embed/>
                      <p:pic>
                        <p:nvPicPr>
                          <p:cNvPr id="0" name="Object 75"/>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101" y="3088"/>
                            <a:ext cx="287"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7056" name="Object 76"/>
              <p:cNvGraphicFramePr>
                <a:graphicFrameLocks noChangeAspect="1"/>
              </p:cNvGraphicFramePr>
              <p:nvPr/>
            </p:nvGraphicFramePr>
            <p:xfrm>
              <a:off x="4320" y="2400"/>
              <a:ext cx="211" cy="288"/>
            </p:xfrm>
            <a:graphic>
              <a:graphicData uri="http://schemas.openxmlformats.org/presentationml/2006/ole">
                <mc:AlternateContent xmlns:mc="http://schemas.openxmlformats.org/markup-compatibility/2006">
                  <mc:Choice xmlns:v="urn:schemas-microsoft-com:vml" Requires="v">
                    <p:oleObj spid="_x0000_s87457" name="Equation" r:id="rId28" imgW="133337" imgH="180941" progId="Equation.DSMT4">
                      <p:embed/>
                    </p:oleObj>
                  </mc:Choice>
                  <mc:Fallback>
                    <p:oleObj name="Equation" r:id="rId28" imgW="133337" imgH="180941" progId="Equation.DSMT4">
                      <p:embed/>
                      <p:pic>
                        <p:nvPicPr>
                          <p:cNvPr id="0" name="Object 76"/>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4320" y="2400"/>
                            <a:ext cx="21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7057" name="Line 77"/>
              <p:cNvSpPr>
                <a:spLocks noChangeShapeType="1"/>
              </p:cNvSpPr>
              <p:nvPr/>
            </p:nvSpPr>
            <p:spPr bwMode="auto">
              <a:xfrm>
                <a:off x="3408" y="2735"/>
                <a:ext cx="0" cy="913"/>
              </a:xfrm>
              <a:prstGeom prst="line">
                <a:avLst/>
              </a:prstGeom>
              <a:noFill/>
              <a:ln w="28575">
                <a:solidFill>
                  <a:srgbClr val="FF33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7058" name="Line 78"/>
              <p:cNvSpPr>
                <a:spLocks noChangeShapeType="1"/>
              </p:cNvSpPr>
              <p:nvPr/>
            </p:nvSpPr>
            <p:spPr bwMode="auto">
              <a:xfrm>
                <a:off x="5232" y="3744"/>
                <a:ext cx="0" cy="14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7059" name="Line 79"/>
              <p:cNvSpPr>
                <a:spLocks noChangeShapeType="1"/>
              </p:cNvSpPr>
              <p:nvPr/>
            </p:nvSpPr>
            <p:spPr bwMode="auto">
              <a:xfrm>
                <a:off x="3744" y="3744"/>
                <a:ext cx="0" cy="14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7060" name="Line 80"/>
              <p:cNvSpPr>
                <a:spLocks noChangeShapeType="1"/>
              </p:cNvSpPr>
              <p:nvPr/>
            </p:nvSpPr>
            <p:spPr bwMode="auto">
              <a:xfrm>
                <a:off x="4608" y="3840"/>
                <a:ext cx="624" cy="0"/>
              </a:xfrm>
              <a:prstGeom prst="line">
                <a:avLst/>
              </a:prstGeom>
              <a:noFill/>
              <a:ln w="1905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7061" name="Line 81"/>
              <p:cNvSpPr>
                <a:spLocks noChangeShapeType="1"/>
              </p:cNvSpPr>
              <p:nvPr/>
            </p:nvSpPr>
            <p:spPr bwMode="auto">
              <a:xfrm>
                <a:off x="3744" y="3840"/>
                <a:ext cx="576" cy="0"/>
              </a:xfrm>
              <a:prstGeom prst="line">
                <a:avLst/>
              </a:prstGeom>
              <a:noFill/>
              <a:ln w="19050">
                <a:solidFill>
                  <a:schemeClr val="tx2"/>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530" name="Rectangle 2"/>
          <p:cNvSpPr>
            <a:spLocks noChangeArrowheads="1"/>
          </p:cNvSpPr>
          <p:nvPr/>
        </p:nvSpPr>
        <p:spPr bwMode="auto">
          <a:xfrm>
            <a:off x="2438400" y="166688"/>
            <a:ext cx="7239000" cy="571500"/>
          </a:xfrm>
          <a:prstGeom prst="rect">
            <a:avLst/>
          </a:prstGeom>
          <a:noFill/>
          <a:ln w="9525">
            <a:noFill/>
            <a:miter lim="800000"/>
            <a:headEnd/>
            <a:tailEnd/>
          </a:ln>
          <a:effectLst/>
        </p:spPr>
        <p:txBody>
          <a:bodyPr lIns="92075" tIns="46038" rIns="92075" bIns="46038" anchor="ctr"/>
          <a:lstStyle/>
          <a:p>
            <a:pPr algn="ctr" eaLnBrk="1" hangingPunct="1">
              <a:defRPr/>
            </a:pPr>
            <a:r>
              <a:rPr kumimoji="1" lang="zh-CN" altLang="en-US" sz="3600">
                <a:solidFill>
                  <a:srgbClr val="FF0000"/>
                </a:solidFill>
                <a:effectLst>
                  <a:outerShdw blurRad="38100" dist="38100" dir="2700000" algn="tl">
                    <a:srgbClr val="C0C0C0"/>
                  </a:outerShdw>
                </a:effectLst>
                <a:latin typeface="宋体" charset="-122"/>
                <a:ea typeface="宋体" charset="-122"/>
              </a:rPr>
              <a:t>自感的串联与并联</a:t>
            </a:r>
          </a:p>
        </p:txBody>
      </p:sp>
      <p:sp>
        <p:nvSpPr>
          <p:cNvPr id="89091" name="Rectangle 8"/>
          <p:cNvSpPr>
            <a:spLocks noChangeArrowheads="1"/>
          </p:cNvSpPr>
          <p:nvPr/>
        </p:nvSpPr>
        <p:spPr bwMode="auto">
          <a:xfrm>
            <a:off x="3200400" y="3605214"/>
            <a:ext cx="501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a:solidFill>
                  <a:srgbClr val="0000FF"/>
                </a:solidFill>
                <a:latin typeface="Times New Roman" panose="02020603050405020304" pitchFamily="18" charset="0"/>
              </a:rPr>
              <a:t>     </a:t>
            </a:r>
            <a:endParaRPr kumimoji="1" lang="en-US" altLang="zh-CN" sz="2800">
              <a:solidFill>
                <a:srgbClr val="0000FF"/>
              </a:solidFill>
              <a:latin typeface="Times New Roman" panose="02020603050405020304" pitchFamily="18" charset="0"/>
            </a:endParaRPr>
          </a:p>
        </p:txBody>
      </p:sp>
      <p:graphicFrame>
        <p:nvGraphicFramePr>
          <p:cNvPr id="89092" name="Object 12"/>
          <p:cNvGraphicFramePr>
            <a:graphicFrameLocks noChangeAspect="1"/>
          </p:cNvGraphicFramePr>
          <p:nvPr/>
        </p:nvGraphicFramePr>
        <p:xfrm>
          <a:off x="2125663" y="1233488"/>
          <a:ext cx="1344612" cy="927100"/>
        </p:xfrm>
        <a:graphic>
          <a:graphicData uri="http://schemas.openxmlformats.org/presentationml/2006/ole">
            <mc:AlternateContent xmlns:mc="http://schemas.openxmlformats.org/markup-compatibility/2006">
              <mc:Choice xmlns:v="urn:schemas-microsoft-com:vml" Requires="v">
                <p:oleObj spid="_x0000_s89210" name="Equation" r:id="rId4" imgW="609498" imgH="409643" progId="Equation.DSMT4">
                  <p:embed/>
                </p:oleObj>
              </mc:Choice>
              <mc:Fallback>
                <p:oleObj name="Equation" r:id="rId4" imgW="609498" imgH="409643" progId="Equation.DSMT4">
                  <p:embed/>
                  <p:pic>
                    <p:nvPicPr>
                      <p:cNvPr id="0" name="Object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25663" y="1233488"/>
                        <a:ext cx="1344612" cy="927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89093" name="Picture 3" descr="image00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10425" y="739775"/>
            <a:ext cx="2952750" cy="207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89094" name="Object 4"/>
          <p:cNvGraphicFramePr>
            <a:graphicFrameLocks noChangeAspect="1"/>
          </p:cNvGraphicFramePr>
          <p:nvPr/>
        </p:nvGraphicFramePr>
        <p:xfrm>
          <a:off x="4398963" y="1195388"/>
          <a:ext cx="1319212" cy="927100"/>
        </p:xfrm>
        <a:graphic>
          <a:graphicData uri="http://schemas.openxmlformats.org/presentationml/2006/ole">
            <mc:AlternateContent xmlns:mc="http://schemas.openxmlformats.org/markup-compatibility/2006">
              <mc:Choice xmlns:v="urn:schemas-microsoft-com:vml" Requires="v">
                <p:oleObj spid="_x0000_s89211" name="Equation" r:id="rId7" imgW="600018" imgH="409643" progId="Equation.DSMT4">
                  <p:embed/>
                </p:oleObj>
              </mc:Choice>
              <mc:Fallback>
                <p:oleObj name="Equation" r:id="rId7" imgW="600018" imgH="409643" progId="Equation.DSMT4">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98963" y="1195388"/>
                        <a:ext cx="1319212" cy="927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9095" name="Object 5"/>
          <p:cNvGraphicFramePr>
            <a:graphicFrameLocks noChangeAspect="1"/>
          </p:cNvGraphicFramePr>
          <p:nvPr/>
        </p:nvGraphicFramePr>
        <p:xfrm>
          <a:off x="2108201" y="2262188"/>
          <a:ext cx="3438525" cy="927100"/>
        </p:xfrm>
        <a:graphic>
          <a:graphicData uri="http://schemas.openxmlformats.org/presentationml/2006/ole">
            <mc:AlternateContent xmlns:mc="http://schemas.openxmlformats.org/markup-compatibility/2006">
              <mc:Choice xmlns:v="urn:schemas-microsoft-com:vml" Requires="v">
                <p:oleObj spid="_x0000_s89212" name="Equation" r:id="rId9" imgW="1638275" imgH="409643" progId="Equation.DSMT4">
                  <p:embed/>
                </p:oleObj>
              </mc:Choice>
              <mc:Fallback>
                <p:oleObj name="Equation" r:id="rId9" imgW="1638275" imgH="409643" progId="Equation.DSMT4">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08201" y="2262188"/>
                        <a:ext cx="3438525" cy="927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9096" name="Object 6"/>
          <p:cNvGraphicFramePr>
            <a:graphicFrameLocks noChangeAspect="1"/>
          </p:cNvGraphicFramePr>
          <p:nvPr/>
        </p:nvGraphicFramePr>
        <p:xfrm>
          <a:off x="1971675" y="3324226"/>
          <a:ext cx="4471988" cy="1649413"/>
        </p:xfrm>
        <a:graphic>
          <a:graphicData uri="http://schemas.openxmlformats.org/presentationml/2006/ole">
            <mc:AlternateContent xmlns:mc="http://schemas.openxmlformats.org/markup-compatibility/2006">
              <mc:Choice xmlns:v="urn:schemas-microsoft-com:vml" Requires="v">
                <p:oleObj spid="_x0000_s89213" name="Equation" r:id="rId11" imgW="2152663" imgH="762034" progId="Equation.DSMT4">
                  <p:embed/>
                </p:oleObj>
              </mc:Choice>
              <mc:Fallback>
                <p:oleObj name="Equation" r:id="rId11" imgW="2152663" imgH="762034" progId="Equation.DSMT4">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71675" y="3324226"/>
                        <a:ext cx="4471988" cy="1649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9097" name="Text Box 7"/>
          <p:cNvSpPr txBox="1">
            <a:spLocks noChangeArrowheads="1"/>
          </p:cNvSpPr>
          <p:nvPr/>
        </p:nvSpPr>
        <p:spPr bwMode="auto">
          <a:xfrm>
            <a:off x="6883400" y="3657600"/>
            <a:ext cx="278130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t>感应电动势正向与合磁通和正向满足右手定则，与电流方向一致。</a:t>
            </a:r>
            <a:r>
              <a:rPr lang="en-US" altLang="zh-CN" sz="1800"/>
              <a:t>L</a:t>
            </a:r>
            <a:r>
              <a:rPr lang="zh-CN" altLang="en-US" sz="1800"/>
              <a:t>＞</a:t>
            </a:r>
            <a:r>
              <a:rPr lang="en-US" altLang="zh-CN" sz="1800"/>
              <a:t>0</a:t>
            </a:r>
          </a:p>
        </p:txBody>
      </p:sp>
      <p:sp>
        <p:nvSpPr>
          <p:cNvPr id="89098" name="Text Box 8"/>
          <p:cNvSpPr txBox="1">
            <a:spLocks noChangeArrowheads="1"/>
          </p:cNvSpPr>
          <p:nvPr/>
        </p:nvSpPr>
        <p:spPr bwMode="auto">
          <a:xfrm>
            <a:off x="2057400" y="5105401"/>
            <a:ext cx="34925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t>互感磁通与自感磁通同向：</a:t>
            </a:r>
            <a:r>
              <a:rPr lang="en-US" altLang="zh-CN" sz="1800"/>
              <a:t>M</a:t>
            </a:r>
            <a:r>
              <a:rPr lang="zh-CN" altLang="en-US" sz="1800"/>
              <a:t>＞</a:t>
            </a:r>
            <a:r>
              <a:rPr lang="en-US" altLang="zh-CN" sz="1800"/>
              <a:t>0</a:t>
            </a:r>
          </a:p>
        </p:txBody>
      </p:sp>
      <p:sp>
        <p:nvSpPr>
          <p:cNvPr id="89099" name="Text Box 9"/>
          <p:cNvSpPr txBox="1">
            <a:spLocks noChangeArrowheads="1"/>
          </p:cNvSpPr>
          <p:nvPr/>
        </p:nvSpPr>
        <p:spPr bwMode="auto">
          <a:xfrm>
            <a:off x="5867400" y="5118101"/>
            <a:ext cx="34925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t>互感磁通与自感磁通反向：</a:t>
            </a:r>
            <a:r>
              <a:rPr lang="en-US" altLang="zh-CN" sz="1800"/>
              <a:t>M</a:t>
            </a:r>
            <a:r>
              <a:rPr lang="zh-CN" altLang="en-US" sz="1800"/>
              <a:t>＜</a:t>
            </a:r>
            <a:r>
              <a:rPr lang="en-US" altLang="zh-CN" sz="1800"/>
              <a:t>0</a:t>
            </a:r>
          </a:p>
        </p:txBody>
      </p:sp>
      <p:sp>
        <p:nvSpPr>
          <p:cNvPr id="89100" name="Text Box 10"/>
          <p:cNvSpPr txBox="1">
            <a:spLocks noChangeArrowheads="1"/>
          </p:cNvSpPr>
          <p:nvPr/>
        </p:nvSpPr>
        <p:spPr bwMode="auto">
          <a:xfrm>
            <a:off x="1955800" y="5537201"/>
            <a:ext cx="7772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solidFill>
                  <a:srgbClr val="FF0000"/>
                </a:solidFill>
              </a:rPr>
              <a:t>同名端：电流从同名端流入时，同一线圈的互感磁通与自感磁通同向</a:t>
            </a:r>
          </a:p>
        </p:txBody>
      </p:sp>
      <p:sp>
        <p:nvSpPr>
          <p:cNvPr id="89101" name="Text Box 11"/>
          <p:cNvSpPr txBox="1">
            <a:spLocks noChangeArrowheads="1"/>
          </p:cNvSpPr>
          <p:nvPr/>
        </p:nvSpPr>
        <p:spPr bwMode="auto">
          <a:xfrm>
            <a:off x="1993900" y="6032501"/>
            <a:ext cx="7772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solidFill>
                  <a:srgbClr val="FF0000"/>
                </a:solidFill>
              </a:rPr>
              <a:t>异名端：电流从异名端流入时，同一线圈的互感磁通与自感磁通反向</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1138" name="Rectangle 3"/>
          <p:cNvSpPr>
            <a:spLocks noChangeArrowheads="1"/>
          </p:cNvSpPr>
          <p:nvPr/>
        </p:nvSpPr>
        <p:spPr bwMode="auto">
          <a:xfrm>
            <a:off x="1676400" y="1677988"/>
            <a:ext cx="23749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0000FF"/>
                </a:solidFill>
                <a:latin typeface="Times New Roman" panose="02020603050405020304" pitchFamily="18" charset="0"/>
              </a:rPr>
              <a:t>串联顺接</a:t>
            </a:r>
            <a:endParaRPr kumimoji="1" lang="zh-CN" altLang="en-US" sz="2800">
              <a:solidFill>
                <a:srgbClr val="0000FF"/>
              </a:solidFill>
              <a:latin typeface="Times New Roman" panose="02020603050405020304" pitchFamily="18" charset="0"/>
            </a:endParaRPr>
          </a:p>
        </p:txBody>
      </p:sp>
      <p:sp>
        <p:nvSpPr>
          <p:cNvPr id="91139" name="Rectangle 4"/>
          <p:cNvSpPr>
            <a:spLocks noChangeArrowheads="1"/>
          </p:cNvSpPr>
          <p:nvPr/>
        </p:nvSpPr>
        <p:spPr bwMode="auto">
          <a:xfrm>
            <a:off x="1739900" y="5573714"/>
            <a:ext cx="170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000">
                <a:solidFill>
                  <a:srgbClr val="0000FF"/>
                </a:solidFill>
                <a:latin typeface="Times New Roman" panose="02020603050405020304" pitchFamily="18" charset="0"/>
              </a:rPr>
              <a:t>同名端并联    </a:t>
            </a:r>
            <a:endParaRPr kumimoji="1" lang="zh-CN" altLang="en-US" sz="2800">
              <a:solidFill>
                <a:srgbClr val="0000FF"/>
              </a:solidFill>
              <a:latin typeface="Times New Roman" panose="02020603050405020304" pitchFamily="18" charset="0"/>
            </a:endParaRPr>
          </a:p>
        </p:txBody>
      </p:sp>
      <p:sp>
        <p:nvSpPr>
          <p:cNvPr id="91140" name="Rectangle 7"/>
          <p:cNvSpPr>
            <a:spLocks noChangeArrowheads="1"/>
          </p:cNvSpPr>
          <p:nvPr/>
        </p:nvSpPr>
        <p:spPr bwMode="auto">
          <a:xfrm>
            <a:off x="1676400" y="3735388"/>
            <a:ext cx="11557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0000FF"/>
                </a:solidFill>
                <a:latin typeface="Times New Roman" panose="02020603050405020304" pitchFamily="18" charset="0"/>
              </a:rPr>
              <a:t>逆接</a:t>
            </a:r>
            <a:endParaRPr kumimoji="1" lang="zh-CN" altLang="en-US" sz="2800">
              <a:solidFill>
                <a:srgbClr val="0000FF"/>
              </a:solidFill>
              <a:latin typeface="Times New Roman" panose="02020603050405020304" pitchFamily="18" charset="0"/>
            </a:endParaRPr>
          </a:p>
        </p:txBody>
      </p:sp>
      <p:pic>
        <p:nvPicPr>
          <p:cNvPr id="91141" name="Picture 8" descr="image0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1239" y="1"/>
            <a:ext cx="3387725" cy="174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91142" name="Object 9"/>
          <p:cNvGraphicFramePr>
            <a:graphicFrameLocks noChangeAspect="1"/>
          </p:cNvGraphicFramePr>
          <p:nvPr/>
        </p:nvGraphicFramePr>
        <p:xfrm>
          <a:off x="1866900" y="174625"/>
          <a:ext cx="3862388" cy="1423988"/>
        </p:xfrm>
        <a:graphic>
          <a:graphicData uri="http://schemas.openxmlformats.org/presentationml/2006/ole">
            <mc:AlternateContent xmlns:mc="http://schemas.openxmlformats.org/markup-compatibility/2006">
              <mc:Choice xmlns:v="urn:schemas-microsoft-com:vml" Requires="v">
                <p:oleObj spid="_x0000_s91368" name="Equation" r:id="rId5" imgW="2152663" imgH="762034" progId="Equation.DSMT4">
                  <p:embed/>
                </p:oleObj>
              </mc:Choice>
              <mc:Fallback>
                <p:oleObj name="Equation" r:id="rId5" imgW="2152663" imgH="762034" progId="Equation.DSMT4">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66900" y="174625"/>
                        <a:ext cx="3862388" cy="1423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1143" name="Object 10"/>
          <p:cNvGraphicFramePr>
            <a:graphicFrameLocks noChangeAspect="1"/>
          </p:cNvGraphicFramePr>
          <p:nvPr/>
        </p:nvGraphicFramePr>
        <p:xfrm>
          <a:off x="2378075" y="2335214"/>
          <a:ext cx="2554288" cy="1381125"/>
        </p:xfrm>
        <a:graphic>
          <a:graphicData uri="http://schemas.openxmlformats.org/presentationml/2006/ole">
            <mc:AlternateContent xmlns:mc="http://schemas.openxmlformats.org/markup-compatibility/2006">
              <mc:Choice xmlns:v="urn:schemas-microsoft-com:vml" Requires="v">
                <p:oleObj spid="_x0000_s91369" name="Equation" r:id="rId7" imgW="1447749" imgH="762034" progId="Equation.DSMT4">
                  <p:embed/>
                </p:oleObj>
              </mc:Choice>
              <mc:Fallback>
                <p:oleObj name="Equation" r:id="rId7" imgW="1447749" imgH="762034" progId="Equation.DSMT4">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78075" y="2335214"/>
                        <a:ext cx="2554288" cy="1381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1144" name="Object 11"/>
          <p:cNvGraphicFramePr>
            <a:graphicFrameLocks noChangeAspect="1"/>
          </p:cNvGraphicFramePr>
          <p:nvPr/>
        </p:nvGraphicFramePr>
        <p:xfrm>
          <a:off x="5529263" y="2097088"/>
          <a:ext cx="4265612" cy="825500"/>
        </p:xfrm>
        <a:graphic>
          <a:graphicData uri="http://schemas.openxmlformats.org/presentationml/2006/ole">
            <mc:AlternateContent xmlns:mc="http://schemas.openxmlformats.org/markup-compatibility/2006">
              <mc:Choice xmlns:v="urn:schemas-microsoft-com:vml" Requires="v">
                <p:oleObj spid="_x0000_s91370" name="Equation" r:id="rId9" imgW="2047767" imgH="361882" progId="Equation.DSMT4">
                  <p:embed/>
                </p:oleObj>
              </mc:Choice>
              <mc:Fallback>
                <p:oleObj name="Equation" r:id="rId9" imgW="2047767" imgH="361882" progId="Equation.DSMT4">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529263" y="2097088"/>
                        <a:ext cx="4265612"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1145" name="Object 12"/>
          <p:cNvGraphicFramePr>
            <a:graphicFrameLocks noChangeAspect="1"/>
          </p:cNvGraphicFramePr>
          <p:nvPr/>
        </p:nvGraphicFramePr>
        <p:xfrm>
          <a:off x="5699125" y="3090863"/>
          <a:ext cx="2198688" cy="463550"/>
        </p:xfrm>
        <a:graphic>
          <a:graphicData uri="http://schemas.openxmlformats.org/presentationml/2006/ole">
            <mc:AlternateContent xmlns:mc="http://schemas.openxmlformats.org/markup-compatibility/2006">
              <mc:Choice xmlns:v="urn:schemas-microsoft-com:vml" Requires="v">
                <p:oleObj spid="_x0000_s91371" name="Equation" r:id="rId11" imgW="1028776" imgH="180941" progId="Equation.DSMT4">
                  <p:embed/>
                </p:oleObj>
              </mc:Choice>
              <mc:Fallback>
                <p:oleObj name="Equation" r:id="rId11" imgW="1028776" imgH="180941" progId="Equation.DSMT4">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699125" y="3090863"/>
                        <a:ext cx="2198688"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1146" name="Object 13"/>
          <p:cNvGraphicFramePr>
            <a:graphicFrameLocks noChangeAspect="1"/>
          </p:cNvGraphicFramePr>
          <p:nvPr/>
        </p:nvGraphicFramePr>
        <p:xfrm>
          <a:off x="2828925" y="4005263"/>
          <a:ext cx="2198688" cy="463550"/>
        </p:xfrm>
        <a:graphic>
          <a:graphicData uri="http://schemas.openxmlformats.org/presentationml/2006/ole">
            <mc:AlternateContent xmlns:mc="http://schemas.openxmlformats.org/markup-compatibility/2006">
              <mc:Choice xmlns:v="urn:schemas-microsoft-com:vml" Requires="v">
                <p:oleObj spid="_x0000_s91372" name="Equation" r:id="rId13" imgW="1028776" imgH="180941" progId="Equation.DSMT4">
                  <p:embed/>
                </p:oleObj>
              </mc:Choice>
              <mc:Fallback>
                <p:oleObj name="Equation" r:id="rId13" imgW="1028776" imgH="180941" progId="Equation.DSMT4">
                  <p:embed/>
                  <p:pic>
                    <p:nvPicPr>
                      <p:cNvPr id="0" name="Object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828925" y="4005263"/>
                        <a:ext cx="2198688"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1147" name="Object 14"/>
          <p:cNvGraphicFramePr>
            <a:graphicFrameLocks noChangeAspect="1"/>
          </p:cNvGraphicFramePr>
          <p:nvPr/>
        </p:nvGraphicFramePr>
        <p:xfrm>
          <a:off x="3527425" y="5373688"/>
          <a:ext cx="2249488" cy="927100"/>
        </p:xfrm>
        <a:graphic>
          <a:graphicData uri="http://schemas.openxmlformats.org/presentationml/2006/ole">
            <mc:AlternateContent xmlns:mc="http://schemas.openxmlformats.org/markup-compatibility/2006">
              <mc:Choice xmlns:v="urn:schemas-microsoft-com:vml" Requires="v">
                <p:oleObj spid="_x0000_s91373" name="Equation" r:id="rId15" imgW="1057218" imgH="409643" progId="Equation.DSMT4">
                  <p:embed/>
                </p:oleObj>
              </mc:Choice>
              <mc:Fallback>
                <p:oleObj name="Equation" r:id="rId15" imgW="1057218" imgH="409643" progId="Equation.DSMT4">
                  <p:embed/>
                  <p:pic>
                    <p:nvPicPr>
                      <p:cNvPr id="0" name="Object 1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527425" y="5373688"/>
                        <a:ext cx="2249488" cy="927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1148" name="Rectangle 15"/>
          <p:cNvSpPr>
            <a:spLocks noChangeArrowheads="1"/>
          </p:cNvSpPr>
          <p:nvPr/>
        </p:nvSpPr>
        <p:spPr bwMode="auto">
          <a:xfrm>
            <a:off x="6134100" y="5459414"/>
            <a:ext cx="170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000">
                <a:solidFill>
                  <a:srgbClr val="0000FF"/>
                </a:solidFill>
                <a:latin typeface="Times New Roman" panose="02020603050405020304" pitchFamily="18" charset="0"/>
              </a:rPr>
              <a:t>异名端并联    </a:t>
            </a:r>
            <a:endParaRPr kumimoji="1" lang="zh-CN" altLang="en-US" sz="2800">
              <a:solidFill>
                <a:srgbClr val="0000FF"/>
              </a:solidFill>
              <a:latin typeface="Times New Roman" panose="02020603050405020304" pitchFamily="18" charset="0"/>
            </a:endParaRPr>
          </a:p>
        </p:txBody>
      </p:sp>
      <p:graphicFrame>
        <p:nvGraphicFramePr>
          <p:cNvPr id="91149" name="Object 16"/>
          <p:cNvGraphicFramePr>
            <a:graphicFrameLocks noChangeAspect="1"/>
          </p:cNvGraphicFramePr>
          <p:nvPr/>
        </p:nvGraphicFramePr>
        <p:xfrm>
          <a:off x="7807325" y="5221288"/>
          <a:ext cx="2249488" cy="927100"/>
        </p:xfrm>
        <a:graphic>
          <a:graphicData uri="http://schemas.openxmlformats.org/presentationml/2006/ole">
            <mc:AlternateContent xmlns:mc="http://schemas.openxmlformats.org/markup-compatibility/2006">
              <mc:Choice xmlns:v="urn:schemas-microsoft-com:vml" Requires="v">
                <p:oleObj spid="_x0000_s91374" name="Equation" r:id="rId17" imgW="1057218" imgH="409643" progId="Equation.DSMT4">
                  <p:embed/>
                </p:oleObj>
              </mc:Choice>
              <mc:Fallback>
                <p:oleObj name="Equation" r:id="rId17" imgW="1057218" imgH="409643" progId="Equation.DSMT4">
                  <p:embed/>
                  <p:pic>
                    <p:nvPicPr>
                      <p:cNvPr id="0" name="Object 1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807325" y="5221288"/>
                        <a:ext cx="2249488" cy="927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1150" name="Object 17"/>
          <p:cNvGraphicFramePr>
            <a:graphicFrameLocks noChangeAspect="1"/>
          </p:cNvGraphicFramePr>
          <p:nvPr/>
        </p:nvGraphicFramePr>
        <p:xfrm>
          <a:off x="4051301" y="4470401"/>
          <a:ext cx="5000625" cy="690563"/>
        </p:xfrm>
        <a:graphic>
          <a:graphicData uri="http://schemas.openxmlformats.org/presentationml/2006/ole">
            <mc:AlternateContent xmlns:mc="http://schemas.openxmlformats.org/markup-compatibility/2006">
              <mc:Choice xmlns:v="urn:schemas-microsoft-com:vml" Requires="v">
                <p:oleObj spid="_x0000_s91375" name="Equation" r:id="rId19" imgW="2886018" imgH="361882" progId="Equation.DSMT4">
                  <p:embed/>
                </p:oleObj>
              </mc:Choice>
              <mc:Fallback>
                <p:oleObj name="Equation" r:id="rId19" imgW="2886018" imgH="361882" progId="Equation.DSMT4">
                  <p:embed/>
                  <p:pic>
                    <p:nvPicPr>
                      <p:cNvPr id="0" name="Object 1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051301" y="4470401"/>
                        <a:ext cx="5000625" cy="690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1151" name="Rectangle 18"/>
          <p:cNvSpPr>
            <a:spLocks noChangeArrowheads="1"/>
          </p:cNvSpPr>
          <p:nvPr/>
        </p:nvSpPr>
        <p:spPr bwMode="auto">
          <a:xfrm>
            <a:off x="1689100" y="4560888"/>
            <a:ext cx="11557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0000FF"/>
                </a:solidFill>
                <a:latin typeface="Times New Roman" panose="02020603050405020304" pitchFamily="18" charset="0"/>
              </a:rPr>
              <a:t>并联</a:t>
            </a:r>
            <a:endParaRPr kumimoji="1" lang="zh-CN" altLang="en-US" sz="2800">
              <a:solidFill>
                <a:srgbClr val="0000FF"/>
              </a:solidFill>
              <a:latin typeface="Times New Roman" panose="02020603050405020304"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578" name="Rectangle 2"/>
          <p:cNvSpPr>
            <a:spLocks noChangeArrowheads="1"/>
          </p:cNvSpPr>
          <p:nvPr/>
        </p:nvSpPr>
        <p:spPr bwMode="auto">
          <a:xfrm>
            <a:off x="2336800" y="279400"/>
            <a:ext cx="7239000" cy="571500"/>
          </a:xfrm>
          <a:prstGeom prst="rect">
            <a:avLst/>
          </a:prstGeom>
          <a:noFill/>
          <a:ln w="9525">
            <a:noFill/>
            <a:miter lim="800000"/>
            <a:headEnd/>
            <a:tailEnd/>
          </a:ln>
          <a:effectLst/>
        </p:spPr>
        <p:txBody>
          <a:bodyPr lIns="92075" tIns="46038" rIns="92075" bIns="46038" anchor="ctr"/>
          <a:lstStyle/>
          <a:p>
            <a:pPr algn="ctr" eaLnBrk="1" hangingPunct="1">
              <a:defRPr/>
            </a:pPr>
            <a:r>
              <a:rPr kumimoji="1" lang="zh-CN" altLang="en-US" sz="3600">
                <a:solidFill>
                  <a:srgbClr val="FF0000"/>
                </a:solidFill>
                <a:effectLst>
                  <a:outerShdw blurRad="38100" dist="38100" dir="2700000" algn="tl">
                    <a:srgbClr val="C0C0C0"/>
                  </a:outerShdw>
                </a:effectLst>
                <a:latin typeface="黑体" pitchFamily="2" charset="-122"/>
                <a:ea typeface="黑体" pitchFamily="2" charset="-122"/>
              </a:rPr>
              <a:t>暂态过程</a:t>
            </a:r>
          </a:p>
        </p:txBody>
      </p:sp>
      <p:sp>
        <p:nvSpPr>
          <p:cNvPr id="93187" name="Rectangle 3"/>
          <p:cNvSpPr>
            <a:spLocks noChangeArrowheads="1"/>
          </p:cNvSpPr>
          <p:nvPr/>
        </p:nvSpPr>
        <p:spPr bwMode="auto">
          <a:xfrm>
            <a:off x="1739900" y="1930400"/>
            <a:ext cx="5105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b="1">
                <a:solidFill>
                  <a:srgbClr val="0000FF"/>
                </a:solidFill>
                <a:latin typeface="Times New Roman" panose="02020603050405020304" pitchFamily="18" charset="0"/>
              </a:rPr>
              <a:t>一   </a:t>
            </a:r>
            <a:r>
              <a:rPr kumimoji="1" lang="en-US" altLang="zh-CN" b="1">
                <a:solidFill>
                  <a:srgbClr val="0000FF"/>
                </a:solidFill>
                <a:latin typeface="Times New Roman" panose="02020603050405020304" pitchFamily="18" charset="0"/>
              </a:rPr>
              <a:t>RL</a:t>
            </a:r>
            <a:r>
              <a:rPr kumimoji="1" lang="zh-CN" altLang="zh-CN" b="1">
                <a:solidFill>
                  <a:srgbClr val="0000FF"/>
                </a:solidFill>
                <a:latin typeface="Times New Roman" panose="02020603050405020304" pitchFamily="18" charset="0"/>
              </a:rPr>
              <a:t>的电路的暂态过程</a:t>
            </a:r>
            <a:endParaRPr kumimoji="1" lang="zh-CN" altLang="en-US" b="1">
              <a:solidFill>
                <a:srgbClr val="0000FF"/>
              </a:solidFill>
              <a:latin typeface="Times New Roman" panose="02020603050405020304" pitchFamily="18" charset="0"/>
            </a:endParaRPr>
          </a:p>
        </p:txBody>
      </p:sp>
      <p:graphicFrame>
        <p:nvGraphicFramePr>
          <p:cNvPr id="93188" name="Object 4"/>
          <p:cNvGraphicFramePr>
            <a:graphicFrameLocks noChangeAspect="1"/>
          </p:cNvGraphicFramePr>
          <p:nvPr/>
        </p:nvGraphicFramePr>
        <p:xfrm>
          <a:off x="3111500" y="3244850"/>
          <a:ext cx="1447800" cy="463550"/>
        </p:xfrm>
        <a:graphic>
          <a:graphicData uri="http://schemas.openxmlformats.org/presentationml/2006/ole">
            <mc:AlternateContent xmlns:mc="http://schemas.openxmlformats.org/markup-compatibility/2006">
              <mc:Choice xmlns:v="urn:schemas-microsoft-com:vml" Requires="v">
                <p:oleObj spid="_x0000_s93480" name="Equation" r:id="rId4" imgW="666686" imgH="180941" progId="Equation.DSMT4">
                  <p:embed/>
                </p:oleObj>
              </mc:Choice>
              <mc:Fallback>
                <p:oleObj name="Equation" r:id="rId4" imgW="666686" imgH="180941"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11500" y="3244850"/>
                        <a:ext cx="1447800"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3189" name="Rectangle 5"/>
          <p:cNvSpPr>
            <a:spLocks noChangeArrowheads="1"/>
          </p:cNvSpPr>
          <p:nvPr/>
        </p:nvSpPr>
        <p:spPr bwMode="auto">
          <a:xfrm>
            <a:off x="2959100" y="2506663"/>
            <a:ext cx="2133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a:solidFill>
                  <a:srgbClr val="0000FF"/>
                </a:solidFill>
                <a:latin typeface="Times New Roman" panose="02020603050405020304" pitchFamily="18" charset="0"/>
              </a:rPr>
              <a:t>1. K</a:t>
            </a:r>
            <a:r>
              <a:rPr kumimoji="1" lang="en-US" altLang="zh-CN" sz="2800" baseline="-25000">
                <a:solidFill>
                  <a:srgbClr val="0000FF"/>
                </a:solidFill>
                <a:latin typeface="Times New Roman" panose="02020603050405020304" pitchFamily="18" charset="0"/>
              </a:rPr>
              <a:t>1</a:t>
            </a:r>
            <a:r>
              <a:rPr kumimoji="1" lang="zh-CN" altLang="zh-CN" sz="2800">
                <a:solidFill>
                  <a:srgbClr val="0000FF"/>
                </a:solidFill>
                <a:latin typeface="Times New Roman" panose="02020603050405020304" pitchFamily="18" charset="0"/>
              </a:rPr>
              <a:t>通</a:t>
            </a:r>
            <a:r>
              <a:rPr kumimoji="1" lang="en-US" altLang="zh-CN" sz="2800">
                <a:solidFill>
                  <a:srgbClr val="0000FF"/>
                </a:solidFill>
                <a:latin typeface="Times New Roman" panose="02020603050405020304" pitchFamily="18" charset="0"/>
              </a:rPr>
              <a:t>K</a:t>
            </a:r>
            <a:r>
              <a:rPr kumimoji="1" lang="en-US" altLang="zh-CN" sz="2800" baseline="-25000">
                <a:solidFill>
                  <a:srgbClr val="0000FF"/>
                </a:solidFill>
                <a:latin typeface="Times New Roman" panose="02020603050405020304" pitchFamily="18" charset="0"/>
              </a:rPr>
              <a:t>2</a:t>
            </a:r>
            <a:r>
              <a:rPr kumimoji="1" lang="zh-CN" altLang="zh-CN" sz="2800">
                <a:solidFill>
                  <a:srgbClr val="0000FF"/>
                </a:solidFill>
                <a:latin typeface="Times New Roman" panose="02020603050405020304" pitchFamily="18" charset="0"/>
              </a:rPr>
              <a:t>断</a:t>
            </a:r>
            <a:endParaRPr kumimoji="1" lang="zh-CN" altLang="en-US" sz="2800">
              <a:solidFill>
                <a:srgbClr val="0000FF"/>
              </a:solidFill>
              <a:latin typeface="Times New Roman" panose="02020603050405020304" pitchFamily="18" charset="0"/>
            </a:endParaRPr>
          </a:p>
        </p:txBody>
      </p:sp>
      <p:graphicFrame>
        <p:nvGraphicFramePr>
          <p:cNvPr id="93190" name="Object 6"/>
          <p:cNvGraphicFramePr>
            <a:graphicFrameLocks noChangeAspect="1"/>
          </p:cNvGraphicFramePr>
          <p:nvPr/>
        </p:nvGraphicFramePr>
        <p:xfrm>
          <a:off x="3100389" y="4525963"/>
          <a:ext cx="1938337" cy="1555750"/>
        </p:xfrm>
        <a:graphic>
          <a:graphicData uri="http://schemas.openxmlformats.org/presentationml/2006/ole">
            <mc:AlternateContent xmlns:mc="http://schemas.openxmlformats.org/markup-compatibility/2006">
              <mc:Choice xmlns:v="urn:schemas-microsoft-com:vml" Requires="v">
                <p:oleObj spid="_x0000_s93481" name="Equation" r:id="rId6" imgW="904920" imgH="714273" progId="Equation.DSMT4">
                  <p:embed/>
                </p:oleObj>
              </mc:Choice>
              <mc:Fallback>
                <p:oleObj name="Equation" r:id="rId6" imgW="904920" imgH="714273" progId="Equation.DSMT4">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00389" y="4525963"/>
                        <a:ext cx="1938337" cy="155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93191" name="Group 52"/>
          <p:cNvGrpSpPr>
            <a:grpSpLocks/>
          </p:cNvGrpSpPr>
          <p:nvPr/>
        </p:nvGrpSpPr>
        <p:grpSpPr bwMode="auto">
          <a:xfrm>
            <a:off x="6248400" y="1744663"/>
            <a:ext cx="3276600" cy="3071812"/>
            <a:chOff x="3168" y="816"/>
            <a:chExt cx="2064" cy="1935"/>
          </a:xfrm>
        </p:grpSpPr>
        <p:sp>
          <p:nvSpPr>
            <p:cNvPr id="93196" name="Line 11"/>
            <p:cNvSpPr>
              <a:spLocks noChangeShapeType="1"/>
            </p:cNvSpPr>
            <p:nvPr/>
          </p:nvSpPr>
          <p:spPr bwMode="auto">
            <a:xfrm>
              <a:off x="3168" y="1344"/>
              <a:ext cx="288"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197" name="Rectangle 12"/>
            <p:cNvSpPr>
              <a:spLocks noChangeArrowheads="1"/>
            </p:cNvSpPr>
            <p:nvPr/>
          </p:nvSpPr>
          <p:spPr bwMode="auto">
            <a:xfrm>
              <a:off x="3456" y="1296"/>
              <a:ext cx="432" cy="96"/>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93198" name="Line 13"/>
            <p:cNvSpPr>
              <a:spLocks noChangeShapeType="1"/>
            </p:cNvSpPr>
            <p:nvPr/>
          </p:nvSpPr>
          <p:spPr bwMode="auto">
            <a:xfrm>
              <a:off x="3913" y="1344"/>
              <a:ext cx="288"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199" name="Line 14"/>
            <p:cNvSpPr>
              <a:spLocks noChangeShapeType="1"/>
            </p:cNvSpPr>
            <p:nvPr/>
          </p:nvSpPr>
          <p:spPr bwMode="auto">
            <a:xfrm>
              <a:off x="4800" y="1307"/>
              <a:ext cx="432"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00" name="Line 15"/>
            <p:cNvSpPr>
              <a:spLocks noChangeShapeType="1"/>
            </p:cNvSpPr>
            <p:nvPr/>
          </p:nvSpPr>
          <p:spPr bwMode="auto">
            <a:xfrm>
              <a:off x="3168" y="1344"/>
              <a:ext cx="0" cy="1392"/>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93201" name="Group 16"/>
            <p:cNvGrpSpPr>
              <a:grpSpLocks/>
            </p:cNvGrpSpPr>
            <p:nvPr/>
          </p:nvGrpSpPr>
          <p:grpSpPr bwMode="auto">
            <a:xfrm>
              <a:off x="3168" y="1886"/>
              <a:ext cx="1152" cy="299"/>
              <a:chOff x="3120" y="2106"/>
              <a:chExt cx="1152" cy="299"/>
            </a:xfrm>
          </p:grpSpPr>
          <p:sp>
            <p:nvSpPr>
              <p:cNvPr id="93226" name="Line 17"/>
              <p:cNvSpPr>
                <a:spLocks noChangeShapeType="1"/>
              </p:cNvSpPr>
              <p:nvPr/>
            </p:nvSpPr>
            <p:spPr bwMode="auto">
              <a:xfrm>
                <a:off x="3120" y="2256"/>
                <a:ext cx="384"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93227" name="Group 18"/>
              <p:cNvGrpSpPr>
                <a:grpSpLocks/>
              </p:cNvGrpSpPr>
              <p:nvPr/>
            </p:nvGrpSpPr>
            <p:grpSpPr bwMode="auto">
              <a:xfrm>
                <a:off x="3518" y="2112"/>
                <a:ext cx="65" cy="288"/>
                <a:chOff x="3518" y="2112"/>
                <a:chExt cx="65" cy="288"/>
              </a:xfrm>
            </p:grpSpPr>
            <p:sp>
              <p:nvSpPr>
                <p:cNvPr id="93235" name="Line 19"/>
                <p:cNvSpPr>
                  <a:spLocks noChangeShapeType="1"/>
                </p:cNvSpPr>
                <p:nvPr/>
              </p:nvSpPr>
              <p:spPr bwMode="auto">
                <a:xfrm>
                  <a:off x="3518" y="2112"/>
                  <a:ext cx="0" cy="288"/>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36" name="Line 20"/>
                <p:cNvSpPr>
                  <a:spLocks noChangeShapeType="1"/>
                </p:cNvSpPr>
                <p:nvPr/>
              </p:nvSpPr>
              <p:spPr bwMode="auto">
                <a:xfrm>
                  <a:off x="3583" y="2177"/>
                  <a:ext cx="0" cy="144"/>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93228" name="Group 21"/>
              <p:cNvGrpSpPr>
                <a:grpSpLocks/>
              </p:cNvGrpSpPr>
              <p:nvPr/>
            </p:nvGrpSpPr>
            <p:grpSpPr bwMode="auto">
              <a:xfrm>
                <a:off x="3648" y="2106"/>
                <a:ext cx="65" cy="288"/>
                <a:chOff x="3518" y="2112"/>
                <a:chExt cx="65" cy="288"/>
              </a:xfrm>
            </p:grpSpPr>
            <p:sp>
              <p:nvSpPr>
                <p:cNvPr id="93233" name="Line 22"/>
                <p:cNvSpPr>
                  <a:spLocks noChangeShapeType="1"/>
                </p:cNvSpPr>
                <p:nvPr/>
              </p:nvSpPr>
              <p:spPr bwMode="auto">
                <a:xfrm>
                  <a:off x="3518" y="2112"/>
                  <a:ext cx="0" cy="288"/>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34" name="Line 23"/>
                <p:cNvSpPr>
                  <a:spLocks noChangeShapeType="1"/>
                </p:cNvSpPr>
                <p:nvPr/>
              </p:nvSpPr>
              <p:spPr bwMode="auto">
                <a:xfrm>
                  <a:off x="3583" y="2177"/>
                  <a:ext cx="0" cy="144"/>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93229" name="Group 24"/>
              <p:cNvGrpSpPr>
                <a:grpSpLocks/>
              </p:cNvGrpSpPr>
              <p:nvPr/>
            </p:nvGrpSpPr>
            <p:grpSpPr bwMode="auto">
              <a:xfrm>
                <a:off x="3791" y="2117"/>
                <a:ext cx="65" cy="288"/>
                <a:chOff x="3518" y="2112"/>
                <a:chExt cx="65" cy="288"/>
              </a:xfrm>
            </p:grpSpPr>
            <p:sp>
              <p:nvSpPr>
                <p:cNvPr id="93231" name="Line 25"/>
                <p:cNvSpPr>
                  <a:spLocks noChangeShapeType="1"/>
                </p:cNvSpPr>
                <p:nvPr/>
              </p:nvSpPr>
              <p:spPr bwMode="auto">
                <a:xfrm>
                  <a:off x="3518" y="2112"/>
                  <a:ext cx="0" cy="288"/>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32" name="Line 26"/>
                <p:cNvSpPr>
                  <a:spLocks noChangeShapeType="1"/>
                </p:cNvSpPr>
                <p:nvPr/>
              </p:nvSpPr>
              <p:spPr bwMode="auto">
                <a:xfrm>
                  <a:off x="3583" y="2177"/>
                  <a:ext cx="0" cy="144"/>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93230" name="Line 27"/>
              <p:cNvSpPr>
                <a:spLocks noChangeShapeType="1"/>
              </p:cNvSpPr>
              <p:nvPr/>
            </p:nvSpPr>
            <p:spPr bwMode="auto">
              <a:xfrm>
                <a:off x="3888" y="2256"/>
                <a:ext cx="384"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93202" name="Line 28"/>
            <p:cNvSpPr>
              <a:spLocks noChangeShapeType="1"/>
            </p:cNvSpPr>
            <p:nvPr/>
          </p:nvSpPr>
          <p:spPr bwMode="auto">
            <a:xfrm flipV="1">
              <a:off x="4560" y="2016"/>
              <a:ext cx="672"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03" name="Line 29"/>
            <p:cNvSpPr>
              <a:spLocks noChangeShapeType="1"/>
            </p:cNvSpPr>
            <p:nvPr/>
          </p:nvSpPr>
          <p:spPr bwMode="auto">
            <a:xfrm>
              <a:off x="4272" y="1844"/>
              <a:ext cx="288" cy="192"/>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04" name="Line 30"/>
            <p:cNvSpPr>
              <a:spLocks noChangeShapeType="1"/>
            </p:cNvSpPr>
            <p:nvPr/>
          </p:nvSpPr>
          <p:spPr bwMode="auto">
            <a:xfrm>
              <a:off x="4560" y="2688"/>
              <a:ext cx="672"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05" name="Line 31"/>
            <p:cNvSpPr>
              <a:spLocks noChangeShapeType="1"/>
            </p:cNvSpPr>
            <p:nvPr/>
          </p:nvSpPr>
          <p:spPr bwMode="auto">
            <a:xfrm>
              <a:off x="4272" y="2496"/>
              <a:ext cx="288" cy="192"/>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06" name="Line 32"/>
            <p:cNvSpPr>
              <a:spLocks noChangeShapeType="1"/>
            </p:cNvSpPr>
            <p:nvPr/>
          </p:nvSpPr>
          <p:spPr bwMode="auto">
            <a:xfrm>
              <a:off x="3168" y="2716"/>
              <a:ext cx="1152"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93207" name="Object 33"/>
            <p:cNvGraphicFramePr>
              <a:graphicFrameLocks noChangeAspect="1"/>
            </p:cNvGraphicFramePr>
            <p:nvPr/>
          </p:nvGraphicFramePr>
          <p:xfrm>
            <a:off x="3552" y="1008"/>
            <a:ext cx="266" cy="288"/>
          </p:xfrm>
          <a:graphic>
            <a:graphicData uri="http://schemas.openxmlformats.org/presentationml/2006/ole">
              <mc:AlternateContent xmlns:mc="http://schemas.openxmlformats.org/markup-compatibility/2006">
                <mc:Choice xmlns:v="urn:schemas-microsoft-com:vml" Requires="v">
                  <p:oleObj spid="_x0000_s93482" name="公式" r:id="rId8" imgW="104896" imgH="114198" progId="Equation.3">
                    <p:embed/>
                  </p:oleObj>
                </mc:Choice>
                <mc:Fallback>
                  <p:oleObj name="公式" r:id="rId8" imgW="104896" imgH="114198" progId="Equation.3">
                    <p:embed/>
                    <p:pic>
                      <p:nvPicPr>
                        <p:cNvPr id="0" name="Object 3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52" y="1008"/>
                          <a:ext cx="26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3208" name="Object 34"/>
            <p:cNvGraphicFramePr>
              <a:graphicFrameLocks noChangeAspect="1"/>
            </p:cNvGraphicFramePr>
            <p:nvPr/>
          </p:nvGraphicFramePr>
          <p:xfrm>
            <a:off x="4368" y="816"/>
            <a:ext cx="247" cy="288"/>
          </p:xfrm>
          <a:graphic>
            <a:graphicData uri="http://schemas.openxmlformats.org/presentationml/2006/ole">
              <mc:AlternateContent xmlns:mc="http://schemas.openxmlformats.org/markup-compatibility/2006">
                <mc:Choice xmlns:v="urn:schemas-microsoft-com:vml" Requires="v">
                  <p:oleObj spid="_x0000_s93483" name="公式" r:id="rId10" imgW="95110" imgH="114198" progId="Equation.3">
                    <p:embed/>
                  </p:oleObj>
                </mc:Choice>
                <mc:Fallback>
                  <p:oleObj name="公式" r:id="rId10" imgW="95110" imgH="114198" progId="Equation.3">
                    <p:embed/>
                    <p:pic>
                      <p:nvPicPr>
                        <p:cNvPr id="0" name="Object 3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368" y="816"/>
                          <a:ext cx="247"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3209" name="Object 35"/>
            <p:cNvGraphicFramePr>
              <a:graphicFrameLocks noChangeAspect="1"/>
            </p:cNvGraphicFramePr>
            <p:nvPr/>
          </p:nvGraphicFramePr>
          <p:xfrm>
            <a:off x="3600" y="1557"/>
            <a:ext cx="283" cy="315"/>
          </p:xfrm>
          <a:graphic>
            <a:graphicData uri="http://schemas.openxmlformats.org/presentationml/2006/ole">
              <mc:AlternateContent xmlns:mc="http://schemas.openxmlformats.org/markup-compatibility/2006">
                <mc:Choice xmlns:v="urn:schemas-microsoft-com:vml" Requires="v">
                  <p:oleObj spid="_x0000_s93484" name="公式" r:id="rId12" imgW="76149" imgH="95216" progId="Equation.3">
                    <p:embed/>
                  </p:oleObj>
                </mc:Choice>
                <mc:Fallback>
                  <p:oleObj name="公式" r:id="rId12" imgW="76149" imgH="95216" progId="Equation.3">
                    <p:embed/>
                    <p:pic>
                      <p:nvPicPr>
                        <p:cNvPr id="0" name="Object 3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600" y="1557"/>
                          <a:ext cx="283" cy="3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3210" name="Object 36"/>
            <p:cNvGraphicFramePr>
              <a:graphicFrameLocks noChangeAspect="1"/>
            </p:cNvGraphicFramePr>
            <p:nvPr/>
          </p:nvGraphicFramePr>
          <p:xfrm>
            <a:off x="4512" y="1663"/>
            <a:ext cx="355" cy="399"/>
          </p:xfrm>
          <a:graphic>
            <a:graphicData uri="http://schemas.openxmlformats.org/presentationml/2006/ole">
              <mc:AlternateContent xmlns:mc="http://schemas.openxmlformats.org/markup-compatibility/2006">
                <mc:Choice xmlns:v="urn:schemas-microsoft-com:vml" Requires="v">
                  <p:oleObj spid="_x0000_s93485" name="公式" r:id="rId14" imgW="142818" imgH="171450" progId="Equation.3">
                    <p:embed/>
                  </p:oleObj>
                </mc:Choice>
                <mc:Fallback>
                  <p:oleObj name="公式" r:id="rId14" imgW="142818" imgH="171450" progId="Equation.3">
                    <p:embed/>
                    <p:pic>
                      <p:nvPicPr>
                        <p:cNvPr id="0" name="Object 3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512" y="1663"/>
                          <a:ext cx="355" cy="3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3211" name="Object 37"/>
            <p:cNvGraphicFramePr>
              <a:graphicFrameLocks noChangeAspect="1"/>
            </p:cNvGraphicFramePr>
            <p:nvPr/>
          </p:nvGraphicFramePr>
          <p:xfrm>
            <a:off x="4490" y="2352"/>
            <a:ext cx="399" cy="399"/>
          </p:xfrm>
          <a:graphic>
            <a:graphicData uri="http://schemas.openxmlformats.org/presentationml/2006/ole">
              <mc:AlternateContent xmlns:mc="http://schemas.openxmlformats.org/markup-compatibility/2006">
                <mc:Choice xmlns:v="urn:schemas-microsoft-com:vml" Requires="v">
                  <p:oleObj spid="_x0000_s93486" name="公式" r:id="rId16" imgW="171565" imgH="171450" progId="Equation.3">
                    <p:embed/>
                  </p:oleObj>
                </mc:Choice>
                <mc:Fallback>
                  <p:oleObj name="公式" r:id="rId16" imgW="171565" imgH="171450" progId="Equation.3">
                    <p:embed/>
                    <p:pic>
                      <p:nvPicPr>
                        <p:cNvPr id="0" name="Object 3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490" y="2352"/>
                          <a:ext cx="399" cy="3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93212" name="Group 38"/>
            <p:cNvGrpSpPr>
              <a:grpSpLocks/>
            </p:cNvGrpSpPr>
            <p:nvPr/>
          </p:nvGrpSpPr>
          <p:grpSpPr bwMode="auto">
            <a:xfrm>
              <a:off x="4176" y="1141"/>
              <a:ext cx="624" cy="384"/>
              <a:chOff x="2928" y="3120"/>
              <a:chExt cx="1477" cy="480"/>
            </a:xfrm>
          </p:grpSpPr>
          <p:grpSp>
            <p:nvGrpSpPr>
              <p:cNvPr id="93214" name="Group 39"/>
              <p:cNvGrpSpPr>
                <a:grpSpLocks/>
              </p:cNvGrpSpPr>
              <p:nvPr/>
            </p:nvGrpSpPr>
            <p:grpSpPr bwMode="auto">
              <a:xfrm>
                <a:off x="2928" y="3120"/>
                <a:ext cx="1477" cy="480"/>
                <a:chOff x="3552" y="2592"/>
                <a:chExt cx="1477" cy="480"/>
              </a:xfrm>
            </p:grpSpPr>
            <p:sp>
              <p:nvSpPr>
                <p:cNvPr id="93217" name="Freeform 40"/>
                <p:cNvSpPr>
                  <a:spLocks/>
                </p:cNvSpPr>
                <p:nvPr/>
              </p:nvSpPr>
              <p:spPr bwMode="auto">
                <a:xfrm>
                  <a:off x="4272" y="2592"/>
                  <a:ext cx="325" cy="480"/>
                </a:xfrm>
                <a:custGeom>
                  <a:avLst/>
                  <a:gdLst>
                    <a:gd name="T0" fmla="*/ 0 w 325"/>
                    <a:gd name="T1" fmla="*/ 55 h 480"/>
                    <a:gd name="T2" fmla="*/ 112 w 325"/>
                    <a:gd name="T3" fmla="*/ 42 h 480"/>
                    <a:gd name="T4" fmla="*/ 137 w 325"/>
                    <a:gd name="T5" fmla="*/ 117 h 480"/>
                    <a:gd name="T6" fmla="*/ 150 w 325"/>
                    <a:gd name="T7" fmla="*/ 155 h 480"/>
                    <a:gd name="T8" fmla="*/ 187 w 325"/>
                    <a:gd name="T9" fmla="*/ 367 h 480"/>
                    <a:gd name="T10" fmla="*/ 250 w 325"/>
                    <a:gd name="T11" fmla="*/ 480 h 480"/>
                    <a:gd name="T12" fmla="*/ 325 w 325"/>
                    <a:gd name="T13" fmla="*/ 442 h 480"/>
                    <a:gd name="T14" fmla="*/ 0 60000 65536"/>
                    <a:gd name="T15" fmla="*/ 0 60000 65536"/>
                    <a:gd name="T16" fmla="*/ 0 60000 65536"/>
                    <a:gd name="T17" fmla="*/ 0 60000 65536"/>
                    <a:gd name="T18" fmla="*/ 0 60000 65536"/>
                    <a:gd name="T19" fmla="*/ 0 60000 65536"/>
                    <a:gd name="T20" fmla="*/ 0 60000 65536"/>
                    <a:gd name="T21" fmla="*/ 0 w 325"/>
                    <a:gd name="T22" fmla="*/ 0 h 480"/>
                    <a:gd name="T23" fmla="*/ 325 w 325"/>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5" h="480">
                      <a:moveTo>
                        <a:pt x="0" y="55"/>
                      </a:moveTo>
                      <a:cubicBezTo>
                        <a:pt x="34" y="32"/>
                        <a:pt x="64" y="0"/>
                        <a:pt x="112" y="42"/>
                      </a:cubicBezTo>
                      <a:cubicBezTo>
                        <a:pt x="132" y="59"/>
                        <a:pt x="129" y="92"/>
                        <a:pt x="137" y="117"/>
                      </a:cubicBezTo>
                      <a:cubicBezTo>
                        <a:pt x="141" y="130"/>
                        <a:pt x="150" y="155"/>
                        <a:pt x="150" y="155"/>
                      </a:cubicBezTo>
                      <a:cubicBezTo>
                        <a:pt x="159" y="228"/>
                        <a:pt x="171" y="296"/>
                        <a:pt x="187" y="367"/>
                      </a:cubicBezTo>
                      <a:cubicBezTo>
                        <a:pt x="196" y="409"/>
                        <a:pt x="250" y="480"/>
                        <a:pt x="250" y="480"/>
                      </a:cubicBezTo>
                      <a:cubicBezTo>
                        <a:pt x="311" y="464"/>
                        <a:pt x="288" y="479"/>
                        <a:pt x="325" y="442"/>
                      </a:cubicBezTo>
                    </a:path>
                  </a:pathLst>
                </a:custGeom>
                <a:noFill/>
                <a:ln w="12700">
                  <a:solidFill>
                    <a:schemeClr val="tx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3218" name="Freeform 41"/>
                <p:cNvSpPr>
                  <a:spLocks/>
                </p:cNvSpPr>
                <p:nvPr/>
              </p:nvSpPr>
              <p:spPr bwMode="auto">
                <a:xfrm>
                  <a:off x="3696" y="2592"/>
                  <a:ext cx="325" cy="480"/>
                </a:xfrm>
                <a:custGeom>
                  <a:avLst/>
                  <a:gdLst>
                    <a:gd name="T0" fmla="*/ 0 w 325"/>
                    <a:gd name="T1" fmla="*/ 55 h 480"/>
                    <a:gd name="T2" fmla="*/ 112 w 325"/>
                    <a:gd name="T3" fmla="*/ 42 h 480"/>
                    <a:gd name="T4" fmla="*/ 137 w 325"/>
                    <a:gd name="T5" fmla="*/ 117 h 480"/>
                    <a:gd name="T6" fmla="*/ 150 w 325"/>
                    <a:gd name="T7" fmla="*/ 155 h 480"/>
                    <a:gd name="T8" fmla="*/ 187 w 325"/>
                    <a:gd name="T9" fmla="*/ 367 h 480"/>
                    <a:gd name="T10" fmla="*/ 250 w 325"/>
                    <a:gd name="T11" fmla="*/ 480 h 480"/>
                    <a:gd name="T12" fmla="*/ 325 w 325"/>
                    <a:gd name="T13" fmla="*/ 442 h 480"/>
                    <a:gd name="T14" fmla="*/ 0 60000 65536"/>
                    <a:gd name="T15" fmla="*/ 0 60000 65536"/>
                    <a:gd name="T16" fmla="*/ 0 60000 65536"/>
                    <a:gd name="T17" fmla="*/ 0 60000 65536"/>
                    <a:gd name="T18" fmla="*/ 0 60000 65536"/>
                    <a:gd name="T19" fmla="*/ 0 60000 65536"/>
                    <a:gd name="T20" fmla="*/ 0 60000 65536"/>
                    <a:gd name="T21" fmla="*/ 0 w 325"/>
                    <a:gd name="T22" fmla="*/ 0 h 480"/>
                    <a:gd name="T23" fmla="*/ 325 w 325"/>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5" h="480">
                      <a:moveTo>
                        <a:pt x="0" y="55"/>
                      </a:moveTo>
                      <a:cubicBezTo>
                        <a:pt x="34" y="32"/>
                        <a:pt x="64" y="0"/>
                        <a:pt x="112" y="42"/>
                      </a:cubicBezTo>
                      <a:cubicBezTo>
                        <a:pt x="132" y="59"/>
                        <a:pt x="129" y="92"/>
                        <a:pt x="137" y="117"/>
                      </a:cubicBezTo>
                      <a:cubicBezTo>
                        <a:pt x="141" y="130"/>
                        <a:pt x="150" y="155"/>
                        <a:pt x="150" y="155"/>
                      </a:cubicBezTo>
                      <a:cubicBezTo>
                        <a:pt x="159" y="228"/>
                        <a:pt x="171" y="296"/>
                        <a:pt x="187" y="367"/>
                      </a:cubicBezTo>
                      <a:cubicBezTo>
                        <a:pt x="196" y="409"/>
                        <a:pt x="250" y="480"/>
                        <a:pt x="250" y="480"/>
                      </a:cubicBezTo>
                      <a:cubicBezTo>
                        <a:pt x="311" y="464"/>
                        <a:pt x="288" y="479"/>
                        <a:pt x="325" y="442"/>
                      </a:cubicBezTo>
                    </a:path>
                  </a:pathLst>
                </a:custGeom>
                <a:noFill/>
                <a:ln w="12700">
                  <a:solidFill>
                    <a:schemeClr val="tx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3219" name="Freeform 42"/>
                <p:cNvSpPr>
                  <a:spLocks/>
                </p:cNvSpPr>
                <p:nvPr/>
              </p:nvSpPr>
              <p:spPr bwMode="auto">
                <a:xfrm>
                  <a:off x="3840" y="2592"/>
                  <a:ext cx="325" cy="480"/>
                </a:xfrm>
                <a:custGeom>
                  <a:avLst/>
                  <a:gdLst>
                    <a:gd name="T0" fmla="*/ 0 w 325"/>
                    <a:gd name="T1" fmla="*/ 55 h 480"/>
                    <a:gd name="T2" fmla="*/ 112 w 325"/>
                    <a:gd name="T3" fmla="*/ 42 h 480"/>
                    <a:gd name="T4" fmla="*/ 137 w 325"/>
                    <a:gd name="T5" fmla="*/ 117 h 480"/>
                    <a:gd name="T6" fmla="*/ 150 w 325"/>
                    <a:gd name="T7" fmla="*/ 155 h 480"/>
                    <a:gd name="T8" fmla="*/ 187 w 325"/>
                    <a:gd name="T9" fmla="*/ 367 h 480"/>
                    <a:gd name="T10" fmla="*/ 250 w 325"/>
                    <a:gd name="T11" fmla="*/ 480 h 480"/>
                    <a:gd name="T12" fmla="*/ 325 w 325"/>
                    <a:gd name="T13" fmla="*/ 442 h 480"/>
                    <a:gd name="T14" fmla="*/ 0 60000 65536"/>
                    <a:gd name="T15" fmla="*/ 0 60000 65536"/>
                    <a:gd name="T16" fmla="*/ 0 60000 65536"/>
                    <a:gd name="T17" fmla="*/ 0 60000 65536"/>
                    <a:gd name="T18" fmla="*/ 0 60000 65536"/>
                    <a:gd name="T19" fmla="*/ 0 60000 65536"/>
                    <a:gd name="T20" fmla="*/ 0 60000 65536"/>
                    <a:gd name="T21" fmla="*/ 0 w 325"/>
                    <a:gd name="T22" fmla="*/ 0 h 480"/>
                    <a:gd name="T23" fmla="*/ 325 w 325"/>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5" h="480">
                      <a:moveTo>
                        <a:pt x="0" y="55"/>
                      </a:moveTo>
                      <a:cubicBezTo>
                        <a:pt x="34" y="32"/>
                        <a:pt x="64" y="0"/>
                        <a:pt x="112" y="42"/>
                      </a:cubicBezTo>
                      <a:cubicBezTo>
                        <a:pt x="132" y="59"/>
                        <a:pt x="129" y="92"/>
                        <a:pt x="137" y="117"/>
                      </a:cubicBezTo>
                      <a:cubicBezTo>
                        <a:pt x="141" y="130"/>
                        <a:pt x="150" y="155"/>
                        <a:pt x="150" y="155"/>
                      </a:cubicBezTo>
                      <a:cubicBezTo>
                        <a:pt x="159" y="228"/>
                        <a:pt x="171" y="296"/>
                        <a:pt x="187" y="367"/>
                      </a:cubicBezTo>
                      <a:cubicBezTo>
                        <a:pt x="196" y="409"/>
                        <a:pt x="250" y="480"/>
                        <a:pt x="250" y="480"/>
                      </a:cubicBezTo>
                      <a:cubicBezTo>
                        <a:pt x="311" y="464"/>
                        <a:pt x="288" y="479"/>
                        <a:pt x="325" y="442"/>
                      </a:cubicBezTo>
                    </a:path>
                  </a:pathLst>
                </a:custGeom>
                <a:noFill/>
                <a:ln w="12700">
                  <a:solidFill>
                    <a:schemeClr val="tx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3220" name="Freeform 43"/>
                <p:cNvSpPr>
                  <a:spLocks/>
                </p:cNvSpPr>
                <p:nvPr/>
              </p:nvSpPr>
              <p:spPr bwMode="auto">
                <a:xfrm>
                  <a:off x="3984" y="2592"/>
                  <a:ext cx="325" cy="480"/>
                </a:xfrm>
                <a:custGeom>
                  <a:avLst/>
                  <a:gdLst>
                    <a:gd name="T0" fmla="*/ 0 w 325"/>
                    <a:gd name="T1" fmla="*/ 55 h 480"/>
                    <a:gd name="T2" fmla="*/ 112 w 325"/>
                    <a:gd name="T3" fmla="*/ 42 h 480"/>
                    <a:gd name="T4" fmla="*/ 137 w 325"/>
                    <a:gd name="T5" fmla="*/ 117 h 480"/>
                    <a:gd name="T6" fmla="*/ 150 w 325"/>
                    <a:gd name="T7" fmla="*/ 155 h 480"/>
                    <a:gd name="T8" fmla="*/ 187 w 325"/>
                    <a:gd name="T9" fmla="*/ 367 h 480"/>
                    <a:gd name="T10" fmla="*/ 250 w 325"/>
                    <a:gd name="T11" fmla="*/ 480 h 480"/>
                    <a:gd name="T12" fmla="*/ 325 w 325"/>
                    <a:gd name="T13" fmla="*/ 442 h 480"/>
                    <a:gd name="T14" fmla="*/ 0 60000 65536"/>
                    <a:gd name="T15" fmla="*/ 0 60000 65536"/>
                    <a:gd name="T16" fmla="*/ 0 60000 65536"/>
                    <a:gd name="T17" fmla="*/ 0 60000 65536"/>
                    <a:gd name="T18" fmla="*/ 0 60000 65536"/>
                    <a:gd name="T19" fmla="*/ 0 60000 65536"/>
                    <a:gd name="T20" fmla="*/ 0 60000 65536"/>
                    <a:gd name="T21" fmla="*/ 0 w 325"/>
                    <a:gd name="T22" fmla="*/ 0 h 480"/>
                    <a:gd name="T23" fmla="*/ 325 w 325"/>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5" h="480">
                      <a:moveTo>
                        <a:pt x="0" y="55"/>
                      </a:moveTo>
                      <a:cubicBezTo>
                        <a:pt x="34" y="32"/>
                        <a:pt x="64" y="0"/>
                        <a:pt x="112" y="42"/>
                      </a:cubicBezTo>
                      <a:cubicBezTo>
                        <a:pt x="132" y="59"/>
                        <a:pt x="129" y="92"/>
                        <a:pt x="137" y="117"/>
                      </a:cubicBezTo>
                      <a:cubicBezTo>
                        <a:pt x="141" y="130"/>
                        <a:pt x="150" y="155"/>
                        <a:pt x="150" y="155"/>
                      </a:cubicBezTo>
                      <a:cubicBezTo>
                        <a:pt x="159" y="228"/>
                        <a:pt x="171" y="296"/>
                        <a:pt x="187" y="367"/>
                      </a:cubicBezTo>
                      <a:cubicBezTo>
                        <a:pt x="196" y="409"/>
                        <a:pt x="250" y="480"/>
                        <a:pt x="250" y="480"/>
                      </a:cubicBezTo>
                      <a:cubicBezTo>
                        <a:pt x="311" y="464"/>
                        <a:pt x="288" y="479"/>
                        <a:pt x="325" y="442"/>
                      </a:cubicBezTo>
                    </a:path>
                  </a:pathLst>
                </a:custGeom>
                <a:noFill/>
                <a:ln w="12700">
                  <a:solidFill>
                    <a:schemeClr val="tx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3221" name="Freeform 44"/>
                <p:cNvSpPr>
                  <a:spLocks/>
                </p:cNvSpPr>
                <p:nvPr/>
              </p:nvSpPr>
              <p:spPr bwMode="auto">
                <a:xfrm>
                  <a:off x="4128" y="2592"/>
                  <a:ext cx="325" cy="480"/>
                </a:xfrm>
                <a:custGeom>
                  <a:avLst/>
                  <a:gdLst>
                    <a:gd name="T0" fmla="*/ 0 w 325"/>
                    <a:gd name="T1" fmla="*/ 55 h 480"/>
                    <a:gd name="T2" fmla="*/ 112 w 325"/>
                    <a:gd name="T3" fmla="*/ 42 h 480"/>
                    <a:gd name="T4" fmla="*/ 137 w 325"/>
                    <a:gd name="T5" fmla="*/ 117 h 480"/>
                    <a:gd name="T6" fmla="*/ 150 w 325"/>
                    <a:gd name="T7" fmla="*/ 155 h 480"/>
                    <a:gd name="T8" fmla="*/ 187 w 325"/>
                    <a:gd name="T9" fmla="*/ 367 h 480"/>
                    <a:gd name="T10" fmla="*/ 250 w 325"/>
                    <a:gd name="T11" fmla="*/ 480 h 480"/>
                    <a:gd name="T12" fmla="*/ 325 w 325"/>
                    <a:gd name="T13" fmla="*/ 442 h 480"/>
                    <a:gd name="T14" fmla="*/ 0 60000 65536"/>
                    <a:gd name="T15" fmla="*/ 0 60000 65536"/>
                    <a:gd name="T16" fmla="*/ 0 60000 65536"/>
                    <a:gd name="T17" fmla="*/ 0 60000 65536"/>
                    <a:gd name="T18" fmla="*/ 0 60000 65536"/>
                    <a:gd name="T19" fmla="*/ 0 60000 65536"/>
                    <a:gd name="T20" fmla="*/ 0 60000 65536"/>
                    <a:gd name="T21" fmla="*/ 0 w 325"/>
                    <a:gd name="T22" fmla="*/ 0 h 480"/>
                    <a:gd name="T23" fmla="*/ 325 w 325"/>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5" h="480">
                      <a:moveTo>
                        <a:pt x="0" y="55"/>
                      </a:moveTo>
                      <a:cubicBezTo>
                        <a:pt x="34" y="32"/>
                        <a:pt x="64" y="0"/>
                        <a:pt x="112" y="42"/>
                      </a:cubicBezTo>
                      <a:cubicBezTo>
                        <a:pt x="132" y="59"/>
                        <a:pt x="129" y="92"/>
                        <a:pt x="137" y="117"/>
                      </a:cubicBezTo>
                      <a:cubicBezTo>
                        <a:pt x="141" y="130"/>
                        <a:pt x="150" y="155"/>
                        <a:pt x="150" y="155"/>
                      </a:cubicBezTo>
                      <a:cubicBezTo>
                        <a:pt x="159" y="228"/>
                        <a:pt x="171" y="296"/>
                        <a:pt x="187" y="367"/>
                      </a:cubicBezTo>
                      <a:cubicBezTo>
                        <a:pt x="196" y="409"/>
                        <a:pt x="250" y="480"/>
                        <a:pt x="250" y="480"/>
                      </a:cubicBezTo>
                      <a:cubicBezTo>
                        <a:pt x="311" y="464"/>
                        <a:pt x="288" y="479"/>
                        <a:pt x="325" y="442"/>
                      </a:cubicBezTo>
                    </a:path>
                  </a:pathLst>
                </a:custGeom>
                <a:noFill/>
                <a:ln w="12700">
                  <a:solidFill>
                    <a:schemeClr val="tx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3222" name="Freeform 45"/>
                <p:cNvSpPr>
                  <a:spLocks/>
                </p:cNvSpPr>
                <p:nvPr/>
              </p:nvSpPr>
              <p:spPr bwMode="auto">
                <a:xfrm>
                  <a:off x="4560" y="2592"/>
                  <a:ext cx="325" cy="480"/>
                </a:xfrm>
                <a:custGeom>
                  <a:avLst/>
                  <a:gdLst>
                    <a:gd name="T0" fmla="*/ 0 w 325"/>
                    <a:gd name="T1" fmla="*/ 55 h 480"/>
                    <a:gd name="T2" fmla="*/ 112 w 325"/>
                    <a:gd name="T3" fmla="*/ 42 h 480"/>
                    <a:gd name="T4" fmla="*/ 137 w 325"/>
                    <a:gd name="T5" fmla="*/ 117 h 480"/>
                    <a:gd name="T6" fmla="*/ 150 w 325"/>
                    <a:gd name="T7" fmla="*/ 155 h 480"/>
                    <a:gd name="T8" fmla="*/ 187 w 325"/>
                    <a:gd name="T9" fmla="*/ 367 h 480"/>
                    <a:gd name="T10" fmla="*/ 250 w 325"/>
                    <a:gd name="T11" fmla="*/ 480 h 480"/>
                    <a:gd name="T12" fmla="*/ 325 w 325"/>
                    <a:gd name="T13" fmla="*/ 442 h 480"/>
                    <a:gd name="T14" fmla="*/ 0 60000 65536"/>
                    <a:gd name="T15" fmla="*/ 0 60000 65536"/>
                    <a:gd name="T16" fmla="*/ 0 60000 65536"/>
                    <a:gd name="T17" fmla="*/ 0 60000 65536"/>
                    <a:gd name="T18" fmla="*/ 0 60000 65536"/>
                    <a:gd name="T19" fmla="*/ 0 60000 65536"/>
                    <a:gd name="T20" fmla="*/ 0 60000 65536"/>
                    <a:gd name="T21" fmla="*/ 0 w 325"/>
                    <a:gd name="T22" fmla="*/ 0 h 480"/>
                    <a:gd name="T23" fmla="*/ 325 w 325"/>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5" h="480">
                      <a:moveTo>
                        <a:pt x="0" y="55"/>
                      </a:moveTo>
                      <a:cubicBezTo>
                        <a:pt x="34" y="32"/>
                        <a:pt x="64" y="0"/>
                        <a:pt x="112" y="42"/>
                      </a:cubicBezTo>
                      <a:cubicBezTo>
                        <a:pt x="132" y="59"/>
                        <a:pt x="129" y="92"/>
                        <a:pt x="137" y="117"/>
                      </a:cubicBezTo>
                      <a:cubicBezTo>
                        <a:pt x="141" y="130"/>
                        <a:pt x="150" y="155"/>
                        <a:pt x="150" y="155"/>
                      </a:cubicBezTo>
                      <a:cubicBezTo>
                        <a:pt x="159" y="228"/>
                        <a:pt x="171" y="296"/>
                        <a:pt x="187" y="367"/>
                      </a:cubicBezTo>
                      <a:cubicBezTo>
                        <a:pt x="196" y="409"/>
                        <a:pt x="250" y="480"/>
                        <a:pt x="250" y="480"/>
                      </a:cubicBezTo>
                      <a:cubicBezTo>
                        <a:pt x="311" y="464"/>
                        <a:pt x="288" y="479"/>
                        <a:pt x="325" y="442"/>
                      </a:cubicBezTo>
                    </a:path>
                  </a:pathLst>
                </a:custGeom>
                <a:noFill/>
                <a:ln w="12700">
                  <a:solidFill>
                    <a:schemeClr val="tx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3223" name="Freeform 46"/>
                <p:cNvSpPr>
                  <a:spLocks/>
                </p:cNvSpPr>
                <p:nvPr/>
              </p:nvSpPr>
              <p:spPr bwMode="auto">
                <a:xfrm>
                  <a:off x="4416" y="2592"/>
                  <a:ext cx="325" cy="480"/>
                </a:xfrm>
                <a:custGeom>
                  <a:avLst/>
                  <a:gdLst>
                    <a:gd name="T0" fmla="*/ 0 w 325"/>
                    <a:gd name="T1" fmla="*/ 55 h 480"/>
                    <a:gd name="T2" fmla="*/ 112 w 325"/>
                    <a:gd name="T3" fmla="*/ 42 h 480"/>
                    <a:gd name="T4" fmla="*/ 137 w 325"/>
                    <a:gd name="T5" fmla="*/ 117 h 480"/>
                    <a:gd name="T6" fmla="*/ 150 w 325"/>
                    <a:gd name="T7" fmla="*/ 155 h 480"/>
                    <a:gd name="T8" fmla="*/ 187 w 325"/>
                    <a:gd name="T9" fmla="*/ 367 h 480"/>
                    <a:gd name="T10" fmla="*/ 250 w 325"/>
                    <a:gd name="T11" fmla="*/ 480 h 480"/>
                    <a:gd name="T12" fmla="*/ 325 w 325"/>
                    <a:gd name="T13" fmla="*/ 442 h 480"/>
                    <a:gd name="T14" fmla="*/ 0 60000 65536"/>
                    <a:gd name="T15" fmla="*/ 0 60000 65536"/>
                    <a:gd name="T16" fmla="*/ 0 60000 65536"/>
                    <a:gd name="T17" fmla="*/ 0 60000 65536"/>
                    <a:gd name="T18" fmla="*/ 0 60000 65536"/>
                    <a:gd name="T19" fmla="*/ 0 60000 65536"/>
                    <a:gd name="T20" fmla="*/ 0 60000 65536"/>
                    <a:gd name="T21" fmla="*/ 0 w 325"/>
                    <a:gd name="T22" fmla="*/ 0 h 480"/>
                    <a:gd name="T23" fmla="*/ 325 w 325"/>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5" h="480">
                      <a:moveTo>
                        <a:pt x="0" y="55"/>
                      </a:moveTo>
                      <a:cubicBezTo>
                        <a:pt x="34" y="32"/>
                        <a:pt x="64" y="0"/>
                        <a:pt x="112" y="42"/>
                      </a:cubicBezTo>
                      <a:cubicBezTo>
                        <a:pt x="132" y="59"/>
                        <a:pt x="129" y="92"/>
                        <a:pt x="137" y="117"/>
                      </a:cubicBezTo>
                      <a:cubicBezTo>
                        <a:pt x="141" y="130"/>
                        <a:pt x="150" y="155"/>
                        <a:pt x="150" y="155"/>
                      </a:cubicBezTo>
                      <a:cubicBezTo>
                        <a:pt x="159" y="228"/>
                        <a:pt x="171" y="296"/>
                        <a:pt x="187" y="367"/>
                      </a:cubicBezTo>
                      <a:cubicBezTo>
                        <a:pt x="196" y="409"/>
                        <a:pt x="250" y="480"/>
                        <a:pt x="250" y="480"/>
                      </a:cubicBezTo>
                      <a:cubicBezTo>
                        <a:pt x="311" y="464"/>
                        <a:pt x="288" y="479"/>
                        <a:pt x="325" y="442"/>
                      </a:cubicBezTo>
                    </a:path>
                  </a:pathLst>
                </a:custGeom>
                <a:noFill/>
                <a:ln w="12700">
                  <a:solidFill>
                    <a:schemeClr val="tx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3224" name="Freeform 47"/>
                <p:cNvSpPr>
                  <a:spLocks/>
                </p:cNvSpPr>
                <p:nvPr/>
              </p:nvSpPr>
              <p:spPr bwMode="auto">
                <a:xfrm>
                  <a:off x="3552" y="2592"/>
                  <a:ext cx="325" cy="480"/>
                </a:xfrm>
                <a:custGeom>
                  <a:avLst/>
                  <a:gdLst>
                    <a:gd name="T0" fmla="*/ 0 w 325"/>
                    <a:gd name="T1" fmla="*/ 55 h 480"/>
                    <a:gd name="T2" fmla="*/ 112 w 325"/>
                    <a:gd name="T3" fmla="*/ 42 h 480"/>
                    <a:gd name="T4" fmla="*/ 137 w 325"/>
                    <a:gd name="T5" fmla="*/ 117 h 480"/>
                    <a:gd name="T6" fmla="*/ 150 w 325"/>
                    <a:gd name="T7" fmla="*/ 155 h 480"/>
                    <a:gd name="T8" fmla="*/ 187 w 325"/>
                    <a:gd name="T9" fmla="*/ 367 h 480"/>
                    <a:gd name="T10" fmla="*/ 250 w 325"/>
                    <a:gd name="T11" fmla="*/ 480 h 480"/>
                    <a:gd name="T12" fmla="*/ 325 w 325"/>
                    <a:gd name="T13" fmla="*/ 442 h 480"/>
                    <a:gd name="T14" fmla="*/ 0 60000 65536"/>
                    <a:gd name="T15" fmla="*/ 0 60000 65536"/>
                    <a:gd name="T16" fmla="*/ 0 60000 65536"/>
                    <a:gd name="T17" fmla="*/ 0 60000 65536"/>
                    <a:gd name="T18" fmla="*/ 0 60000 65536"/>
                    <a:gd name="T19" fmla="*/ 0 60000 65536"/>
                    <a:gd name="T20" fmla="*/ 0 60000 65536"/>
                    <a:gd name="T21" fmla="*/ 0 w 325"/>
                    <a:gd name="T22" fmla="*/ 0 h 480"/>
                    <a:gd name="T23" fmla="*/ 325 w 325"/>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5" h="480">
                      <a:moveTo>
                        <a:pt x="0" y="55"/>
                      </a:moveTo>
                      <a:cubicBezTo>
                        <a:pt x="34" y="32"/>
                        <a:pt x="64" y="0"/>
                        <a:pt x="112" y="42"/>
                      </a:cubicBezTo>
                      <a:cubicBezTo>
                        <a:pt x="132" y="59"/>
                        <a:pt x="129" y="92"/>
                        <a:pt x="137" y="117"/>
                      </a:cubicBezTo>
                      <a:cubicBezTo>
                        <a:pt x="141" y="130"/>
                        <a:pt x="150" y="155"/>
                        <a:pt x="150" y="155"/>
                      </a:cubicBezTo>
                      <a:cubicBezTo>
                        <a:pt x="159" y="228"/>
                        <a:pt x="171" y="296"/>
                        <a:pt x="187" y="367"/>
                      </a:cubicBezTo>
                      <a:cubicBezTo>
                        <a:pt x="196" y="409"/>
                        <a:pt x="250" y="480"/>
                        <a:pt x="250" y="480"/>
                      </a:cubicBezTo>
                      <a:cubicBezTo>
                        <a:pt x="311" y="464"/>
                        <a:pt x="288" y="479"/>
                        <a:pt x="325" y="442"/>
                      </a:cubicBezTo>
                    </a:path>
                  </a:pathLst>
                </a:custGeom>
                <a:noFill/>
                <a:ln w="12700">
                  <a:solidFill>
                    <a:schemeClr val="tx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3225" name="Freeform 48"/>
                <p:cNvSpPr>
                  <a:spLocks/>
                </p:cNvSpPr>
                <p:nvPr/>
              </p:nvSpPr>
              <p:spPr bwMode="auto">
                <a:xfrm>
                  <a:off x="4704" y="2592"/>
                  <a:ext cx="325" cy="480"/>
                </a:xfrm>
                <a:custGeom>
                  <a:avLst/>
                  <a:gdLst>
                    <a:gd name="T0" fmla="*/ 0 w 325"/>
                    <a:gd name="T1" fmla="*/ 55 h 480"/>
                    <a:gd name="T2" fmla="*/ 112 w 325"/>
                    <a:gd name="T3" fmla="*/ 42 h 480"/>
                    <a:gd name="T4" fmla="*/ 137 w 325"/>
                    <a:gd name="T5" fmla="*/ 117 h 480"/>
                    <a:gd name="T6" fmla="*/ 150 w 325"/>
                    <a:gd name="T7" fmla="*/ 155 h 480"/>
                    <a:gd name="T8" fmla="*/ 187 w 325"/>
                    <a:gd name="T9" fmla="*/ 367 h 480"/>
                    <a:gd name="T10" fmla="*/ 250 w 325"/>
                    <a:gd name="T11" fmla="*/ 480 h 480"/>
                    <a:gd name="T12" fmla="*/ 325 w 325"/>
                    <a:gd name="T13" fmla="*/ 442 h 480"/>
                    <a:gd name="T14" fmla="*/ 0 60000 65536"/>
                    <a:gd name="T15" fmla="*/ 0 60000 65536"/>
                    <a:gd name="T16" fmla="*/ 0 60000 65536"/>
                    <a:gd name="T17" fmla="*/ 0 60000 65536"/>
                    <a:gd name="T18" fmla="*/ 0 60000 65536"/>
                    <a:gd name="T19" fmla="*/ 0 60000 65536"/>
                    <a:gd name="T20" fmla="*/ 0 60000 65536"/>
                    <a:gd name="T21" fmla="*/ 0 w 325"/>
                    <a:gd name="T22" fmla="*/ 0 h 480"/>
                    <a:gd name="T23" fmla="*/ 325 w 325"/>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5" h="480">
                      <a:moveTo>
                        <a:pt x="0" y="55"/>
                      </a:moveTo>
                      <a:cubicBezTo>
                        <a:pt x="34" y="32"/>
                        <a:pt x="64" y="0"/>
                        <a:pt x="112" y="42"/>
                      </a:cubicBezTo>
                      <a:cubicBezTo>
                        <a:pt x="132" y="59"/>
                        <a:pt x="129" y="92"/>
                        <a:pt x="137" y="117"/>
                      </a:cubicBezTo>
                      <a:cubicBezTo>
                        <a:pt x="141" y="130"/>
                        <a:pt x="150" y="155"/>
                        <a:pt x="150" y="155"/>
                      </a:cubicBezTo>
                      <a:cubicBezTo>
                        <a:pt x="159" y="228"/>
                        <a:pt x="171" y="296"/>
                        <a:pt x="187" y="367"/>
                      </a:cubicBezTo>
                      <a:cubicBezTo>
                        <a:pt x="196" y="409"/>
                        <a:pt x="250" y="480"/>
                        <a:pt x="250" y="480"/>
                      </a:cubicBezTo>
                      <a:cubicBezTo>
                        <a:pt x="311" y="464"/>
                        <a:pt x="288" y="479"/>
                        <a:pt x="325" y="442"/>
                      </a:cubicBezTo>
                    </a:path>
                  </a:pathLst>
                </a:custGeom>
                <a:noFill/>
                <a:ln w="12700">
                  <a:solidFill>
                    <a:schemeClr val="tx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93215" name="Line 49"/>
              <p:cNvSpPr>
                <a:spLocks noChangeShapeType="1"/>
              </p:cNvSpPr>
              <p:nvPr/>
            </p:nvSpPr>
            <p:spPr bwMode="auto">
              <a:xfrm>
                <a:off x="2928" y="3157"/>
                <a:ext cx="0" cy="24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16" name="Line 50"/>
              <p:cNvSpPr>
                <a:spLocks noChangeShapeType="1"/>
              </p:cNvSpPr>
              <p:nvPr/>
            </p:nvSpPr>
            <p:spPr bwMode="auto">
              <a:xfrm>
                <a:off x="4405" y="3349"/>
                <a:ext cx="0" cy="24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93213" name="Line 51"/>
            <p:cNvSpPr>
              <a:spLocks noChangeShapeType="1"/>
            </p:cNvSpPr>
            <p:nvPr/>
          </p:nvSpPr>
          <p:spPr bwMode="auto">
            <a:xfrm flipH="1">
              <a:off x="5232" y="1307"/>
              <a:ext cx="0" cy="1392"/>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93192" name="Rectangle 54"/>
          <p:cNvSpPr>
            <a:spLocks noChangeArrowheads="1"/>
          </p:cNvSpPr>
          <p:nvPr/>
        </p:nvSpPr>
        <p:spPr bwMode="auto">
          <a:xfrm>
            <a:off x="1841500" y="1028700"/>
            <a:ext cx="80645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zh-CN" sz="2800" b="1">
                <a:solidFill>
                  <a:srgbClr val="FF0000"/>
                </a:solidFill>
                <a:latin typeface="Times New Roman" panose="02020603050405020304" pitchFamily="18" charset="0"/>
              </a:rPr>
              <a:t>暂态过程</a:t>
            </a:r>
            <a:r>
              <a:rPr kumimoji="1" lang="en-US" altLang="zh-CN" sz="2800" b="1">
                <a:solidFill>
                  <a:srgbClr val="FF0000"/>
                </a:solidFill>
                <a:latin typeface="Times New Roman" panose="02020603050405020304" pitchFamily="18" charset="0"/>
              </a:rPr>
              <a:t>:</a:t>
            </a:r>
            <a:r>
              <a:rPr kumimoji="1" lang="zh-CN" altLang="en-US" sz="2800" b="1">
                <a:solidFill>
                  <a:srgbClr val="FF0000"/>
                </a:solidFill>
                <a:latin typeface="Times New Roman" panose="02020603050405020304" pitchFamily="18" charset="0"/>
              </a:rPr>
              <a:t>在阶跃电压作用下，从开始变化到逐渐趋于稳态的过程。</a:t>
            </a:r>
          </a:p>
        </p:txBody>
      </p:sp>
      <p:graphicFrame>
        <p:nvGraphicFramePr>
          <p:cNvPr id="93193" name="Object 55"/>
          <p:cNvGraphicFramePr>
            <a:graphicFrameLocks noChangeAspect="1"/>
          </p:cNvGraphicFramePr>
          <p:nvPr/>
        </p:nvGraphicFramePr>
        <p:xfrm>
          <a:off x="7124700" y="5059363"/>
          <a:ext cx="1447800" cy="800100"/>
        </p:xfrm>
        <a:graphic>
          <a:graphicData uri="http://schemas.openxmlformats.org/presentationml/2006/ole">
            <mc:AlternateContent xmlns:mc="http://schemas.openxmlformats.org/markup-compatibility/2006">
              <mc:Choice xmlns:v="urn:schemas-microsoft-com:vml" Requires="v">
                <p:oleObj spid="_x0000_s93487" name="Equation" r:id="rId18" imgW="666686" imgH="342900" progId="Equation.DSMT4">
                  <p:embed/>
                </p:oleObj>
              </mc:Choice>
              <mc:Fallback>
                <p:oleObj name="Equation" r:id="rId18" imgW="666686" imgH="342900" progId="Equation.DSMT4">
                  <p:embed/>
                  <p:pic>
                    <p:nvPicPr>
                      <p:cNvPr id="0" name="Object 5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124700" y="5059363"/>
                        <a:ext cx="1447800" cy="800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3194" name="Object 56"/>
          <p:cNvGraphicFramePr>
            <a:graphicFrameLocks noChangeAspect="1"/>
          </p:cNvGraphicFramePr>
          <p:nvPr/>
        </p:nvGraphicFramePr>
        <p:xfrm>
          <a:off x="3008313" y="3713163"/>
          <a:ext cx="1731962" cy="798512"/>
        </p:xfrm>
        <a:graphic>
          <a:graphicData uri="http://schemas.openxmlformats.org/presentationml/2006/ole">
            <mc:AlternateContent xmlns:mc="http://schemas.openxmlformats.org/markup-compatibility/2006">
              <mc:Choice xmlns:v="urn:schemas-microsoft-com:vml" Requires="v">
                <p:oleObj spid="_x0000_s93488" name="Equation" r:id="rId20" imgW="800024" imgH="342900" progId="Equation.DSMT4">
                  <p:embed/>
                </p:oleObj>
              </mc:Choice>
              <mc:Fallback>
                <p:oleObj name="Equation" r:id="rId20" imgW="800024" imgH="342900" progId="Equation.DSMT4">
                  <p:embed/>
                  <p:pic>
                    <p:nvPicPr>
                      <p:cNvPr id="0" name="Object 56"/>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008313" y="3713163"/>
                        <a:ext cx="1731962" cy="798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3195" name="Line 57"/>
          <p:cNvSpPr>
            <a:spLocks noChangeShapeType="1"/>
          </p:cNvSpPr>
          <p:nvPr/>
        </p:nvSpPr>
        <p:spPr bwMode="auto">
          <a:xfrm flipH="1">
            <a:off x="7975600" y="3009900"/>
            <a:ext cx="876300" cy="0"/>
          </a:xfrm>
          <a:prstGeom prst="line">
            <a:avLst/>
          </a:prstGeom>
          <a:noFill/>
          <a:ln w="12700" cap="sq">
            <a:solidFill>
              <a:schemeClr val="accent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95234" name="Object 2"/>
          <p:cNvGraphicFramePr>
            <a:graphicFrameLocks noChangeAspect="1"/>
          </p:cNvGraphicFramePr>
          <p:nvPr/>
        </p:nvGraphicFramePr>
        <p:xfrm>
          <a:off x="2730501" y="4598988"/>
          <a:ext cx="1344613" cy="722312"/>
        </p:xfrm>
        <a:graphic>
          <a:graphicData uri="http://schemas.openxmlformats.org/presentationml/2006/ole">
            <mc:AlternateContent xmlns:mc="http://schemas.openxmlformats.org/markup-compatibility/2006">
              <mc:Choice xmlns:v="urn:schemas-microsoft-com:vml" Requires="v">
                <p:oleObj spid="_x0000_s95322" name="公式" r:id="rId4" imgW="609498" imgH="304936" progId="Equation.3">
                  <p:embed/>
                </p:oleObj>
              </mc:Choice>
              <mc:Fallback>
                <p:oleObj name="公式" r:id="rId4" imgW="609498" imgH="304936"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30501" y="4598988"/>
                        <a:ext cx="1344613" cy="722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5235" name="Rectangle 3"/>
          <p:cNvSpPr>
            <a:spLocks noChangeArrowheads="1"/>
          </p:cNvSpPr>
          <p:nvPr/>
        </p:nvSpPr>
        <p:spPr bwMode="auto">
          <a:xfrm>
            <a:off x="2260600" y="4027488"/>
            <a:ext cx="2362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a:solidFill>
                  <a:srgbClr val="0000FF"/>
                </a:solidFill>
                <a:latin typeface="Times New Roman" panose="02020603050405020304" pitchFamily="18" charset="0"/>
              </a:rPr>
              <a:t>2. K</a:t>
            </a:r>
            <a:r>
              <a:rPr kumimoji="1" lang="en-US" altLang="zh-CN" sz="2800" baseline="-25000">
                <a:solidFill>
                  <a:srgbClr val="0000FF"/>
                </a:solidFill>
                <a:latin typeface="Times New Roman" panose="02020603050405020304" pitchFamily="18" charset="0"/>
              </a:rPr>
              <a:t>1</a:t>
            </a:r>
            <a:r>
              <a:rPr kumimoji="1" lang="zh-CN" altLang="zh-CN" sz="2800">
                <a:solidFill>
                  <a:srgbClr val="0000FF"/>
                </a:solidFill>
                <a:latin typeface="Times New Roman" panose="02020603050405020304" pitchFamily="18" charset="0"/>
              </a:rPr>
              <a:t>断</a:t>
            </a:r>
            <a:r>
              <a:rPr kumimoji="1" lang="en-US" altLang="zh-CN" sz="2800">
                <a:solidFill>
                  <a:srgbClr val="0000FF"/>
                </a:solidFill>
                <a:latin typeface="Times New Roman" panose="02020603050405020304" pitchFamily="18" charset="0"/>
              </a:rPr>
              <a:t>K</a:t>
            </a:r>
            <a:r>
              <a:rPr kumimoji="1" lang="en-US" altLang="zh-CN" sz="2800" baseline="-25000">
                <a:solidFill>
                  <a:srgbClr val="0000FF"/>
                </a:solidFill>
                <a:latin typeface="Times New Roman" panose="02020603050405020304" pitchFamily="18" charset="0"/>
              </a:rPr>
              <a:t>2</a:t>
            </a:r>
            <a:r>
              <a:rPr kumimoji="1" lang="zh-CN" altLang="zh-CN" sz="2800">
                <a:solidFill>
                  <a:srgbClr val="0000FF"/>
                </a:solidFill>
                <a:latin typeface="Times New Roman" panose="02020603050405020304" pitchFamily="18" charset="0"/>
              </a:rPr>
              <a:t>通</a:t>
            </a:r>
            <a:endParaRPr kumimoji="1" lang="zh-CN" altLang="en-US" sz="2800">
              <a:solidFill>
                <a:srgbClr val="0000FF"/>
              </a:solidFill>
              <a:latin typeface="Times New Roman" panose="02020603050405020304" pitchFamily="18" charset="0"/>
            </a:endParaRPr>
          </a:p>
        </p:txBody>
      </p:sp>
      <p:graphicFrame>
        <p:nvGraphicFramePr>
          <p:cNvPr id="95236" name="Object 4"/>
          <p:cNvGraphicFramePr>
            <a:graphicFrameLocks noChangeAspect="1"/>
          </p:cNvGraphicFramePr>
          <p:nvPr/>
        </p:nvGraphicFramePr>
        <p:xfrm>
          <a:off x="6076950" y="4503738"/>
          <a:ext cx="2552700" cy="950912"/>
        </p:xfrm>
        <a:graphic>
          <a:graphicData uri="http://schemas.openxmlformats.org/presentationml/2006/ole">
            <mc:AlternateContent xmlns:mc="http://schemas.openxmlformats.org/markup-compatibility/2006">
              <mc:Choice xmlns:v="urn:schemas-microsoft-com:vml" Requires="v">
                <p:oleObj spid="_x0000_s95323" name="Equation" r:id="rId6" imgW="1085965" imgH="371373" progId="Equation.DSMT4">
                  <p:embed/>
                </p:oleObj>
              </mc:Choice>
              <mc:Fallback>
                <p:oleObj name="Equation" r:id="rId6" imgW="1085965" imgH="371373" progId="Equation.DSMT4">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76950" y="4503738"/>
                        <a:ext cx="2552700" cy="950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5237" name="Text Box 5"/>
          <p:cNvSpPr txBox="1">
            <a:spLocks noChangeArrowheads="1"/>
          </p:cNvSpPr>
          <p:nvPr/>
        </p:nvSpPr>
        <p:spPr bwMode="auto">
          <a:xfrm>
            <a:off x="2260600" y="5467350"/>
            <a:ext cx="73152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800">
                <a:solidFill>
                  <a:srgbClr val="0000FF"/>
                </a:solidFill>
                <a:latin typeface="Times New Roman" panose="02020603050405020304" pitchFamily="18" charset="0"/>
              </a:rPr>
              <a:t>撤去电源后，由于自感的存在，电流并不立即降为零，而是逐渐减小。</a:t>
            </a:r>
          </a:p>
        </p:txBody>
      </p:sp>
      <p:sp>
        <p:nvSpPr>
          <p:cNvPr id="95238" name="Text Box 6"/>
          <p:cNvSpPr txBox="1">
            <a:spLocks noChangeArrowheads="1"/>
          </p:cNvSpPr>
          <p:nvPr/>
        </p:nvSpPr>
        <p:spPr bwMode="auto">
          <a:xfrm>
            <a:off x="2362200" y="790576"/>
            <a:ext cx="73914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800">
                <a:solidFill>
                  <a:srgbClr val="0000FF"/>
                </a:solidFill>
                <a:latin typeface="Times New Roman" panose="02020603050405020304" pitchFamily="18" charset="0"/>
              </a:rPr>
              <a:t>由于自感的存在，电流不是立刻达到无自感时电流的稳定值</a:t>
            </a:r>
            <a:r>
              <a:rPr kumimoji="1" lang="en-US" altLang="zh-CN" sz="2800">
                <a:solidFill>
                  <a:srgbClr val="0000FF"/>
                </a:solidFill>
                <a:latin typeface="Times New Roman" panose="02020603050405020304" pitchFamily="18" charset="0"/>
              </a:rPr>
              <a:t>I</a:t>
            </a:r>
            <a:r>
              <a:rPr kumimoji="1" lang="en-US" altLang="zh-CN" sz="2000">
                <a:solidFill>
                  <a:srgbClr val="0000FF"/>
                </a:solidFill>
                <a:latin typeface="Times New Roman" panose="02020603050405020304" pitchFamily="18" charset="0"/>
              </a:rPr>
              <a:t>max</a:t>
            </a:r>
            <a:r>
              <a:rPr kumimoji="1" lang="zh-CN" altLang="en-US" sz="2000">
                <a:solidFill>
                  <a:srgbClr val="0000FF"/>
                </a:solidFill>
                <a:latin typeface="Times New Roman" panose="02020603050405020304" pitchFamily="18" charset="0"/>
              </a:rPr>
              <a:t>，</a:t>
            </a:r>
            <a:r>
              <a:rPr kumimoji="1" lang="zh-CN" altLang="en-US" sz="2800">
                <a:solidFill>
                  <a:srgbClr val="0000FF"/>
                </a:solidFill>
                <a:latin typeface="Times New Roman" panose="02020603050405020304" pitchFamily="18" charset="0"/>
              </a:rPr>
              <a:t>而是由零逐渐达到这一数值，用</a:t>
            </a:r>
            <a:r>
              <a:rPr kumimoji="1" lang="zh-CN" altLang="en-US" sz="2800">
                <a:solidFill>
                  <a:srgbClr val="0000FF"/>
                </a:solidFill>
                <a:latin typeface="Times New Roman" panose="02020603050405020304" pitchFamily="18" charset="0"/>
                <a:sym typeface="Symbol" panose="05050102010706020507" pitchFamily="18" charset="2"/>
              </a:rPr>
              <a:t> </a:t>
            </a:r>
            <a:r>
              <a:rPr kumimoji="1" lang="en-US" altLang="zh-CN" sz="2800">
                <a:solidFill>
                  <a:srgbClr val="0000FF"/>
                </a:solidFill>
                <a:latin typeface="Times New Roman" panose="02020603050405020304" pitchFamily="18" charset="0"/>
                <a:sym typeface="Symbol" panose="05050102010706020507" pitchFamily="18" charset="2"/>
              </a:rPr>
              <a:t>= L / R</a:t>
            </a:r>
            <a:r>
              <a:rPr kumimoji="1" lang="zh-CN" altLang="en-US" sz="2800">
                <a:solidFill>
                  <a:srgbClr val="0000FF"/>
                </a:solidFill>
                <a:latin typeface="Times New Roman" panose="02020603050405020304" pitchFamily="18" charset="0"/>
                <a:sym typeface="Symbol" panose="05050102010706020507" pitchFamily="18" charset="2"/>
              </a:rPr>
              <a:t>来表示电流增长的快慢程度，称为电流的弛豫时间。</a:t>
            </a:r>
            <a:endParaRPr kumimoji="1" lang="zh-CN" altLang="en-US" sz="2800">
              <a:solidFill>
                <a:srgbClr val="0000FF"/>
              </a:solidFill>
              <a:latin typeface="Times New Roman" panose="02020603050405020304" pitchFamily="18" charset="0"/>
            </a:endParaRPr>
          </a:p>
        </p:txBody>
      </p:sp>
      <p:sp>
        <p:nvSpPr>
          <p:cNvPr id="95239" name="Rectangle 7"/>
          <p:cNvSpPr>
            <a:spLocks noChangeArrowheads="1"/>
          </p:cNvSpPr>
          <p:nvPr/>
        </p:nvSpPr>
        <p:spPr bwMode="auto">
          <a:xfrm>
            <a:off x="2565400" y="2922588"/>
            <a:ext cx="12827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a:solidFill>
                  <a:srgbClr val="FF0000"/>
                </a:solidFill>
                <a:latin typeface="Times New Roman" panose="02020603050405020304" pitchFamily="18" charset="0"/>
              </a:rPr>
              <a:t>t= </a:t>
            </a:r>
            <a:r>
              <a:rPr kumimoji="1" lang="en-US" altLang="zh-CN" sz="2400">
                <a:solidFill>
                  <a:srgbClr val="FF0000"/>
                </a:solidFill>
                <a:latin typeface="Times New Roman" panose="02020603050405020304" pitchFamily="18" charset="0"/>
                <a:sym typeface="Symbol" panose="05050102010706020507" pitchFamily="18" charset="2"/>
              </a:rPr>
              <a:t></a:t>
            </a:r>
            <a:r>
              <a:rPr kumimoji="1" lang="zh-CN" altLang="en-US" sz="2400">
                <a:solidFill>
                  <a:srgbClr val="FF0000"/>
                </a:solidFill>
                <a:latin typeface="Times New Roman" panose="02020603050405020304" pitchFamily="18" charset="0"/>
                <a:sym typeface="Symbol" panose="05050102010706020507" pitchFamily="18" charset="2"/>
              </a:rPr>
              <a:t>：</a:t>
            </a:r>
          </a:p>
        </p:txBody>
      </p:sp>
      <p:graphicFrame>
        <p:nvGraphicFramePr>
          <p:cNvPr id="95240" name="Object 8"/>
          <p:cNvGraphicFramePr>
            <a:graphicFrameLocks noChangeAspect="1"/>
          </p:cNvGraphicFramePr>
          <p:nvPr/>
        </p:nvGraphicFramePr>
        <p:xfrm>
          <a:off x="4175125" y="2949575"/>
          <a:ext cx="3181350" cy="490538"/>
        </p:xfrm>
        <a:graphic>
          <a:graphicData uri="http://schemas.openxmlformats.org/presentationml/2006/ole">
            <mc:AlternateContent xmlns:mc="http://schemas.openxmlformats.org/markup-compatibility/2006">
              <mc:Choice xmlns:v="urn:schemas-microsoft-com:vml" Requires="v">
                <p:oleObj spid="_x0000_s95324" name="Equation" r:id="rId8" imgW="1514418" imgH="190432" progId="Equation.DSMT4">
                  <p:embed/>
                </p:oleObj>
              </mc:Choice>
              <mc:Fallback>
                <p:oleObj name="Equation" r:id="rId8" imgW="1514418" imgH="190432" progId="Equation.DSMT4">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75125" y="2949575"/>
                        <a:ext cx="3181350" cy="490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97282" name="Object 4"/>
          <p:cNvGraphicFramePr>
            <a:graphicFrameLocks noChangeAspect="1"/>
          </p:cNvGraphicFramePr>
          <p:nvPr/>
        </p:nvGraphicFramePr>
        <p:xfrm>
          <a:off x="7440613" y="4373564"/>
          <a:ext cx="1346200" cy="777875"/>
        </p:xfrm>
        <a:graphic>
          <a:graphicData uri="http://schemas.openxmlformats.org/presentationml/2006/ole">
            <mc:AlternateContent xmlns:mc="http://schemas.openxmlformats.org/markup-compatibility/2006">
              <mc:Choice xmlns:v="urn:schemas-microsoft-com:vml" Requires="v">
                <p:oleObj spid="_x0000_s97396" name="Equation" r:id="rId4" imgW="552310" imgH="295139" progId="Equation.DSMT4">
                  <p:embed/>
                </p:oleObj>
              </mc:Choice>
              <mc:Fallback>
                <p:oleObj name="Equation" r:id="rId4" imgW="552310" imgH="295139"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40613" y="4373564"/>
                        <a:ext cx="1346200" cy="777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7283" name="Text Box 5"/>
          <p:cNvSpPr txBox="1">
            <a:spLocks noChangeArrowheads="1"/>
          </p:cNvSpPr>
          <p:nvPr/>
        </p:nvSpPr>
        <p:spPr bwMode="auto">
          <a:xfrm>
            <a:off x="2616200" y="5391151"/>
            <a:ext cx="2032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800">
                <a:solidFill>
                  <a:srgbClr val="0000FF"/>
                </a:solidFill>
                <a:latin typeface="Times New Roman" panose="02020603050405020304" pitchFamily="18" charset="0"/>
              </a:rPr>
              <a:t>K1</a:t>
            </a:r>
            <a:r>
              <a:rPr kumimoji="1" lang="zh-CN" altLang="en-US" sz="2800">
                <a:solidFill>
                  <a:srgbClr val="0000FF"/>
                </a:solidFill>
                <a:latin typeface="Times New Roman" panose="02020603050405020304" pitchFamily="18" charset="0"/>
              </a:rPr>
              <a:t>通</a:t>
            </a:r>
            <a:r>
              <a:rPr kumimoji="1" lang="en-US" altLang="zh-CN" sz="2800">
                <a:solidFill>
                  <a:srgbClr val="0000FF"/>
                </a:solidFill>
                <a:latin typeface="Times New Roman" panose="02020603050405020304" pitchFamily="18" charset="0"/>
              </a:rPr>
              <a:t>K2</a:t>
            </a:r>
            <a:r>
              <a:rPr kumimoji="1" lang="zh-CN" altLang="en-US" sz="2800">
                <a:solidFill>
                  <a:srgbClr val="0000FF"/>
                </a:solidFill>
                <a:latin typeface="Times New Roman" panose="02020603050405020304" pitchFamily="18" charset="0"/>
              </a:rPr>
              <a:t>断</a:t>
            </a:r>
          </a:p>
        </p:txBody>
      </p:sp>
      <p:graphicFrame>
        <p:nvGraphicFramePr>
          <p:cNvPr id="97284" name="Object 9"/>
          <p:cNvGraphicFramePr>
            <a:graphicFrameLocks noChangeAspect="1"/>
          </p:cNvGraphicFramePr>
          <p:nvPr/>
        </p:nvGraphicFramePr>
        <p:xfrm>
          <a:off x="1919289" y="1438275"/>
          <a:ext cx="3857625" cy="3017838"/>
        </p:xfrm>
        <a:graphic>
          <a:graphicData uri="http://schemas.openxmlformats.org/presentationml/2006/ole">
            <mc:AlternateContent xmlns:mc="http://schemas.openxmlformats.org/markup-compatibility/2006">
              <mc:Choice xmlns:v="urn:schemas-microsoft-com:vml" Requires="v">
                <p:oleObj spid="_x0000_s97397" name="Graph" r:id="rId6" imgW="3857549" imgH="3017520" progId="Origin50.Graph">
                  <p:embed/>
                </p:oleObj>
              </mc:Choice>
              <mc:Fallback>
                <p:oleObj name="Graph" r:id="rId6" imgW="3857549" imgH="3017520" progId="Origin50.Graph">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19289" y="1438275"/>
                        <a:ext cx="3857625" cy="3017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7285" name="Object 10"/>
          <p:cNvGraphicFramePr>
            <a:graphicFrameLocks noChangeAspect="1"/>
          </p:cNvGraphicFramePr>
          <p:nvPr/>
        </p:nvGraphicFramePr>
        <p:xfrm>
          <a:off x="6116639" y="1400175"/>
          <a:ext cx="3616325" cy="3017838"/>
        </p:xfrm>
        <a:graphic>
          <a:graphicData uri="http://schemas.openxmlformats.org/presentationml/2006/ole">
            <mc:AlternateContent xmlns:mc="http://schemas.openxmlformats.org/markup-compatibility/2006">
              <mc:Choice xmlns:v="urn:schemas-microsoft-com:vml" Requires="v">
                <p:oleObj spid="_x0000_s97398" name="Graph" r:id="rId8" imgW="3616147" imgH="3017520" progId="Origin50.Graph">
                  <p:embed/>
                </p:oleObj>
              </mc:Choice>
              <mc:Fallback>
                <p:oleObj name="Graph" r:id="rId8" imgW="3616147" imgH="3017520" progId="Origin50.Graph">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116639" y="1400175"/>
                        <a:ext cx="3616325" cy="3017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7286" name="Object 11"/>
          <p:cNvGraphicFramePr>
            <a:graphicFrameLocks noChangeAspect="1"/>
          </p:cNvGraphicFramePr>
          <p:nvPr/>
        </p:nvGraphicFramePr>
        <p:xfrm>
          <a:off x="2805114" y="4310064"/>
          <a:ext cx="2035175" cy="777875"/>
        </p:xfrm>
        <a:graphic>
          <a:graphicData uri="http://schemas.openxmlformats.org/presentationml/2006/ole">
            <mc:AlternateContent xmlns:mc="http://schemas.openxmlformats.org/markup-compatibility/2006">
              <mc:Choice xmlns:v="urn:schemas-microsoft-com:vml" Requires="v">
                <p:oleObj spid="_x0000_s97399" name="Equation" r:id="rId10" imgW="857212" imgH="295139" progId="Equation.DSMT4">
                  <p:embed/>
                </p:oleObj>
              </mc:Choice>
              <mc:Fallback>
                <p:oleObj name="Equation" r:id="rId10" imgW="857212" imgH="295139" progId="Equation.DSMT4">
                  <p:embed/>
                  <p:pic>
                    <p:nvPicPr>
                      <p:cNvPr id="0"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05114" y="4310064"/>
                        <a:ext cx="2035175" cy="777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7287" name="Text Box 12"/>
          <p:cNvSpPr txBox="1">
            <a:spLocks noChangeArrowheads="1"/>
          </p:cNvSpPr>
          <p:nvPr/>
        </p:nvSpPr>
        <p:spPr bwMode="auto">
          <a:xfrm>
            <a:off x="7112000" y="5289551"/>
            <a:ext cx="2032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800">
                <a:solidFill>
                  <a:srgbClr val="0000FF"/>
                </a:solidFill>
                <a:latin typeface="Times New Roman" panose="02020603050405020304" pitchFamily="18" charset="0"/>
              </a:rPr>
              <a:t>K2</a:t>
            </a:r>
            <a:r>
              <a:rPr kumimoji="1" lang="zh-CN" altLang="en-US" sz="2800">
                <a:solidFill>
                  <a:srgbClr val="0000FF"/>
                </a:solidFill>
                <a:latin typeface="Times New Roman" panose="02020603050405020304" pitchFamily="18" charset="0"/>
              </a:rPr>
              <a:t>通</a:t>
            </a:r>
            <a:r>
              <a:rPr kumimoji="1" lang="en-US" altLang="zh-CN" sz="2800">
                <a:solidFill>
                  <a:srgbClr val="0000FF"/>
                </a:solidFill>
                <a:latin typeface="Times New Roman" panose="02020603050405020304" pitchFamily="18" charset="0"/>
              </a:rPr>
              <a:t>K1</a:t>
            </a:r>
            <a:r>
              <a:rPr kumimoji="1" lang="zh-CN" altLang="en-US" sz="2800">
                <a:solidFill>
                  <a:srgbClr val="0000FF"/>
                </a:solidFill>
                <a:latin typeface="Times New Roman" panose="02020603050405020304" pitchFamily="18" charset="0"/>
              </a:rPr>
              <a:t>断</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9330" name="Rectangle 2"/>
          <p:cNvSpPr>
            <a:spLocks noChangeArrowheads="1"/>
          </p:cNvSpPr>
          <p:nvPr/>
        </p:nvSpPr>
        <p:spPr bwMode="auto">
          <a:xfrm>
            <a:off x="1828800" y="623888"/>
            <a:ext cx="51435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（二）</a:t>
            </a:r>
            <a:r>
              <a:rPr kumimoji="1" lang="en-US" altLang="zh-CN" sz="2800">
                <a:solidFill>
                  <a:srgbClr val="0000FF"/>
                </a:solidFill>
                <a:latin typeface="Times New Roman" panose="02020603050405020304" pitchFamily="18" charset="0"/>
              </a:rPr>
              <a:t>RC</a:t>
            </a:r>
            <a:r>
              <a:rPr kumimoji="1" lang="zh-CN" altLang="zh-CN" sz="2800">
                <a:solidFill>
                  <a:srgbClr val="0000FF"/>
                </a:solidFill>
                <a:latin typeface="Times New Roman" panose="02020603050405020304" pitchFamily="18" charset="0"/>
              </a:rPr>
              <a:t>的电路的暂态过程</a:t>
            </a:r>
            <a:endParaRPr kumimoji="1" lang="zh-CN" altLang="en-US" sz="2800">
              <a:solidFill>
                <a:srgbClr val="0000FF"/>
              </a:solidFill>
              <a:latin typeface="Times New Roman" panose="02020603050405020304" pitchFamily="18" charset="0"/>
            </a:endParaRPr>
          </a:p>
        </p:txBody>
      </p:sp>
      <p:graphicFrame>
        <p:nvGraphicFramePr>
          <p:cNvPr id="99331" name="Object 3"/>
          <p:cNvGraphicFramePr>
            <a:graphicFrameLocks noChangeAspect="1"/>
          </p:cNvGraphicFramePr>
          <p:nvPr/>
        </p:nvGraphicFramePr>
        <p:xfrm>
          <a:off x="2352676" y="2565401"/>
          <a:ext cx="2068513" cy="855663"/>
        </p:xfrm>
        <a:graphic>
          <a:graphicData uri="http://schemas.openxmlformats.org/presentationml/2006/ole">
            <mc:AlternateContent xmlns:mc="http://schemas.openxmlformats.org/markup-compatibility/2006">
              <mc:Choice xmlns:v="urn:schemas-microsoft-com:vml" Requires="v">
                <p:oleObj spid="_x0000_s99639" name="Equation" r:id="rId4" imgW="971588" imgH="371373" progId="Equation.DSMT4">
                  <p:embed/>
                </p:oleObj>
              </mc:Choice>
              <mc:Fallback>
                <p:oleObj name="Equation" r:id="rId4" imgW="971588" imgH="371373"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52676" y="2565401"/>
                        <a:ext cx="2068513" cy="85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9332" name="Rectangle 4"/>
          <p:cNvSpPr>
            <a:spLocks noChangeArrowheads="1"/>
          </p:cNvSpPr>
          <p:nvPr/>
        </p:nvSpPr>
        <p:spPr bwMode="auto">
          <a:xfrm>
            <a:off x="2133600" y="1233488"/>
            <a:ext cx="2362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a:solidFill>
                  <a:srgbClr val="0000FF"/>
                </a:solidFill>
                <a:latin typeface="Times New Roman" panose="02020603050405020304" pitchFamily="18" charset="0"/>
              </a:rPr>
              <a:t>1. </a:t>
            </a:r>
            <a:r>
              <a:rPr kumimoji="1" lang="zh-CN" altLang="zh-CN" sz="2800">
                <a:solidFill>
                  <a:srgbClr val="0000FF"/>
                </a:solidFill>
                <a:latin typeface="Times New Roman" panose="02020603050405020304" pitchFamily="18" charset="0"/>
              </a:rPr>
              <a:t>充电过程</a:t>
            </a:r>
            <a:endParaRPr kumimoji="1" lang="zh-CN" altLang="en-US" sz="2800">
              <a:solidFill>
                <a:srgbClr val="0000FF"/>
              </a:solidFill>
              <a:latin typeface="Times New Roman" panose="02020603050405020304" pitchFamily="18" charset="0"/>
            </a:endParaRPr>
          </a:p>
        </p:txBody>
      </p:sp>
      <p:sp>
        <p:nvSpPr>
          <p:cNvPr id="99333" name="Rectangle 5"/>
          <p:cNvSpPr>
            <a:spLocks noChangeArrowheads="1"/>
          </p:cNvSpPr>
          <p:nvPr/>
        </p:nvSpPr>
        <p:spPr bwMode="auto">
          <a:xfrm>
            <a:off x="2133600" y="4281488"/>
            <a:ext cx="2133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a:solidFill>
                  <a:srgbClr val="0000FF"/>
                </a:solidFill>
                <a:latin typeface="Times New Roman" panose="02020603050405020304" pitchFamily="18" charset="0"/>
              </a:rPr>
              <a:t>2. </a:t>
            </a:r>
            <a:r>
              <a:rPr kumimoji="1" lang="zh-CN" altLang="zh-CN" sz="2800">
                <a:solidFill>
                  <a:srgbClr val="0000FF"/>
                </a:solidFill>
                <a:latin typeface="Times New Roman" panose="02020603050405020304" pitchFamily="18" charset="0"/>
              </a:rPr>
              <a:t>放电过程</a:t>
            </a:r>
            <a:endParaRPr kumimoji="1" lang="zh-CN" altLang="en-US" sz="2800">
              <a:solidFill>
                <a:srgbClr val="0000FF"/>
              </a:solidFill>
              <a:latin typeface="Times New Roman" panose="02020603050405020304" pitchFamily="18" charset="0"/>
            </a:endParaRPr>
          </a:p>
        </p:txBody>
      </p:sp>
      <p:graphicFrame>
        <p:nvGraphicFramePr>
          <p:cNvPr id="99334" name="Object 6"/>
          <p:cNvGraphicFramePr>
            <a:graphicFrameLocks noChangeAspect="1"/>
          </p:cNvGraphicFramePr>
          <p:nvPr/>
        </p:nvGraphicFramePr>
        <p:xfrm>
          <a:off x="2743201" y="4840288"/>
          <a:ext cx="1262063" cy="722312"/>
        </p:xfrm>
        <a:graphic>
          <a:graphicData uri="http://schemas.openxmlformats.org/presentationml/2006/ole">
            <mc:AlternateContent xmlns:mc="http://schemas.openxmlformats.org/markup-compatibility/2006">
              <mc:Choice xmlns:v="urn:schemas-microsoft-com:vml" Requires="v">
                <p:oleObj spid="_x0000_s99640" name="公式" r:id="rId6" imgW="571576" imgH="304936" progId="Equation.3">
                  <p:embed/>
                </p:oleObj>
              </mc:Choice>
              <mc:Fallback>
                <p:oleObj name="公式" r:id="rId6" imgW="571576" imgH="304936"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43201" y="4840288"/>
                        <a:ext cx="1262063" cy="722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9335" name="Object 7"/>
          <p:cNvGraphicFramePr>
            <a:graphicFrameLocks noChangeAspect="1"/>
          </p:cNvGraphicFramePr>
          <p:nvPr/>
        </p:nvGraphicFramePr>
        <p:xfrm>
          <a:off x="2613026" y="5448301"/>
          <a:ext cx="2430463" cy="855663"/>
        </p:xfrm>
        <a:graphic>
          <a:graphicData uri="http://schemas.openxmlformats.org/presentationml/2006/ole">
            <mc:AlternateContent xmlns:mc="http://schemas.openxmlformats.org/markup-compatibility/2006">
              <mc:Choice xmlns:v="urn:schemas-microsoft-com:vml" Requires="v">
                <p:oleObj spid="_x0000_s99641" name="Equation" r:id="rId8" imgW="1143153" imgH="371373" progId="Equation.DSMT4">
                  <p:embed/>
                </p:oleObj>
              </mc:Choice>
              <mc:Fallback>
                <p:oleObj name="Equation" r:id="rId8" imgW="1143153" imgH="371373" progId="Equation.DSMT4">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13026" y="5448301"/>
                        <a:ext cx="2430463" cy="85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9336" name="Object 8"/>
          <p:cNvGraphicFramePr>
            <a:graphicFrameLocks noChangeAspect="1"/>
          </p:cNvGraphicFramePr>
          <p:nvPr/>
        </p:nvGraphicFramePr>
        <p:xfrm>
          <a:off x="2438400" y="3441700"/>
          <a:ext cx="3746500" cy="825500"/>
        </p:xfrm>
        <a:graphic>
          <a:graphicData uri="http://schemas.openxmlformats.org/presentationml/2006/ole">
            <mc:AlternateContent xmlns:mc="http://schemas.openxmlformats.org/markup-compatibility/2006">
              <mc:Choice xmlns:v="urn:schemas-microsoft-com:vml" Requires="v">
                <p:oleObj spid="_x0000_s99642" name="公式" r:id="rId10" imgW="1790573" imgH="361882" progId="Equation.3">
                  <p:embed/>
                </p:oleObj>
              </mc:Choice>
              <mc:Fallback>
                <p:oleObj name="公式" r:id="rId10" imgW="1790573" imgH="361882" progId="Equation.3">
                  <p:embed/>
                  <p:pic>
                    <p:nvPicPr>
                      <p:cNvPr id="0"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438400" y="3441700"/>
                        <a:ext cx="3746500"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9337" name="Object 9"/>
          <p:cNvGraphicFramePr>
            <a:graphicFrameLocks noChangeAspect="1"/>
          </p:cNvGraphicFramePr>
          <p:nvPr/>
        </p:nvGraphicFramePr>
        <p:xfrm>
          <a:off x="2438400" y="1868488"/>
          <a:ext cx="1289050" cy="722312"/>
        </p:xfrm>
        <a:graphic>
          <a:graphicData uri="http://schemas.openxmlformats.org/presentationml/2006/ole">
            <mc:AlternateContent xmlns:mc="http://schemas.openxmlformats.org/markup-compatibility/2006">
              <mc:Choice xmlns:v="urn:schemas-microsoft-com:vml" Requires="v">
                <p:oleObj spid="_x0000_s99643" name="公式" r:id="rId12" imgW="590537" imgH="304936" progId="Equation.3">
                  <p:embed/>
                </p:oleObj>
              </mc:Choice>
              <mc:Fallback>
                <p:oleObj name="公式" r:id="rId12" imgW="590537" imgH="304936" progId="Equation.3">
                  <p:embed/>
                  <p:pic>
                    <p:nvPicPr>
                      <p:cNvPr id="0" name="Object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438400" y="1868488"/>
                        <a:ext cx="1289050" cy="722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9338" name="Object 10"/>
          <p:cNvGraphicFramePr>
            <a:graphicFrameLocks noChangeAspect="1"/>
          </p:cNvGraphicFramePr>
          <p:nvPr/>
        </p:nvGraphicFramePr>
        <p:xfrm>
          <a:off x="4038601" y="1868488"/>
          <a:ext cx="1573213" cy="722312"/>
        </p:xfrm>
        <a:graphic>
          <a:graphicData uri="http://schemas.openxmlformats.org/presentationml/2006/ole">
            <mc:AlternateContent xmlns:mc="http://schemas.openxmlformats.org/markup-compatibility/2006">
              <mc:Choice xmlns:v="urn:schemas-microsoft-com:vml" Requires="v">
                <p:oleObj spid="_x0000_s99644" name="公式" r:id="rId14" imgW="723875" imgH="304936" progId="Equation.3">
                  <p:embed/>
                </p:oleObj>
              </mc:Choice>
              <mc:Fallback>
                <p:oleObj name="公式" r:id="rId14" imgW="723875" imgH="304936" progId="Equation.3">
                  <p:embed/>
                  <p:pic>
                    <p:nvPicPr>
                      <p:cNvPr id="0" name="Object 1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038601" y="1868488"/>
                        <a:ext cx="1573213" cy="722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99339" name="Group 39"/>
          <p:cNvGrpSpPr>
            <a:grpSpLocks/>
          </p:cNvGrpSpPr>
          <p:nvPr/>
        </p:nvGrpSpPr>
        <p:grpSpPr bwMode="auto">
          <a:xfrm>
            <a:off x="6172200" y="1157288"/>
            <a:ext cx="4191000" cy="2805112"/>
            <a:chOff x="3120" y="432"/>
            <a:chExt cx="2640" cy="1767"/>
          </a:xfrm>
        </p:grpSpPr>
        <p:sp>
          <p:nvSpPr>
            <p:cNvPr id="99342" name="Line 12"/>
            <p:cNvSpPr>
              <a:spLocks noChangeShapeType="1"/>
            </p:cNvSpPr>
            <p:nvPr/>
          </p:nvSpPr>
          <p:spPr bwMode="auto">
            <a:xfrm>
              <a:off x="3216" y="768"/>
              <a:ext cx="768"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43" name="Rectangle 13"/>
            <p:cNvSpPr>
              <a:spLocks noChangeArrowheads="1"/>
            </p:cNvSpPr>
            <p:nvPr/>
          </p:nvSpPr>
          <p:spPr bwMode="auto">
            <a:xfrm>
              <a:off x="3984" y="720"/>
              <a:ext cx="432" cy="96"/>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99344" name="Line 14"/>
            <p:cNvSpPr>
              <a:spLocks noChangeShapeType="1"/>
            </p:cNvSpPr>
            <p:nvPr/>
          </p:nvSpPr>
          <p:spPr bwMode="auto">
            <a:xfrm>
              <a:off x="4416" y="768"/>
              <a:ext cx="816"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45" name="Line 15"/>
            <p:cNvSpPr>
              <a:spLocks noChangeShapeType="1"/>
            </p:cNvSpPr>
            <p:nvPr/>
          </p:nvSpPr>
          <p:spPr bwMode="auto">
            <a:xfrm>
              <a:off x="3216" y="768"/>
              <a:ext cx="0" cy="576"/>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46" name="Line 16"/>
            <p:cNvSpPr>
              <a:spLocks noChangeShapeType="1"/>
            </p:cNvSpPr>
            <p:nvPr/>
          </p:nvSpPr>
          <p:spPr bwMode="auto">
            <a:xfrm>
              <a:off x="5215" y="773"/>
              <a:ext cx="0" cy="633"/>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99347" name="Group 17"/>
            <p:cNvGrpSpPr>
              <a:grpSpLocks/>
            </p:cNvGrpSpPr>
            <p:nvPr/>
          </p:nvGrpSpPr>
          <p:grpSpPr bwMode="auto">
            <a:xfrm>
              <a:off x="4320" y="1920"/>
              <a:ext cx="909" cy="192"/>
              <a:chOff x="4224" y="2064"/>
              <a:chExt cx="909" cy="192"/>
            </a:xfrm>
          </p:grpSpPr>
          <p:sp>
            <p:nvSpPr>
              <p:cNvPr id="99367" name="Line 18"/>
              <p:cNvSpPr>
                <a:spLocks noChangeShapeType="1"/>
              </p:cNvSpPr>
              <p:nvPr/>
            </p:nvSpPr>
            <p:spPr bwMode="auto">
              <a:xfrm>
                <a:off x="4512" y="2256"/>
                <a:ext cx="621"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68" name="Line 19"/>
              <p:cNvSpPr>
                <a:spLocks noChangeShapeType="1"/>
              </p:cNvSpPr>
              <p:nvPr/>
            </p:nvSpPr>
            <p:spPr bwMode="auto">
              <a:xfrm>
                <a:off x="4224" y="2064"/>
                <a:ext cx="288" cy="192"/>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99348" name="Line 20"/>
            <p:cNvSpPr>
              <a:spLocks noChangeShapeType="1"/>
            </p:cNvSpPr>
            <p:nvPr/>
          </p:nvSpPr>
          <p:spPr bwMode="auto">
            <a:xfrm>
              <a:off x="3216" y="2112"/>
              <a:ext cx="1152"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99349" name="Object 21"/>
            <p:cNvGraphicFramePr>
              <a:graphicFrameLocks noChangeAspect="1"/>
            </p:cNvGraphicFramePr>
            <p:nvPr/>
          </p:nvGraphicFramePr>
          <p:xfrm>
            <a:off x="4032" y="432"/>
            <a:ext cx="266" cy="288"/>
          </p:xfrm>
          <a:graphic>
            <a:graphicData uri="http://schemas.openxmlformats.org/presentationml/2006/ole">
              <mc:AlternateContent xmlns:mc="http://schemas.openxmlformats.org/markup-compatibility/2006">
                <mc:Choice xmlns:v="urn:schemas-microsoft-com:vml" Requires="v">
                  <p:oleObj spid="_x0000_s99645" name="公式" r:id="rId16" imgW="104896" imgH="114198" progId="Equation.3">
                    <p:embed/>
                  </p:oleObj>
                </mc:Choice>
                <mc:Fallback>
                  <p:oleObj name="公式" r:id="rId16" imgW="104896" imgH="114198" progId="Equation.3">
                    <p:embed/>
                    <p:pic>
                      <p:nvPicPr>
                        <p:cNvPr id="0" name="Object 2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032" y="432"/>
                          <a:ext cx="26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9350" name="Object 22"/>
            <p:cNvGraphicFramePr>
              <a:graphicFrameLocks noChangeAspect="1"/>
            </p:cNvGraphicFramePr>
            <p:nvPr/>
          </p:nvGraphicFramePr>
          <p:xfrm>
            <a:off x="3360" y="1248"/>
            <a:ext cx="283" cy="315"/>
          </p:xfrm>
          <a:graphic>
            <a:graphicData uri="http://schemas.openxmlformats.org/presentationml/2006/ole">
              <mc:AlternateContent xmlns:mc="http://schemas.openxmlformats.org/markup-compatibility/2006">
                <mc:Choice xmlns:v="urn:schemas-microsoft-com:vml" Requires="v">
                  <p:oleObj spid="_x0000_s99646" name="公式" r:id="rId18" imgW="76149" imgH="95216" progId="Equation.3">
                    <p:embed/>
                  </p:oleObj>
                </mc:Choice>
                <mc:Fallback>
                  <p:oleObj name="公式" r:id="rId18" imgW="76149" imgH="95216" progId="Equation.3">
                    <p:embed/>
                    <p:pic>
                      <p:nvPicPr>
                        <p:cNvPr id="0" name="Object 2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360" y="1248"/>
                          <a:ext cx="283" cy="3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9351" name="Object 23"/>
            <p:cNvGraphicFramePr>
              <a:graphicFrameLocks noChangeAspect="1"/>
            </p:cNvGraphicFramePr>
            <p:nvPr/>
          </p:nvGraphicFramePr>
          <p:xfrm>
            <a:off x="4550" y="1752"/>
            <a:ext cx="375" cy="447"/>
          </p:xfrm>
          <a:graphic>
            <a:graphicData uri="http://schemas.openxmlformats.org/presentationml/2006/ole">
              <mc:AlternateContent xmlns:mc="http://schemas.openxmlformats.org/markup-compatibility/2006">
                <mc:Choice xmlns:v="urn:schemas-microsoft-com:vml" Requires="v">
                  <p:oleObj spid="_x0000_s99647" name="公式" r:id="rId20" imgW="152298" imgH="190432" progId="Equation.3">
                    <p:embed/>
                  </p:oleObj>
                </mc:Choice>
                <mc:Fallback>
                  <p:oleObj name="公式" r:id="rId20" imgW="152298" imgH="190432" progId="Equation.3">
                    <p:embed/>
                    <p:pic>
                      <p:nvPicPr>
                        <p:cNvPr id="0" name="Object 23"/>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550" y="1752"/>
                          <a:ext cx="375" cy="44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99352" name="Group 24"/>
            <p:cNvGrpSpPr>
              <a:grpSpLocks/>
            </p:cNvGrpSpPr>
            <p:nvPr/>
          </p:nvGrpSpPr>
          <p:grpSpPr bwMode="auto">
            <a:xfrm>
              <a:off x="3120" y="1335"/>
              <a:ext cx="192" cy="65"/>
              <a:chOff x="3072" y="1152"/>
              <a:chExt cx="192" cy="62"/>
            </a:xfrm>
          </p:grpSpPr>
          <p:sp>
            <p:nvSpPr>
              <p:cNvPr id="99365" name="Line 25"/>
              <p:cNvSpPr>
                <a:spLocks noChangeShapeType="1"/>
              </p:cNvSpPr>
              <p:nvPr/>
            </p:nvSpPr>
            <p:spPr bwMode="auto">
              <a:xfrm>
                <a:off x="3072" y="1152"/>
                <a:ext cx="192"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66" name="Line 26"/>
              <p:cNvSpPr>
                <a:spLocks noChangeShapeType="1"/>
              </p:cNvSpPr>
              <p:nvPr/>
            </p:nvSpPr>
            <p:spPr bwMode="auto">
              <a:xfrm>
                <a:off x="3120" y="1214"/>
                <a:ext cx="96"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99353" name="Group 27"/>
            <p:cNvGrpSpPr>
              <a:grpSpLocks/>
            </p:cNvGrpSpPr>
            <p:nvPr/>
          </p:nvGrpSpPr>
          <p:grpSpPr bwMode="auto">
            <a:xfrm>
              <a:off x="3120" y="1468"/>
              <a:ext cx="192" cy="65"/>
              <a:chOff x="3072" y="1152"/>
              <a:chExt cx="192" cy="62"/>
            </a:xfrm>
          </p:grpSpPr>
          <p:sp>
            <p:nvSpPr>
              <p:cNvPr id="99363" name="Line 28"/>
              <p:cNvSpPr>
                <a:spLocks noChangeShapeType="1"/>
              </p:cNvSpPr>
              <p:nvPr/>
            </p:nvSpPr>
            <p:spPr bwMode="auto">
              <a:xfrm>
                <a:off x="3072" y="1152"/>
                <a:ext cx="192"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64" name="Line 29"/>
              <p:cNvSpPr>
                <a:spLocks noChangeShapeType="1"/>
              </p:cNvSpPr>
              <p:nvPr/>
            </p:nvSpPr>
            <p:spPr bwMode="auto">
              <a:xfrm>
                <a:off x="3120" y="1214"/>
                <a:ext cx="96"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99354" name="Line 30"/>
            <p:cNvSpPr>
              <a:spLocks noChangeShapeType="1"/>
            </p:cNvSpPr>
            <p:nvPr/>
          </p:nvSpPr>
          <p:spPr bwMode="auto">
            <a:xfrm>
              <a:off x="3216" y="1536"/>
              <a:ext cx="0" cy="593"/>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99355" name="Group 31"/>
            <p:cNvGrpSpPr>
              <a:grpSpLocks/>
            </p:cNvGrpSpPr>
            <p:nvPr/>
          </p:nvGrpSpPr>
          <p:grpSpPr bwMode="auto">
            <a:xfrm>
              <a:off x="5040" y="1409"/>
              <a:ext cx="336" cy="96"/>
              <a:chOff x="4992" y="1200"/>
              <a:chExt cx="336" cy="96"/>
            </a:xfrm>
          </p:grpSpPr>
          <p:sp>
            <p:nvSpPr>
              <p:cNvPr id="99361" name="Line 32"/>
              <p:cNvSpPr>
                <a:spLocks noChangeShapeType="1"/>
              </p:cNvSpPr>
              <p:nvPr/>
            </p:nvSpPr>
            <p:spPr bwMode="auto">
              <a:xfrm>
                <a:off x="4992" y="1200"/>
                <a:ext cx="336"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62" name="Line 33"/>
              <p:cNvSpPr>
                <a:spLocks noChangeShapeType="1"/>
              </p:cNvSpPr>
              <p:nvPr/>
            </p:nvSpPr>
            <p:spPr bwMode="auto">
              <a:xfrm>
                <a:off x="4992" y="1296"/>
                <a:ext cx="336"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99356" name="Line 34"/>
            <p:cNvSpPr>
              <a:spLocks noChangeShapeType="1"/>
            </p:cNvSpPr>
            <p:nvPr/>
          </p:nvSpPr>
          <p:spPr bwMode="auto">
            <a:xfrm>
              <a:off x="5232" y="1536"/>
              <a:ext cx="0" cy="593"/>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57" name="Line 35"/>
            <p:cNvSpPr>
              <a:spLocks noChangeShapeType="1"/>
            </p:cNvSpPr>
            <p:nvPr/>
          </p:nvSpPr>
          <p:spPr bwMode="auto">
            <a:xfrm flipV="1">
              <a:off x="3216" y="912"/>
              <a:ext cx="0" cy="192"/>
            </a:xfrm>
            <a:prstGeom prst="line">
              <a:avLst/>
            </a:prstGeom>
            <a:noFill/>
            <a:ln w="3810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99358" name="Object 36"/>
            <p:cNvGraphicFramePr>
              <a:graphicFrameLocks noChangeAspect="1"/>
            </p:cNvGraphicFramePr>
            <p:nvPr/>
          </p:nvGraphicFramePr>
          <p:xfrm>
            <a:off x="4752" y="1296"/>
            <a:ext cx="281" cy="329"/>
          </p:xfrm>
          <a:graphic>
            <a:graphicData uri="http://schemas.openxmlformats.org/presentationml/2006/ole">
              <mc:AlternateContent xmlns:mc="http://schemas.openxmlformats.org/markup-compatibility/2006">
                <mc:Choice xmlns:v="urn:schemas-microsoft-com:vml" Requires="v">
                  <p:oleObj spid="_x0000_s99648" name="公式" r:id="rId22" imgW="104896" imgH="133486" progId="Equation.3">
                    <p:embed/>
                  </p:oleObj>
                </mc:Choice>
                <mc:Fallback>
                  <p:oleObj name="公式" r:id="rId22" imgW="104896" imgH="133486" progId="Equation.3">
                    <p:embed/>
                    <p:pic>
                      <p:nvPicPr>
                        <p:cNvPr id="0" name="Object 36"/>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752" y="1296"/>
                          <a:ext cx="281" cy="3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9359" name="Rectangle 37"/>
            <p:cNvSpPr>
              <a:spLocks noChangeArrowheads="1"/>
            </p:cNvSpPr>
            <p:nvPr/>
          </p:nvSpPr>
          <p:spPr bwMode="auto">
            <a:xfrm>
              <a:off x="4992" y="1392"/>
              <a:ext cx="57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a:solidFill>
                    <a:srgbClr val="0000FF"/>
                  </a:solidFill>
                  <a:latin typeface="Times New Roman" panose="02020603050405020304" pitchFamily="18" charset="0"/>
                </a:rPr>
                <a:t>-   -</a:t>
              </a:r>
            </a:p>
          </p:txBody>
        </p:sp>
        <p:sp>
          <p:nvSpPr>
            <p:cNvPr id="99360" name="Text Box 38"/>
            <p:cNvSpPr txBox="1">
              <a:spLocks noChangeArrowheads="1"/>
            </p:cNvSpPr>
            <p:nvPr/>
          </p:nvSpPr>
          <p:spPr bwMode="auto">
            <a:xfrm>
              <a:off x="4944" y="1104"/>
              <a:ext cx="81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a:solidFill>
                    <a:srgbClr val="0000FF"/>
                  </a:solidFill>
                  <a:latin typeface="Times New Roman" panose="02020603050405020304" pitchFamily="18" charset="0"/>
                </a:rPr>
                <a:t>+  +</a:t>
              </a:r>
              <a:endParaRPr kumimoji="1" lang="en-US" altLang="zh-CN" sz="2000">
                <a:solidFill>
                  <a:srgbClr val="0000FF"/>
                </a:solidFill>
                <a:latin typeface="Times New Roman" panose="02020603050405020304" pitchFamily="18" charset="0"/>
              </a:endParaRPr>
            </a:p>
          </p:txBody>
        </p:sp>
      </p:grpSp>
      <p:sp>
        <p:nvSpPr>
          <p:cNvPr id="99340" name="Line 40"/>
          <p:cNvSpPr>
            <a:spLocks noChangeShapeType="1"/>
          </p:cNvSpPr>
          <p:nvPr/>
        </p:nvSpPr>
        <p:spPr bwMode="auto">
          <a:xfrm flipH="1">
            <a:off x="7213600" y="1689100"/>
            <a:ext cx="0" cy="186690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99341" name="Line 41"/>
          <p:cNvSpPr>
            <a:spLocks noChangeShapeType="1"/>
          </p:cNvSpPr>
          <p:nvPr/>
        </p:nvSpPr>
        <p:spPr bwMode="auto">
          <a:xfrm>
            <a:off x="7200900" y="3530600"/>
            <a:ext cx="787400" cy="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101378" name="Object 2"/>
          <p:cNvGraphicFramePr>
            <a:graphicFrameLocks noChangeAspect="1"/>
          </p:cNvGraphicFramePr>
          <p:nvPr/>
        </p:nvGraphicFramePr>
        <p:xfrm>
          <a:off x="7383463" y="4373564"/>
          <a:ext cx="1460500" cy="777875"/>
        </p:xfrm>
        <a:graphic>
          <a:graphicData uri="http://schemas.openxmlformats.org/presentationml/2006/ole">
            <mc:AlternateContent xmlns:mc="http://schemas.openxmlformats.org/markup-compatibility/2006">
              <mc:Choice xmlns:v="urn:schemas-microsoft-com:vml" Requires="v">
                <p:oleObj spid="_x0000_s101492" name="Equation" r:id="rId4" imgW="600018" imgH="295139" progId="Equation.DSMT4">
                  <p:embed/>
                </p:oleObj>
              </mc:Choice>
              <mc:Fallback>
                <p:oleObj name="Equation" r:id="rId4" imgW="600018" imgH="295139" progId="Equation.DSMT4">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83463" y="4373564"/>
                        <a:ext cx="1460500" cy="777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1379" name="Text Box 3"/>
          <p:cNvSpPr txBox="1">
            <a:spLocks noChangeArrowheads="1"/>
          </p:cNvSpPr>
          <p:nvPr/>
        </p:nvSpPr>
        <p:spPr bwMode="auto">
          <a:xfrm>
            <a:off x="2628900" y="5137151"/>
            <a:ext cx="2032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800">
                <a:solidFill>
                  <a:srgbClr val="0000FF"/>
                </a:solidFill>
                <a:latin typeface="Times New Roman" panose="02020603050405020304" pitchFamily="18" charset="0"/>
              </a:rPr>
              <a:t>K1</a:t>
            </a:r>
            <a:r>
              <a:rPr kumimoji="1" lang="zh-CN" altLang="en-US" sz="2800">
                <a:solidFill>
                  <a:srgbClr val="0000FF"/>
                </a:solidFill>
                <a:latin typeface="Times New Roman" panose="02020603050405020304" pitchFamily="18" charset="0"/>
              </a:rPr>
              <a:t>通</a:t>
            </a:r>
            <a:r>
              <a:rPr kumimoji="1" lang="en-US" altLang="zh-CN" sz="2800">
                <a:solidFill>
                  <a:srgbClr val="0000FF"/>
                </a:solidFill>
                <a:latin typeface="Times New Roman" panose="02020603050405020304" pitchFamily="18" charset="0"/>
              </a:rPr>
              <a:t>K2</a:t>
            </a:r>
            <a:r>
              <a:rPr kumimoji="1" lang="zh-CN" altLang="en-US" sz="2800">
                <a:solidFill>
                  <a:srgbClr val="0000FF"/>
                </a:solidFill>
                <a:latin typeface="Times New Roman" panose="02020603050405020304" pitchFamily="18" charset="0"/>
              </a:rPr>
              <a:t>断</a:t>
            </a:r>
          </a:p>
        </p:txBody>
      </p:sp>
      <p:graphicFrame>
        <p:nvGraphicFramePr>
          <p:cNvPr id="101380" name="Object 4"/>
          <p:cNvGraphicFramePr>
            <a:graphicFrameLocks noChangeAspect="1"/>
          </p:cNvGraphicFramePr>
          <p:nvPr/>
        </p:nvGraphicFramePr>
        <p:xfrm>
          <a:off x="1930400" y="1438275"/>
          <a:ext cx="3835400" cy="3017838"/>
        </p:xfrm>
        <a:graphic>
          <a:graphicData uri="http://schemas.openxmlformats.org/presentationml/2006/ole">
            <mc:AlternateContent xmlns:mc="http://schemas.openxmlformats.org/markup-compatibility/2006">
              <mc:Choice xmlns:v="urn:schemas-microsoft-com:vml" Requires="v">
                <p:oleObj spid="_x0000_s101493" name="Graph" r:id="rId6" imgW="3835603" imgH="3017520" progId="Origin50.Graph">
                  <p:embed/>
                </p:oleObj>
              </mc:Choice>
              <mc:Fallback>
                <p:oleObj name="Graph" r:id="rId6" imgW="3835603" imgH="3017520" progId="Origin50.Graph">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30400" y="1438275"/>
                        <a:ext cx="3835400" cy="3017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1381" name="Object 5"/>
          <p:cNvGraphicFramePr>
            <a:graphicFrameLocks noChangeAspect="1"/>
          </p:cNvGraphicFramePr>
          <p:nvPr/>
        </p:nvGraphicFramePr>
        <p:xfrm>
          <a:off x="6116639" y="1400175"/>
          <a:ext cx="3616325" cy="3017838"/>
        </p:xfrm>
        <a:graphic>
          <a:graphicData uri="http://schemas.openxmlformats.org/presentationml/2006/ole">
            <mc:AlternateContent xmlns:mc="http://schemas.openxmlformats.org/markup-compatibility/2006">
              <mc:Choice xmlns:v="urn:schemas-microsoft-com:vml" Requires="v">
                <p:oleObj spid="_x0000_s101494" name="Graph" r:id="rId8" imgW="3616147" imgH="3017520" progId="Origin50.Graph">
                  <p:embed/>
                </p:oleObj>
              </mc:Choice>
              <mc:Fallback>
                <p:oleObj name="Graph" r:id="rId8" imgW="3616147" imgH="3017520" progId="Origin50.Graph">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116639" y="1400175"/>
                        <a:ext cx="3616325" cy="3017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1382" name="Object 6"/>
          <p:cNvGraphicFramePr>
            <a:graphicFrameLocks noChangeAspect="1"/>
          </p:cNvGraphicFramePr>
          <p:nvPr/>
        </p:nvGraphicFramePr>
        <p:xfrm>
          <a:off x="2747963" y="4310064"/>
          <a:ext cx="2151062" cy="777875"/>
        </p:xfrm>
        <a:graphic>
          <a:graphicData uri="http://schemas.openxmlformats.org/presentationml/2006/ole">
            <mc:AlternateContent xmlns:mc="http://schemas.openxmlformats.org/markup-compatibility/2006">
              <mc:Choice xmlns:v="urn:schemas-microsoft-com:vml" Requires="v">
                <p:oleObj spid="_x0000_s101495" name="Equation" r:id="rId10" imgW="904920" imgH="295139" progId="Equation.DSMT4">
                  <p:embed/>
                </p:oleObj>
              </mc:Choice>
              <mc:Fallback>
                <p:oleObj name="Equation" r:id="rId10" imgW="904920" imgH="295139" progId="Equation.DSMT4">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47963" y="4310064"/>
                        <a:ext cx="2151062" cy="777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1383" name="Text Box 7"/>
          <p:cNvSpPr txBox="1">
            <a:spLocks noChangeArrowheads="1"/>
          </p:cNvSpPr>
          <p:nvPr/>
        </p:nvSpPr>
        <p:spPr bwMode="auto">
          <a:xfrm>
            <a:off x="7048500" y="5149851"/>
            <a:ext cx="2032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800">
                <a:solidFill>
                  <a:srgbClr val="0000FF"/>
                </a:solidFill>
                <a:latin typeface="Times New Roman" panose="02020603050405020304" pitchFamily="18" charset="0"/>
              </a:rPr>
              <a:t>K2</a:t>
            </a:r>
            <a:r>
              <a:rPr kumimoji="1" lang="zh-CN" altLang="en-US" sz="2800">
                <a:solidFill>
                  <a:srgbClr val="0000FF"/>
                </a:solidFill>
                <a:latin typeface="Times New Roman" panose="02020603050405020304" pitchFamily="18" charset="0"/>
              </a:rPr>
              <a:t>通</a:t>
            </a:r>
            <a:r>
              <a:rPr kumimoji="1" lang="en-US" altLang="zh-CN" sz="2800">
                <a:solidFill>
                  <a:srgbClr val="0000FF"/>
                </a:solidFill>
                <a:latin typeface="Times New Roman" panose="02020603050405020304" pitchFamily="18" charset="0"/>
              </a:rPr>
              <a:t>K1</a:t>
            </a:r>
            <a:r>
              <a:rPr kumimoji="1" lang="zh-CN" altLang="en-US" sz="2800">
                <a:solidFill>
                  <a:srgbClr val="0000FF"/>
                </a:solidFill>
                <a:latin typeface="Times New Roman" panose="02020603050405020304" pitchFamily="18" charset="0"/>
              </a:rPr>
              <a:t>断</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66634" name="Group 74"/>
          <p:cNvGraphicFramePr>
            <a:graphicFrameLocks noGrp="1"/>
          </p:cNvGraphicFramePr>
          <p:nvPr/>
        </p:nvGraphicFramePr>
        <p:xfrm>
          <a:off x="2400300" y="1943100"/>
          <a:ext cx="7404100" cy="4146552"/>
        </p:xfrm>
        <a:graphic>
          <a:graphicData uri="http://schemas.openxmlformats.org/drawingml/2006/table">
            <a:tbl>
              <a:tblPr/>
              <a:tblGrid>
                <a:gridCol w="1219200">
                  <a:extLst>
                    <a:ext uri="{9D8B030D-6E8A-4147-A177-3AD203B41FA5}">
                      <a16:colId xmlns:a16="http://schemas.microsoft.com/office/drawing/2014/main" val="20000"/>
                    </a:ext>
                  </a:extLst>
                </a:gridCol>
                <a:gridCol w="1422400">
                  <a:extLst>
                    <a:ext uri="{9D8B030D-6E8A-4147-A177-3AD203B41FA5}">
                      <a16:colId xmlns:a16="http://schemas.microsoft.com/office/drawing/2014/main" val="20001"/>
                    </a:ext>
                  </a:extLst>
                </a:gridCol>
                <a:gridCol w="1955800">
                  <a:extLst>
                    <a:ext uri="{9D8B030D-6E8A-4147-A177-3AD203B41FA5}">
                      <a16:colId xmlns:a16="http://schemas.microsoft.com/office/drawing/2014/main" val="20002"/>
                    </a:ext>
                  </a:extLst>
                </a:gridCol>
                <a:gridCol w="12065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tblGrid>
              <a:tr h="896092">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400" b="0" i="0" u="none" strike="noStrike" cap="none" normalizeH="0" baseline="0">
                        <a:ln>
                          <a:noFill/>
                        </a:ln>
                        <a:solidFill>
                          <a:schemeClr val="tx1"/>
                        </a:solidFill>
                        <a:effectLst/>
                        <a:latin typeface="Arial" charset="0"/>
                        <a:ea typeface="宋体" charset="-122"/>
                      </a:endParaRPr>
                    </a:p>
                  </a:txBody>
                  <a:tcPr marT="45710" marB="45710" horzOverflow="overflow">
                    <a:lnL w="28575"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28575"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tc h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a:ln>
                            <a:noFill/>
                          </a:ln>
                          <a:solidFill>
                            <a:srgbClr val="FF0000"/>
                          </a:solidFill>
                          <a:effectLst/>
                          <a:latin typeface="Arial" charset="0"/>
                          <a:ea typeface="宋体" charset="-122"/>
                        </a:rPr>
                        <a:t>初始条件</a:t>
                      </a:r>
                      <a:r>
                        <a:rPr kumimoji="0" lang="en-US" altLang="zh-CN" sz="2400" b="0" i="0" u="none" strike="noStrike" cap="none" normalizeH="0" baseline="0">
                          <a:ln>
                            <a:noFill/>
                          </a:ln>
                          <a:solidFill>
                            <a:srgbClr val="FF0000"/>
                          </a:solidFill>
                          <a:effectLst/>
                          <a:latin typeface="Arial" charset="0"/>
                          <a:ea typeface="宋体" charset="-122"/>
                        </a:rPr>
                        <a:t>t=0</a:t>
                      </a:r>
                    </a:p>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400" b="0" i="0" u="none" strike="noStrike" cap="none" normalizeH="0" baseline="0">
                        <a:ln>
                          <a:noFill/>
                        </a:ln>
                        <a:solidFill>
                          <a:srgbClr val="FF0000"/>
                        </a:solidFill>
                        <a:effectLst/>
                        <a:latin typeface="Arial" charset="0"/>
                        <a:ea typeface="宋体" charset="-122"/>
                      </a:endParaRPr>
                    </a:p>
                  </a:txBody>
                  <a:tcPr marT="45710" marB="45710"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28575"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a:ln>
                            <a:noFill/>
                          </a:ln>
                          <a:solidFill>
                            <a:srgbClr val="FF0000"/>
                          </a:solidFill>
                          <a:effectLst/>
                          <a:latin typeface="Arial" charset="0"/>
                          <a:ea typeface="宋体" charset="-122"/>
                        </a:rPr>
                        <a:t>终态</a:t>
                      </a:r>
                    </a:p>
                  </a:txBody>
                  <a:tcPr marT="45710" marB="45710"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28575"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a:ln>
                            <a:noFill/>
                          </a:ln>
                          <a:solidFill>
                            <a:srgbClr val="FF0000"/>
                          </a:solidFill>
                          <a:effectLst/>
                          <a:latin typeface="Arial" charset="0"/>
                          <a:ea typeface="宋体" charset="-122"/>
                        </a:rPr>
                        <a:t>时间常数</a:t>
                      </a:r>
                    </a:p>
                  </a:txBody>
                  <a:tcPr marT="45710" marB="45710" horzOverflow="overflow">
                    <a:lnL w="12700" cap="flat" cmpd="sng" algn="ctr">
                      <a:solidFill>
                        <a:schemeClr val="tx1"/>
                      </a:solidFill>
                      <a:prstDash val="solid"/>
                      <a:miter lim="800000"/>
                      <a:headEnd type="none" w="sm" len="sm"/>
                      <a:tailEnd type="none" w="sm" len="sm"/>
                    </a:lnL>
                    <a:lnR w="28575" cap="flat" cmpd="sng" algn="ctr">
                      <a:solidFill>
                        <a:schemeClr val="tx1"/>
                      </a:solidFill>
                      <a:prstDash val="solid"/>
                      <a:miter lim="800000"/>
                      <a:headEnd type="none" w="sm" len="sm"/>
                      <a:tailEnd type="none" w="sm" len="sm"/>
                    </a:lnR>
                    <a:lnT w="28575"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r h="812615">
                <a:tc rowSpan="2">
                  <a:txBody>
                    <a:bodyPr/>
                    <a:lstStyle/>
                    <a:p>
                      <a:pPr marL="0" marR="0" lvl="0" indent="0" algn="ctr" defTabSz="914400" rtl="0" eaLnBrk="1" fontAlgn="ctr" latinLnBrk="0" hangingPunct="1">
                        <a:lnSpc>
                          <a:spcPct val="100000"/>
                        </a:lnSpc>
                        <a:spcBef>
                          <a:spcPct val="20000"/>
                        </a:spcBef>
                        <a:spcAft>
                          <a:spcPct val="0"/>
                        </a:spcAft>
                        <a:buClrTx/>
                        <a:buSzTx/>
                        <a:buFontTx/>
                        <a:buNone/>
                        <a:tabLst/>
                      </a:pPr>
                      <a:endParaRPr kumimoji="0" lang="en-US" altLang="zh-CN" sz="2400" b="0" i="0" u="none" strike="noStrike" cap="none" normalizeH="0" baseline="0">
                        <a:ln>
                          <a:noFill/>
                        </a:ln>
                        <a:solidFill>
                          <a:srgbClr val="FF0000"/>
                        </a:solidFill>
                        <a:effectLst/>
                        <a:latin typeface="Arial" charset="0"/>
                        <a:ea typeface="宋体" charset="-122"/>
                      </a:endParaRPr>
                    </a:p>
                    <a:p>
                      <a:pPr marL="0" marR="0" lvl="0" indent="0" algn="ctr" defTabSz="914400" rtl="0" eaLnBrk="1" fontAlgn="ctr"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rgbClr val="FF0000"/>
                          </a:solidFill>
                          <a:effectLst/>
                          <a:latin typeface="Arial" charset="0"/>
                          <a:ea typeface="宋体" charset="-122"/>
                        </a:rPr>
                        <a:t>LR</a:t>
                      </a:r>
                      <a:r>
                        <a:rPr kumimoji="0" lang="zh-CN" altLang="en-US" sz="2400" b="0" i="0" u="none" strike="noStrike" cap="none" normalizeH="0" baseline="0">
                          <a:ln>
                            <a:noFill/>
                          </a:ln>
                          <a:solidFill>
                            <a:srgbClr val="FF0000"/>
                          </a:solidFill>
                          <a:effectLst/>
                          <a:latin typeface="Arial" charset="0"/>
                          <a:ea typeface="宋体" charset="-122"/>
                        </a:rPr>
                        <a:t>电路</a:t>
                      </a:r>
                    </a:p>
                  </a:txBody>
                  <a:tcPr marT="45710" marB="45710" horzOverflow="overflow">
                    <a:lnL w="28575"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Tx/>
                        <a:buSzTx/>
                        <a:buFontTx/>
                        <a:buNone/>
                        <a:tabLst/>
                      </a:pPr>
                      <a:r>
                        <a:rPr kumimoji="0" lang="zh-CN" altLang="en-US" sz="2400" b="0" i="0" u="none" strike="noStrike" cap="none" normalizeH="0" baseline="0">
                          <a:ln>
                            <a:noFill/>
                          </a:ln>
                          <a:solidFill>
                            <a:srgbClr val="FF0000"/>
                          </a:solidFill>
                          <a:effectLst/>
                          <a:latin typeface="Arial" charset="0"/>
                          <a:ea typeface="宋体" charset="-122"/>
                        </a:rPr>
                        <a:t>接通电源</a:t>
                      </a:r>
                    </a:p>
                  </a:txBody>
                  <a:tcPr marT="45710" marB="45710"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rgbClr val="FF0000"/>
                          </a:solidFill>
                          <a:effectLst/>
                          <a:latin typeface="Arial" charset="0"/>
                          <a:ea typeface="宋体" charset="-122"/>
                        </a:rPr>
                        <a:t>I</a:t>
                      </a:r>
                      <a:r>
                        <a:rPr kumimoji="0" lang="en-US" altLang="zh-CN" sz="2400" b="0" i="0" u="none" strike="noStrike" cap="none" normalizeH="0" baseline="-25000">
                          <a:ln>
                            <a:noFill/>
                          </a:ln>
                          <a:solidFill>
                            <a:srgbClr val="FF0000"/>
                          </a:solidFill>
                          <a:effectLst/>
                          <a:latin typeface="Arial" charset="0"/>
                          <a:ea typeface="宋体" charset="-122"/>
                        </a:rPr>
                        <a:t>0</a:t>
                      </a:r>
                      <a:r>
                        <a:rPr kumimoji="0" lang="en-US" altLang="zh-CN" sz="2400" b="0" i="0" u="none" strike="noStrike" cap="none" normalizeH="0" baseline="0">
                          <a:ln>
                            <a:noFill/>
                          </a:ln>
                          <a:solidFill>
                            <a:srgbClr val="FF0000"/>
                          </a:solidFill>
                          <a:effectLst/>
                          <a:latin typeface="Arial" charset="0"/>
                          <a:ea typeface="宋体" charset="-122"/>
                        </a:rPr>
                        <a:t>=0</a:t>
                      </a:r>
                    </a:p>
                  </a:txBody>
                  <a:tcPr marT="45710" marB="45710"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rgbClr val="FF0000"/>
                          </a:solidFill>
                          <a:effectLst/>
                          <a:latin typeface="Arial" charset="0"/>
                          <a:ea typeface="宋体" charset="-122"/>
                        </a:rPr>
                        <a:t>I=</a:t>
                      </a:r>
                      <a:r>
                        <a:rPr kumimoji="0" lang="el-GR" altLang="zh-CN" sz="2400" b="0" i="0" u="none" strike="noStrike" cap="none" normalizeH="0" baseline="0">
                          <a:ln>
                            <a:noFill/>
                          </a:ln>
                          <a:solidFill>
                            <a:srgbClr val="FF0000"/>
                          </a:solidFill>
                          <a:effectLst/>
                          <a:latin typeface="宋体" charset="-122"/>
                          <a:ea typeface="宋体" charset="-122"/>
                        </a:rPr>
                        <a:t>ε</a:t>
                      </a:r>
                      <a:r>
                        <a:rPr kumimoji="0" lang="en-US" altLang="zh-CN" sz="2400" b="0" i="0" u="none" strike="noStrike" cap="none" normalizeH="0" baseline="0">
                          <a:ln>
                            <a:noFill/>
                          </a:ln>
                          <a:solidFill>
                            <a:srgbClr val="FF0000"/>
                          </a:solidFill>
                          <a:effectLst/>
                          <a:latin typeface="宋体" charset="-122"/>
                          <a:ea typeface="宋体" charset="-122"/>
                        </a:rPr>
                        <a:t>/R</a:t>
                      </a:r>
                      <a:endParaRPr kumimoji="0" lang="el-GR" altLang="zh-CN" sz="2400" b="0" i="0" u="none" strike="noStrike" cap="none" normalizeH="0" baseline="0">
                        <a:ln>
                          <a:noFill/>
                        </a:ln>
                        <a:solidFill>
                          <a:srgbClr val="FF0000"/>
                        </a:solidFill>
                        <a:effectLst/>
                        <a:latin typeface="宋体" charset="-122"/>
                        <a:ea typeface="宋体" charset="-122"/>
                      </a:endParaRPr>
                    </a:p>
                  </a:txBody>
                  <a:tcPr marT="45710" marB="45710"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rgbClr val="FF0000"/>
                          </a:solidFill>
                          <a:effectLst/>
                          <a:latin typeface="Arial" charset="0"/>
                          <a:ea typeface="宋体" charset="-122"/>
                        </a:rPr>
                        <a:t>L/R</a:t>
                      </a:r>
                    </a:p>
                  </a:txBody>
                  <a:tcPr marT="45710" marB="45710" horzOverflow="overflow">
                    <a:lnL w="12700" cap="flat" cmpd="sng" algn="ctr">
                      <a:solidFill>
                        <a:schemeClr val="tx1"/>
                      </a:solidFill>
                      <a:prstDash val="solid"/>
                      <a:miter lim="800000"/>
                      <a:headEnd type="none" w="sm" len="sm"/>
                      <a:tailEnd type="none" w="sm" len="sm"/>
                    </a:lnL>
                    <a:lnR w="28575"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1"/>
                  </a:ext>
                </a:extLst>
              </a:tr>
              <a:tr h="812615">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a:ln>
                            <a:noFill/>
                          </a:ln>
                          <a:solidFill>
                            <a:srgbClr val="FF0000"/>
                          </a:solidFill>
                          <a:effectLst/>
                          <a:latin typeface="Arial" charset="0"/>
                          <a:ea typeface="宋体" charset="-122"/>
                        </a:rPr>
                        <a:t>短路</a:t>
                      </a:r>
                    </a:p>
                  </a:txBody>
                  <a:tcPr marT="45710" marB="45710"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rgbClr val="FF0000"/>
                          </a:solidFill>
                          <a:effectLst/>
                          <a:latin typeface="Arial" charset="0"/>
                          <a:ea typeface="宋体" charset="-122"/>
                        </a:rPr>
                        <a:t>I</a:t>
                      </a:r>
                      <a:r>
                        <a:rPr kumimoji="0" lang="en-US" altLang="zh-CN" sz="2400" b="0" i="0" u="none" strike="noStrike" cap="none" normalizeH="0" baseline="-25000">
                          <a:ln>
                            <a:noFill/>
                          </a:ln>
                          <a:solidFill>
                            <a:srgbClr val="FF0000"/>
                          </a:solidFill>
                          <a:effectLst/>
                          <a:latin typeface="Arial" charset="0"/>
                          <a:ea typeface="宋体" charset="-122"/>
                        </a:rPr>
                        <a:t>0</a:t>
                      </a:r>
                      <a:r>
                        <a:rPr kumimoji="0" lang="en-US" altLang="zh-CN" sz="2400" b="0" i="0" u="none" strike="noStrike" cap="none" normalizeH="0" baseline="0">
                          <a:ln>
                            <a:noFill/>
                          </a:ln>
                          <a:solidFill>
                            <a:srgbClr val="FF0000"/>
                          </a:solidFill>
                          <a:effectLst/>
                          <a:latin typeface="Arial" charset="0"/>
                          <a:ea typeface="宋体" charset="-122"/>
                        </a:rPr>
                        <a:t>=</a:t>
                      </a:r>
                      <a:r>
                        <a:rPr kumimoji="0" lang="el-GR" altLang="zh-CN" sz="2400" b="0" i="0" u="none" strike="noStrike" cap="none" normalizeH="0" baseline="0">
                          <a:ln>
                            <a:noFill/>
                          </a:ln>
                          <a:solidFill>
                            <a:srgbClr val="FF0000"/>
                          </a:solidFill>
                          <a:effectLst/>
                          <a:latin typeface="宋体" charset="-122"/>
                          <a:ea typeface="宋体" charset="-122"/>
                        </a:rPr>
                        <a:t>ε</a:t>
                      </a:r>
                      <a:r>
                        <a:rPr kumimoji="0" lang="en-US" altLang="zh-CN" sz="2400" b="0" i="0" u="none" strike="noStrike" cap="none" normalizeH="0" baseline="0">
                          <a:ln>
                            <a:noFill/>
                          </a:ln>
                          <a:solidFill>
                            <a:srgbClr val="FF0000"/>
                          </a:solidFill>
                          <a:effectLst/>
                          <a:latin typeface="宋体" charset="-122"/>
                          <a:ea typeface="宋体" charset="-122"/>
                        </a:rPr>
                        <a:t>/R</a:t>
                      </a:r>
                      <a:endParaRPr kumimoji="0" lang="el-GR" altLang="zh-CN" sz="2400" b="0" i="0" u="none" strike="noStrike" cap="none" normalizeH="0" baseline="0">
                        <a:ln>
                          <a:noFill/>
                        </a:ln>
                        <a:solidFill>
                          <a:srgbClr val="FF0000"/>
                        </a:solidFill>
                        <a:effectLst/>
                        <a:latin typeface="宋体" charset="-122"/>
                        <a:ea typeface="宋体" charset="-122"/>
                      </a:endParaRPr>
                    </a:p>
                  </a:txBody>
                  <a:tcPr marT="45710" marB="45710"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rgbClr val="FF0000"/>
                          </a:solidFill>
                          <a:effectLst/>
                          <a:latin typeface="Arial" charset="0"/>
                          <a:ea typeface="宋体" charset="-122"/>
                        </a:rPr>
                        <a:t>I=0</a:t>
                      </a:r>
                    </a:p>
                  </a:txBody>
                  <a:tcPr marT="45710" marB="45710"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rgbClr val="FF0000"/>
                          </a:solidFill>
                          <a:effectLst/>
                          <a:latin typeface="Arial" charset="0"/>
                          <a:ea typeface="宋体" charset="-122"/>
                        </a:rPr>
                        <a:t>L/R</a:t>
                      </a:r>
                    </a:p>
                  </a:txBody>
                  <a:tcPr marT="45710" marB="45710" horzOverflow="overflow">
                    <a:lnL w="12700" cap="flat" cmpd="sng" algn="ctr">
                      <a:solidFill>
                        <a:schemeClr val="tx1"/>
                      </a:solidFill>
                      <a:prstDash val="solid"/>
                      <a:miter lim="800000"/>
                      <a:headEnd type="none" w="sm" len="sm"/>
                      <a:tailEnd type="none" w="sm" len="sm"/>
                    </a:lnL>
                    <a:lnR w="28575"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2"/>
                  </a:ext>
                </a:extLst>
              </a:tr>
              <a:tr h="812615">
                <a:tc row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rgbClr val="0000FF"/>
                          </a:solidFill>
                          <a:effectLst/>
                          <a:latin typeface="Arial" charset="0"/>
                          <a:ea typeface="宋体" charset="-122"/>
                        </a:rPr>
                        <a:t>RC</a:t>
                      </a:r>
                      <a:r>
                        <a:rPr kumimoji="0" lang="zh-CN" altLang="en-US" sz="2400" b="0" i="0" u="none" strike="noStrike" cap="none" normalizeH="0" baseline="0">
                          <a:ln>
                            <a:noFill/>
                          </a:ln>
                          <a:solidFill>
                            <a:srgbClr val="0000FF"/>
                          </a:solidFill>
                          <a:effectLst/>
                          <a:latin typeface="Arial" charset="0"/>
                          <a:ea typeface="宋体" charset="-122"/>
                        </a:rPr>
                        <a:t>电路</a:t>
                      </a:r>
                    </a:p>
                  </a:txBody>
                  <a:tcPr marT="45710" marB="45710" horzOverflow="overflow">
                    <a:lnL w="28575"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28575"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a:ln>
                            <a:noFill/>
                          </a:ln>
                          <a:solidFill>
                            <a:srgbClr val="0000FF"/>
                          </a:solidFill>
                          <a:effectLst/>
                          <a:latin typeface="Arial" charset="0"/>
                          <a:ea typeface="宋体" charset="-122"/>
                        </a:rPr>
                        <a:t>接通电源</a:t>
                      </a:r>
                    </a:p>
                  </a:txBody>
                  <a:tcPr marT="45710" marB="45710"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rgbClr val="0000FF"/>
                          </a:solidFill>
                          <a:effectLst/>
                          <a:latin typeface="Arial" charset="0"/>
                          <a:ea typeface="宋体" charset="-122"/>
                        </a:rPr>
                        <a:t>q</a:t>
                      </a:r>
                      <a:r>
                        <a:rPr kumimoji="0" lang="en-US" altLang="zh-CN" sz="2400" b="0" i="0" u="none" strike="noStrike" cap="none" normalizeH="0" baseline="-25000">
                          <a:ln>
                            <a:noFill/>
                          </a:ln>
                          <a:solidFill>
                            <a:srgbClr val="0000FF"/>
                          </a:solidFill>
                          <a:effectLst/>
                          <a:latin typeface="Arial" charset="0"/>
                          <a:ea typeface="宋体" charset="-122"/>
                        </a:rPr>
                        <a:t>0</a:t>
                      </a:r>
                      <a:r>
                        <a:rPr kumimoji="0" lang="en-US" altLang="zh-CN" sz="2400" b="0" i="0" u="none" strike="noStrike" cap="none" normalizeH="0" baseline="0">
                          <a:ln>
                            <a:noFill/>
                          </a:ln>
                          <a:solidFill>
                            <a:srgbClr val="0000FF"/>
                          </a:solidFill>
                          <a:effectLst/>
                          <a:latin typeface="Arial" charset="0"/>
                          <a:ea typeface="宋体" charset="-122"/>
                        </a:rPr>
                        <a:t>=0</a:t>
                      </a:r>
                    </a:p>
                  </a:txBody>
                  <a:tcPr marT="45710" marB="45710"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rgbClr val="0000FF"/>
                          </a:solidFill>
                          <a:effectLst/>
                          <a:latin typeface="Arial" charset="0"/>
                          <a:ea typeface="宋体" charset="-122"/>
                        </a:rPr>
                        <a:t>q=C</a:t>
                      </a:r>
                      <a:r>
                        <a:rPr kumimoji="0" lang="en-US" altLang="zh-CN" sz="2800" b="0" i="0" u="none" strike="noStrike" cap="none" normalizeH="0" baseline="0">
                          <a:ln>
                            <a:noFill/>
                          </a:ln>
                          <a:solidFill>
                            <a:srgbClr val="0000FF"/>
                          </a:solidFill>
                          <a:effectLst/>
                          <a:latin typeface="Arial" charset="0"/>
                          <a:ea typeface="宋体" charset="-122"/>
                        </a:rPr>
                        <a:t> </a:t>
                      </a:r>
                      <a:r>
                        <a:rPr kumimoji="0" lang="el-GR" altLang="zh-CN" sz="2800" b="0" i="0" u="none" strike="noStrike" cap="none" normalizeH="0" baseline="0">
                          <a:ln>
                            <a:noFill/>
                          </a:ln>
                          <a:solidFill>
                            <a:srgbClr val="0000FF"/>
                          </a:solidFill>
                          <a:effectLst/>
                          <a:latin typeface="宋体" charset="-122"/>
                          <a:ea typeface="宋体" charset="-122"/>
                        </a:rPr>
                        <a:t>ε</a:t>
                      </a:r>
                      <a:endParaRPr kumimoji="0" lang="en-US" altLang="zh-CN" sz="2800" b="0" i="0" u="none" strike="noStrike" cap="none" normalizeH="0" baseline="0">
                        <a:ln>
                          <a:noFill/>
                        </a:ln>
                        <a:solidFill>
                          <a:srgbClr val="0000FF"/>
                        </a:solidFill>
                        <a:effectLst/>
                        <a:latin typeface="宋体" charset="-122"/>
                        <a:ea typeface="宋体" charset="-122"/>
                      </a:endParaRPr>
                    </a:p>
                  </a:txBody>
                  <a:tcPr marT="45710" marB="45710"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rgbClr val="0000FF"/>
                          </a:solidFill>
                          <a:effectLst/>
                          <a:latin typeface="Arial" charset="0"/>
                          <a:ea typeface="宋体" charset="-122"/>
                        </a:rPr>
                        <a:t>RC</a:t>
                      </a:r>
                    </a:p>
                  </a:txBody>
                  <a:tcPr marT="45710" marB="45710" horzOverflow="overflow">
                    <a:lnL w="12700" cap="flat" cmpd="sng" algn="ctr">
                      <a:solidFill>
                        <a:schemeClr val="tx1"/>
                      </a:solidFill>
                      <a:prstDash val="solid"/>
                      <a:miter lim="800000"/>
                      <a:headEnd type="none" w="sm" len="sm"/>
                      <a:tailEnd type="none" w="sm" len="sm"/>
                    </a:lnL>
                    <a:lnR w="28575"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3"/>
                  </a:ext>
                </a:extLst>
              </a:tr>
              <a:tr h="812615">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a:ln>
                            <a:noFill/>
                          </a:ln>
                          <a:solidFill>
                            <a:srgbClr val="0000FF"/>
                          </a:solidFill>
                          <a:effectLst/>
                          <a:latin typeface="Arial" charset="0"/>
                          <a:ea typeface="宋体" charset="-122"/>
                        </a:rPr>
                        <a:t>短路</a:t>
                      </a:r>
                    </a:p>
                  </a:txBody>
                  <a:tcPr marT="45710" marB="45710"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28575"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rgbClr val="0000FF"/>
                          </a:solidFill>
                          <a:effectLst/>
                          <a:latin typeface="Arial" charset="0"/>
                          <a:ea typeface="宋体" charset="-122"/>
                        </a:rPr>
                        <a:t>q</a:t>
                      </a:r>
                      <a:r>
                        <a:rPr kumimoji="0" lang="en-US" altLang="zh-CN" sz="2400" b="0" i="0" u="none" strike="noStrike" cap="none" normalizeH="0" baseline="-25000">
                          <a:ln>
                            <a:noFill/>
                          </a:ln>
                          <a:solidFill>
                            <a:srgbClr val="0000FF"/>
                          </a:solidFill>
                          <a:effectLst/>
                          <a:latin typeface="Arial" charset="0"/>
                          <a:ea typeface="宋体" charset="-122"/>
                        </a:rPr>
                        <a:t>0</a:t>
                      </a:r>
                      <a:r>
                        <a:rPr kumimoji="0" lang="en-US" altLang="zh-CN" sz="2400" b="0" i="0" u="none" strike="noStrike" cap="none" normalizeH="0" baseline="0">
                          <a:ln>
                            <a:noFill/>
                          </a:ln>
                          <a:solidFill>
                            <a:srgbClr val="0000FF"/>
                          </a:solidFill>
                          <a:effectLst/>
                          <a:latin typeface="Arial" charset="0"/>
                          <a:ea typeface="宋体" charset="-122"/>
                        </a:rPr>
                        <a:t>=C </a:t>
                      </a:r>
                      <a:r>
                        <a:rPr kumimoji="0" lang="el-GR" altLang="zh-CN" sz="2400" b="0" i="0" u="none" strike="noStrike" cap="none" normalizeH="0" baseline="0">
                          <a:ln>
                            <a:noFill/>
                          </a:ln>
                          <a:solidFill>
                            <a:srgbClr val="0000FF"/>
                          </a:solidFill>
                          <a:effectLst/>
                          <a:latin typeface="宋体" charset="-122"/>
                          <a:ea typeface="宋体" charset="-122"/>
                        </a:rPr>
                        <a:t>ε</a:t>
                      </a:r>
                      <a:endParaRPr kumimoji="0" lang="en-US" altLang="zh-CN" sz="2400" b="0" i="0" u="none" strike="noStrike" cap="none" normalizeH="0" baseline="0">
                        <a:ln>
                          <a:noFill/>
                        </a:ln>
                        <a:solidFill>
                          <a:srgbClr val="0000FF"/>
                        </a:solidFill>
                        <a:effectLst/>
                        <a:latin typeface="宋体" charset="-122"/>
                        <a:ea typeface="宋体" charset="-122"/>
                      </a:endParaRPr>
                    </a:p>
                  </a:txBody>
                  <a:tcPr marT="45710" marB="45710"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28575"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rgbClr val="0000FF"/>
                          </a:solidFill>
                          <a:effectLst/>
                          <a:latin typeface="Arial" charset="0"/>
                          <a:ea typeface="宋体" charset="-122"/>
                        </a:rPr>
                        <a:t>q=0</a:t>
                      </a:r>
                    </a:p>
                  </a:txBody>
                  <a:tcPr marT="45710" marB="45710"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28575"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rgbClr val="0000FF"/>
                          </a:solidFill>
                          <a:effectLst/>
                          <a:latin typeface="Arial" charset="0"/>
                          <a:ea typeface="宋体" charset="-122"/>
                        </a:rPr>
                        <a:t>RC</a:t>
                      </a:r>
                    </a:p>
                  </a:txBody>
                  <a:tcPr marT="45710" marB="45710" horzOverflow="overflow">
                    <a:lnL w="12700" cap="flat" cmpd="sng" algn="ctr">
                      <a:solidFill>
                        <a:schemeClr val="tx1"/>
                      </a:solidFill>
                      <a:prstDash val="solid"/>
                      <a:miter lim="800000"/>
                      <a:headEnd type="none" w="sm" len="sm"/>
                      <a:tailEnd type="none" w="sm" len="sm"/>
                    </a:lnL>
                    <a:lnR w="28575"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28575" cap="flat" cmpd="sng" algn="ctr">
                      <a:solidFill>
                        <a:schemeClr val="tx1"/>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03461" name="Text Box 72"/>
          <p:cNvSpPr txBox="1">
            <a:spLocks noChangeArrowheads="1"/>
          </p:cNvSpPr>
          <p:nvPr/>
        </p:nvSpPr>
        <p:spPr bwMode="auto">
          <a:xfrm>
            <a:off x="2324100" y="1193800"/>
            <a:ext cx="750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400">
                <a:latin typeface="华文隶书" panose="02010800040101010101" pitchFamily="2" charset="-122"/>
                <a:ea typeface="华文隶书" panose="02010800040101010101" pitchFamily="2" charset="-122"/>
              </a:rPr>
              <a:t>LR</a:t>
            </a:r>
            <a:r>
              <a:rPr kumimoji="1" lang="zh-CN" altLang="en-US" sz="2400">
                <a:latin typeface="华文隶书" panose="02010800040101010101" pitchFamily="2" charset="-122"/>
                <a:ea typeface="华文隶书" panose="02010800040101010101" pitchFamily="2" charset="-122"/>
              </a:rPr>
              <a:t>和</a:t>
            </a:r>
            <a:r>
              <a:rPr kumimoji="1" lang="en-US" altLang="zh-CN" sz="2400">
                <a:latin typeface="华文隶书" panose="02010800040101010101" pitchFamily="2" charset="-122"/>
                <a:ea typeface="华文隶书" panose="02010800040101010101" pitchFamily="2" charset="-122"/>
              </a:rPr>
              <a:t>RC</a:t>
            </a:r>
            <a:r>
              <a:rPr kumimoji="1" lang="zh-CN" altLang="en-US" sz="2400">
                <a:latin typeface="华文隶书" panose="02010800040101010101" pitchFamily="2" charset="-122"/>
                <a:ea typeface="华文隶书" panose="02010800040101010101" pitchFamily="2" charset="-122"/>
              </a:rPr>
              <a:t>电路暂态过程的特点</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5474" name="Rectangle 2"/>
          <p:cNvSpPr>
            <a:spLocks noChangeArrowheads="1"/>
          </p:cNvSpPr>
          <p:nvPr/>
        </p:nvSpPr>
        <p:spPr bwMode="auto">
          <a:xfrm>
            <a:off x="1828800" y="623888"/>
            <a:ext cx="304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（三）微分</a:t>
            </a:r>
            <a:r>
              <a:rPr kumimoji="1" lang="zh-CN" altLang="zh-CN" sz="2800">
                <a:solidFill>
                  <a:srgbClr val="0000FF"/>
                </a:solidFill>
                <a:latin typeface="Times New Roman" panose="02020603050405020304" pitchFamily="18" charset="0"/>
              </a:rPr>
              <a:t>电路</a:t>
            </a:r>
            <a:endParaRPr kumimoji="1" lang="zh-CN" altLang="en-US" sz="2800">
              <a:solidFill>
                <a:srgbClr val="0000FF"/>
              </a:solidFill>
              <a:latin typeface="Times New Roman" panose="02020603050405020304" pitchFamily="18" charset="0"/>
            </a:endParaRPr>
          </a:p>
        </p:txBody>
      </p:sp>
      <p:graphicFrame>
        <p:nvGraphicFramePr>
          <p:cNvPr id="105475" name="Object 3"/>
          <p:cNvGraphicFramePr>
            <a:graphicFrameLocks noChangeAspect="1"/>
          </p:cNvGraphicFramePr>
          <p:nvPr/>
        </p:nvGraphicFramePr>
        <p:xfrm>
          <a:off x="3189289" y="2401889"/>
          <a:ext cx="2327275" cy="700087"/>
        </p:xfrm>
        <a:graphic>
          <a:graphicData uri="http://schemas.openxmlformats.org/presentationml/2006/ole">
            <mc:AlternateContent xmlns:mc="http://schemas.openxmlformats.org/markup-compatibility/2006">
              <mc:Choice xmlns:v="urn:schemas-microsoft-com:vml" Requires="v">
                <p:oleObj spid="_x0000_s106031" name="Equation" r:id="rId4" imgW="1095445" imgH="295139" progId="Equation.DSMT4">
                  <p:embed/>
                </p:oleObj>
              </mc:Choice>
              <mc:Fallback>
                <p:oleObj name="Equation" r:id="rId4" imgW="1095445" imgH="295139"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89289" y="2401889"/>
                        <a:ext cx="2327275" cy="700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5476" name="Rectangle 4"/>
          <p:cNvSpPr>
            <a:spLocks noChangeArrowheads="1"/>
          </p:cNvSpPr>
          <p:nvPr/>
        </p:nvSpPr>
        <p:spPr bwMode="auto">
          <a:xfrm>
            <a:off x="4724400" y="661988"/>
            <a:ext cx="2362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FF0000"/>
                </a:solidFill>
                <a:latin typeface="Times New Roman" panose="02020603050405020304" pitchFamily="18" charset="0"/>
              </a:rPr>
              <a:t>产生尖脉冲</a:t>
            </a:r>
          </a:p>
        </p:txBody>
      </p:sp>
      <p:sp>
        <p:nvSpPr>
          <p:cNvPr id="105477" name="Rectangle 5"/>
          <p:cNvSpPr>
            <a:spLocks noChangeArrowheads="1"/>
          </p:cNvSpPr>
          <p:nvPr/>
        </p:nvSpPr>
        <p:spPr bwMode="auto">
          <a:xfrm>
            <a:off x="2120900" y="1919288"/>
            <a:ext cx="2133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充</a:t>
            </a:r>
            <a:r>
              <a:rPr kumimoji="1" lang="zh-CN" altLang="zh-CN" sz="2800">
                <a:solidFill>
                  <a:srgbClr val="0000FF"/>
                </a:solidFill>
                <a:latin typeface="Times New Roman" panose="02020603050405020304" pitchFamily="18" charset="0"/>
              </a:rPr>
              <a:t>电过程</a:t>
            </a:r>
            <a:endParaRPr kumimoji="1" lang="zh-CN" altLang="en-US" sz="2800">
              <a:solidFill>
                <a:srgbClr val="0000FF"/>
              </a:solidFill>
              <a:latin typeface="Times New Roman" panose="02020603050405020304" pitchFamily="18" charset="0"/>
            </a:endParaRPr>
          </a:p>
        </p:txBody>
      </p:sp>
      <p:graphicFrame>
        <p:nvGraphicFramePr>
          <p:cNvPr id="105478" name="Object 9"/>
          <p:cNvGraphicFramePr>
            <a:graphicFrameLocks noChangeAspect="1"/>
          </p:cNvGraphicFramePr>
          <p:nvPr/>
        </p:nvGraphicFramePr>
        <p:xfrm>
          <a:off x="2930525" y="1387475"/>
          <a:ext cx="1906588" cy="465138"/>
        </p:xfrm>
        <a:graphic>
          <a:graphicData uri="http://schemas.openxmlformats.org/presentationml/2006/ole">
            <mc:AlternateContent xmlns:mc="http://schemas.openxmlformats.org/markup-compatibility/2006">
              <mc:Choice xmlns:v="urn:schemas-microsoft-com:vml" Requires="v">
                <p:oleObj spid="_x0000_s106032" name="Equation" r:id="rId6" imgW="895439" imgH="180941" progId="Equation.DSMT4">
                  <p:embed/>
                </p:oleObj>
              </mc:Choice>
              <mc:Fallback>
                <p:oleObj name="Equation" r:id="rId6" imgW="895439" imgH="180941" progId="Equation.DSMT4">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30525" y="1387475"/>
                        <a:ext cx="1906588"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5479" name="Line 12"/>
          <p:cNvSpPr>
            <a:spLocks noChangeShapeType="1"/>
          </p:cNvSpPr>
          <p:nvPr/>
        </p:nvSpPr>
        <p:spPr bwMode="auto">
          <a:xfrm>
            <a:off x="6629400" y="1335088"/>
            <a:ext cx="1333500"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480" name="Rectangle 13"/>
          <p:cNvSpPr>
            <a:spLocks noChangeArrowheads="1"/>
          </p:cNvSpPr>
          <p:nvPr/>
        </p:nvSpPr>
        <p:spPr bwMode="auto">
          <a:xfrm rot="16200000">
            <a:off x="8420100" y="2249488"/>
            <a:ext cx="685800" cy="152400"/>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05481" name="Line 14"/>
          <p:cNvSpPr>
            <a:spLocks noChangeShapeType="1"/>
          </p:cNvSpPr>
          <p:nvPr/>
        </p:nvSpPr>
        <p:spPr bwMode="auto">
          <a:xfrm>
            <a:off x="8267700" y="1335088"/>
            <a:ext cx="1562100"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482" name="Line 16"/>
          <p:cNvSpPr>
            <a:spLocks noChangeShapeType="1"/>
          </p:cNvSpPr>
          <p:nvPr/>
        </p:nvSpPr>
        <p:spPr bwMode="auto">
          <a:xfrm flipH="1">
            <a:off x="8786813" y="1355725"/>
            <a:ext cx="12700" cy="636588"/>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483" name="Line 20"/>
          <p:cNvSpPr>
            <a:spLocks noChangeShapeType="1"/>
          </p:cNvSpPr>
          <p:nvPr/>
        </p:nvSpPr>
        <p:spPr bwMode="auto">
          <a:xfrm>
            <a:off x="6629400" y="3468688"/>
            <a:ext cx="3225800"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05484" name="Object 21"/>
          <p:cNvGraphicFramePr>
            <a:graphicFrameLocks noChangeAspect="1"/>
          </p:cNvGraphicFramePr>
          <p:nvPr/>
        </p:nvGraphicFramePr>
        <p:xfrm>
          <a:off x="8293101" y="2122488"/>
          <a:ext cx="422275" cy="457200"/>
        </p:xfrm>
        <a:graphic>
          <a:graphicData uri="http://schemas.openxmlformats.org/presentationml/2006/ole">
            <mc:AlternateContent xmlns:mc="http://schemas.openxmlformats.org/markup-compatibility/2006">
              <mc:Choice xmlns:v="urn:schemas-microsoft-com:vml" Requires="v">
                <p:oleObj spid="_x0000_s106033" name="公式" r:id="rId8" imgW="104896" imgH="114198" progId="Equation.3">
                  <p:embed/>
                </p:oleObj>
              </mc:Choice>
              <mc:Fallback>
                <p:oleObj name="公式" r:id="rId8" imgW="104896" imgH="114198" progId="Equation.3">
                  <p:embed/>
                  <p:pic>
                    <p:nvPicPr>
                      <p:cNvPr id="0" name="Object 2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293101" y="2122488"/>
                        <a:ext cx="4222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5485" name="Object 22"/>
          <p:cNvGraphicFramePr>
            <a:graphicFrameLocks noChangeAspect="1"/>
          </p:cNvGraphicFramePr>
          <p:nvPr/>
        </p:nvGraphicFramePr>
        <p:xfrm>
          <a:off x="6348414" y="1938338"/>
          <a:ext cx="808037" cy="817562"/>
        </p:xfrm>
        <a:graphic>
          <a:graphicData uri="http://schemas.openxmlformats.org/presentationml/2006/ole">
            <mc:AlternateContent xmlns:mc="http://schemas.openxmlformats.org/markup-compatibility/2006">
              <mc:Choice xmlns:v="urn:schemas-microsoft-com:vml" Requires="v">
                <p:oleObj spid="_x0000_s106034" name="Equation" r:id="rId10" imgW="181045" imgH="180941" progId="Equation.DSMT4">
                  <p:embed/>
                </p:oleObj>
              </mc:Choice>
              <mc:Fallback>
                <p:oleObj name="Equation" r:id="rId10" imgW="181045" imgH="180941" progId="Equation.DSMT4">
                  <p:embed/>
                  <p:pic>
                    <p:nvPicPr>
                      <p:cNvPr id="0" name="Object 2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348414" y="1938338"/>
                        <a:ext cx="808037" cy="817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5486" name="Line 34"/>
          <p:cNvSpPr>
            <a:spLocks noChangeShapeType="1"/>
          </p:cNvSpPr>
          <p:nvPr/>
        </p:nvSpPr>
        <p:spPr bwMode="auto">
          <a:xfrm>
            <a:off x="8763000" y="2693989"/>
            <a:ext cx="0" cy="788987"/>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05487" name="Object 36"/>
          <p:cNvGraphicFramePr>
            <a:graphicFrameLocks noChangeAspect="1"/>
          </p:cNvGraphicFramePr>
          <p:nvPr/>
        </p:nvGraphicFramePr>
        <p:xfrm>
          <a:off x="7950200" y="1741489"/>
          <a:ext cx="446088" cy="522287"/>
        </p:xfrm>
        <a:graphic>
          <a:graphicData uri="http://schemas.openxmlformats.org/presentationml/2006/ole">
            <mc:AlternateContent xmlns:mc="http://schemas.openxmlformats.org/markup-compatibility/2006">
              <mc:Choice xmlns:v="urn:schemas-microsoft-com:vml" Requires="v">
                <p:oleObj spid="_x0000_s106035" name="公式" r:id="rId12" imgW="104896" imgH="133486" progId="Equation.3">
                  <p:embed/>
                </p:oleObj>
              </mc:Choice>
              <mc:Fallback>
                <p:oleObj name="公式" r:id="rId12" imgW="104896" imgH="133486" progId="Equation.3">
                  <p:embed/>
                  <p:pic>
                    <p:nvPicPr>
                      <p:cNvPr id="0" name="Object 3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950200" y="1741489"/>
                        <a:ext cx="446088" cy="522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5488" name="Line 41"/>
          <p:cNvSpPr>
            <a:spLocks noChangeShapeType="1"/>
          </p:cNvSpPr>
          <p:nvPr/>
        </p:nvSpPr>
        <p:spPr bwMode="auto">
          <a:xfrm flipV="1">
            <a:off x="6604000" y="1346200"/>
            <a:ext cx="0" cy="71120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5489" name="Line 42"/>
          <p:cNvSpPr>
            <a:spLocks noChangeShapeType="1"/>
          </p:cNvSpPr>
          <p:nvPr/>
        </p:nvSpPr>
        <p:spPr bwMode="auto">
          <a:xfrm>
            <a:off x="6616700" y="2578100"/>
            <a:ext cx="0" cy="87630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5490" name="Line 43"/>
          <p:cNvSpPr>
            <a:spLocks noChangeShapeType="1"/>
          </p:cNvSpPr>
          <p:nvPr/>
        </p:nvSpPr>
        <p:spPr bwMode="auto">
          <a:xfrm>
            <a:off x="7962900" y="1028700"/>
            <a:ext cx="0" cy="67310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5491" name="Line 44"/>
          <p:cNvSpPr>
            <a:spLocks noChangeShapeType="1"/>
          </p:cNvSpPr>
          <p:nvPr/>
        </p:nvSpPr>
        <p:spPr bwMode="auto">
          <a:xfrm>
            <a:off x="8255000" y="1016000"/>
            <a:ext cx="0" cy="67310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5492" name="Line 45"/>
          <p:cNvSpPr>
            <a:spLocks noChangeShapeType="1"/>
          </p:cNvSpPr>
          <p:nvPr/>
        </p:nvSpPr>
        <p:spPr bwMode="auto">
          <a:xfrm flipV="1">
            <a:off x="9817100" y="1346200"/>
            <a:ext cx="0" cy="71120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5493" name="Line 46"/>
          <p:cNvSpPr>
            <a:spLocks noChangeShapeType="1"/>
          </p:cNvSpPr>
          <p:nvPr/>
        </p:nvSpPr>
        <p:spPr bwMode="auto">
          <a:xfrm>
            <a:off x="9855200" y="2603500"/>
            <a:ext cx="0" cy="87630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105494" name="Object 47"/>
          <p:cNvGraphicFramePr>
            <a:graphicFrameLocks noChangeAspect="1"/>
          </p:cNvGraphicFramePr>
          <p:nvPr/>
        </p:nvGraphicFramePr>
        <p:xfrm>
          <a:off x="9307514" y="1887538"/>
          <a:ext cx="987425" cy="817562"/>
        </p:xfrm>
        <a:graphic>
          <a:graphicData uri="http://schemas.openxmlformats.org/presentationml/2006/ole">
            <mc:AlternateContent xmlns:mc="http://schemas.openxmlformats.org/markup-compatibility/2006">
              <mc:Choice xmlns:v="urn:schemas-microsoft-com:vml" Requires="v">
                <p:oleObj spid="_x0000_s106036" name="Equation" r:id="rId14" imgW="228753" imgH="180941" progId="Equation.DSMT4">
                  <p:embed/>
                </p:oleObj>
              </mc:Choice>
              <mc:Fallback>
                <p:oleObj name="Equation" r:id="rId14" imgW="228753" imgH="180941" progId="Equation.DSMT4">
                  <p:embed/>
                  <p:pic>
                    <p:nvPicPr>
                      <p:cNvPr id="0" name="Object 4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307514" y="1887538"/>
                        <a:ext cx="987425" cy="817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05495" name="Group 55"/>
          <p:cNvGrpSpPr>
            <a:grpSpLocks/>
          </p:cNvGrpSpPr>
          <p:nvPr/>
        </p:nvGrpSpPr>
        <p:grpSpPr bwMode="auto">
          <a:xfrm>
            <a:off x="6934200" y="3594100"/>
            <a:ext cx="2501900" cy="533400"/>
            <a:chOff x="3240" y="2488"/>
            <a:chExt cx="1576" cy="336"/>
          </a:xfrm>
        </p:grpSpPr>
        <p:grpSp>
          <p:nvGrpSpPr>
            <p:cNvPr id="105538" name="Group 54"/>
            <p:cNvGrpSpPr>
              <a:grpSpLocks/>
            </p:cNvGrpSpPr>
            <p:nvPr/>
          </p:nvGrpSpPr>
          <p:grpSpPr bwMode="auto">
            <a:xfrm>
              <a:off x="3240" y="2816"/>
              <a:ext cx="1576" cy="0"/>
              <a:chOff x="3240" y="2816"/>
              <a:chExt cx="1576" cy="0"/>
            </a:xfrm>
          </p:grpSpPr>
          <p:sp>
            <p:nvSpPr>
              <p:cNvPr id="105542" name="Line 48"/>
              <p:cNvSpPr>
                <a:spLocks noChangeShapeType="1"/>
              </p:cNvSpPr>
              <p:nvPr/>
            </p:nvSpPr>
            <p:spPr bwMode="auto">
              <a:xfrm>
                <a:off x="3240" y="2816"/>
                <a:ext cx="440" cy="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5543" name="Line 49"/>
              <p:cNvSpPr>
                <a:spLocks noChangeShapeType="1"/>
              </p:cNvSpPr>
              <p:nvPr/>
            </p:nvSpPr>
            <p:spPr bwMode="auto">
              <a:xfrm>
                <a:off x="3672" y="2816"/>
                <a:ext cx="720" cy="0"/>
              </a:xfrm>
              <a:prstGeom prst="line">
                <a:avLst/>
              </a:prstGeom>
              <a:noFill/>
              <a:ln w="12700">
                <a:solidFill>
                  <a:schemeClr val="tx1"/>
                </a:solidFill>
                <a:prstDash val="dash"/>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5544" name="Line 50"/>
              <p:cNvSpPr>
                <a:spLocks noChangeShapeType="1"/>
              </p:cNvSpPr>
              <p:nvPr/>
            </p:nvSpPr>
            <p:spPr bwMode="auto">
              <a:xfrm>
                <a:off x="4376" y="2816"/>
                <a:ext cx="440" cy="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105539" name="Line 51"/>
            <p:cNvSpPr>
              <a:spLocks noChangeShapeType="1"/>
            </p:cNvSpPr>
            <p:nvPr/>
          </p:nvSpPr>
          <p:spPr bwMode="auto">
            <a:xfrm>
              <a:off x="3720" y="2488"/>
              <a:ext cx="648" cy="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5540" name="Line 52"/>
            <p:cNvSpPr>
              <a:spLocks noChangeShapeType="1"/>
            </p:cNvSpPr>
            <p:nvPr/>
          </p:nvSpPr>
          <p:spPr bwMode="auto">
            <a:xfrm>
              <a:off x="3720" y="2488"/>
              <a:ext cx="0" cy="336"/>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5541" name="Line 53"/>
            <p:cNvSpPr>
              <a:spLocks noChangeShapeType="1"/>
            </p:cNvSpPr>
            <p:nvPr/>
          </p:nvSpPr>
          <p:spPr bwMode="auto">
            <a:xfrm>
              <a:off x="4368" y="2488"/>
              <a:ext cx="0" cy="336"/>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105496" name="Line 58"/>
          <p:cNvSpPr>
            <a:spLocks noChangeShapeType="1"/>
          </p:cNvSpPr>
          <p:nvPr/>
        </p:nvSpPr>
        <p:spPr bwMode="auto">
          <a:xfrm>
            <a:off x="6946900" y="4787900"/>
            <a:ext cx="698500" cy="0"/>
          </a:xfrm>
          <a:prstGeom prst="line">
            <a:avLst/>
          </a:prstGeom>
          <a:noFill/>
          <a:ln w="12700">
            <a:solidFill>
              <a:srgbClr val="FF0000"/>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5497" name="Line 59"/>
          <p:cNvSpPr>
            <a:spLocks noChangeShapeType="1"/>
          </p:cNvSpPr>
          <p:nvPr/>
        </p:nvSpPr>
        <p:spPr bwMode="auto">
          <a:xfrm>
            <a:off x="7632700" y="4787900"/>
            <a:ext cx="1143000" cy="0"/>
          </a:xfrm>
          <a:prstGeom prst="line">
            <a:avLst/>
          </a:prstGeom>
          <a:noFill/>
          <a:ln w="12700">
            <a:solidFill>
              <a:schemeClr val="tx1"/>
            </a:solidFill>
            <a:prstDash val="dash"/>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5498" name="Line 60"/>
          <p:cNvSpPr>
            <a:spLocks noChangeShapeType="1"/>
          </p:cNvSpPr>
          <p:nvPr/>
        </p:nvSpPr>
        <p:spPr bwMode="auto">
          <a:xfrm>
            <a:off x="8750300" y="4787900"/>
            <a:ext cx="520700" cy="0"/>
          </a:xfrm>
          <a:prstGeom prst="line">
            <a:avLst/>
          </a:prstGeom>
          <a:noFill/>
          <a:ln w="12700">
            <a:solidFill>
              <a:schemeClr val="tx1"/>
            </a:solidFill>
            <a:prstDash val="dash"/>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5499" name="Line 62"/>
          <p:cNvSpPr>
            <a:spLocks noChangeShapeType="1"/>
          </p:cNvSpPr>
          <p:nvPr/>
        </p:nvSpPr>
        <p:spPr bwMode="auto">
          <a:xfrm>
            <a:off x="7708900" y="4267200"/>
            <a:ext cx="0" cy="533400"/>
          </a:xfrm>
          <a:prstGeom prst="line">
            <a:avLst/>
          </a:prstGeom>
          <a:noFill/>
          <a:ln w="12700" cap="sq">
            <a:solidFill>
              <a:srgbClr val="FF0000"/>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5500" name="Line 63"/>
          <p:cNvSpPr>
            <a:spLocks noChangeShapeType="1"/>
          </p:cNvSpPr>
          <p:nvPr/>
        </p:nvSpPr>
        <p:spPr bwMode="auto">
          <a:xfrm>
            <a:off x="8737600" y="4724400"/>
            <a:ext cx="0" cy="533400"/>
          </a:xfrm>
          <a:prstGeom prst="line">
            <a:avLst/>
          </a:prstGeom>
          <a:noFill/>
          <a:ln w="12700" cap="sq">
            <a:solidFill>
              <a:srgbClr val="FF0000"/>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5501" name="Line 66"/>
          <p:cNvSpPr>
            <a:spLocks noChangeShapeType="1"/>
          </p:cNvSpPr>
          <p:nvPr/>
        </p:nvSpPr>
        <p:spPr bwMode="auto">
          <a:xfrm>
            <a:off x="4279900" y="4787900"/>
            <a:ext cx="698500" cy="0"/>
          </a:xfrm>
          <a:prstGeom prst="line">
            <a:avLst/>
          </a:prstGeom>
          <a:noFill/>
          <a:ln w="12700" cap="sq">
            <a:solidFill>
              <a:srgbClr val="00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5502" name="Line 67"/>
          <p:cNvSpPr>
            <a:spLocks noChangeShapeType="1"/>
          </p:cNvSpPr>
          <p:nvPr/>
        </p:nvSpPr>
        <p:spPr bwMode="auto">
          <a:xfrm>
            <a:off x="4965700" y="4787900"/>
            <a:ext cx="1143000" cy="0"/>
          </a:xfrm>
          <a:prstGeom prst="line">
            <a:avLst/>
          </a:prstGeom>
          <a:noFill/>
          <a:ln w="12700">
            <a:solidFill>
              <a:schemeClr val="tx1"/>
            </a:solidFill>
            <a:prstDash val="dash"/>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5503" name="Line 68"/>
          <p:cNvSpPr>
            <a:spLocks noChangeShapeType="1"/>
          </p:cNvSpPr>
          <p:nvPr/>
        </p:nvSpPr>
        <p:spPr bwMode="auto">
          <a:xfrm>
            <a:off x="6083300" y="4787900"/>
            <a:ext cx="482600" cy="0"/>
          </a:xfrm>
          <a:prstGeom prst="line">
            <a:avLst/>
          </a:prstGeom>
          <a:noFill/>
          <a:ln w="12700">
            <a:solidFill>
              <a:schemeClr val="tx1"/>
            </a:solidFill>
            <a:prstDash val="dash"/>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5504" name="Line 70"/>
          <p:cNvSpPr>
            <a:spLocks noChangeShapeType="1"/>
          </p:cNvSpPr>
          <p:nvPr/>
        </p:nvSpPr>
        <p:spPr bwMode="auto">
          <a:xfrm>
            <a:off x="5041900" y="4267200"/>
            <a:ext cx="0" cy="533400"/>
          </a:xfrm>
          <a:prstGeom prst="line">
            <a:avLst/>
          </a:prstGeom>
          <a:noFill/>
          <a:ln w="12700" cap="sq">
            <a:solidFill>
              <a:srgbClr val="00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5505" name="Line 71"/>
          <p:cNvSpPr>
            <a:spLocks noChangeShapeType="1"/>
          </p:cNvSpPr>
          <p:nvPr/>
        </p:nvSpPr>
        <p:spPr bwMode="auto">
          <a:xfrm>
            <a:off x="6070600" y="4445000"/>
            <a:ext cx="0" cy="533400"/>
          </a:xfrm>
          <a:prstGeom prst="line">
            <a:avLst/>
          </a:prstGeom>
          <a:noFill/>
          <a:ln w="12700" cap="sq">
            <a:solidFill>
              <a:srgbClr val="00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5506" name="Line 74"/>
          <p:cNvSpPr>
            <a:spLocks noChangeShapeType="1"/>
          </p:cNvSpPr>
          <p:nvPr/>
        </p:nvSpPr>
        <p:spPr bwMode="auto">
          <a:xfrm>
            <a:off x="4241800" y="5803900"/>
            <a:ext cx="698500" cy="0"/>
          </a:xfrm>
          <a:prstGeom prst="line">
            <a:avLst/>
          </a:prstGeom>
          <a:noFill/>
          <a:ln w="12700" cap="sq">
            <a:solidFill>
              <a:srgbClr val="00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5507" name="Line 75"/>
          <p:cNvSpPr>
            <a:spLocks noChangeShapeType="1"/>
          </p:cNvSpPr>
          <p:nvPr/>
        </p:nvSpPr>
        <p:spPr bwMode="auto">
          <a:xfrm>
            <a:off x="4927600" y="5803900"/>
            <a:ext cx="1422400" cy="0"/>
          </a:xfrm>
          <a:prstGeom prst="line">
            <a:avLst/>
          </a:prstGeom>
          <a:noFill/>
          <a:ln w="12700">
            <a:solidFill>
              <a:schemeClr val="tx1"/>
            </a:solidFill>
            <a:prstDash val="dash"/>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5508" name="Line 76"/>
          <p:cNvSpPr>
            <a:spLocks noChangeShapeType="1"/>
          </p:cNvSpPr>
          <p:nvPr/>
        </p:nvSpPr>
        <p:spPr bwMode="auto">
          <a:xfrm>
            <a:off x="6337300" y="5803900"/>
            <a:ext cx="406400" cy="0"/>
          </a:xfrm>
          <a:prstGeom prst="line">
            <a:avLst/>
          </a:prstGeom>
          <a:noFill/>
          <a:ln w="12700" cap="sq">
            <a:solidFill>
              <a:srgbClr val="00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5509" name="Line 78"/>
          <p:cNvSpPr>
            <a:spLocks noChangeShapeType="1"/>
          </p:cNvSpPr>
          <p:nvPr/>
        </p:nvSpPr>
        <p:spPr bwMode="auto">
          <a:xfrm>
            <a:off x="5003800" y="5283200"/>
            <a:ext cx="0" cy="533400"/>
          </a:xfrm>
          <a:prstGeom prst="line">
            <a:avLst/>
          </a:prstGeom>
          <a:noFill/>
          <a:ln w="12700" cap="sq">
            <a:solidFill>
              <a:srgbClr val="00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5510" name="Line 79"/>
          <p:cNvSpPr>
            <a:spLocks noChangeShapeType="1"/>
          </p:cNvSpPr>
          <p:nvPr/>
        </p:nvSpPr>
        <p:spPr bwMode="auto">
          <a:xfrm>
            <a:off x="6032500" y="5816600"/>
            <a:ext cx="0" cy="533400"/>
          </a:xfrm>
          <a:prstGeom prst="line">
            <a:avLst/>
          </a:prstGeom>
          <a:noFill/>
          <a:ln w="12700" cap="sq">
            <a:solidFill>
              <a:srgbClr val="00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5511" name="Line 88"/>
          <p:cNvSpPr>
            <a:spLocks noChangeShapeType="1"/>
          </p:cNvSpPr>
          <p:nvPr/>
        </p:nvSpPr>
        <p:spPr bwMode="auto">
          <a:xfrm>
            <a:off x="5054600" y="4292600"/>
            <a:ext cx="1028700" cy="152400"/>
          </a:xfrm>
          <a:prstGeom prst="line">
            <a:avLst/>
          </a:prstGeom>
          <a:noFill/>
          <a:ln w="12700" cap="sq">
            <a:solidFill>
              <a:srgbClr val="00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5512" name="Line 89"/>
          <p:cNvSpPr>
            <a:spLocks noChangeShapeType="1"/>
          </p:cNvSpPr>
          <p:nvPr/>
        </p:nvSpPr>
        <p:spPr bwMode="auto">
          <a:xfrm flipV="1">
            <a:off x="6070600" y="4813300"/>
            <a:ext cx="508000" cy="152400"/>
          </a:xfrm>
          <a:prstGeom prst="line">
            <a:avLst/>
          </a:prstGeom>
          <a:noFill/>
          <a:ln w="12700" cap="sq">
            <a:solidFill>
              <a:srgbClr val="0000FF"/>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5513" name="Freeform 90"/>
          <p:cNvSpPr>
            <a:spLocks/>
          </p:cNvSpPr>
          <p:nvPr/>
        </p:nvSpPr>
        <p:spPr bwMode="auto">
          <a:xfrm>
            <a:off x="7708900" y="4267200"/>
            <a:ext cx="1041400" cy="469900"/>
          </a:xfrm>
          <a:custGeom>
            <a:avLst/>
            <a:gdLst>
              <a:gd name="T0" fmla="*/ 0 w 656"/>
              <a:gd name="T1" fmla="*/ 0 h 296"/>
              <a:gd name="T2" fmla="*/ 2147483646 w 656"/>
              <a:gd name="T3" fmla="*/ 2147483646 h 296"/>
              <a:gd name="T4" fmla="*/ 2147483646 w 656"/>
              <a:gd name="T5" fmla="*/ 2147483646 h 296"/>
              <a:gd name="T6" fmla="*/ 0 60000 65536"/>
              <a:gd name="T7" fmla="*/ 0 60000 65536"/>
              <a:gd name="T8" fmla="*/ 0 60000 65536"/>
              <a:gd name="T9" fmla="*/ 0 w 656"/>
              <a:gd name="T10" fmla="*/ 0 h 296"/>
              <a:gd name="T11" fmla="*/ 656 w 656"/>
              <a:gd name="T12" fmla="*/ 296 h 296"/>
            </a:gdLst>
            <a:ahLst/>
            <a:cxnLst>
              <a:cxn ang="T6">
                <a:pos x="T0" y="T1"/>
              </a:cxn>
              <a:cxn ang="T7">
                <a:pos x="T2" y="T3"/>
              </a:cxn>
              <a:cxn ang="T8">
                <a:pos x="T4" y="T5"/>
              </a:cxn>
            </a:cxnLst>
            <a:rect l="T9" t="T10" r="T11" b="T12"/>
            <a:pathLst>
              <a:path w="656" h="296">
                <a:moveTo>
                  <a:pt x="0" y="0"/>
                </a:moveTo>
                <a:cubicBezTo>
                  <a:pt x="89" y="59"/>
                  <a:pt x="179" y="119"/>
                  <a:pt x="288" y="168"/>
                </a:cubicBezTo>
                <a:cubicBezTo>
                  <a:pt x="397" y="217"/>
                  <a:pt x="595" y="275"/>
                  <a:pt x="656" y="296"/>
                </a:cubicBezTo>
              </a:path>
            </a:pathLst>
          </a:cu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05514" name="Freeform 91"/>
          <p:cNvSpPr>
            <a:spLocks/>
          </p:cNvSpPr>
          <p:nvPr/>
        </p:nvSpPr>
        <p:spPr bwMode="auto">
          <a:xfrm>
            <a:off x="8737600" y="4813300"/>
            <a:ext cx="558800" cy="457200"/>
          </a:xfrm>
          <a:custGeom>
            <a:avLst/>
            <a:gdLst>
              <a:gd name="T0" fmla="*/ 0 w 352"/>
              <a:gd name="T1" fmla="*/ 2147483646 h 288"/>
              <a:gd name="T2" fmla="*/ 2147483646 w 352"/>
              <a:gd name="T3" fmla="*/ 2147483646 h 288"/>
              <a:gd name="T4" fmla="*/ 2147483646 w 352"/>
              <a:gd name="T5" fmla="*/ 0 h 288"/>
              <a:gd name="T6" fmla="*/ 0 60000 65536"/>
              <a:gd name="T7" fmla="*/ 0 60000 65536"/>
              <a:gd name="T8" fmla="*/ 0 60000 65536"/>
              <a:gd name="T9" fmla="*/ 0 w 352"/>
              <a:gd name="T10" fmla="*/ 0 h 288"/>
              <a:gd name="T11" fmla="*/ 352 w 352"/>
              <a:gd name="T12" fmla="*/ 288 h 288"/>
            </a:gdLst>
            <a:ahLst/>
            <a:cxnLst>
              <a:cxn ang="T6">
                <a:pos x="T0" y="T1"/>
              </a:cxn>
              <a:cxn ang="T7">
                <a:pos x="T2" y="T3"/>
              </a:cxn>
              <a:cxn ang="T8">
                <a:pos x="T4" y="T5"/>
              </a:cxn>
            </a:cxnLst>
            <a:rect l="T9" t="T10" r="T11" b="T12"/>
            <a:pathLst>
              <a:path w="352" h="288">
                <a:moveTo>
                  <a:pt x="0" y="288"/>
                </a:moveTo>
                <a:cubicBezTo>
                  <a:pt x="22" y="224"/>
                  <a:pt x="45" y="160"/>
                  <a:pt x="104" y="112"/>
                </a:cubicBezTo>
                <a:cubicBezTo>
                  <a:pt x="163" y="64"/>
                  <a:pt x="311" y="19"/>
                  <a:pt x="352" y="0"/>
                </a:cubicBezTo>
              </a:path>
            </a:pathLst>
          </a:cu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05515" name="Freeform 92"/>
          <p:cNvSpPr>
            <a:spLocks/>
          </p:cNvSpPr>
          <p:nvPr/>
        </p:nvSpPr>
        <p:spPr bwMode="auto">
          <a:xfrm>
            <a:off x="5016500" y="5283200"/>
            <a:ext cx="292100" cy="520700"/>
          </a:xfrm>
          <a:custGeom>
            <a:avLst/>
            <a:gdLst>
              <a:gd name="T0" fmla="*/ 0 w 184"/>
              <a:gd name="T1" fmla="*/ 0 h 328"/>
              <a:gd name="T2" fmla="*/ 2147483646 w 184"/>
              <a:gd name="T3" fmla="*/ 2147483646 h 328"/>
              <a:gd name="T4" fmla="*/ 2147483646 w 184"/>
              <a:gd name="T5" fmla="*/ 2147483646 h 328"/>
              <a:gd name="T6" fmla="*/ 2147483646 w 184"/>
              <a:gd name="T7" fmla="*/ 2147483646 h 328"/>
              <a:gd name="T8" fmla="*/ 0 60000 65536"/>
              <a:gd name="T9" fmla="*/ 0 60000 65536"/>
              <a:gd name="T10" fmla="*/ 0 60000 65536"/>
              <a:gd name="T11" fmla="*/ 0 60000 65536"/>
              <a:gd name="T12" fmla="*/ 0 w 184"/>
              <a:gd name="T13" fmla="*/ 0 h 328"/>
              <a:gd name="T14" fmla="*/ 184 w 184"/>
              <a:gd name="T15" fmla="*/ 328 h 328"/>
            </a:gdLst>
            <a:ahLst/>
            <a:cxnLst>
              <a:cxn ang="T8">
                <a:pos x="T0" y="T1"/>
              </a:cxn>
              <a:cxn ang="T9">
                <a:pos x="T2" y="T3"/>
              </a:cxn>
              <a:cxn ang="T10">
                <a:pos x="T4" y="T5"/>
              </a:cxn>
              <a:cxn ang="T11">
                <a:pos x="T6" y="T7"/>
              </a:cxn>
            </a:cxnLst>
            <a:rect l="T12" t="T13" r="T14" b="T15"/>
            <a:pathLst>
              <a:path w="184" h="328">
                <a:moveTo>
                  <a:pt x="0" y="0"/>
                </a:moveTo>
                <a:cubicBezTo>
                  <a:pt x="12" y="56"/>
                  <a:pt x="25" y="112"/>
                  <a:pt x="48" y="160"/>
                </a:cubicBezTo>
                <a:cubicBezTo>
                  <a:pt x="71" y="208"/>
                  <a:pt x="113" y="260"/>
                  <a:pt x="136" y="288"/>
                </a:cubicBezTo>
                <a:cubicBezTo>
                  <a:pt x="159" y="316"/>
                  <a:pt x="171" y="322"/>
                  <a:pt x="184" y="328"/>
                </a:cubicBezTo>
              </a:path>
            </a:pathLst>
          </a:custGeom>
          <a:noFill/>
          <a:ln w="12700" cap="sq">
            <a:solidFill>
              <a:srgbClr val="0000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05516" name="Freeform 93"/>
          <p:cNvSpPr>
            <a:spLocks/>
          </p:cNvSpPr>
          <p:nvPr/>
        </p:nvSpPr>
        <p:spPr bwMode="auto">
          <a:xfrm rot="3517891">
            <a:off x="6045201" y="5813426"/>
            <a:ext cx="311150" cy="561975"/>
          </a:xfrm>
          <a:custGeom>
            <a:avLst/>
            <a:gdLst>
              <a:gd name="T0" fmla="*/ 0 w 184"/>
              <a:gd name="T1" fmla="*/ 0 h 328"/>
              <a:gd name="T2" fmla="*/ 2147483646 w 184"/>
              <a:gd name="T3" fmla="*/ 2147483646 h 328"/>
              <a:gd name="T4" fmla="*/ 2147483646 w 184"/>
              <a:gd name="T5" fmla="*/ 2147483646 h 328"/>
              <a:gd name="T6" fmla="*/ 2147483646 w 184"/>
              <a:gd name="T7" fmla="*/ 2147483646 h 328"/>
              <a:gd name="T8" fmla="*/ 0 60000 65536"/>
              <a:gd name="T9" fmla="*/ 0 60000 65536"/>
              <a:gd name="T10" fmla="*/ 0 60000 65536"/>
              <a:gd name="T11" fmla="*/ 0 60000 65536"/>
              <a:gd name="T12" fmla="*/ 0 w 184"/>
              <a:gd name="T13" fmla="*/ 0 h 328"/>
              <a:gd name="T14" fmla="*/ 184 w 184"/>
              <a:gd name="T15" fmla="*/ 328 h 328"/>
            </a:gdLst>
            <a:ahLst/>
            <a:cxnLst>
              <a:cxn ang="T8">
                <a:pos x="T0" y="T1"/>
              </a:cxn>
              <a:cxn ang="T9">
                <a:pos x="T2" y="T3"/>
              </a:cxn>
              <a:cxn ang="T10">
                <a:pos x="T4" y="T5"/>
              </a:cxn>
              <a:cxn ang="T11">
                <a:pos x="T6" y="T7"/>
              </a:cxn>
            </a:cxnLst>
            <a:rect l="T12" t="T13" r="T14" b="T15"/>
            <a:pathLst>
              <a:path w="184" h="328">
                <a:moveTo>
                  <a:pt x="0" y="0"/>
                </a:moveTo>
                <a:cubicBezTo>
                  <a:pt x="12" y="56"/>
                  <a:pt x="25" y="112"/>
                  <a:pt x="48" y="160"/>
                </a:cubicBezTo>
                <a:cubicBezTo>
                  <a:pt x="71" y="208"/>
                  <a:pt x="113" y="260"/>
                  <a:pt x="136" y="288"/>
                </a:cubicBezTo>
                <a:cubicBezTo>
                  <a:pt x="159" y="316"/>
                  <a:pt x="171" y="322"/>
                  <a:pt x="184" y="328"/>
                </a:cubicBezTo>
              </a:path>
            </a:pathLst>
          </a:custGeom>
          <a:noFill/>
          <a:ln w="12700" cap="sq">
            <a:solidFill>
              <a:srgbClr val="0000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05517" name="Line 94"/>
          <p:cNvSpPr>
            <a:spLocks noChangeShapeType="1"/>
          </p:cNvSpPr>
          <p:nvPr/>
        </p:nvSpPr>
        <p:spPr bwMode="auto">
          <a:xfrm>
            <a:off x="6997700" y="5842000"/>
            <a:ext cx="698500" cy="0"/>
          </a:xfrm>
          <a:prstGeom prst="line">
            <a:avLst/>
          </a:prstGeom>
          <a:noFill/>
          <a:ln w="12700" cap="sq">
            <a:solidFill>
              <a:srgbClr val="00FF00"/>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5518" name="Line 95"/>
          <p:cNvSpPr>
            <a:spLocks noChangeShapeType="1"/>
          </p:cNvSpPr>
          <p:nvPr/>
        </p:nvSpPr>
        <p:spPr bwMode="auto">
          <a:xfrm>
            <a:off x="7683500" y="5842000"/>
            <a:ext cx="1231900" cy="0"/>
          </a:xfrm>
          <a:prstGeom prst="line">
            <a:avLst/>
          </a:prstGeom>
          <a:noFill/>
          <a:ln w="12700">
            <a:solidFill>
              <a:schemeClr val="tx1"/>
            </a:solidFill>
            <a:prstDash val="dash"/>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5519" name="Line 96"/>
          <p:cNvSpPr>
            <a:spLocks noChangeShapeType="1"/>
          </p:cNvSpPr>
          <p:nvPr/>
        </p:nvSpPr>
        <p:spPr bwMode="auto">
          <a:xfrm>
            <a:off x="8902700" y="5842000"/>
            <a:ext cx="596900" cy="0"/>
          </a:xfrm>
          <a:prstGeom prst="line">
            <a:avLst/>
          </a:prstGeom>
          <a:noFill/>
          <a:ln w="12700" cap="sq">
            <a:solidFill>
              <a:srgbClr val="00FF00"/>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5520" name="Line 97"/>
          <p:cNvSpPr>
            <a:spLocks noChangeShapeType="1"/>
          </p:cNvSpPr>
          <p:nvPr/>
        </p:nvSpPr>
        <p:spPr bwMode="auto">
          <a:xfrm>
            <a:off x="7759700" y="5321300"/>
            <a:ext cx="0" cy="533400"/>
          </a:xfrm>
          <a:prstGeom prst="line">
            <a:avLst/>
          </a:prstGeom>
          <a:noFill/>
          <a:ln w="12700" cap="sq">
            <a:solidFill>
              <a:srgbClr val="00FF00"/>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5521" name="Line 98"/>
          <p:cNvSpPr>
            <a:spLocks noChangeShapeType="1"/>
          </p:cNvSpPr>
          <p:nvPr/>
        </p:nvSpPr>
        <p:spPr bwMode="auto">
          <a:xfrm>
            <a:off x="8788400" y="5854700"/>
            <a:ext cx="0" cy="533400"/>
          </a:xfrm>
          <a:prstGeom prst="line">
            <a:avLst/>
          </a:prstGeom>
          <a:noFill/>
          <a:ln w="12700" cap="sq">
            <a:solidFill>
              <a:srgbClr val="00FF00"/>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5522" name="Freeform 99"/>
          <p:cNvSpPr>
            <a:spLocks/>
          </p:cNvSpPr>
          <p:nvPr/>
        </p:nvSpPr>
        <p:spPr bwMode="auto">
          <a:xfrm>
            <a:off x="7772400" y="5321300"/>
            <a:ext cx="101600" cy="520700"/>
          </a:xfrm>
          <a:custGeom>
            <a:avLst/>
            <a:gdLst>
              <a:gd name="T0" fmla="*/ 0 w 184"/>
              <a:gd name="T1" fmla="*/ 0 h 328"/>
              <a:gd name="T2" fmla="*/ 2147483646 w 184"/>
              <a:gd name="T3" fmla="*/ 2147483646 h 328"/>
              <a:gd name="T4" fmla="*/ 2147483646 w 184"/>
              <a:gd name="T5" fmla="*/ 2147483646 h 328"/>
              <a:gd name="T6" fmla="*/ 2147483646 w 184"/>
              <a:gd name="T7" fmla="*/ 2147483646 h 328"/>
              <a:gd name="T8" fmla="*/ 0 60000 65536"/>
              <a:gd name="T9" fmla="*/ 0 60000 65536"/>
              <a:gd name="T10" fmla="*/ 0 60000 65536"/>
              <a:gd name="T11" fmla="*/ 0 60000 65536"/>
              <a:gd name="T12" fmla="*/ 0 w 184"/>
              <a:gd name="T13" fmla="*/ 0 h 328"/>
              <a:gd name="T14" fmla="*/ 184 w 184"/>
              <a:gd name="T15" fmla="*/ 328 h 328"/>
            </a:gdLst>
            <a:ahLst/>
            <a:cxnLst>
              <a:cxn ang="T8">
                <a:pos x="T0" y="T1"/>
              </a:cxn>
              <a:cxn ang="T9">
                <a:pos x="T2" y="T3"/>
              </a:cxn>
              <a:cxn ang="T10">
                <a:pos x="T4" y="T5"/>
              </a:cxn>
              <a:cxn ang="T11">
                <a:pos x="T6" y="T7"/>
              </a:cxn>
            </a:cxnLst>
            <a:rect l="T12" t="T13" r="T14" b="T15"/>
            <a:pathLst>
              <a:path w="184" h="328">
                <a:moveTo>
                  <a:pt x="0" y="0"/>
                </a:moveTo>
                <a:cubicBezTo>
                  <a:pt x="12" y="56"/>
                  <a:pt x="25" y="112"/>
                  <a:pt x="48" y="160"/>
                </a:cubicBezTo>
                <a:cubicBezTo>
                  <a:pt x="71" y="208"/>
                  <a:pt x="113" y="260"/>
                  <a:pt x="136" y="288"/>
                </a:cubicBezTo>
                <a:cubicBezTo>
                  <a:pt x="159" y="316"/>
                  <a:pt x="171" y="322"/>
                  <a:pt x="184" y="328"/>
                </a:cubicBezTo>
              </a:path>
            </a:pathLst>
          </a:custGeom>
          <a:noFill/>
          <a:ln w="12700" cap="sq">
            <a:solidFill>
              <a:srgbClr val="00FF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05523" name="Freeform 101"/>
          <p:cNvSpPr>
            <a:spLocks/>
          </p:cNvSpPr>
          <p:nvPr/>
        </p:nvSpPr>
        <p:spPr bwMode="auto">
          <a:xfrm>
            <a:off x="8788400" y="5842000"/>
            <a:ext cx="127000" cy="533400"/>
          </a:xfrm>
          <a:custGeom>
            <a:avLst/>
            <a:gdLst>
              <a:gd name="T0" fmla="*/ 0 w 80"/>
              <a:gd name="T1" fmla="*/ 2147483646 h 336"/>
              <a:gd name="T2" fmla="*/ 2147483646 w 80"/>
              <a:gd name="T3" fmla="*/ 2147483646 h 336"/>
              <a:gd name="T4" fmla="*/ 2147483646 w 80"/>
              <a:gd name="T5" fmla="*/ 2147483646 h 336"/>
              <a:gd name="T6" fmla="*/ 2147483646 w 80"/>
              <a:gd name="T7" fmla="*/ 0 h 336"/>
              <a:gd name="T8" fmla="*/ 0 60000 65536"/>
              <a:gd name="T9" fmla="*/ 0 60000 65536"/>
              <a:gd name="T10" fmla="*/ 0 60000 65536"/>
              <a:gd name="T11" fmla="*/ 0 60000 65536"/>
              <a:gd name="T12" fmla="*/ 0 w 80"/>
              <a:gd name="T13" fmla="*/ 0 h 336"/>
              <a:gd name="T14" fmla="*/ 80 w 80"/>
              <a:gd name="T15" fmla="*/ 336 h 336"/>
            </a:gdLst>
            <a:ahLst/>
            <a:cxnLst>
              <a:cxn ang="T8">
                <a:pos x="T0" y="T1"/>
              </a:cxn>
              <a:cxn ang="T9">
                <a:pos x="T2" y="T3"/>
              </a:cxn>
              <a:cxn ang="T10">
                <a:pos x="T4" y="T5"/>
              </a:cxn>
              <a:cxn ang="T11">
                <a:pos x="T6" y="T7"/>
              </a:cxn>
            </a:cxnLst>
            <a:rect l="T12" t="T13" r="T14" b="T15"/>
            <a:pathLst>
              <a:path w="80" h="336">
                <a:moveTo>
                  <a:pt x="0" y="336"/>
                </a:moveTo>
                <a:cubicBezTo>
                  <a:pt x="4" y="258"/>
                  <a:pt x="9" y="180"/>
                  <a:pt x="16" y="128"/>
                </a:cubicBezTo>
                <a:cubicBezTo>
                  <a:pt x="23" y="76"/>
                  <a:pt x="29" y="45"/>
                  <a:pt x="40" y="24"/>
                </a:cubicBezTo>
                <a:cubicBezTo>
                  <a:pt x="51" y="3"/>
                  <a:pt x="77" y="4"/>
                  <a:pt x="80" y="0"/>
                </a:cubicBezTo>
              </a:path>
            </a:pathLst>
          </a:custGeom>
          <a:noFill/>
          <a:ln w="12700" cap="sq">
            <a:solidFill>
              <a:srgbClr val="00FF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05524" name="Line 102"/>
          <p:cNvSpPr>
            <a:spLocks noChangeShapeType="1"/>
          </p:cNvSpPr>
          <p:nvPr/>
        </p:nvSpPr>
        <p:spPr bwMode="auto">
          <a:xfrm>
            <a:off x="7696200" y="3822700"/>
            <a:ext cx="1041400" cy="0"/>
          </a:xfrm>
          <a:prstGeom prst="line">
            <a:avLst/>
          </a:prstGeom>
          <a:noFill/>
          <a:ln w="12700" cap="sq">
            <a:solidFill>
              <a:schemeClr val="tx1"/>
            </a:solidFill>
            <a:miter lim="800000"/>
            <a:headEnd type="arrow" w="med" len="me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105525" name="Object 103"/>
          <p:cNvGraphicFramePr>
            <a:graphicFrameLocks noChangeAspect="1"/>
          </p:cNvGraphicFramePr>
          <p:nvPr/>
        </p:nvGraphicFramePr>
        <p:xfrm>
          <a:off x="8031163" y="3608388"/>
          <a:ext cx="387350" cy="457200"/>
        </p:xfrm>
        <a:graphic>
          <a:graphicData uri="http://schemas.openxmlformats.org/presentationml/2006/ole">
            <mc:AlternateContent xmlns:mc="http://schemas.openxmlformats.org/markup-compatibility/2006">
              <mc:Choice xmlns:v="urn:schemas-microsoft-com:vml" Requires="v">
                <p:oleObj spid="_x0000_s106037" name="Equation" r:id="rId16" imgW="95110" imgH="114198" progId="Equation.DSMT4">
                  <p:embed/>
                </p:oleObj>
              </mc:Choice>
              <mc:Fallback>
                <p:oleObj name="Equation" r:id="rId16" imgW="95110" imgH="114198" progId="Equation.DSMT4">
                  <p:embed/>
                  <p:pic>
                    <p:nvPicPr>
                      <p:cNvPr id="0" name="Object 10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031163" y="3608388"/>
                        <a:ext cx="3873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5526" name="Object 104"/>
          <p:cNvGraphicFramePr>
            <a:graphicFrameLocks noChangeAspect="1"/>
          </p:cNvGraphicFramePr>
          <p:nvPr/>
        </p:nvGraphicFramePr>
        <p:xfrm>
          <a:off x="5141913" y="4454526"/>
          <a:ext cx="895350" cy="288925"/>
        </p:xfrm>
        <a:graphic>
          <a:graphicData uri="http://schemas.openxmlformats.org/presentationml/2006/ole">
            <mc:AlternateContent xmlns:mc="http://schemas.openxmlformats.org/markup-compatibility/2006">
              <mc:Choice xmlns:v="urn:schemas-microsoft-com:vml" Requires="v">
                <p:oleObj spid="_x0000_s106038" name="Equation" r:id="rId18" imgW="533349" imgH="133486" progId="Equation.DSMT4">
                  <p:embed/>
                </p:oleObj>
              </mc:Choice>
              <mc:Fallback>
                <p:oleObj name="Equation" r:id="rId18" imgW="533349" imgH="133486" progId="Equation.DSMT4">
                  <p:embed/>
                  <p:pic>
                    <p:nvPicPr>
                      <p:cNvPr id="0" name="Object 10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141913" y="4454526"/>
                        <a:ext cx="895350" cy="288925"/>
                      </a:xfrm>
                      <a:prstGeom prst="rect">
                        <a:avLst/>
                      </a:prstGeom>
                      <a:noFill/>
                      <a:ln>
                        <a:noFill/>
                      </a:ln>
                      <a:effectLst/>
                      <a:extLst>
                        <a:ext uri="{909E8E84-426E-40DD-AFC4-6F175D3DCCD1}">
                          <a14:hiddenFill xmlns:a14="http://schemas.microsoft.com/office/drawing/2010/main">
                            <a:solidFill>
                              <a:srgbClr val="0000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5527" name="Object 105"/>
          <p:cNvGraphicFramePr>
            <a:graphicFrameLocks noChangeAspect="1"/>
          </p:cNvGraphicFramePr>
          <p:nvPr/>
        </p:nvGraphicFramePr>
        <p:xfrm>
          <a:off x="7696201" y="4860926"/>
          <a:ext cx="1071563" cy="288925"/>
        </p:xfrm>
        <a:graphic>
          <a:graphicData uri="http://schemas.openxmlformats.org/presentationml/2006/ole">
            <mc:AlternateContent xmlns:mc="http://schemas.openxmlformats.org/markup-compatibility/2006">
              <mc:Choice xmlns:v="urn:schemas-microsoft-com:vml" Requires="v">
                <p:oleObj spid="_x0000_s106039" name="Equation" r:id="rId20" imgW="647725" imgH="133486" progId="Equation.DSMT4">
                  <p:embed/>
                </p:oleObj>
              </mc:Choice>
              <mc:Fallback>
                <p:oleObj name="Equation" r:id="rId20" imgW="647725" imgH="133486" progId="Equation.DSMT4">
                  <p:embed/>
                  <p:pic>
                    <p:nvPicPr>
                      <p:cNvPr id="0" name="Object 105"/>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7696201" y="4860926"/>
                        <a:ext cx="1071563" cy="288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5528" name="Object 106"/>
          <p:cNvGraphicFramePr>
            <a:graphicFrameLocks noChangeAspect="1"/>
          </p:cNvGraphicFramePr>
          <p:nvPr/>
        </p:nvGraphicFramePr>
        <p:xfrm>
          <a:off x="4975226" y="5889626"/>
          <a:ext cx="1050925" cy="288925"/>
        </p:xfrm>
        <a:graphic>
          <a:graphicData uri="http://schemas.openxmlformats.org/presentationml/2006/ole">
            <mc:AlternateContent xmlns:mc="http://schemas.openxmlformats.org/markup-compatibility/2006">
              <mc:Choice xmlns:v="urn:schemas-microsoft-com:vml" Requires="v">
                <p:oleObj spid="_x0000_s106040" name="Equation" r:id="rId22" imgW="638245" imgH="133486" progId="Equation.DSMT4">
                  <p:embed/>
                </p:oleObj>
              </mc:Choice>
              <mc:Fallback>
                <p:oleObj name="Equation" r:id="rId22" imgW="638245" imgH="133486" progId="Equation.DSMT4">
                  <p:embed/>
                  <p:pic>
                    <p:nvPicPr>
                      <p:cNvPr id="0" name="Object 106"/>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975226" y="5889626"/>
                        <a:ext cx="1050925" cy="288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5529" name="Object 107"/>
          <p:cNvGraphicFramePr>
            <a:graphicFrameLocks noChangeAspect="1"/>
          </p:cNvGraphicFramePr>
          <p:nvPr/>
        </p:nvGraphicFramePr>
        <p:xfrm>
          <a:off x="7550151" y="6016626"/>
          <a:ext cx="1185863" cy="288925"/>
        </p:xfrm>
        <a:graphic>
          <a:graphicData uri="http://schemas.openxmlformats.org/presentationml/2006/ole">
            <mc:AlternateContent xmlns:mc="http://schemas.openxmlformats.org/markup-compatibility/2006">
              <mc:Choice xmlns:v="urn:schemas-microsoft-com:vml" Requires="v">
                <p:oleObj spid="_x0000_s106041" name="Equation" r:id="rId24" imgW="723875" imgH="133486" progId="Equation.DSMT4">
                  <p:embed/>
                </p:oleObj>
              </mc:Choice>
              <mc:Fallback>
                <p:oleObj name="Equation" r:id="rId24" imgW="723875" imgH="133486" progId="Equation.DSMT4">
                  <p:embed/>
                  <p:pic>
                    <p:nvPicPr>
                      <p:cNvPr id="0" name="Object 107"/>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7550151" y="6016626"/>
                        <a:ext cx="1185863" cy="288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5530" name="Rectangle 108"/>
          <p:cNvSpPr>
            <a:spLocks noChangeArrowheads="1"/>
          </p:cNvSpPr>
          <p:nvPr/>
        </p:nvSpPr>
        <p:spPr bwMode="auto">
          <a:xfrm>
            <a:off x="1943100" y="3125788"/>
            <a:ext cx="2133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放</a:t>
            </a:r>
            <a:r>
              <a:rPr kumimoji="1" lang="zh-CN" altLang="zh-CN" sz="2800">
                <a:solidFill>
                  <a:srgbClr val="0000FF"/>
                </a:solidFill>
                <a:latin typeface="Times New Roman" panose="02020603050405020304" pitchFamily="18" charset="0"/>
              </a:rPr>
              <a:t>电过程</a:t>
            </a:r>
            <a:endParaRPr kumimoji="1" lang="zh-CN" altLang="en-US" sz="2800">
              <a:solidFill>
                <a:srgbClr val="0000FF"/>
              </a:solidFill>
              <a:latin typeface="Times New Roman" panose="02020603050405020304" pitchFamily="18" charset="0"/>
            </a:endParaRPr>
          </a:p>
        </p:txBody>
      </p:sp>
      <p:graphicFrame>
        <p:nvGraphicFramePr>
          <p:cNvPr id="105531" name="Object 109"/>
          <p:cNvGraphicFramePr>
            <a:graphicFrameLocks noChangeAspect="1"/>
          </p:cNvGraphicFramePr>
          <p:nvPr/>
        </p:nvGraphicFramePr>
        <p:xfrm>
          <a:off x="2889251" y="3557589"/>
          <a:ext cx="1681163" cy="700087"/>
        </p:xfrm>
        <a:graphic>
          <a:graphicData uri="http://schemas.openxmlformats.org/presentationml/2006/ole">
            <mc:AlternateContent xmlns:mc="http://schemas.openxmlformats.org/markup-compatibility/2006">
              <mc:Choice xmlns:v="urn:schemas-microsoft-com:vml" Requires="v">
                <p:oleObj spid="_x0000_s106042" name="Equation" r:id="rId26" imgW="781063" imgH="295139" progId="Equation.DSMT4">
                  <p:embed/>
                </p:oleObj>
              </mc:Choice>
              <mc:Fallback>
                <p:oleObj name="Equation" r:id="rId26" imgW="781063" imgH="295139" progId="Equation.DSMT4">
                  <p:embed/>
                  <p:pic>
                    <p:nvPicPr>
                      <p:cNvPr id="0" name="Object 109"/>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889251" y="3557589"/>
                        <a:ext cx="1681163" cy="700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5532" name="Object 110"/>
          <p:cNvGraphicFramePr>
            <a:graphicFrameLocks noChangeAspect="1"/>
          </p:cNvGraphicFramePr>
          <p:nvPr/>
        </p:nvGraphicFramePr>
        <p:xfrm>
          <a:off x="5141914" y="3802064"/>
          <a:ext cx="1112837" cy="363537"/>
        </p:xfrm>
        <a:graphic>
          <a:graphicData uri="http://schemas.openxmlformats.org/presentationml/2006/ole">
            <mc:AlternateContent xmlns:mc="http://schemas.openxmlformats.org/markup-compatibility/2006">
              <mc:Choice xmlns:v="urn:schemas-microsoft-com:vml" Requires="v">
                <p:oleObj spid="_x0000_s106043" name="Equation" r:id="rId28" imgW="495427" imgH="133486" progId="Equation.DSMT4">
                  <p:embed/>
                </p:oleObj>
              </mc:Choice>
              <mc:Fallback>
                <p:oleObj name="Equation" r:id="rId28" imgW="495427" imgH="133486" progId="Equation.DSMT4">
                  <p:embed/>
                  <p:pic>
                    <p:nvPicPr>
                      <p:cNvPr id="0" name="Object 110"/>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5141914" y="3802064"/>
                        <a:ext cx="1112837" cy="363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5533" name="Object 111"/>
          <p:cNvGraphicFramePr>
            <a:graphicFrameLocks noChangeAspect="1"/>
          </p:cNvGraphicFramePr>
          <p:nvPr/>
        </p:nvGraphicFramePr>
        <p:xfrm>
          <a:off x="1763714" y="4335464"/>
          <a:ext cx="1112837" cy="363537"/>
        </p:xfrm>
        <a:graphic>
          <a:graphicData uri="http://schemas.openxmlformats.org/presentationml/2006/ole">
            <mc:AlternateContent xmlns:mc="http://schemas.openxmlformats.org/markup-compatibility/2006">
              <mc:Choice xmlns:v="urn:schemas-microsoft-com:vml" Requires="v">
                <p:oleObj spid="_x0000_s106044" name="Equation" r:id="rId30" imgW="495427" imgH="133486" progId="Equation.DSMT4">
                  <p:embed/>
                </p:oleObj>
              </mc:Choice>
              <mc:Fallback>
                <p:oleObj name="Equation" r:id="rId30" imgW="495427" imgH="133486" progId="Equation.DSMT4">
                  <p:embed/>
                  <p:pic>
                    <p:nvPicPr>
                      <p:cNvPr id="0" name="Object 111"/>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1763714" y="4335464"/>
                        <a:ext cx="1112837" cy="363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5534" name="Object 112"/>
          <p:cNvGraphicFramePr>
            <a:graphicFrameLocks noChangeAspect="1"/>
          </p:cNvGraphicFramePr>
          <p:nvPr/>
        </p:nvGraphicFramePr>
        <p:xfrm>
          <a:off x="1709738" y="4702175"/>
          <a:ext cx="1282700" cy="534988"/>
        </p:xfrm>
        <a:graphic>
          <a:graphicData uri="http://schemas.openxmlformats.org/presentationml/2006/ole">
            <mc:AlternateContent xmlns:mc="http://schemas.openxmlformats.org/markup-compatibility/2006">
              <mc:Choice xmlns:v="urn:schemas-microsoft-com:vml" Requires="v">
                <p:oleObj spid="_x0000_s106045" name="Equation" r:id="rId32" imgW="638245" imgH="342900" progId="Equation.DSMT4">
                  <p:embed/>
                </p:oleObj>
              </mc:Choice>
              <mc:Fallback>
                <p:oleObj name="Equation" r:id="rId32" imgW="638245" imgH="342900" progId="Equation.DSMT4">
                  <p:embed/>
                  <p:pic>
                    <p:nvPicPr>
                      <p:cNvPr id="0" name="Object 112"/>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1709738" y="4702175"/>
                        <a:ext cx="1282700" cy="534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5535" name="Object 113"/>
          <p:cNvGraphicFramePr>
            <a:graphicFrameLocks noChangeAspect="1"/>
          </p:cNvGraphicFramePr>
          <p:nvPr/>
        </p:nvGraphicFramePr>
        <p:xfrm>
          <a:off x="1771651" y="5286375"/>
          <a:ext cx="855663" cy="534988"/>
        </p:xfrm>
        <a:graphic>
          <a:graphicData uri="http://schemas.openxmlformats.org/presentationml/2006/ole">
            <mc:AlternateContent xmlns:mc="http://schemas.openxmlformats.org/markup-compatibility/2006">
              <mc:Choice xmlns:v="urn:schemas-microsoft-com:vml" Requires="v">
                <p:oleObj spid="_x0000_s106046" name="Equation" r:id="rId34" imgW="409492" imgH="342900" progId="Equation.DSMT4">
                  <p:embed/>
                </p:oleObj>
              </mc:Choice>
              <mc:Fallback>
                <p:oleObj name="Equation" r:id="rId34" imgW="409492" imgH="342900" progId="Equation.DSMT4">
                  <p:embed/>
                  <p:pic>
                    <p:nvPicPr>
                      <p:cNvPr id="0" name="Object 113"/>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1771651" y="5286375"/>
                        <a:ext cx="855663" cy="534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5536" name="Object 114"/>
          <p:cNvGraphicFramePr>
            <a:graphicFrameLocks noChangeAspect="1"/>
          </p:cNvGraphicFramePr>
          <p:nvPr/>
        </p:nvGraphicFramePr>
        <p:xfrm>
          <a:off x="3035301" y="4787900"/>
          <a:ext cx="1401763" cy="311150"/>
        </p:xfrm>
        <a:graphic>
          <a:graphicData uri="http://schemas.openxmlformats.org/presentationml/2006/ole">
            <mc:AlternateContent xmlns:mc="http://schemas.openxmlformats.org/markup-compatibility/2006">
              <mc:Choice xmlns:v="urn:schemas-microsoft-com:vml" Requires="v">
                <p:oleObj spid="_x0000_s106047" name="Equation" r:id="rId36" imgW="704914" imgH="180941" progId="Equation.DSMT4">
                  <p:embed/>
                </p:oleObj>
              </mc:Choice>
              <mc:Fallback>
                <p:oleObj name="Equation" r:id="rId36" imgW="704914" imgH="180941" progId="Equation.DSMT4">
                  <p:embed/>
                  <p:pic>
                    <p:nvPicPr>
                      <p:cNvPr id="0" name="Object 114"/>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3035301" y="4787900"/>
                        <a:ext cx="1401763" cy="311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5537" name="Object 115"/>
          <p:cNvGraphicFramePr>
            <a:graphicFrameLocks noChangeAspect="1"/>
          </p:cNvGraphicFramePr>
          <p:nvPr/>
        </p:nvGraphicFramePr>
        <p:xfrm>
          <a:off x="1765300" y="5908675"/>
          <a:ext cx="2114550" cy="534988"/>
        </p:xfrm>
        <a:graphic>
          <a:graphicData uri="http://schemas.openxmlformats.org/presentationml/2006/ole">
            <mc:AlternateContent xmlns:mc="http://schemas.openxmlformats.org/markup-compatibility/2006">
              <mc:Choice xmlns:v="urn:schemas-microsoft-com:vml" Requires="v">
                <p:oleObj spid="_x0000_s106048" name="Equation" r:id="rId38" imgW="1085965" imgH="342900" progId="Equation.DSMT4">
                  <p:embed/>
                </p:oleObj>
              </mc:Choice>
              <mc:Fallback>
                <p:oleObj name="Equation" r:id="rId38" imgW="1085965" imgH="342900" progId="Equation.DSMT4">
                  <p:embed/>
                  <p:pic>
                    <p:nvPicPr>
                      <p:cNvPr id="0" name="Object 115"/>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1765300" y="5908675"/>
                        <a:ext cx="2114550" cy="534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7522" name="Rectangle 2"/>
          <p:cNvSpPr>
            <a:spLocks noChangeArrowheads="1"/>
          </p:cNvSpPr>
          <p:nvPr/>
        </p:nvSpPr>
        <p:spPr bwMode="auto">
          <a:xfrm>
            <a:off x="1828800" y="623888"/>
            <a:ext cx="304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（四）积分</a:t>
            </a:r>
            <a:r>
              <a:rPr kumimoji="1" lang="zh-CN" altLang="zh-CN" sz="2800">
                <a:solidFill>
                  <a:srgbClr val="0000FF"/>
                </a:solidFill>
                <a:latin typeface="Times New Roman" panose="02020603050405020304" pitchFamily="18" charset="0"/>
              </a:rPr>
              <a:t>电路</a:t>
            </a:r>
            <a:endParaRPr kumimoji="1" lang="zh-CN" altLang="en-US" sz="2800">
              <a:solidFill>
                <a:srgbClr val="0000FF"/>
              </a:solidFill>
              <a:latin typeface="Times New Roman" panose="02020603050405020304" pitchFamily="18" charset="0"/>
            </a:endParaRPr>
          </a:p>
        </p:txBody>
      </p:sp>
      <p:graphicFrame>
        <p:nvGraphicFramePr>
          <p:cNvPr id="107523" name="Object 3"/>
          <p:cNvGraphicFramePr>
            <a:graphicFrameLocks noChangeAspect="1"/>
          </p:cNvGraphicFramePr>
          <p:nvPr/>
        </p:nvGraphicFramePr>
        <p:xfrm>
          <a:off x="3163889" y="1868489"/>
          <a:ext cx="2327275" cy="700087"/>
        </p:xfrm>
        <a:graphic>
          <a:graphicData uri="http://schemas.openxmlformats.org/presentationml/2006/ole">
            <mc:AlternateContent xmlns:mc="http://schemas.openxmlformats.org/markup-compatibility/2006">
              <mc:Choice xmlns:v="urn:schemas-microsoft-com:vml" Requires="v">
                <p:oleObj spid="_x0000_s107881" name="Equation" r:id="rId4" imgW="1095445" imgH="295139" progId="Equation.DSMT4">
                  <p:embed/>
                </p:oleObj>
              </mc:Choice>
              <mc:Fallback>
                <p:oleObj name="Equation" r:id="rId4" imgW="1095445" imgH="295139"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63889" y="1868489"/>
                        <a:ext cx="2327275" cy="700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7524" name="Rectangle 5"/>
          <p:cNvSpPr>
            <a:spLocks noChangeArrowheads="1"/>
          </p:cNvSpPr>
          <p:nvPr/>
        </p:nvSpPr>
        <p:spPr bwMode="auto">
          <a:xfrm>
            <a:off x="2095500" y="1627188"/>
            <a:ext cx="2133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充</a:t>
            </a:r>
            <a:r>
              <a:rPr kumimoji="1" lang="zh-CN" altLang="zh-CN" sz="2800">
                <a:solidFill>
                  <a:srgbClr val="0000FF"/>
                </a:solidFill>
                <a:latin typeface="Times New Roman" panose="02020603050405020304" pitchFamily="18" charset="0"/>
              </a:rPr>
              <a:t>电过程</a:t>
            </a:r>
            <a:endParaRPr kumimoji="1" lang="zh-CN" altLang="en-US" sz="2800">
              <a:solidFill>
                <a:srgbClr val="0000FF"/>
              </a:solidFill>
              <a:latin typeface="Times New Roman" panose="02020603050405020304" pitchFamily="18" charset="0"/>
            </a:endParaRPr>
          </a:p>
        </p:txBody>
      </p:sp>
      <p:graphicFrame>
        <p:nvGraphicFramePr>
          <p:cNvPr id="107525" name="Object 6"/>
          <p:cNvGraphicFramePr>
            <a:graphicFrameLocks noChangeAspect="1"/>
          </p:cNvGraphicFramePr>
          <p:nvPr/>
        </p:nvGraphicFramePr>
        <p:xfrm>
          <a:off x="3159125" y="1184275"/>
          <a:ext cx="1906588" cy="465138"/>
        </p:xfrm>
        <a:graphic>
          <a:graphicData uri="http://schemas.openxmlformats.org/presentationml/2006/ole">
            <mc:AlternateContent xmlns:mc="http://schemas.openxmlformats.org/markup-compatibility/2006">
              <mc:Choice xmlns:v="urn:schemas-microsoft-com:vml" Requires="v">
                <p:oleObj spid="_x0000_s107882" name="Equation" r:id="rId6" imgW="895439" imgH="180941" progId="Equation.DSMT4">
                  <p:embed/>
                </p:oleObj>
              </mc:Choice>
              <mc:Fallback>
                <p:oleObj name="Equation" r:id="rId6" imgW="895439" imgH="180941" progId="Equation.DSMT4">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59125" y="1184275"/>
                        <a:ext cx="1906588"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7526" name="Line 9"/>
          <p:cNvSpPr>
            <a:spLocks noChangeShapeType="1"/>
          </p:cNvSpPr>
          <p:nvPr/>
        </p:nvSpPr>
        <p:spPr bwMode="auto">
          <a:xfrm>
            <a:off x="8369300" y="1322388"/>
            <a:ext cx="1562100"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27" name="Line 11"/>
          <p:cNvSpPr>
            <a:spLocks noChangeShapeType="1"/>
          </p:cNvSpPr>
          <p:nvPr/>
        </p:nvSpPr>
        <p:spPr bwMode="auto">
          <a:xfrm>
            <a:off x="6629400" y="3468688"/>
            <a:ext cx="3225800"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07528" name="Object 13"/>
          <p:cNvGraphicFramePr>
            <a:graphicFrameLocks noChangeAspect="1"/>
          </p:cNvGraphicFramePr>
          <p:nvPr/>
        </p:nvGraphicFramePr>
        <p:xfrm>
          <a:off x="6348414" y="1938338"/>
          <a:ext cx="808037" cy="817562"/>
        </p:xfrm>
        <a:graphic>
          <a:graphicData uri="http://schemas.openxmlformats.org/presentationml/2006/ole">
            <mc:AlternateContent xmlns:mc="http://schemas.openxmlformats.org/markup-compatibility/2006">
              <mc:Choice xmlns:v="urn:schemas-microsoft-com:vml" Requires="v">
                <p:oleObj spid="_x0000_s107883" name="Equation" r:id="rId8" imgW="181045" imgH="180941" progId="Equation.DSMT4">
                  <p:embed/>
                </p:oleObj>
              </mc:Choice>
              <mc:Fallback>
                <p:oleObj name="Equation" r:id="rId8" imgW="181045" imgH="180941" progId="Equation.DSMT4">
                  <p:embed/>
                  <p:pic>
                    <p:nvPicPr>
                      <p:cNvPr id="0" name="Object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48414" y="1938338"/>
                        <a:ext cx="808037" cy="817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7529" name="Line 16"/>
          <p:cNvSpPr>
            <a:spLocks noChangeShapeType="1"/>
          </p:cNvSpPr>
          <p:nvPr/>
        </p:nvSpPr>
        <p:spPr bwMode="auto">
          <a:xfrm flipV="1">
            <a:off x="6604000" y="1346200"/>
            <a:ext cx="0" cy="71120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7530" name="Line 17"/>
          <p:cNvSpPr>
            <a:spLocks noChangeShapeType="1"/>
          </p:cNvSpPr>
          <p:nvPr/>
        </p:nvSpPr>
        <p:spPr bwMode="auto">
          <a:xfrm>
            <a:off x="6616700" y="2578100"/>
            <a:ext cx="0" cy="87630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7531" name="Line 20"/>
          <p:cNvSpPr>
            <a:spLocks noChangeShapeType="1"/>
          </p:cNvSpPr>
          <p:nvPr/>
        </p:nvSpPr>
        <p:spPr bwMode="auto">
          <a:xfrm flipV="1">
            <a:off x="9817100" y="1346200"/>
            <a:ext cx="0" cy="71120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7532" name="Line 21"/>
          <p:cNvSpPr>
            <a:spLocks noChangeShapeType="1"/>
          </p:cNvSpPr>
          <p:nvPr/>
        </p:nvSpPr>
        <p:spPr bwMode="auto">
          <a:xfrm>
            <a:off x="9855200" y="2603500"/>
            <a:ext cx="0" cy="87630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107533" name="Object 22"/>
          <p:cNvGraphicFramePr>
            <a:graphicFrameLocks noChangeAspect="1"/>
          </p:cNvGraphicFramePr>
          <p:nvPr/>
        </p:nvGraphicFramePr>
        <p:xfrm>
          <a:off x="9667876" y="2058988"/>
          <a:ext cx="733425" cy="608012"/>
        </p:xfrm>
        <a:graphic>
          <a:graphicData uri="http://schemas.openxmlformats.org/presentationml/2006/ole">
            <mc:AlternateContent xmlns:mc="http://schemas.openxmlformats.org/markup-compatibility/2006">
              <mc:Choice xmlns:v="urn:schemas-microsoft-com:vml" Requires="v">
                <p:oleObj spid="_x0000_s107884" name="Equation" r:id="rId10" imgW="228753" imgH="180941" progId="Equation.DSMT4">
                  <p:embed/>
                </p:oleObj>
              </mc:Choice>
              <mc:Fallback>
                <p:oleObj name="Equation" r:id="rId10" imgW="228753" imgH="180941" progId="Equation.DSMT4">
                  <p:embed/>
                  <p:pic>
                    <p:nvPicPr>
                      <p:cNvPr id="0" name="Object 2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667876" y="2058988"/>
                        <a:ext cx="733425" cy="608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7534" name="Rectangle 65"/>
          <p:cNvSpPr>
            <a:spLocks noChangeArrowheads="1"/>
          </p:cNvSpPr>
          <p:nvPr/>
        </p:nvSpPr>
        <p:spPr bwMode="auto">
          <a:xfrm>
            <a:off x="2095500" y="2465388"/>
            <a:ext cx="2133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放</a:t>
            </a:r>
            <a:r>
              <a:rPr kumimoji="1" lang="zh-CN" altLang="zh-CN" sz="2800">
                <a:solidFill>
                  <a:srgbClr val="0000FF"/>
                </a:solidFill>
                <a:latin typeface="Times New Roman" panose="02020603050405020304" pitchFamily="18" charset="0"/>
              </a:rPr>
              <a:t>电过程</a:t>
            </a:r>
            <a:endParaRPr kumimoji="1" lang="zh-CN" altLang="en-US" sz="2800">
              <a:solidFill>
                <a:srgbClr val="0000FF"/>
              </a:solidFill>
              <a:latin typeface="Times New Roman" panose="02020603050405020304" pitchFamily="18" charset="0"/>
            </a:endParaRPr>
          </a:p>
        </p:txBody>
      </p:sp>
      <p:graphicFrame>
        <p:nvGraphicFramePr>
          <p:cNvPr id="107535" name="Object 66"/>
          <p:cNvGraphicFramePr>
            <a:graphicFrameLocks noChangeAspect="1"/>
          </p:cNvGraphicFramePr>
          <p:nvPr/>
        </p:nvGraphicFramePr>
        <p:xfrm>
          <a:off x="3765551" y="2681289"/>
          <a:ext cx="1681163" cy="700087"/>
        </p:xfrm>
        <a:graphic>
          <a:graphicData uri="http://schemas.openxmlformats.org/presentationml/2006/ole">
            <mc:AlternateContent xmlns:mc="http://schemas.openxmlformats.org/markup-compatibility/2006">
              <mc:Choice xmlns:v="urn:schemas-microsoft-com:vml" Requires="v">
                <p:oleObj spid="_x0000_s107885" name="Equation" r:id="rId12" imgW="781063" imgH="295139" progId="Equation.DSMT4">
                  <p:embed/>
                </p:oleObj>
              </mc:Choice>
              <mc:Fallback>
                <p:oleObj name="Equation" r:id="rId12" imgW="781063" imgH="295139" progId="Equation.DSMT4">
                  <p:embed/>
                  <p:pic>
                    <p:nvPicPr>
                      <p:cNvPr id="0" name="Object 6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765551" y="2681289"/>
                        <a:ext cx="1681163" cy="700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7536" name="Object 67"/>
          <p:cNvGraphicFramePr>
            <a:graphicFrameLocks noChangeAspect="1"/>
          </p:cNvGraphicFramePr>
          <p:nvPr/>
        </p:nvGraphicFramePr>
        <p:xfrm>
          <a:off x="2106614" y="3243264"/>
          <a:ext cx="1112837" cy="363537"/>
        </p:xfrm>
        <a:graphic>
          <a:graphicData uri="http://schemas.openxmlformats.org/presentationml/2006/ole">
            <mc:AlternateContent xmlns:mc="http://schemas.openxmlformats.org/markup-compatibility/2006">
              <mc:Choice xmlns:v="urn:schemas-microsoft-com:vml" Requires="v">
                <p:oleObj spid="_x0000_s107886" name="Equation" r:id="rId14" imgW="495427" imgH="133486" progId="Equation.DSMT4">
                  <p:embed/>
                </p:oleObj>
              </mc:Choice>
              <mc:Fallback>
                <p:oleObj name="Equation" r:id="rId14" imgW="495427" imgH="133486" progId="Equation.DSMT4">
                  <p:embed/>
                  <p:pic>
                    <p:nvPicPr>
                      <p:cNvPr id="0" name="Object 6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106614" y="3243264"/>
                        <a:ext cx="1112837" cy="363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7537" name="Object 69"/>
          <p:cNvGraphicFramePr>
            <a:graphicFrameLocks noChangeAspect="1"/>
          </p:cNvGraphicFramePr>
          <p:nvPr/>
        </p:nvGraphicFramePr>
        <p:xfrm>
          <a:off x="2027238" y="4370388"/>
          <a:ext cx="1638300" cy="309562"/>
        </p:xfrm>
        <a:graphic>
          <a:graphicData uri="http://schemas.openxmlformats.org/presentationml/2006/ole">
            <mc:AlternateContent xmlns:mc="http://schemas.openxmlformats.org/markup-compatibility/2006">
              <mc:Choice xmlns:v="urn:schemas-microsoft-com:vml" Requires="v">
                <p:oleObj spid="_x0000_s107887" name="Equation" r:id="rId16" imgW="828771" imgH="180941" progId="Equation.DSMT4">
                  <p:embed/>
                </p:oleObj>
              </mc:Choice>
              <mc:Fallback>
                <p:oleObj name="Equation" r:id="rId16" imgW="828771" imgH="180941" progId="Equation.DSMT4">
                  <p:embed/>
                  <p:pic>
                    <p:nvPicPr>
                      <p:cNvPr id="0" name="Object 6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027238" y="4370388"/>
                        <a:ext cx="1638300" cy="309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7538" name="Object 71"/>
          <p:cNvGraphicFramePr>
            <a:graphicFrameLocks noChangeAspect="1"/>
          </p:cNvGraphicFramePr>
          <p:nvPr/>
        </p:nvGraphicFramePr>
        <p:xfrm>
          <a:off x="1990725" y="3670300"/>
          <a:ext cx="2266950" cy="539750"/>
        </p:xfrm>
        <a:graphic>
          <a:graphicData uri="http://schemas.openxmlformats.org/presentationml/2006/ole">
            <mc:AlternateContent xmlns:mc="http://schemas.openxmlformats.org/markup-compatibility/2006">
              <mc:Choice xmlns:v="urn:schemas-microsoft-com:vml" Requires="v">
                <p:oleObj spid="_x0000_s107888" name="Equation" r:id="rId18" imgW="647725" imgH="180941" progId="Equation.DSMT4">
                  <p:embed/>
                </p:oleObj>
              </mc:Choice>
              <mc:Fallback>
                <p:oleObj name="Equation" r:id="rId18" imgW="647725" imgH="180941" progId="Equation.DSMT4">
                  <p:embed/>
                  <p:pic>
                    <p:nvPicPr>
                      <p:cNvPr id="0" name="Object 7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990725" y="3670300"/>
                        <a:ext cx="2266950" cy="539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7539" name="Object 72"/>
          <p:cNvGraphicFramePr>
            <a:graphicFrameLocks noChangeAspect="1"/>
          </p:cNvGraphicFramePr>
          <p:nvPr/>
        </p:nvGraphicFramePr>
        <p:xfrm>
          <a:off x="2152650" y="4808538"/>
          <a:ext cx="1900238" cy="1314450"/>
        </p:xfrm>
        <a:graphic>
          <a:graphicData uri="http://schemas.openxmlformats.org/presentationml/2006/ole">
            <mc:AlternateContent xmlns:mc="http://schemas.openxmlformats.org/markup-compatibility/2006">
              <mc:Choice xmlns:v="urn:schemas-microsoft-com:vml" Requires="v">
                <p:oleObj spid="_x0000_s107889" name="Equation" r:id="rId20" imgW="971588" imgH="914502" progId="Equation.DSMT4">
                  <p:embed/>
                </p:oleObj>
              </mc:Choice>
              <mc:Fallback>
                <p:oleObj name="Equation" r:id="rId20" imgW="971588" imgH="914502" progId="Equation.DSMT4">
                  <p:embed/>
                  <p:pic>
                    <p:nvPicPr>
                      <p:cNvPr id="0" name="Object 72"/>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152650" y="4808538"/>
                        <a:ext cx="1900238" cy="1314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7540" name="Line 74"/>
          <p:cNvSpPr>
            <a:spLocks noChangeShapeType="1"/>
          </p:cNvSpPr>
          <p:nvPr/>
        </p:nvSpPr>
        <p:spPr bwMode="auto">
          <a:xfrm>
            <a:off x="6477000" y="1347788"/>
            <a:ext cx="1219200"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41" name="Rectangle 75"/>
          <p:cNvSpPr>
            <a:spLocks noChangeArrowheads="1"/>
          </p:cNvSpPr>
          <p:nvPr/>
        </p:nvSpPr>
        <p:spPr bwMode="auto">
          <a:xfrm>
            <a:off x="7696200" y="1271588"/>
            <a:ext cx="685800" cy="152400"/>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07542" name="Line 78"/>
          <p:cNvSpPr>
            <a:spLocks noChangeShapeType="1"/>
          </p:cNvSpPr>
          <p:nvPr/>
        </p:nvSpPr>
        <p:spPr bwMode="auto">
          <a:xfrm>
            <a:off x="9383713" y="1330325"/>
            <a:ext cx="0" cy="1004888"/>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07543" name="Object 83"/>
          <p:cNvGraphicFramePr>
            <a:graphicFrameLocks noChangeAspect="1"/>
          </p:cNvGraphicFramePr>
          <p:nvPr/>
        </p:nvGraphicFramePr>
        <p:xfrm>
          <a:off x="7772401" y="814388"/>
          <a:ext cx="422275" cy="457200"/>
        </p:xfrm>
        <a:graphic>
          <a:graphicData uri="http://schemas.openxmlformats.org/presentationml/2006/ole">
            <mc:AlternateContent xmlns:mc="http://schemas.openxmlformats.org/markup-compatibility/2006">
              <mc:Choice xmlns:v="urn:schemas-microsoft-com:vml" Requires="v">
                <p:oleObj spid="_x0000_s107890" name="公式" r:id="rId22" imgW="104896" imgH="114198" progId="Equation.3">
                  <p:embed/>
                </p:oleObj>
              </mc:Choice>
              <mc:Fallback>
                <p:oleObj name="公式" r:id="rId22" imgW="104896" imgH="114198" progId="Equation.3">
                  <p:embed/>
                  <p:pic>
                    <p:nvPicPr>
                      <p:cNvPr id="0" name="Object 83"/>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7772401" y="814388"/>
                        <a:ext cx="4222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07544" name="Group 93"/>
          <p:cNvGrpSpPr>
            <a:grpSpLocks/>
          </p:cNvGrpSpPr>
          <p:nvPr/>
        </p:nvGrpSpPr>
        <p:grpSpPr bwMode="auto">
          <a:xfrm>
            <a:off x="9093200" y="2365375"/>
            <a:ext cx="533400" cy="152400"/>
            <a:chOff x="4992" y="1200"/>
            <a:chExt cx="336" cy="96"/>
          </a:xfrm>
        </p:grpSpPr>
        <p:sp>
          <p:nvSpPr>
            <p:cNvPr id="107555" name="Line 94"/>
            <p:cNvSpPr>
              <a:spLocks noChangeShapeType="1"/>
            </p:cNvSpPr>
            <p:nvPr/>
          </p:nvSpPr>
          <p:spPr bwMode="auto">
            <a:xfrm>
              <a:off x="4992" y="1200"/>
              <a:ext cx="336"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56" name="Line 95"/>
            <p:cNvSpPr>
              <a:spLocks noChangeShapeType="1"/>
            </p:cNvSpPr>
            <p:nvPr/>
          </p:nvSpPr>
          <p:spPr bwMode="auto">
            <a:xfrm>
              <a:off x="4992" y="1296"/>
              <a:ext cx="336"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07545" name="Line 96"/>
          <p:cNvSpPr>
            <a:spLocks noChangeShapeType="1"/>
          </p:cNvSpPr>
          <p:nvPr/>
        </p:nvSpPr>
        <p:spPr bwMode="auto">
          <a:xfrm>
            <a:off x="9385300" y="2541589"/>
            <a:ext cx="0" cy="941387"/>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07546" name="Object 98"/>
          <p:cNvGraphicFramePr>
            <a:graphicFrameLocks noChangeAspect="1"/>
          </p:cNvGraphicFramePr>
          <p:nvPr/>
        </p:nvGraphicFramePr>
        <p:xfrm>
          <a:off x="8597900" y="2185989"/>
          <a:ext cx="446088" cy="522287"/>
        </p:xfrm>
        <a:graphic>
          <a:graphicData uri="http://schemas.openxmlformats.org/presentationml/2006/ole">
            <mc:AlternateContent xmlns:mc="http://schemas.openxmlformats.org/markup-compatibility/2006">
              <mc:Choice xmlns:v="urn:schemas-microsoft-com:vml" Requires="v">
                <p:oleObj spid="_x0000_s107891" name="公式" r:id="rId24" imgW="104896" imgH="133486" progId="Equation.3">
                  <p:embed/>
                </p:oleObj>
              </mc:Choice>
              <mc:Fallback>
                <p:oleObj name="公式" r:id="rId24" imgW="104896" imgH="133486" progId="Equation.3">
                  <p:embed/>
                  <p:pic>
                    <p:nvPicPr>
                      <p:cNvPr id="0" name="Object 98"/>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8597900" y="2185989"/>
                        <a:ext cx="446088" cy="522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7547" name="Rectangle 101"/>
          <p:cNvSpPr>
            <a:spLocks noChangeArrowheads="1"/>
          </p:cNvSpPr>
          <p:nvPr/>
        </p:nvSpPr>
        <p:spPr bwMode="auto">
          <a:xfrm>
            <a:off x="7620000" y="3911600"/>
            <a:ext cx="1524000" cy="635000"/>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07548" name="Line 102"/>
          <p:cNvSpPr>
            <a:spLocks noChangeShapeType="1"/>
          </p:cNvSpPr>
          <p:nvPr/>
        </p:nvSpPr>
        <p:spPr bwMode="auto">
          <a:xfrm>
            <a:off x="6654800" y="4546600"/>
            <a:ext cx="3365500" cy="0"/>
          </a:xfrm>
          <a:prstGeom prst="line">
            <a:avLst/>
          </a:prstGeom>
          <a:noFill/>
          <a:ln w="12700">
            <a:solidFill>
              <a:srgbClr val="0000FF"/>
            </a:solidFill>
            <a:prstDash val="dash"/>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7549" name="Line 103"/>
          <p:cNvSpPr>
            <a:spLocks noChangeShapeType="1"/>
          </p:cNvSpPr>
          <p:nvPr/>
        </p:nvSpPr>
        <p:spPr bwMode="auto">
          <a:xfrm>
            <a:off x="6667500" y="6159500"/>
            <a:ext cx="3835400" cy="0"/>
          </a:xfrm>
          <a:prstGeom prst="line">
            <a:avLst/>
          </a:prstGeom>
          <a:noFill/>
          <a:ln w="12700">
            <a:solidFill>
              <a:schemeClr val="tx1"/>
            </a:solidFill>
            <a:prstDash val="dash"/>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7550" name="Line 104"/>
          <p:cNvSpPr>
            <a:spLocks noChangeShapeType="1"/>
          </p:cNvSpPr>
          <p:nvPr/>
        </p:nvSpPr>
        <p:spPr bwMode="auto">
          <a:xfrm flipV="1">
            <a:off x="7620000" y="5359400"/>
            <a:ext cx="1524000" cy="80010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7551" name="Line 105"/>
          <p:cNvSpPr>
            <a:spLocks noChangeShapeType="1"/>
          </p:cNvSpPr>
          <p:nvPr/>
        </p:nvSpPr>
        <p:spPr bwMode="auto">
          <a:xfrm>
            <a:off x="9144000" y="5359400"/>
            <a:ext cx="1193800" cy="80010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7552" name="Line 106"/>
          <p:cNvSpPr>
            <a:spLocks noChangeShapeType="1"/>
          </p:cNvSpPr>
          <p:nvPr/>
        </p:nvSpPr>
        <p:spPr bwMode="auto">
          <a:xfrm>
            <a:off x="7620000" y="4533900"/>
            <a:ext cx="0" cy="1689100"/>
          </a:xfrm>
          <a:prstGeom prst="line">
            <a:avLst/>
          </a:prstGeom>
          <a:noFill/>
          <a:ln w="12700">
            <a:solidFill>
              <a:schemeClr val="tx1"/>
            </a:solidFill>
            <a:prstDash val="lgDashDot"/>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7553" name="Line 107"/>
          <p:cNvSpPr>
            <a:spLocks noChangeShapeType="1"/>
          </p:cNvSpPr>
          <p:nvPr/>
        </p:nvSpPr>
        <p:spPr bwMode="auto">
          <a:xfrm>
            <a:off x="9144000" y="4546600"/>
            <a:ext cx="0" cy="1689100"/>
          </a:xfrm>
          <a:prstGeom prst="line">
            <a:avLst/>
          </a:prstGeom>
          <a:noFill/>
          <a:ln w="12700">
            <a:solidFill>
              <a:schemeClr val="tx1"/>
            </a:solidFill>
            <a:prstDash val="lgDashDot"/>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107554" name="Object 108"/>
          <p:cNvGraphicFramePr>
            <a:graphicFrameLocks noChangeAspect="1"/>
          </p:cNvGraphicFramePr>
          <p:nvPr/>
        </p:nvGraphicFramePr>
        <p:xfrm>
          <a:off x="4078289" y="4141788"/>
          <a:ext cx="1044575" cy="639762"/>
        </p:xfrm>
        <a:graphic>
          <a:graphicData uri="http://schemas.openxmlformats.org/presentationml/2006/ole">
            <mc:AlternateContent xmlns:mc="http://schemas.openxmlformats.org/markup-compatibility/2006">
              <mc:Choice xmlns:v="urn:schemas-microsoft-com:vml" Requires="v">
                <p:oleObj spid="_x0000_s107892" name="Equation" r:id="rId26" imgW="514388" imgH="419134" progId="Equation.DSMT4">
                  <p:embed/>
                </p:oleObj>
              </mc:Choice>
              <mc:Fallback>
                <p:oleObj name="Equation" r:id="rId26" imgW="514388" imgH="419134" progId="Equation.DSMT4">
                  <p:embed/>
                  <p:pic>
                    <p:nvPicPr>
                      <p:cNvPr id="0" name="Object 108"/>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4078289" y="4141788"/>
                        <a:ext cx="1044575" cy="639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9570" name="Rectangle 2"/>
          <p:cNvSpPr>
            <a:spLocks noChangeArrowheads="1"/>
          </p:cNvSpPr>
          <p:nvPr/>
        </p:nvSpPr>
        <p:spPr bwMode="auto">
          <a:xfrm>
            <a:off x="1828800" y="623888"/>
            <a:ext cx="304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a:solidFill>
                  <a:srgbClr val="0000FF"/>
                </a:solidFill>
                <a:latin typeface="Times New Roman" panose="02020603050405020304" pitchFamily="18" charset="0"/>
              </a:rPr>
              <a:t>LRC</a:t>
            </a:r>
            <a:r>
              <a:rPr kumimoji="1" lang="zh-CN" altLang="en-US" sz="2800">
                <a:solidFill>
                  <a:srgbClr val="0000FF"/>
                </a:solidFill>
                <a:latin typeface="Times New Roman" panose="02020603050405020304" pitchFamily="18" charset="0"/>
              </a:rPr>
              <a:t>暂态过程</a:t>
            </a:r>
          </a:p>
        </p:txBody>
      </p:sp>
      <p:graphicFrame>
        <p:nvGraphicFramePr>
          <p:cNvPr id="109571" name="Object 3"/>
          <p:cNvGraphicFramePr>
            <a:graphicFrameLocks noChangeAspect="1"/>
          </p:cNvGraphicFramePr>
          <p:nvPr/>
        </p:nvGraphicFramePr>
        <p:xfrm>
          <a:off x="2144714" y="1677989"/>
          <a:ext cx="2689225" cy="803275"/>
        </p:xfrm>
        <a:graphic>
          <a:graphicData uri="http://schemas.openxmlformats.org/presentationml/2006/ole">
            <mc:AlternateContent xmlns:mc="http://schemas.openxmlformats.org/markup-compatibility/2006">
              <mc:Choice xmlns:v="urn:schemas-microsoft-com:vml" Requires="v">
                <p:oleObj spid="_x0000_s109867" name="Equation" r:id="rId4" imgW="1276490" imgH="342900" progId="Equation.DSMT4">
                  <p:embed/>
                </p:oleObj>
              </mc:Choice>
              <mc:Fallback>
                <p:oleObj name="Equation" r:id="rId4" imgW="1276490" imgH="342900"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44714" y="1677989"/>
                        <a:ext cx="2689225" cy="803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9572" name="Rectangle 4"/>
          <p:cNvSpPr>
            <a:spLocks noChangeArrowheads="1"/>
          </p:cNvSpPr>
          <p:nvPr/>
        </p:nvSpPr>
        <p:spPr bwMode="auto">
          <a:xfrm>
            <a:off x="2082800" y="1208088"/>
            <a:ext cx="2133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充电过程</a:t>
            </a:r>
          </a:p>
        </p:txBody>
      </p:sp>
      <p:sp>
        <p:nvSpPr>
          <p:cNvPr id="109573" name="Rectangle 14"/>
          <p:cNvSpPr>
            <a:spLocks noChangeArrowheads="1"/>
          </p:cNvSpPr>
          <p:nvPr/>
        </p:nvSpPr>
        <p:spPr bwMode="auto">
          <a:xfrm>
            <a:off x="1905000" y="5119688"/>
            <a:ext cx="42037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二阶线性常系数微分方程</a:t>
            </a:r>
          </a:p>
        </p:txBody>
      </p:sp>
      <p:sp>
        <p:nvSpPr>
          <p:cNvPr id="109574" name="Line 38"/>
          <p:cNvSpPr>
            <a:spLocks noChangeShapeType="1"/>
          </p:cNvSpPr>
          <p:nvPr/>
        </p:nvSpPr>
        <p:spPr bwMode="auto">
          <a:xfrm>
            <a:off x="7035800" y="1503363"/>
            <a:ext cx="495300"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575" name="Rectangle 39"/>
          <p:cNvSpPr>
            <a:spLocks noChangeArrowheads="1"/>
          </p:cNvSpPr>
          <p:nvPr/>
        </p:nvSpPr>
        <p:spPr bwMode="auto">
          <a:xfrm>
            <a:off x="7531100" y="1427163"/>
            <a:ext cx="685800" cy="152400"/>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09576" name="Line 40"/>
          <p:cNvSpPr>
            <a:spLocks noChangeShapeType="1"/>
          </p:cNvSpPr>
          <p:nvPr/>
        </p:nvSpPr>
        <p:spPr bwMode="auto">
          <a:xfrm>
            <a:off x="8256588" y="1503363"/>
            <a:ext cx="457200"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577" name="Line 41"/>
          <p:cNvSpPr>
            <a:spLocks noChangeShapeType="1"/>
          </p:cNvSpPr>
          <p:nvPr/>
        </p:nvSpPr>
        <p:spPr bwMode="auto">
          <a:xfrm>
            <a:off x="9664700" y="1444625"/>
            <a:ext cx="685800"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578" name="Line 42"/>
          <p:cNvSpPr>
            <a:spLocks noChangeShapeType="1"/>
          </p:cNvSpPr>
          <p:nvPr/>
        </p:nvSpPr>
        <p:spPr bwMode="auto">
          <a:xfrm flipH="1">
            <a:off x="5918200" y="1503363"/>
            <a:ext cx="12700" cy="218440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09579" name="Group 43"/>
          <p:cNvGrpSpPr>
            <a:grpSpLocks/>
          </p:cNvGrpSpPr>
          <p:nvPr/>
        </p:nvGrpSpPr>
        <p:grpSpPr bwMode="auto">
          <a:xfrm>
            <a:off x="7048500" y="2363788"/>
            <a:ext cx="1854200" cy="474662"/>
            <a:chOff x="3120" y="2106"/>
            <a:chExt cx="1152" cy="299"/>
          </a:xfrm>
        </p:grpSpPr>
        <p:sp>
          <p:nvSpPr>
            <p:cNvPr id="109613" name="Line 44"/>
            <p:cNvSpPr>
              <a:spLocks noChangeShapeType="1"/>
            </p:cNvSpPr>
            <p:nvPr/>
          </p:nvSpPr>
          <p:spPr bwMode="auto">
            <a:xfrm>
              <a:off x="3120" y="2256"/>
              <a:ext cx="384"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09614" name="Group 45"/>
            <p:cNvGrpSpPr>
              <a:grpSpLocks/>
            </p:cNvGrpSpPr>
            <p:nvPr/>
          </p:nvGrpSpPr>
          <p:grpSpPr bwMode="auto">
            <a:xfrm>
              <a:off x="3518" y="2112"/>
              <a:ext cx="65" cy="288"/>
              <a:chOff x="3518" y="2112"/>
              <a:chExt cx="65" cy="288"/>
            </a:xfrm>
          </p:grpSpPr>
          <p:sp>
            <p:nvSpPr>
              <p:cNvPr id="109622" name="Line 46"/>
              <p:cNvSpPr>
                <a:spLocks noChangeShapeType="1"/>
              </p:cNvSpPr>
              <p:nvPr/>
            </p:nvSpPr>
            <p:spPr bwMode="auto">
              <a:xfrm>
                <a:off x="3518" y="2112"/>
                <a:ext cx="0" cy="288"/>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623" name="Line 47"/>
              <p:cNvSpPr>
                <a:spLocks noChangeShapeType="1"/>
              </p:cNvSpPr>
              <p:nvPr/>
            </p:nvSpPr>
            <p:spPr bwMode="auto">
              <a:xfrm>
                <a:off x="3583" y="2177"/>
                <a:ext cx="0" cy="144"/>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09615" name="Group 48"/>
            <p:cNvGrpSpPr>
              <a:grpSpLocks/>
            </p:cNvGrpSpPr>
            <p:nvPr/>
          </p:nvGrpSpPr>
          <p:grpSpPr bwMode="auto">
            <a:xfrm>
              <a:off x="3648" y="2106"/>
              <a:ext cx="65" cy="288"/>
              <a:chOff x="3518" y="2112"/>
              <a:chExt cx="65" cy="288"/>
            </a:xfrm>
          </p:grpSpPr>
          <p:sp>
            <p:nvSpPr>
              <p:cNvPr id="109620" name="Line 49"/>
              <p:cNvSpPr>
                <a:spLocks noChangeShapeType="1"/>
              </p:cNvSpPr>
              <p:nvPr/>
            </p:nvSpPr>
            <p:spPr bwMode="auto">
              <a:xfrm>
                <a:off x="3518" y="2112"/>
                <a:ext cx="0" cy="288"/>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621" name="Line 50"/>
              <p:cNvSpPr>
                <a:spLocks noChangeShapeType="1"/>
              </p:cNvSpPr>
              <p:nvPr/>
            </p:nvSpPr>
            <p:spPr bwMode="auto">
              <a:xfrm>
                <a:off x="3583" y="2177"/>
                <a:ext cx="0" cy="144"/>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09616" name="Group 51"/>
            <p:cNvGrpSpPr>
              <a:grpSpLocks/>
            </p:cNvGrpSpPr>
            <p:nvPr/>
          </p:nvGrpSpPr>
          <p:grpSpPr bwMode="auto">
            <a:xfrm>
              <a:off x="3791" y="2117"/>
              <a:ext cx="65" cy="288"/>
              <a:chOff x="3518" y="2112"/>
              <a:chExt cx="65" cy="288"/>
            </a:xfrm>
          </p:grpSpPr>
          <p:sp>
            <p:nvSpPr>
              <p:cNvPr id="109618" name="Line 52"/>
              <p:cNvSpPr>
                <a:spLocks noChangeShapeType="1"/>
              </p:cNvSpPr>
              <p:nvPr/>
            </p:nvSpPr>
            <p:spPr bwMode="auto">
              <a:xfrm>
                <a:off x="3518" y="2112"/>
                <a:ext cx="0" cy="288"/>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619" name="Line 53"/>
              <p:cNvSpPr>
                <a:spLocks noChangeShapeType="1"/>
              </p:cNvSpPr>
              <p:nvPr/>
            </p:nvSpPr>
            <p:spPr bwMode="auto">
              <a:xfrm>
                <a:off x="3583" y="2177"/>
                <a:ext cx="0" cy="144"/>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09617" name="Line 54"/>
            <p:cNvSpPr>
              <a:spLocks noChangeShapeType="1"/>
            </p:cNvSpPr>
            <p:nvPr/>
          </p:nvSpPr>
          <p:spPr bwMode="auto">
            <a:xfrm>
              <a:off x="3888" y="2256"/>
              <a:ext cx="384"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09580" name="Line 55"/>
          <p:cNvSpPr>
            <a:spLocks noChangeShapeType="1"/>
          </p:cNvSpPr>
          <p:nvPr/>
        </p:nvSpPr>
        <p:spPr bwMode="auto">
          <a:xfrm flipV="1">
            <a:off x="9283700" y="2570163"/>
            <a:ext cx="1066800"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581" name="Line 56"/>
          <p:cNvSpPr>
            <a:spLocks noChangeShapeType="1"/>
          </p:cNvSpPr>
          <p:nvPr/>
        </p:nvSpPr>
        <p:spPr bwMode="auto">
          <a:xfrm>
            <a:off x="8826500" y="2297113"/>
            <a:ext cx="457200" cy="30480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582" name="Line 57"/>
          <p:cNvSpPr>
            <a:spLocks noChangeShapeType="1"/>
          </p:cNvSpPr>
          <p:nvPr/>
        </p:nvSpPr>
        <p:spPr bwMode="auto">
          <a:xfrm>
            <a:off x="9283700" y="3636963"/>
            <a:ext cx="1066800"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583" name="Line 58"/>
          <p:cNvSpPr>
            <a:spLocks noChangeShapeType="1"/>
          </p:cNvSpPr>
          <p:nvPr/>
        </p:nvSpPr>
        <p:spPr bwMode="auto">
          <a:xfrm>
            <a:off x="8826500" y="3332163"/>
            <a:ext cx="457200" cy="30480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584" name="Line 59"/>
          <p:cNvSpPr>
            <a:spLocks noChangeShapeType="1"/>
          </p:cNvSpPr>
          <p:nvPr/>
        </p:nvSpPr>
        <p:spPr bwMode="auto">
          <a:xfrm>
            <a:off x="7073900" y="3681413"/>
            <a:ext cx="1828800"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09585" name="Object 60"/>
          <p:cNvGraphicFramePr>
            <a:graphicFrameLocks noChangeAspect="1"/>
          </p:cNvGraphicFramePr>
          <p:nvPr/>
        </p:nvGraphicFramePr>
        <p:xfrm>
          <a:off x="7683501" y="969963"/>
          <a:ext cx="422275" cy="457200"/>
        </p:xfrm>
        <a:graphic>
          <a:graphicData uri="http://schemas.openxmlformats.org/presentationml/2006/ole">
            <mc:AlternateContent xmlns:mc="http://schemas.openxmlformats.org/markup-compatibility/2006">
              <mc:Choice xmlns:v="urn:schemas-microsoft-com:vml" Requires="v">
                <p:oleObj spid="_x0000_s109868" name="公式" r:id="rId6" imgW="104896" imgH="114198" progId="Equation.3">
                  <p:embed/>
                </p:oleObj>
              </mc:Choice>
              <mc:Fallback>
                <p:oleObj name="公式" r:id="rId6" imgW="104896" imgH="114198" progId="Equation.3">
                  <p:embed/>
                  <p:pic>
                    <p:nvPicPr>
                      <p:cNvPr id="0" name="Object 6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83501" y="969963"/>
                        <a:ext cx="4222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9586" name="Object 61"/>
          <p:cNvGraphicFramePr>
            <a:graphicFrameLocks noChangeAspect="1"/>
          </p:cNvGraphicFramePr>
          <p:nvPr/>
        </p:nvGraphicFramePr>
        <p:xfrm>
          <a:off x="8978901" y="665163"/>
          <a:ext cx="392113" cy="457200"/>
        </p:xfrm>
        <a:graphic>
          <a:graphicData uri="http://schemas.openxmlformats.org/presentationml/2006/ole">
            <mc:AlternateContent xmlns:mc="http://schemas.openxmlformats.org/markup-compatibility/2006">
              <mc:Choice xmlns:v="urn:schemas-microsoft-com:vml" Requires="v">
                <p:oleObj spid="_x0000_s109869" name="公式" r:id="rId8" imgW="95110" imgH="114198" progId="Equation.3">
                  <p:embed/>
                </p:oleObj>
              </mc:Choice>
              <mc:Fallback>
                <p:oleObj name="公式" r:id="rId8" imgW="95110" imgH="114198" progId="Equation.3">
                  <p:embed/>
                  <p:pic>
                    <p:nvPicPr>
                      <p:cNvPr id="0" name="Object 6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978901" y="665163"/>
                        <a:ext cx="39211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9587" name="Object 62"/>
          <p:cNvGraphicFramePr>
            <a:graphicFrameLocks noChangeAspect="1"/>
          </p:cNvGraphicFramePr>
          <p:nvPr/>
        </p:nvGraphicFramePr>
        <p:xfrm>
          <a:off x="7759701" y="1841501"/>
          <a:ext cx="449263" cy="500063"/>
        </p:xfrm>
        <a:graphic>
          <a:graphicData uri="http://schemas.openxmlformats.org/presentationml/2006/ole">
            <mc:AlternateContent xmlns:mc="http://schemas.openxmlformats.org/markup-compatibility/2006">
              <mc:Choice xmlns:v="urn:schemas-microsoft-com:vml" Requires="v">
                <p:oleObj spid="_x0000_s109870" name="公式" r:id="rId10" imgW="76149" imgH="95216" progId="Equation.3">
                  <p:embed/>
                </p:oleObj>
              </mc:Choice>
              <mc:Fallback>
                <p:oleObj name="公式" r:id="rId10" imgW="76149" imgH="95216" progId="Equation.3">
                  <p:embed/>
                  <p:pic>
                    <p:nvPicPr>
                      <p:cNvPr id="0" name="Object 6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759701" y="1841501"/>
                        <a:ext cx="449263" cy="500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9588" name="Object 63"/>
          <p:cNvGraphicFramePr>
            <a:graphicFrameLocks noChangeAspect="1"/>
          </p:cNvGraphicFramePr>
          <p:nvPr/>
        </p:nvGraphicFramePr>
        <p:xfrm>
          <a:off x="9207501" y="2009776"/>
          <a:ext cx="563563" cy="633413"/>
        </p:xfrm>
        <a:graphic>
          <a:graphicData uri="http://schemas.openxmlformats.org/presentationml/2006/ole">
            <mc:AlternateContent xmlns:mc="http://schemas.openxmlformats.org/markup-compatibility/2006">
              <mc:Choice xmlns:v="urn:schemas-microsoft-com:vml" Requires="v">
                <p:oleObj spid="_x0000_s109871" name="公式" r:id="rId12" imgW="142818" imgH="171450" progId="Equation.3">
                  <p:embed/>
                </p:oleObj>
              </mc:Choice>
              <mc:Fallback>
                <p:oleObj name="公式" r:id="rId12" imgW="142818" imgH="171450" progId="Equation.3">
                  <p:embed/>
                  <p:pic>
                    <p:nvPicPr>
                      <p:cNvPr id="0" name="Object 6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207501" y="2009776"/>
                        <a:ext cx="563563" cy="633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9589" name="Object 64"/>
          <p:cNvGraphicFramePr>
            <a:graphicFrameLocks noChangeAspect="1"/>
          </p:cNvGraphicFramePr>
          <p:nvPr/>
        </p:nvGraphicFramePr>
        <p:xfrm>
          <a:off x="9172576" y="3103563"/>
          <a:ext cx="633413" cy="633412"/>
        </p:xfrm>
        <a:graphic>
          <a:graphicData uri="http://schemas.openxmlformats.org/presentationml/2006/ole">
            <mc:AlternateContent xmlns:mc="http://schemas.openxmlformats.org/markup-compatibility/2006">
              <mc:Choice xmlns:v="urn:schemas-microsoft-com:vml" Requires="v">
                <p:oleObj spid="_x0000_s109872" name="公式" r:id="rId14" imgW="171565" imgH="171450" progId="Equation.3">
                  <p:embed/>
                </p:oleObj>
              </mc:Choice>
              <mc:Fallback>
                <p:oleObj name="公式" r:id="rId14" imgW="171565" imgH="171450" progId="Equation.3">
                  <p:embed/>
                  <p:pic>
                    <p:nvPicPr>
                      <p:cNvPr id="0" name="Object 6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172576" y="3103563"/>
                        <a:ext cx="633413" cy="633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09590" name="Group 65"/>
          <p:cNvGrpSpPr>
            <a:grpSpLocks/>
          </p:cNvGrpSpPr>
          <p:nvPr/>
        </p:nvGrpSpPr>
        <p:grpSpPr bwMode="auto">
          <a:xfrm>
            <a:off x="8674100" y="1181100"/>
            <a:ext cx="990600" cy="609600"/>
            <a:chOff x="2928" y="3120"/>
            <a:chExt cx="1477" cy="480"/>
          </a:xfrm>
        </p:grpSpPr>
        <p:grpSp>
          <p:nvGrpSpPr>
            <p:cNvPr id="109601" name="Group 66"/>
            <p:cNvGrpSpPr>
              <a:grpSpLocks/>
            </p:cNvGrpSpPr>
            <p:nvPr/>
          </p:nvGrpSpPr>
          <p:grpSpPr bwMode="auto">
            <a:xfrm>
              <a:off x="2928" y="3120"/>
              <a:ext cx="1477" cy="480"/>
              <a:chOff x="3552" y="2592"/>
              <a:chExt cx="1477" cy="480"/>
            </a:xfrm>
          </p:grpSpPr>
          <p:sp>
            <p:nvSpPr>
              <p:cNvPr id="109604" name="Freeform 67"/>
              <p:cNvSpPr>
                <a:spLocks/>
              </p:cNvSpPr>
              <p:nvPr/>
            </p:nvSpPr>
            <p:spPr bwMode="auto">
              <a:xfrm>
                <a:off x="4272" y="2592"/>
                <a:ext cx="325" cy="480"/>
              </a:xfrm>
              <a:custGeom>
                <a:avLst/>
                <a:gdLst>
                  <a:gd name="T0" fmla="*/ 0 w 325"/>
                  <a:gd name="T1" fmla="*/ 55 h 480"/>
                  <a:gd name="T2" fmla="*/ 112 w 325"/>
                  <a:gd name="T3" fmla="*/ 42 h 480"/>
                  <a:gd name="T4" fmla="*/ 137 w 325"/>
                  <a:gd name="T5" fmla="*/ 117 h 480"/>
                  <a:gd name="T6" fmla="*/ 150 w 325"/>
                  <a:gd name="T7" fmla="*/ 155 h 480"/>
                  <a:gd name="T8" fmla="*/ 187 w 325"/>
                  <a:gd name="T9" fmla="*/ 367 h 480"/>
                  <a:gd name="T10" fmla="*/ 250 w 325"/>
                  <a:gd name="T11" fmla="*/ 480 h 480"/>
                  <a:gd name="T12" fmla="*/ 325 w 325"/>
                  <a:gd name="T13" fmla="*/ 442 h 480"/>
                  <a:gd name="T14" fmla="*/ 0 60000 65536"/>
                  <a:gd name="T15" fmla="*/ 0 60000 65536"/>
                  <a:gd name="T16" fmla="*/ 0 60000 65536"/>
                  <a:gd name="T17" fmla="*/ 0 60000 65536"/>
                  <a:gd name="T18" fmla="*/ 0 60000 65536"/>
                  <a:gd name="T19" fmla="*/ 0 60000 65536"/>
                  <a:gd name="T20" fmla="*/ 0 60000 65536"/>
                  <a:gd name="T21" fmla="*/ 0 w 325"/>
                  <a:gd name="T22" fmla="*/ 0 h 480"/>
                  <a:gd name="T23" fmla="*/ 325 w 325"/>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5" h="480">
                    <a:moveTo>
                      <a:pt x="0" y="55"/>
                    </a:moveTo>
                    <a:cubicBezTo>
                      <a:pt x="34" y="32"/>
                      <a:pt x="64" y="0"/>
                      <a:pt x="112" y="42"/>
                    </a:cubicBezTo>
                    <a:cubicBezTo>
                      <a:pt x="132" y="59"/>
                      <a:pt x="129" y="92"/>
                      <a:pt x="137" y="117"/>
                    </a:cubicBezTo>
                    <a:cubicBezTo>
                      <a:pt x="141" y="130"/>
                      <a:pt x="150" y="155"/>
                      <a:pt x="150" y="155"/>
                    </a:cubicBezTo>
                    <a:cubicBezTo>
                      <a:pt x="159" y="228"/>
                      <a:pt x="171" y="296"/>
                      <a:pt x="187" y="367"/>
                    </a:cubicBezTo>
                    <a:cubicBezTo>
                      <a:pt x="196" y="409"/>
                      <a:pt x="250" y="480"/>
                      <a:pt x="250" y="480"/>
                    </a:cubicBezTo>
                    <a:cubicBezTo>
                      <a:pt x="311" y="464"/>
                      <a:pt x="288" y="479"/>
                      <a:pt x="325" y="442"/>
                    </a:cubicBezTo>
                  </a:path>
                </a:pathLst>
              </a:custGeom>
              <a:noFill/>
              <a:ln w="12700">
                <a:solidFill>
                  <a:schemeClr val="tx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9605" name="Freeform 68"/>
              <p:cNvSpPr>
                <a:spLocks/>
              </p:cNvSpPr>
              <p:nvPr/>
            </p:nvSpPr>
            <p:spPr bwMode="auto">
              <a:xfrm>
                <a:off x="3696" y="2592"/>
                <a:ext cx="325" cy="480"/>
              </a:xfrm>
              <a:custGeom>
                <a:avLst/>
                <a:gdLst>
                  <a:gd name="T0" fmla="*/ 0 w 325"/>
                  <a:gd name="T1" fmla="*/ 55 h 480"/>
                  <a:gd name="T2" fmla="*/ 112 w 325"/>
                  <a:gd name="T3" fmla="*/ 42 h 480"/>
                  <a:gd name="T4" fmla="*/ 137 w 325"/>
                  <a:gd name="T5" fmla="*/ 117 h 480"/>
                  <a:gd name="T6" fmla="*/ 150 w 325"/>
                  <a:gd name="T7" fmla="*/ 155 h 480"/>
                  <a:gd name="T8" fmla="*/ 187 w 325"/>
                  <a:gd name="T9" fmla="*/ 367 h 480"/>
                  <a:gd name="T10" fmla="*/ 250 w 325"/>
                  <a:gd name="T11" fmla="*/ 480 h 480"/>
                  <a:gd name="T12" fmla="*/ 325 w 325"/>
                  <a:gd name="T13" fmla="*/ 442 h 480"/>
                  <a:gd name="T14" fmla="*/ 0 60000 65536"/>
                  <a:gd name="T15" fmla="*/ 0 60000 65536"/>
                  <a:gd name="T16" fmla="*/ 0 60000 65536"/>
                  <a:gd name="T17" fmla="*/ 0 60000 65536"/>
                  <a:gd name="T18" fmla="*/ 0 60000 65536"/>
                  <a:gd name="T19" fmla="*/ 0 60000 65536"/>
                  <a:gd name="T20" fmla="*/ 0 60000 65536"/>
                  <a:gd name="T21" fmla="*/ 0 w 325"/>
                  <a:gd name="T22" fmla="*/ 0 h 480"/>
                  <a:gd name="T23" fmla="*/ 325 w 325"/>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5" h="480">
                    <a:moveTo>
                      <a:pt x="0" y="55"/>
                    </a:moveTo>
                    <a:cubicBezTo>
                      <a:pt x="34" y="32"/>
                      <a:pt x="64" y="0"/>
                      <a:pt x="112" y="42"/>
                    </a:cubicBezTo>
                    <a:cubicBezTo>
                      <a:pt x="132" y="59"/>
                      <a:pt x="129" y="92"/>
                      <a:pt x="137" y="117"/>
                    </a:cubicBezTo>
                    <a:cubicBezTo>
                      <a:pt x="141" y="130"/>
                      <a:pt x="150" y="155"/>
                      <a:pt x="150" y="155"/>
                    </a:cubicBezTo>
                    <a:cubicBezTo>
                      <a:pt x="159" y="228"/>
                      <a:pt x="171" y="296"/>
                      <a:pt x="187" y="367"/>
                    </a:cubicBezTo>
                    <a:cubicBezTo>
                      <a:pt x="196" y="409"/>
                      <a:pt x="250" y="480"/>
                      <a:pt x="250" y="480"/>
                    </a:cubicBezTo>
                    <a:cubicBezTo>
                      <a:pt x="311" y="464"/>
                      <a:pt x="288" y="479"/>
                      <a:pt x="325" y="442"/>
                    </a:cubicBezTo>
                  </a:path>
                </a:pathLst>
              </a:custGeom>
              <a:noFill/>
              <a:ln w="12700">
                <a:solidFill>
                  <a:schemeClr val="tx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9606" name="Freeform 69"/>
              <p:cNvSpPr>
                <a:spLocks/>
              </p:cNvSpPr>
              <p:nvPr/>
            </p:nvSpPr>
            <p:spPr bwMode="auto">
              <a:xfrm>
                <a:off x="3840" y="2592"/>
                <a:ext cx="325" cy="480"/>
              </a:xfrm>
              <a:custGeom>
                <a:avLst/>
                <a:gdLst>
                  <a:gd name="T0" fmla="*/ 0 w 325"/>
                  <a:gd name="T1" fmla="*/ 55 h 480"/>
                  <a:gd name="T2" fmla="*/ 112 w 325"/>
                  <a:gd name="T3" fmla="*/ 42 h 480"/>
                  <a:gd name="T4" fmla="*/ 137 w 325"/>
                  <a:gd name="T5" fmla="*/ 117 h 480"/>
                  <a:gd name="T6" fmla="*/ 150 w 325"/>
                  <a:gd name="T7" fmla="*/ 155 h 480"/>
                  <a:gd name="T8" fmla="*/ 187 w 325"/>
                  <a:gd name="T9" fmla="*/ 367 h 480"/>
                  <a:gd name="T10" fmla="*/ 250 w 325"/>
                  <a:gd name="T11" fmla="*/ 480 h 480"/>
                  <a:gd name="T12" fmla="*/ 325 w 325"/>
                  <a:gd name="T13" fmla="*/ 442 h 480"/>
                  <a:gd name="T14" fmla="*/ 0 60000 65536"/>
                  <a:gd name="T15" fmla="*/ 0 60000 65536"/>
                  <a:gd name="T16" fmla="*/ 0 60000 65536"/>
                  <a:gd name="T17" fmla="*/ 0 60000 65536"/>
                  <a:gd name="T18" fmla="*/ 0 60000 65536"/>
                  <a:gd name="T19" fmla="*/ 0 60000 65536"/>
                  <a:gd name="T20" fmla="*/ 0 60000 65536"/>
                  <a:gd name="T21" fmla="*/ 0 w 325"/>
                  <a:gd name="T22" fmla="*/ 0 h 480"/>
                  <a:gd name="T23" fmla="*/ 325 w 325"/>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5" h="480">
                    <a:moveTo>
                      <a:pt x="0" y="55"/>
                    </a:moveTo>
                    <a:cubicBezTo>
                      <a:pt x="34" y="32"/>
                      <a:pt x="64" y="0"/>
                      <a:pt x="112" y="42"/>
                    </a:cubicBezTo>
                    <a:cubicBezTo>
                      <a:pt x="132" y="59"/>
                      <a:pt x="129" y="92"/>
                      <a:pt x="137" y="117"/>
                    </a:cubicBezTo>
                    <a:cubicBezTo>
                      <a:pt x="141" y="130"/>
                      <a:pt x="150" y="155"/>
                      <a:pt x="150" y="155"/>
                    </a:cubicBezTo>
                    <a:cubicBezTo>
                      <a:pt x="159" y="228"/>
                      <a:pt x="171" y="296"/>
                      <a:pt x="187" y="367"/>
                    </a:cubicBezTo>
                    <a:cubicBezTo>
                      <a:pt x="196" y="409"/>
                      <a:pt x="250" y="480"/>
                      <a:pt x="250" y="480"/>
                    </a:cubicBezTo>
                    <a:cubicBezTo>
                      <a:pt x="311" y="464"/>
                      <a:pt x="288" y="479"/>
                      <a:pt x="325" y="442"/>
                    </a:cubicBezTo>
                  </a:path>
                </a:pathLst>
              </a:custGeom>
              <a:noFill/>
              <a:ln w="12700">
                <a:solidFill>
                  <a:schemeClr val="tx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9607" name="Freeform 70"/>
              <p:cNvSpPr>
                <a:spLocks/>
              </p:cNvSpPr>
              <p:nvPr/>
            </p:nvSpPr>
            <p:spPr bwMode="auto">
              <a:xfrm>
                <a:off x="3984" y="2592"/>
                <a:ext cx="325" cy="480"/>
              </a:xfrm>
              <a:custGeom>
                <a:avLst/>
                <a:gdLst>
                  <a:gd name="T0" fmla="*/ 0 w 325"/>
                  <a:gd name="T1" fmla="*/ 55 h 480"/>
                  <a:gd name="T2" fmla="*/ 112 w 325"/>
                  <a:gd name="T3" fmla="*/ 42 h 480"/>
                  <a:gd name="T4" fmla="*/ 137 w 325"/>
                  <a:gd name="T5" fmla="*/ 117 h 480"/>
                  <a:gd name="T6" fmla="*/ 150 w 325"/>
                  <a:gd name="T7" fmla="*/ 155 h 480"/>
                  <a:gd name="T8" fmla="*/ 187 w 325"/>
                  <a:gd name="T9" fmla="*/ 367 h 480"/>
                  <a:gd name="T10" fmla="*/ 250 w 325"/>
                  <a:gd name="T11" fmla="*/ 480 h 480"/>
                  <a:gd name="T12" fmla="*/ 325 w 325"/>
                  <a:gd name="T13" fmla="*/ 442 h 480"/>
                  <a:gd name="T14" fmla="*/ 0 60000 65536"/>
                  <a:gd name="T15" fmla="*/ 0 60000 65536"/>
                  <a:gd name="T16" fmla="*/ 0 60000 65536"/>
                  <a:gd name="T17" fmla="*/ 0 60000 65536"/>
                  <a:gd name="T18" fmla="*/ 0 60000 65536"/>
                  <a:gd name="T19" fmla="*/ 0 60000 65536"/>
                  <a:gd name="T20" fmla="*/ 0 60000 65536"/>
                  <a:gd name="T21" fmla="*/ 0 w 325"/>
                  <a:gd name="T22" fmla="*/ 0 h 480"/>
                  <a:gd name="T23" fmla="*/ 325 w 325"/>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5" h="480">
                    <a:moveTo>
                      <a:pt x="0" y="55"/>
                    </a:moveTo>
                    <a:cubicBezTo>
                      <a:pt x="34" y="32"/>
                      <a:pt x="64" y="0"/>
                      <a:pt x="112" y="42"/>
                    </a:cubicBezTo>
                    <a:cubicBezTo>
                      <a:pt x="132" y="59"/>
                      <a:pt x="129" y="92"/>
                      <a:pt x="137" y="117"/>
                    </a:cubicBezTo>
                    <a:cubicBezTo>
                      <a:pt x="141" y="130"/>
                      <a:pt x="150" y="155"/>
                      <a:pt x="150" y="155"/>
                    </a:cubicBezTo>
                    <a:cubicBezTo>
                      <a:pt x="159" y="228"/>
                      <a:pt x="171" y="296"/>
                      <a:pt x="187" y="367"/>
                    </a:cubicBezTo>
                    <a:cubicBezTo>
                      <a:pt x="196" y="409"/>
                      <a:pt x="250" y="480"/>
                      <a:pt x="250" y="480"/>
                    </a:cubicBezTo>
                    <a:cubicBezTo>
                      <a:pt x="311" y="464"/>
                      <a:pt x="288" y="479"/>
                      <a:pt x="325" y="442"/>
                    </a:cubicBezTo>
                  </a:path>
                </a:pathLst>
              </a:custGeom>
              <a:noFill/>
              <a:ln w="12700">
                <a:solidFill>
                  <a:schemeClr val="tx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9608" name="Freeform 71"/>
              <p:cNvSpPr>
                <a:spLocks/>
              </p:cNvSpPr>
              <p:nvPr/>
            </p:nvSpPr>
            <p:spPr bwMode="auto">
              <a:xfrm>
                <a:off x="4128" y="2592"/>
                <a:ext cx="325" cy="480"/>
              </a:xfrm>
              <a:custGeom>
                <a:avLst/>
                <a:gdLst>
                  <a:gd name="T0" fmla="*/ 0 w 325"/>
                  <a:gd name="T1" fmla="*/ 55 h 480"/>
                  <a:gd name="T2" fmla="*/ 112 w 325"/>
                  <a:gd name="T3" fmla="*/ 42 h 480"/>
                  <a:gd name="T4" fmla="*/ 137 w 325"/>
                  <a:gd name="T5" fmla="*/ 117 h 480"/>
                  <a:gd name="T6" fmla="*/ 150 w 325"/>
                  <a:gd name="T7" fmla="*/ 155 h 480"/>
                  <a:gd name="T8" fmla="*/ 187 w 325"/>
                  <a:gd name="T9" fmla="*/ 367 h 480"/>
                  <a:gd name="T10" fmla="*/ 250 w 325"/>
                  <a:gd name="T11" fmla="*/ 480 h 480"/>
                  <a:gd name="T12" fmla="*/ 325 w 325"/>
                  <a:gd name="T13" fmla="*/ 442 h 480"/>
                  <a:gd name="T14" fmla="*/ 0 60000 65536"/>
                  <a:gd name="T15" fmla="*/ 0 60000 65536"/>
                  <a:gd name="T16" fmla="*/ 0 60000 65536"/>
                  <a:gd name="T17" fmla="*/ 0 60000 65536"/>
                  <a:gd name="T18" fmla="*/ 0 60000 65536"/>
                  <a:gd name="T19" fmla="*/ 0 60000 65536"/>
                  <a:gd name="T20" fmla="*/ 0 60000 65536"/>
                  <a:gd name="T21" fmla="*/ 0 w 325"/>
                  <a:gd name="T22" fmla="*/ 0 h 480"/>
                  <a:gd name="T23" fmla="*/ 325 w 325"/>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5" h="480">
                    <a:moveTo>
                      <a:pt x="0" y="55"/>
                    </a:moveTo>
                    <a:cubicBezTo>
                      <a:pt x="34" y="32"/>
                      <a:pt x="64" y="0"/>
                      <a:pt x="112" y="42"/>
                    </a:cubicBezTo>
                    <a:cubicBezTo>
                      <a:pt x="132" y="59"/>
                      <a:pt x="129" y="92"/>
                      <a:pt x="137" y="117"/>
                    </a:cubicBezTo>
                    <a:cubicBezTo>
                      <a:pt x="141" y="130"/>
                      <a:pt x="150" y="155"/>
                      <a:pt x="150" y="155"/>
                    </a:cubicBezTo>
                    <a:cubicBezTo>
                      <a:pt x="159" y="228"/>
                      <a:pt x="171" y="296"/>
                      <a:pt x="187" y="367"/>
                    </a:cubicBezTo>
                    <a:cubicBezTo>
                      <a:pt x="196" y="409"/>
                      <a:pt x="250" y="480"/>
                      <a:pt x="250" y="480"/>
                    </a:cubicBezTo>
                    <a:cubicBezTo>
                      <a:pt x="311" y="464"/>
                      <a:pt x="288" y="479"/>
                      <a:pt x="325" y="442"/>
                    </a:cubicBezTo>
                  </a:path>
                </a:pathLst>
              </a:custGeom>
              <a:noFill/>
              <a:ln w="12700">
                <a:solidFill>
                  <a:schemeClr val="tx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9609" name="Freeform 72"/>
              <p:cNvSpPr>
                <a:spLocks/>
              </p:cNvSpPr>
              <p:nvPr/>
            </p:nvSpPr>
            <p:spPr bwMode="auto">
              <a:xfrm>
                <a:off x="4560" y="2592"/>
                <a:ext cx="325" cy="480"/>
              </a:xfrm>
              <a:custGeom>
                <a:avLst/>
                <a:gdLst>
                  <a:gd name="T0" fmla="*/ 0 w 325"/>
                  <a:gd name="T1" fmla="*/ 55 h 480"/>
                  <a:gd name="T2" fmla="*/ 112 w 325"/>
                  <a:gd name="T3" fmla="*/ 42 h 480"/>
                  <a:gd name="T4" fmla="*/ 137 w 325"/>
                  <a:gd name="T5" fmla="*/ 117 h 480"/>
                  <a:gd name="T6" fmla="*/ 150 w 325"/>
                  <a:gd name="T7" fmla="*/ 155 h 480"/>
                  <a:gd name="T8" fmla="*/ 187 w 325"/>
                  <a:gd name="T9" fmla="*/ 367 h 480"/>
                  <a:gd name="T10" fmla="*/ 250 w 325"/>
                  <a:gd name="T11" fmla="*/ 480 h 480"/>
                  <a:gd name="T12" fmla="*/ 325 w 325"/>
                  <a:gd name="T13" fmla="*/ 442 h 480"/>
                  <a:gd name="T14" fmla="*/ 0 60000 65536"/>
                  <a:gd name="T15" fmla="*/ 0 60000 65536"/>
                  <a:gd name="T16" fmla="*/ 0 60000 65536"/>
                  <a:gd name="T17" fmla="*/ 0 60000 65536"/>
                  <a:gd name="T18" fmla="*/ 0 60000 65536"/>
                  <a:gd name="T19" fmla="*/ 0 60000 65536"/>
                  <a:gd name="T20" fmla="*/ 0 60000 65536"/>
                  <a:gd name="T21" fmla="*/ 0 w 325"/>
                  <a:gd name="T22" fmla="*/ 0 h 480"/>
                  <a:gd name="T23" fmla="*/ 325 w 325"/>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5" h="480">
                    <a:moveTo>
                      <a:pt x="0" y="55"/>
                    </a:moveTo>
                    <a:cubicBezTo>
                      <a:pt x="34" y="32"/>
                      <a:pt x="64" y="0"/>
                      <a:pt x="112" y="42"/>
                    </a:cubicBezTo>
                    <a:cubicBezTo>
                      <a:pt x="132" y="59"/>
                      <a:pt x="129" y="92"/>
                      <a:pt x="137" y="117"/>
                    </a:cubicBezTo>
                    <a:cubicBezTo>
                      <a:pt x="141" y="130"/>
                      <a:pt x="150" y="155"/>
                      <a:pt x="150" y="155"/>
                    </a:cubicBezTo>
                    <a:cubicBezTo>
                      <a:pt x="159" y="228"/>
                      <a:pt x="171" y="296"/>
                      <a:pt x="187" y="367"/>
                    </a:cubicBezTo>
                    <a:cubicBezTo>
                      <a:pt x="196" y="409"/>
                      <a:pt x="250" y="480"/>
                      <a:pt x="250" y="480"/>
                    </a:cubicBezTo>
                    <a:cubicBezTo>
                      <a:pt x="311" y="464"/>
                      <a:pt x="288" y="479"/>
                      <a:pt x="325" y="442"/>
                    </a:cubicBezTo>
                  </a:path>
                </a:pathLst>
              </a:custGeom>
              <a:noFill/>
              <a:ln w="12700">
                <a:solidFill>
                  <a:schemeClr val="tx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9610" name="Freeform 73"/>
              <p:cNvSpPr>
                <a:spLocks/>
              </p:cNvSpPr>
              <p:nvPr/>
            </p:nvSpPr>
            <p:spPr bwMode="auto">
              <a:xfrm>
                <a:off x="4416" y="2592"/>
                <a:ext cx="325" cy="480"/>
              </a:xfrm>
              <a:custGeom>
                <a:avLst/>
                <a:gdLst>
                  <a:gd name="T0" fmla="*/ 0 w 325"/>
                  <a:gd name="T1" fmla="*/ 55 h 480"/>
                  <a:gd name="T2" fmla="*/ 112 w 325"/>
                  <a:gd name="T3" fmla="*/ 42 h 480"/>
                  <a:gd name="T4" fmla="*/ 137 w 325"/>
                  <a:gd name="T5" fmla="*/ 117 h 480"/>
                  <a:gd name="T6" fmla="*/ 150 w 325"/>
                  <a:gd name="T7" fmla="*/ 155 h 480"/>
                  <a:gd name="T8" fmla="*/ 187 w 325"/>
                  <a:gd name="T9" fmla="*/ 367 h 480"/>
                  <a:gd name="T10" fmla="*/ 250 w 325"/>
                  <a:gd name="T11" fmla="*/ 480 h 480"/>
                  <a:gd name="T12" fmla="*/ 325 w 325"/>
                  <a:gd name="T13" fmla="*/ 442 h 480"/>
                  <a:gd name="T14" fmla="*/ 0 60000 65536"/>
                  <a:gd name="T15" fmla="*/ 0 60000 65536"/>
                  <a:gd name="T16" fmla="*/ 0 60000 65536"/>
                  <a:gd name="T17" fmla="*/ 0 60000 65536"/>
                  <a:gd name="T18" fmla="*/ 0 60000 65536"/>
                  <a:gd name="T19" fmla="*/ 0 60000 65536"/>
                  <a:gd name="T20" fmla="*/ 0 60000 65536"/>
                  <a:gd name="T21" fmla="*/ 0 w 325"/>
                  <a:gd name="T22" fmla="*/ 0 h 480"/>
                  <a:gd name="T23" fmla="*/ 325 w 325"/>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5" h="480">
                    <a:moveTo>
                      <a:pt x="0" y="55"/>
                    </a:moveTo>
                    <a:cubicBezTo>
                      <a:pt x="34" y="32"/>
                      <a:pt x="64" y="0"/>
                      <a:pt x="112" y="42"/>
                    </a:cubicBezTo>
                    <a:cubicBezTo>
                      <a:pt x="132" y="59"/>
                      <a:pt x="129" y="92"/>
                      <a:pt x="137" y="117"/>
                    </a:cubicBezTo>
                    <a:cubicBezTo>
                      <a:pt x="141" y="130"/>
                      <a:pt x="150" y="155"/>
                      <a:pt x="150" y="155"/>
                    </a:cubicBezTo>
                    <a:cubicBezTo>
                      <a:pt x="159" y="228"/>
                      <a:pt x="171" y="296"/>
                      <a:pt x="187" y="367"/>
                    </a:cubicBezTo>
                    <a:cubicBezTo>
                      <a:pt x="196" y="409"/>
                      <a:pt x="250" y="480"/>
                      <a:pt x="250" y="480"/>
                    </a:cubicBezTo>
                    <a:cubicBezTo>
                      <a:pt x="311" y="464"/>
                      <a:pt x="288" y="479"/>
                      <a:pt x="325" y="442"/>
                    </a:cubicBezTo>
                  </a:path>
                </a:pathLst>
              </a:custGeom>
              <a:noFill/>
              <a:ln w="12700">
                <a:solidFill>
                  <a:schemeClr val="tx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9611" name="Freeform 74"/>
              <p:cNvSpPr>
                <a:spLocks/>
              </p:cNvSpPr>
              <p:nvPr/>
            </p:nvSpPr>
            <p:spPr bwMode="auto">
              <a:xfrm>
                <a:off x="3552" y="2592"/>
                <a:ext cx="325" cy="480"/>
              </a:xfrm>
              <a:custGeom>
                <a:avLst/>
                <a:gdLst>
                  <a:gd name="T0" fmla="*/ 0 w 325"/>
                  <a:gd name="T1" fmla="*/ 55 h 480"/>
                  <a:gd name="T2" fmla="*/ 112 w 325"/>
                  <a:gd name="T3" fmla="*/ 42 h 480"/>
                  <a:gd name="T4" fmla="*/ 137 w 325"/>
                  <a:gd name="T5" fmla="*/ 117 h 480"/>
                  <a:gd name="T6" fmla="*/ 150 w 325"/>
                  <a:gd name="T7" fmla="*/ 155 h 480"/>
                  <a:gd name="T8" fmla="*/ 187 w 325"/>
                  <a:gd name="T9" fmla="*/ 367 h 480"/>
                  <a:gd name="T10" fmla="*/ 250 w 325"/>
                  <a:gd name="T11" fmla="*/ 480 h 480"/>
                  <a:gd name="T12" fmla="*/ 325 w 325"/>
                  <a:gd name="T13" fmla="*/ 442 h 480"/>
                  <a:gd name="T14" fmla="*/ 0 60000 65536"/>
                  <a:gd name="T15" fmla="*/ 0 60000 65536"/>
                  <a:gd name="T16" fmla="*/ 0 60000 65536"/>
                  <a:gd name="T17" fmla="*/ 0 60000 65536"/>
                  <a:gd name="T18" fmla="*/ 0 60000 65536"/>
                  <a:gd name="T19" fmla="*/ 0 60000 65536"/>
                  <a:gd name="T20" fmla="*/ 0 60000 65536"/>
                  <a:gd name="T21" fmla="*/ 0 w 325"/>
                  <a:gd name="T22" fmla="*/ 0 h 480"/>
                  <a:gd name="T23" fmla="*/ 325 w 325"/>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5" h="480">
                    <a:moveTo>
                      <a:pt x="0" y="55"/>
                    </a:moveTo>
                    <a:cubicBezTo>
                      <a:pt x="34" y="32"/>
                      <a:pt x="64" y="0"/>
                      <a:pt x="112" y="42"/>
                    </a:cubicBezTo>
                    <a:cubicBezTo>
                      <a:pt x="132" y="59"/>
                      <a:pt x="129" y="92"/>
                      <a:pt x="137" y="117"/>
                    </a:cubicBezTo>
                    <a:cubicBezTo>
                      <a:pt x="141" y="130"/>
                      <a:pt x="150" y="155"/>
                      <a:pt x="150" y="155"/>
                    </a:cubicBezTo>
                    <a:cubicBezTo>
                      <a:pt x="159" y="228"/>
                      <a:pt x="171" y="296"/>
                      <a:pt x="187" y="367"/>
                    </a:cubicBezTo>
                    <a:cubicBezTo>
                      <a:pt x="196" y="409"/>
                      <a:pt x="250" y="480"/>
                      <a:pt x="250" y="480"/>
                    </a:cubicBezTo>
                    <a:cubicBezTo>
                      <a:pt x="311" y="464"/>
                      <a:pt x="288" y="479"/>
                      <a:pt x="325" y="442"/>
                    </a:cubicBezTo>
                  </a:path>
                </a:pathLst>
              </a:custGeom>
              <a:noFill/>
              <a:ln w="12700">
                <a:solidFill>
                  <a:schemeClr val="tx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9612" name="Freeform 75"/>
              <p:cNvSpPr>
                <a:spLocks/>
              </p:cNvSpPr>
              <p:nvPr/>
            </p:nvSpPr>
            <p:spPr bwMode="auto">
              <a:xfrm>
                <a:off x="4704" y="2592"/>
                <a:ext cx="325" cy="480"/>
              </a:xfrm>
              <a:custGeom>
                <a:avLst/>
                <a:gdLst>
                  <a:gd name="T0" fmla="*/ 0 w 325"/>
                  <a:gd name="T1" fmla="*/ 55 h 480"/>
                  <a:gd name="T2" fmla="*/ 112 w 325"/>
                  <a:gd name="T3" fmla="*/ 42 h 480"/>
                  <a:gd name="T4" fmla="*/ 137 w 325"/>
                  <a:gd name="T5" fmla="*/ 117 h 480"/>
                  <a:gd name="T6" fmla="*/ 150 w 325"/>
                  <a:gd name="T7" fmla="*/ 155 h 480"/>
                  <a:gd name="T8" fmla="*/ 187 w 325"/>
                  <a:gd name="T9" fmla="*/ 367 h 480"/>
                  <a:gd name="T10" fmla="*/ 250 w 325"/>
                  <a:gd name="T11" fmla="*/ 480 h 480"/>
                  <a:gd name="T12" fmla="*/ 325 w 325"/>
                  <a:gd name="T13" fmla="*/ 442 h 480"/>
                  <a:gd name="T14" fmla="*/ 0 60000 65536"/>
                  <a:gd name="T15" fmla="*/ 0 60000 65536"/>
                  <a:gd name="T16" fmla="*/ 0 60000 65536"/>
                  <a:gd name="T17" fmla="*/ 0 60000 65536"/>
                  <a:gd name="T18" fmla="*/ 0 60000 65536"/>
                  <a:gd name="T19" fmla="*/ 0 60000 65536"/>
                  <a:gd name="T20" fmla="*/ 0 60000 65536"/>
                  <a:gd name="T21" fmla="*/ 0 w 325"/>
                  <a:gd name="T22" fmla="*/ 0 h 480"/>
                  <a:gd name="T23" fmla="*/ 325 w 325"/>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5" h="480">
                    <a:moveTo>
                      <a:pt x="0" y="55"/>
                    </a:moveTo>
                    <a:cubicBezTo>
                      <a:pt x="34" y="32"/>
                      <a:pt x="64" y="0"/>
                      <a:pt x="112" y="42"/>
                    </a:cubicBezTo>
                    <a:cubicBezTo>
                      <a:pt x="132" y="59"/>
                      <a:pt x="129" y="92"/>
                      <a:pt x="137" y="117"/>
                    </a:cubicBezTo>
                    <a:cubicBezTo>
                      <a:pt x="141" y="130"/>
                      <a:pt x="150" y="155"/>
                      <a:pt x="150" y="155"/>
                    </a:cubicBezTo>
                    <a:cubicBezTo>
                      <a:pt x="159" y="228"/>
                      <a:pt x="171" y="296"/>
                      <a:pt x="187" y="367"/>
                    </a:cubicBezTo>
                    <a:cubicBezTo>
                      <a:pt x="196" y="409"/>
                      <a:pt x="250" y="480"/>
                      <a:pt x="250" y="480"/>
                    </a:cubicBezTo>
                    <a:cubicBezTo>
                      <a:pt x="311" y="464"/>
                      <a:pt x="288" y="479"/>
                      <a:pt x="325" y="442"/>
                    </a:cubicBezTo>
                  </a:path>
                </a:pathLst>
              </a:custGeom>
              <a:noFill/>
              <a:ln w="12700">
                <a:solidFill>
                  <a:schemeClr val="tx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109602" name="Line 76"/>
            <p:cNvSpPr>
              <a:spLocks noChangeShapeType="1"/>
            </p:cNvSpPr>
            <p:nvPr/>
          </p:nvSpPr>
          <p:spPr bwMode="auto">
            <a:xfrm>
              <a:off x="2928" y="3157"/>
              <a:ext cx="0" cy="24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603" name="Line 77"/>
            <p:cNvSpPr>
              <a:spLocks noChangeShapeType="1"/>
            </p:cNvSpPr>
            <p:nvPr/>
          </p:nvSpPr>
          <p:spPr bwMode="auto">
            <a:xfrm>
              <a:off x="4405" y="3349"/>
              <a:ext cx="0" cy="24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09591" name="Line 78"/>
          <p:cNvSpPr>
            <a:spLocks noChangeShapeType="1"/>
          </p:cNvSpPr>
          <p:nvPr/>
        </p:nvSpPr>
        <p:spPr bwMode="auto">
          <a:xfrm flipH="1">
            <a:off x="10350500" y="1444625"/>
            <a:ext cx="0" cy="220980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592" name="Line 79"/>
          <p:cNvSpPr>
            <a:spLocks noChangeShapeType="1"/>
          </p:cNvSpPr>
          <p:nvPr/>
        </p:nvSpPr>
        <p:spPr bwMode="auto">
          <a:xfrm>
            <a:off x="7035800" y="1282700"/>
            <a:ext cx="0" cy="52070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9593" name="Line 80"/>
          <p:cNvSpPr>
            <a:spLocks noChangeShapeType="1"/>
          </p:cNvSpPr>
          <p:nvPr/>
        </p:nvSpPr>
        <p:spPr bwMode="auto">
          <a:xfrm>
            <a:off x="6883400" y="1282700"/>
            <a:ext cx="0" cy="52070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9594" name="Line 81"/>
          <p:cNvSpPr>
            <a:spLocks noChangeShapeType="1"/>
          </p:cNvSpPr>
          <p:nvPr/>
        </p:nvSpPr>
        <p:spPr bwMode="auto">
          <a:xfrm flipH="1">
            <a:off x="5905500" y="2590800"/>
            <a:ext cx="1206500" cy="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9595" name="Line 82"/>
          <p:cNvSpPr>
            <a:spLocks noChangeShapeType="1"/>
          </p:cNvSpPr>
          <p:nvPr/>
        </p:nvSpPr>
        <p:spPr bwMode="auto">
          <a:xfrm flipH="1">
            <a:off x="5905500" y="3670300"/>
            <a:ext cx="1206500" cy="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9596" name="Line 83"/>
          <p:cNvSpPr>
            <a:spLocks noChangeShapeType="1"/>
          </p:cNvSpPr>
          <p:nvPr/>
        </p:nvSpPr>
        <p:spPr bwMode="auto">
          <a:xfrm flipH="1">
            <a:off x="5930900" y="1498600"/>
            <a:ext cx="939800" cy="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109597" name="Object 84"/>
          <p:cNvGraphicFramePr>
            <a:graphicFrameLocks noChangeAspect="1"/>
          </p:cNvGraphicFramePr>
          <p:nvPr/>
        </p:nvGraphicFramePr>
        <p:xfrm>
          <a:off x="6731001" y="825501"/>
          <a:ext cx="422275" cy="492125"/>
        </p:xfrm>
        <a:graphic>
          <a:graphicData uri="http://schemas.openxmlformats.org/presentationml/2006/ole">
            <mc:AlternateContent xmlns:mc="http://schemas.openxmlformats.org/markup-compatibility/2006">
              <mc:Choice xmlns:v="urn:schemas-microsoft-com:vml" Requires="v">
                <p:oleObj spid="_x0000_s109873" name="Equation" r:id="rId16" imgW="104896" imgH="133486" progId="Equation.DSMT4">
                  <p:embed/>
                </p:oleObj>
              </mc:Choice>
              <mc:Fallback>
                <p:oleObj name="Equation" r:id="rId16" imgW="104896" imgH="133486" progId="Equation.DSMT4">
                  <p:embed/>
                  <p:pic>
                    <p:nvPicPr>
                      <p:cNvPr id="0" name="Object 8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731001" y="825501"/>
                        <a:ext cx="422275" cy="492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9598" name="Object 86"/>
          <p:cNvGraphicFramePr>
            <a:graphicFrameLocks noChangeAspect="1"/>
          </p:cNvGraphicFramePr>
          <p:nvPr/>
        </p:nvGraphicFramePr>
        <p:xfrm>
          <a:off x="1978025" y="2516188"/>
          <a:ext cx="2870200" cy="855662"/>
        </p:xfrm>
        <a:graphic>
          <a:graphicData uri="http://schemas.openxmlformats.org/presentationml/2006/ole">
            <mc:AlternateContent xmlns:mc="http://schemas.openxmlformats.org/markup-compatibility/2006">
              <mc:Choice xmlns:v="urn:schemas-microsoft-com:vml" Requires="v">
                <p:oleObj spid="_x0000_s109874" name="Equation" r:id="rId18" imgW="1362120" imgH="371373" progId="Equation.DSMT4">
                  <p:embed/>
                </p:oleObj>
              </mc:Choice>
              <mc:Fallback>
                <p:oleObj name="Equation" r:id="rId18" imgW="1362120" imgH="371373" progId="Equation.DSMT4">
                  <p:embed/>
                  <p:pic>
                    <p:nvPicPr>
                      <p:cNvPr id="0" name="Object 86"/>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978025" y="2516188"/>
                        <a:ext cx="2870200" cy="855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9599" name="Object 87"/>
          <p:cNvGraphicFramePr>
            <a:graphicFrameLocks noChangeAspect="1"/>
          </p:cNvGraphicFramePr>
          <p:nvPr/>
        </p:nvGraphicFramePr>
        <p:xfrm>
          <a:off x="1914526" y="3925888"/>
          <a:ext cx="2843213" cy="855662"/>
        </p:xfrm>
        <a:graphic>
          <a:graphicData uri="http://schemas.openxmlformats.org/presentationml/2006/ole">
            <mc:AlternateContent xmlns:mc="http://schemas.openxmlformats.org/markup-compatibility/2006">
              <mc:Choice xmlns:v="urn:schemas-microsoft-com:vml" Requires="v">
                <p:oleObj spid="_x0000_s109875" name="Equation" r:id="rId20" imgW="1352639" imgH="371373" progId="Equation.DSMT4">
                  <p:embed/>
                </p:oleObj>
              </mc:Choice>
              <mc:Fallback>
                <p:oleObj name="Equation" r:id="rId20" imgW="1352639" imgH="371373" progId="Equation.DSMT4">
                  <p:embed/>
                  <p:pic>
                    <p:nvPicPr>
                      <p:cNvPr id="0" name="Object 87"/>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914526" y="3925888"/>
                        <a:ext cx="2843213" cy="855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9600" name="Rectangle 88"/>
          <p:cNvSpPr>
            <a:spLocks noChangeArrowheads="1"/>
          </p:cNvSpPr>
          <p:nvPr/>
        </p:nvSpPr>
        <p:spPr bwMode="auto">
          <a:xfrm>
            <a:off x="2095500" y="3455988"/>
            <a:ext cx="2133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放电过程</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1618" name="Rectangle 4"/>
          <p:cNvSpPr>
            <a:spLocks noChangeArrowheads="1"/>
          </p:cNvSpPr>
          <p:nvPr/>
        </p:nvSpPr>
        <p:spPr bwMode="auto">
          <a:xfrm>
            <a:off x="2006600" y="153988"/>
            <a:ext cx="2133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充电过程</a:t>
            </a:r>
          </a:p>
        </p:txBody>
      </p:sp>
      <p:sp>
        <p:nvSpPr>
          <p:cNvPr id="111619" name="Rectangle 5"/>
          <p:cNvSpPr>
            <a:spLocks noChangeArrowheads="1"/>
          </p:cNvSpPr>
          <p:nvPr/>
        </p:nvSpPr>
        <p:spPr bwMode="auto">
          <a:xfrm>
            <a:off x="6286500" y="3849688"/>
            <a:ext cx="13081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欠阻尼</a:t>
            </a:r>
          </a:p>
        </p:txBody>
      </p:sp>
      <p:sp>
        <p:nvSpPr>
          <p:cNvPr id="111620" name="Line 6"/>
          <p:cNvSpPr>
            <a:spLocks noChangeShapeType="1"/>
          </p:cNvSpPr>
          <p:nvPr/>
        </p:nvSpPr>
        <p:spPr bwMode="auto">
          <a:xfrm>
            <a:off x="7035800" y="1503363"/>
            <a:ext cx="495300"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21" name="Rectangle 7"/>
          <p:cNvSpPr>
            <a:spLocks noChangeArrowheads="1"/>
          </p:cNvSpPr>
          <p:nvPr/>
        </p:nvSpPr>
        <p:spPr bwMode="auto">
          <a:xfrm>
            <a:off x="7531100" y="1427163"/>
            <a:ext cx="685800" cy="152400"/>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11622" name="Line 8"/>
          <p:cNvSpPr>
            <a:spLocks noChangeShapeType="1"/>
          </p:cNvSpPr>
          <p:nvPr/>
        </p:nvSpPr>
        <p:spPr bwMode="auto">
          <a:xfrm>
            <a:off x="8256588" y="1503363"/>
            <a:ext cx="457200"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23" name="Line 9"/>
          <p:cNvSpPr>
            <a:spLocks noChangeShapeType="1"/>
          </p:cNvSpPr>
          <p:nvPr/>
        </p:nvSpPr>
        <p:spPr bwMode="auto">
          <a:xfrm>
            <a:off x="9664700" y="1444625"/>
            <a:ext cx="685800"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24" name="Line 10"/>
          <p:cNvSpPr>
            <a:spLocks noChangeShapeType="1"/>
          </p:cNvSpPr>
          <p:nvPr/>
        </p:nvSpPr>
        <p:spPr bwMode="auto">
          <a:xfrm flipH="1">
            <a:off x="5918200" y="1503363"/>
            <a:ext cx="12700" cy="218440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11625" name="Group 11"/>
          <p:cNvGrpSpPr>
            <a:grpSpLocks/>
          </p:cNvGrpSpPr>
          <p:nvPr/>
        </p:nvGrpSpPr>
        <p:grpSpPr bwMode="auto">
          <a:xfrm>
            <a:off x="7048500" y="2363788"/>
            <a:ext cx="1854200" cy="474662"/>
            <a:chOff x="3120" y="2106"/>
            <a:chExt cx="1152" cy="299"/>
          </a:xfrm>
        </p:grpSpPr>
        <p:sp>
          <p:nvSpPr>
            <p:cNvPr id="111666" name="Line 12"/>
            <p:cNvSpPr>
              <a:spLocks noChangeShapeType="1"/>
            </p:cNvSpPr>
            <p:nvPr/>
          </p:nvSpPr>
          <p:spPr bwMode="auto">
            <a:xfrm>
              <a:off x="3120" y="2256"/>
              <a:ext cx="384"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11667" name="Group 13"/>
            <p:cNvGrpSpPr>
              <a:grpSpLocks/>
            </p:cNvGrpSpPr>
            <p:nvPr/>
          </p:nvGrpSpPr>
          <p:grpSpPr bwMode="auto">
            <a:xfrm>
              <a:off x="3518" y="2112"/>
              <a:ext cx="65" cy="288"/>
              <a:chOff x="3518" y="2112"/>
              <a:chExt cx="65" cy="288"/>
            </a:xfrm>
          </p:grpSpPr>
          <p:sp>
            <p:nvSpPr>
              <p:cNvPr id="111675" name="Line 14"/>
              <p:cNvSpPr>
                <a:spLocks noChangeShapeType="1"/>
              </p:cNvSpPr>
              <p:nvPr/>
            </p:nvSpPr>
            <p:spPr bwMode="auto">
              <a:xfrm>
                <a:off x="3518" y="2112"/>
                <a:ext cx="0" cy="288"/>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76" name="Line 15"/>
              <p:cNvSpPr>
                <a:spLocks noChangeShapeType="1"/>
              </p:cNvSpPr>
              <p:nvPr/>
            </p:nvSpPr>
            <p:spPr bwMode="auto">
              <a:xfrm>
                <a:off x="3583" y="2177"/>
                <a:ext cx="0" cy="144"/>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11668" name="Group 16"/>
            <p:cNvGrpSpPr>
              <a:grpSpLocks/>
            </p:cNvGrpSpPr>
            <p:nvPr/>
          </p:nvGrpSpPr>
          <p:grpSpPr bwMode="auto">
            <a:xfrm>
              <a:off x="3648" y="2106"/>
              <a:ext cx="65" cy="288"/>
              <a:chOff x="3518" y="2112"/>
              <a:chExt cx="65" cy="288"/>
            </a:xfrm>
          </p:grpSpPr>
          <p:sp>
            <p:nvSpPr>
              <p:cNvPr id="111673" name="Line 17"/>
              <p:cNvSpPr>
                <a:spLocks noChangeShapeType="1"/>
              </p:cNvSpPr>
              <p:nvPr/>
            </p:nvSpPr>
            <p:spPr bwMode="auto">
              <a:xfrm>
                <a:off x="3518" y="2112"/>
                <a:ext cx="0" cy="288"/>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74" name="Line 18"/>
              <p:cNvSpPr>
                <a:spLocks noChangeShapeType="1"/>
              </p:cNvSpPr>
              <p:nvPr/>
            </p:nvSpPr>
            <p:spPr bwMode="auto">
              <a:xfrm>
                <a:off x="3583" y="2177"/>
                <a:ext cx="0" cy="144"/>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11669" name="Group 19"/>
            <p:cNvGrpSpPr>
              <a:grpSpLocks/>
            </p:cNvGrpSpPr>
            <p:nvPr/>
          </p:nvGrpSpPr>
          <p:grpSpPr bwMode="auto">
            <a:xfrm>
              <a:off x="3791" y="2117"/>
              <a:ext cx="65" cy="288"/>
              <a:chOff x="3518" y="2112"/>
              <a:chExt cx="65" cy="288"/>
            </a:xfrm>
          </p:grpSpPr>
          <p:sp>
            <p:nvSpPr>
              <p:cNvPr id="111671" name="Line 20"/>
              <p:cNvSpPr>
                <a:spLocks noChangeShapeType="1"/>
              </p:cNvSpPr>
              <p:nvPr/>
            </p:nvSpPr>
            <p:spPr bwMode="auto">
              <a:xfrm>
                <a:off x="3518" y="2112"/>
                <a:ext cx="0" cy="288"/>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72" name="Line 21"/>
              <p:cNvSpPr>
                <a:spLocks noChangeShapeType="1"/>
              </p:cNvSpPr>
              <p:nvPr/>
            </p:nvSpPr>
            <p:spPr bwMode="auto">
              <a:xfrm>
                <a:off x="3583" y="2177"/>
                <a:ext cx="0" cy="144"/>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11670" name="Line 22"/>
            <p:cNvSpPr>
              <a:spLocks noChangeShapeType="1"/>
            </p:cNvSpPr>
            <p:nvPr/>
          </p:nvSpPr>
          <p:spPr bwMode="auto">
            <a:xfrm>
              <a:off x="3888" y="2256"/>
              <a:ext cx="384"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11626" name="Line 23"/>
          <p:cNvSpPr>
            <a:spLocks noChangeShapeType="1"/>
          </p:cNvSpPr>
          <p:nvPr/>
        </p:nvSpPr>
        <p:spPr bwMode="auto">
          <a:xfrm flipV="1">
            <a:off x="9283700" y="2570163"/>
            <a:ext cx="1066800"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27" name="Line 24"/>
          <p:cNvSpPr>
            <a:spLocks noChangeShapeType="1"/>
          </p:cNvSpPr>
          <p:nvPr/>
        </p:nvSpPr>
        <p:spPr bwMode="auto">
          <a:xfrm>
            <a:off x="8826500" y="2297113"/>
            <a:ext cx="457200" cy="30480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28" name="Line 25"/>
          <p:cNvSpPr>
            <a:spLocks noChangeShapeType="1"/>
          </p:cNvSpPr>
          <p:nvPr/>
        </p:nvSpPr>
        <p:spPr bwMode="auto">
          <a:xfrm>
            <a:off x="9283700" y="3636963"/>
            <a:ext cx="1066800"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29" name="Line 26"/>
          <p:cNvSpPr>
            <a:spLocks noChangeShapeType="1"/>
          </p:cNvSpPr>
          <p:nvPr/>
        </p:nvSpPr>
        <p:spPr bwMode="auto">
          <a:xfrm>
            <a:off x="8826500" y="3332163"/>
            <a:ext cx="457200" cy="30480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30" name="Line 27"/>
          <p:cNvSpPr>
            <a:spLocks noChangeShapeType="1"/>
          </p:cNvSpPr>
          <p:nvPr/>
        </p:nvSpPr>
        <p:spPr bwMode="auto">
          <a:xfrm>
            <a:off x="7073900" y="3681413"/>
            <a:ext cx="1828800"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11631" name="Object 28"/>
          <p:cNvGraphicFramePr>
            <a:graphicFrameLocks noChangeAspect="1"/>
          </p:cNvGraphicFramePr>
          <p:nvPr/>
        </p:nvGraphicFramePr>
        <p:xfrm>
          <a:off x="7683501" y="969963"/>
          <a:ext cx="422275" cy="457200"/>
        </p:xfrm>
        <a:graphic>
          <a:graphicData uri="http://schemas.openxmlformats.org/presentationml/2006/ole">
            <mc:AlternateContent xmlns:mc="http://schemas.openxmlformats.org/markup-compatibility/2006">
              <mc:Choice xmlns:v="urn:schemas-microsoft-com:vml" Requires="v">
                <p:oleObj spid="_x0000_s112082" name="公式" r:id="rId4" imgW="104896" imgH="114198" progId="Equation.3">
                  <p:embed/>
                </p:oleObj>
              </mc:Choice>
              <mc:Fallback>
                <p:oleObj name="公式" r:id="rId4" imgW="104896" imgH="114198" progId="Equation.3">
                  <p:embed/>
                  <p:pic>
                    <p:nvPicPr>
                      <p:cNvPr id="0" name="Object 2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83501" y="969963"/>
                        <a:ext cx="4222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1632" name="Object 29"/>
          <p:cNvGraphicFramePr>
            <a:graphicFrameLocks noChangeAspect="1"/>
          </p:cNvGraphicFramePr>
          <p:nvPr/>
        </p:nvGraphicFramePr>
        <p:xfrm>
          <a:off x="8978901" y="665163"/>
          <a:ext cx="392113" cy="457200"/>
        </p:xfrm>
        <a:graphic>
          <a:graphicData uri="http://schemas.openxmlformats.org/presentationml/2006/ole">
            <mc:AlternateContent xmlns:mc="http://schemas.openxmlformats.org/markup-compatibility/2006">
              <mc:Choice xmlns:v="urn:schemas-microsoft-com:vml" Requires="v">
                <p:oleObj spid="_x0000_s112083" name="公式" r:id="rId6" imgW="95110" imgH="114198" progId="Equation.3">
                  <p:embed/>
                </p:oleObj>
              </mc:Choice>
              <mc:Fallback>
                <p:oleObj name="公式" r:id="rId6" imgW="95110" imgH="114198" progId="Equation.3">
                  <p:embed/>
                  <p:pic>
                    <p:nvPicPr>
                      <p:cNvPr id="0" name="Object 2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978901" y="665163"/>
                        <a:ext cx="39211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1633" name="Object 30"/>
          <p:cNvGraphicFramePr>
            <a:graphicFrameLocks noChangeAspect="1"/>
          </p:cNvGraphicFramePr>
          <p:nvPr/>
        </p:nvGraphicFramePr>
        <p:xfrm>
          <a:off x="7759701" y="1841501"/>
          <a:ext cx="449263" cy="500063"/>
        </p:xfrm>
        <a:graphic>
          <a:graphicData uri="http://schemas.openxmlformats.org/presentationml/2006/ole">
            <mc:AlternateContent xmlns:mc="http://schemas.openxmlformats.org/markup-compatibility/2006">
              <mc:Choice xmlns:v="urn:schemas-microsoft-com:vml" Requires="v">
                <p:oleObj spid="_x0000_s112084" name="公式" r:id="rId8" imgW="76149" imgH="95216" progId="Equation.3">
                  <p:embed/>
                </p:oleObj>
              </mc:Choice>
              <mc:Fallback>
                <p:oleObj name="公式" r:id="rId8" imgW="76149" imgH="95216" progId="Equation.3">
                  <p:embed/>
                  <p:pic>
                    <p:nvPicPr>
                      <p:cNvPr id="0" name="Object 3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759701" y="1841501"/>
                        <a:ext cx="449263" cy="500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1634" name="Object 31"/>
          <p:cNvGraphicFramePr>
            <a:graphicFrameLocks noChangeAspect="1"/>
          </p:cNvGraphicFramePr>
          <p:nvPr/>
        </p:nvGraphicFramePr>
        <p:xfrm>
          <a:off x="9207501" y="2009776"/>
          <a:ext cx="563563" cy="633413"/>
        </p:xfrm>
        <a:graphic>
          <a:graphicData uri="http://schemas.openxmlformats.org/presentationml/2006/ole">
            <mc:AlternateContent xmlns:mc="http://schemas.openxmlformats.org/markup-compatibility/2006">
              <mc:Choice xmlns:v="urn:schemas-microsoft-com:vml" Requires="v">
                <p:oleObj spid="_x0000_s112085" name="公式" r:id="rId10" imgW="142818" imgH="171450" progId="Equation.3">
                  <p:embed/>
                </p:oleObj>
              </mc:Choice>
              <mc:Fallback>
                <p:oleObj name="公式" r:id="rId10" imgW="142818" imgH="171450" progId="Equation.3">
                  <p:embed/>
                  <p:pic>
                    <p:nvPicPr>
                      <p:cNvPr id="0" name="Object 3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207501" y="2009776"/>
                        <a:ext cx="563563" cy="633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1635" name="Object 32"/>
          <p:cNvGraphicFramePr>
            <a:graphicFrameLocks noChangeAspect="1"/>
          </p:cNvGraphicFramePr>
          <p:nvPr/>
        </p:nvGraphicFramePr>
        <p:xfrm>
          <a:off x="9172576" y="3103563"/>
          <a:ext cx="633413" cy="633412"/>
        </p:xfrm>
        <a:graphic>
          <a:graphicData uri="http://schemas.openxmlformats.org/presentationml/2006/ole">
            <mc:AlternateContent xmlns:mc="http://schemas.openxmlformats.org/markup-compatibility/2006">
              <mc:Choice xmlns:v="urn:schemas-microsoft-com:vml" Requires="v">
                <p:oleObj spid="_x0000_s112086" name="公式" r:id="rId12" imgW="171565" imgH="171450" progId="Equation.3">
                  <p:embed/>
                </p:oleObj>
              </mc:Choice>
              <mc:Fallback>
                <p:oleObj name="公式" r:id="rId12" imgW="171565" imgH="171450" progId="Equation.3">
                  <p:embed/>
                  <p:pic>
                    <p:nvPicPr>
                      <p:cNvPr id="0" name="Object 3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172576" y="3103563"/>
                        <a:ext cx="633413" cy="633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11636" name="Group 33"/>
          <p:cNvGrpSpPr>
            <a:grpSpLocks/>
          </p:cNvGrpSpPr>
          <p:nvPr/>
        </p:nvGrpSpPr>
        <p:grpSpPr bwMode="auto">
          <a:xfrm>
            <a:off x="8674100" y="1181100"/>
            <a:ext cx="990600" cy="609600"/>
            <a:chOff x="2928" y="3120"/>
            <a:chExt cx="1477" cy="480"/>
          </a:xfrm>
        </p:grpSpPr>
        <p:grpSp>
          <p:nvGrpSpPr>
            <p:cNvPr id="111654" name="Group 34"/>
            <p:cNvGrpSpPr>
              <a:grpSpLocks/>
            </p:cNvGrpSpPr>
            <p:nvPr/>
          </p:nvGrpSpPr>
          <p:grpSpPr bwMode="auto">
            <a:xfrm>
              <a:off x="2928" y="3120"/>
              <a:ext cx="1477" cy="480"/>
              <a:chOff x="3552" y="2592"/>
              <a:chExt cx="1477" cy="480"/>
            </a:xfrm>
          </p:grpSpPr>
          <p:sp>
            <p:nvSpPr>
              <p:cNvPr id="111657" name="Freeform 35"/>
              <p:cNvSpPr>
                <a:spLocks/>
              </p:cNvSpPr>
              <p:nvPr/>
            </p:nvSpPr>
            <p:spPr bwMode="auto">
              <a:xfrm>
                <a:off x="4272" y="2592"/>
                <a:ext cx="325" cy="480"/>
              </a:xfrm>
              <a:custGeom>
                <a:avLst/>
                <a:gdLst>
                  <a:gd name="T0" fmla="*/ 0 w 325"/>
                  <a:gd name="T1" fmla="*/ 55 h 480"/>
                  <a:gd name="T2" fmla="*/ 112 w 325"/>
                  <a:gd name="T3" fmla="*/ 42 h 480"/>
                  <a:gd name="T4" fmla="*/ 137 w 325"/>
                  <a:gd name="T5" fmla="*/ 117 h 480"/>
                  <a:gd name="T6" fmla="*/ 150 w 325"/>
                  <a:gd name="T7" fmla="*/ 155 h 480"/>
                  <a:gd name="T8" fmla="*/ 187 w 325"/>
                  <a:gd name="T9" fmla="*/ 367 h 480"/>
                  <a:gd name="T10" fmla="*/ 250 w 325"/>
                  <a:gd name="T11" fmla="*/ 480 h 480"/>
                  <a:gd name="T12" fmla="*/ 325 w 325"/>
                  <a:gd name="T13" fmla="*/ 442 h 480"/>
                  <a:gd name="T14" fmla="*/ 0 60000 65536"/>
                  <a:gd name="T15" fmla="*/ 0 60000 65536"/>
                  <a:gd name="T16" fmla="*/ 0 60000 65536"/>
                  <a:gd name="T17" fmla="*/ 0 60000 65536"/>
                  <a:gd name="T18" fmla="*/ 0 60000 65536"/>
                  <a:gd name="T19" fmla="*/ 0 60000 65536"/>
                  <a:gd name="T20" fmla="*/ 0 60000 65536"/>
                  <a:gd name="T21" fmla="*/ 0 w 325"/>
                  <a:gd name="T22" fmla="*/ 0 h 480"/>
                  <a:gd name="T23" fmla="*/ 325 w 325"/>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5" h="480">
                    <a:moveTo>
                      <a:pt x="0" y="55"/>
                    </a:moveTo>
                    <a:cubicBezTo>
                      <a:pt x="34" y="32"/>
                      <a:pt x="64" y="0"/>
                      <a:pt x="112" y="42"/>
                    </a:cubicBezTo>
                    <a:cubicBezTo>
                      <a:pt x="132" y="59"/>
                      <a:pt x="129" y="92"/>
                      <a:pt x="137" y="117"/>
                    </a:cubicBezTo>
                    <a:cubicBezTo>
                      <a:pt x="141" y="130"/>
                      <a:pt x="150" y="155"/>
                      <a:pt x="150" y="155"/>
                    </a:cubicBezTo>
                    <a:cubicBezTo>
                      <a:pt x="159" y="228"/>
                      <a:pt x="171" y="296"/>
                      <a:pt x="187" y="367"/>
                    </a:cubicBezTo>
                    <a:cubicBezTo>
                      <a:pt x="196" y="409"/>
                      <a:pt x="250" y="480"/>
                      <a:pt x="250" y="480"/>
                    </a:cubicBezTo>
                    <a:cubicBezTo>
                      <a:pt x="311" y="464"/>
                      <a:pt x="288" y="479"/>
                      <a:pt x="325" y="442"/>
                    </a:cubicBezTo>
                  </a:path>
                </a:pathLst>
              </a:custGeom>
              <a:noFill/>
              <a:ln w="12700">
                <a:solidFill>
                  <a:schemeClr val="tx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1658" name="Freeform 36"/>
              <p:cNvSpPr>
                <a:spLocks/>
              </p:cNvSpPr>
              <p:nvPr/>
            </p:nvSpPr>
            <p:spPr bwMode="auto">
              <a:xfrm>
                <a:off x="3696" y="2592"/>
                <a:ext cx="325" cy="480"/>
              </a:xfrm>
              <a:custGeom>
                <a:avLst/>
                <a:gdLst>
                  <a:gd name="T0" fmla="*/ 0 w 325"/>
                  <a:gd name="T1" fmla="*/ 55 h 480"/>
                  <a:gd name="T2" fmla="*/ 112 w 325"/>
                  <a:gd name="T3" fmla="*/ 42 h 480"/>
                  <a:gd name="T4" fmla="*/ 137 w 325"/>
                  <a:gd name="T5" fmla="*/ 117 h 480"/>
                  <a:gd name="T6" fmla="*/ 150 w 325"/>
                  <a:gd name="T7" fmla="*/ 155 h 480"/>
                  <a:gd name="T8" fmla="*/ 187 w 325"/>
                  <a:gd name="T9" fmla="*/ 367 h 480"/>
                  <a:gd name="T10" fmla="*/ 250 w 325"/>
                  <a:gd name="T11" fmla="*/ 480 h 480"/>
                  <a:gd name="T12" fmla="*/ 325 w 325"/>
                  <a:gd name="T13" fmla="*/ 442 h 480"/>
                  <a:gd name="T14" fmla="*/ 0 60000 65536"/>
                  <a:gd name="T15" fmla="*/ 0 60000 65536"/>
                  <a:gd name="T16" fmla="*/ 0 60000 65536"/>
                  <a:gd name="T17" fmla="*/ 0 60000 65536"/>
                  <a:gd name="T18" fmla="*/ 0 60000 65536"/>
                  <a:gd name="T19" fmla="*/ 0 60000 65536"/>
                  <a:gd name="T20" fmla="*/ 0 60000 65536"/>
                  <a:gd name="T21" fmla="*/ 0 w 325"/>
                  <a:gd name="T22" fmla="*/ 0 h 480"/>
                  <a:gd name="T23" fmla="*/ 325 w 325"/>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5" h="480">
                    <a:moveTo>
                      <a:pt x="0" y="55"/>
                    </a:moveTo>
                    <a:cubicBezTo>
                      <a:pt x="34" y="32"/>
                      <a:pt x="64" y="0"/>
                      <a:pt x="112" y="42"/>
                    </a:cubicBezTo>
                    <a:cubicBezTo>
                      <a:pt x="132" y="59"/>
                      <a:pt x="129" y="92"/>
                      <a:pt x="137" y="117"/>
                    </a:cubicBezTo>
                    <a:cubicBezTo>
                      <a:pt x="141" y="130"/>
                      <a:pt x="150" y="155"/>
                      <a:pt x="150" y="155"/>
                    </a:cubicBezTo>
                    <a:cubicBezTo>
                      <a:pt x="159" y="228"/>
                      <a:pt x="171" y="296"/>
                      <a:pt x="187" y="367"/>
                    </a:cubicBezTo>
                    <a:cubicBezTo>
                      <a:pt x="196" y="409"/>
                      <a:pt x="250" y="480"/>
                      <a:pt x="250" y="480"/>
                    </a:cubicBezTo>
                    <a:cubicBezTo>
                      <a:pt x="311" y="464"/>
                      <a:pt x="288" y="479"/>
                      <a:pt x="325" y="442"/>
                    </a:cubicBezTo>
                  </a:path>
                </a:pathLst>
              </a:custGeom>
              <a:noFill/>
              <a:ln w="12700">
                <a:solidFill>
                  <a:schemeClr val="tx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1659" name="Freeform 37"/>
              <p:cNvSpPr>
                <a:spLocks/>
              </p:cNvSpPr>
              <p:nvPr/>
            </p:nvSpPr>
            <p:spPr bwMode="auto">
              <a:xfrm>
                <a:off x="3840" y="2592"/>
                <a:ext cx="325" cy="480"/>
              </a:xfrm>
              <a:custGeom>
                <a:avLst/>
                <a:gdLst>
                  <a:gd name="T0" fmla="*/ 0 w 325"/>
                  <a:gd name="T1" fmla="*/ 55 h 480"/>
                  <a:gd name="T2" fmla="*/ 112 w 325"/>
                  <a:gd name="T3" fmla="*/ 42 h 480"/>
                  <a:gd name="T4" fmla="*/ 137 w 325"/>
                  <a:gd name="T5" fmla="*/ 117 h 480"/>
                  <a:gd name="T6" fmla="*/ 150 w 325"/>
                  <a:gd name="T7" fmla="*/ 155 h 480"/>
                  <a:gd name="T8" fmla="*/ 187 w 325"/>
                  <a:gd name="T9" fmla="*/ 367 h 480"/>
                  <a:gd name="T10" fmla="*/ 250 w 325"/>
                  <a:gd name="T11" fmla="*/ 480 h 480"/>
                  <a:gd name="T12" fmla="*/ 325 w 325"/>
                  <a:gd name="T13" fmla="*/ 442 h 480"/>
                  <a:gd name="T14" fmla="*/ 0 60000 65536"/>
                  <a:gd name="T15" fmla="*/ 0 60000 65536"/>
                  <a:gd name="T16" fmla="*/ 0 60000 65536"/>
                  <a:gd name="T17" fmla="*/ 0 60000 65536"/>
                  <a:gd name="T18" fmla="*/ 0 60000 65536"/>
                  <a:gd name="T19" fmla="*/ 0 60000 65536"/>
                  <a:gd name="T20" fmla="*/ 0 60000 65536"/>
                  <a:gd name="T21" fmla="*/ 0 w 325"/>
                  <a:gd name="T22" fmla="*/ 0 h 480"/>
                  <a:gd name="T23" fmla="*/ 325 w 325"/>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5" h="480">
                    <a:moveTo>
                      <a:pt x="0" y="55"/>
                    </a:moveTo>
                    <a:cubicBezTo>
                      <a:pt x="34" y="32"/>
                      <a:pt x="64" y="0"/>
                      <a:pt x="112" y="42"/>
                    </a:cubicBezTo>
                    <a:cubicBezTo>
                      <a:pt x="132" y="59"/>
                      <a:pt x="129" y="92"/>
                      <a:pt x="137" y="117"/>
                    </a:cubicBezTo>
                    <a:cubicBezTo>
                      <a:pt x="141" y="130"/>
                      <a:pt x="150" y="155"/>
                      <a:pt x="150" y="155"/>
                    </a:cubicBezTo>
                    <a:cubicBezTo>
                      <a:pt x="159" y="228"/>
                      <a:pt x="171" y="296"/>
                      <a:pt x="187" y="367"/>
                    </a:cubicBezTo>
                    <a:cubicBezTo>
                      <a:pt x="196" y="409"/>
                      <a:pt x="250" y="480"/>
                      <a:pt x="250" y="480"/>
                    </a:cubicBezTo>
                    <a:cubicBezTo>
                      <a:pt x="311" y="464"/>
                      <a:pt x="288" y="479"/>
                      <a:pt x="325" y="442"/>
                    </a:cubicBezTo>
                  </a:path>
                </a:pathLst>
              </a:custGeom>
              <a:noFill/>
              <a:ln w="12700">
                <a:solidFill>
                  <a:schemeClr val="tx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1660" name="Freeform 38"/>
              <p:cNvSpPr>
                <a:spLocks/>
              </p:cNvSpPr>
              <p:nvPr/>
            </p:nvSpPr>
            <p:spPr bwMode="auto">
              <a:xfrm>
                <a:off x="3984" y="2592"/>
                <a:ext cx="325" cy="480"/>
              </a:xfrm>
              <a:custGeom>
                <a:avLst/>
                <a:gdLst>
                  <a:gd name="T0" fmla="*/ 0 w 325"/>
                  <a:gd name="T1" fmla="*/ 55 h 480"/>
                  <a:gd name="T2" fmla="*/ 112 w 325"/>
                  <a:gd name="T3" fmla="*/ 42 h 480"/>
                  <a:gd name="T4" fmla="*/ 137 w 325"/>
                  <a:gd name="T5" fmla="*/ 117 h 480"/>
                  <a:gd name="T6" fmla="*/ 150 w 325"/>
                  <a:gd name="T7" fmla="*/ 155 h 480"/>
                  <a:gd name="T8" fmla="*/ 187 w 325"/>
                  <a:gd name="T9" fmla="*/ 367 h 480"/>
                  <a:gd name="T10" fmla="*/ 250 w 325"/>
                  <a:gd name="T11" fmla="*/ 480 h 480"/>
                  <a:gd name="T12" fmla="*/ 325 w 325"/>
                  <a:gd name="T13" fmla="*/ 442 h 480"/>
                  <a:gd name="T14" fmla="*/ 0 60000 65536"/>
                  <a:gd name="T15" fmla="*/ 0 60000 65536"/>
                  <a:gd name="T16" fmla="*/ 0 60000 65536"/>
                  <a:gd name="T17" fmla="*/ 0 60000 65536"/>
                  <a:gd name="T18" fmla="*/ 0 60000 65536"/>
                  <a:gd name="T19" fmla="*/ 0 60000 65536"/>
                  <a:gd name="T20" fmla="*/ 0 60000 65536"/>
                  <a:gd name="T21" fmla="*/ 0 w 325"/>
                  <a:gd name="T22" fmla="*/ 0 h 480"/>
                  <a:gd name="T23" fmla="*/ 325 w 325"/>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5" h="480">
                    <a:moveTo>
                      <a:pt x="0" y="55"/>
                    </a:moveTo>
                    <a:cubicBezTo>
                      <a:pt x="34" y="32"/>
                      <a:pt x="64" y="0"/>
                      <a:pt x="112" y="42"/>
                    </a:cubicBezTo>
                    <a:cubicBezTo>
                      <a:pt x="132" y="59"/>
                      <a:pt x="129" y="92"/>
                      <a:pt x="137" y="117"/>
                    </a:cubicBezTo>
                    <a:cubicBezTo>
                      <a:pt x="141" y="130"/>
                      <a:pt x="150" y="155"/>
                      <a:pt x="150" y="155"/>
                    </a:cubicBezTo>
                    <a:cubicBezTo>
                      <a:pt x="159" y="228"/>
                      <a:pt x="171" y="296"/>
                      <a:pt x="187" y="367"/>
                    </a:cubicBezTo>
                    <a:cubicBezTo>
                      <a:pt x="196" y="409"/>
                      <a:pt x="250" y="480"/>
                      <a:pt x="250" y="480"/>
                    </a:cubicBezTo>
                    <a:cubicBezTo>
                      <a:pt x="311" y="464"/>
                      <a:pt x="288" y="479"/>
                      <a:pt x="325" y="442"/>
                    </a:cubicBezTo>
                  </a:path>
                </a:pathLst>
              </a:custGeom>
              <a:noFill/>
              <a:ln w="12700">
                <a:solidFill>
                  <a:schemeClr val="tx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1661" name="Freeform 39"/>
              <p:cNvSpPr>
                <a:spLocks/>
              </p:cNvSpPr>
              <p:nvPr/>
            </p:nvSpPr>
            <p:spPr bwMode="auto">
              <a:xfrm>
                <a:off x="4128" y="2592"/>
                <a:ext cx="325" cy="480"/>
              </a:xfrm>
              <a:custGeom>
                <a:avLst/>
                <a:gdLst>
                  <a:gd name="T0" fmla="*/ 0 w 325"/>
                  <a:gd name="T1" fmla="*/ 55 h 480"/>
                  <a:gd name="T2" fmla="*/ 112 w 325"/>
                  <a:gd name="T3" fmla="*/ 42 h 480"/>
                  <a:gd name="T4" fmla="*/ 137 w 325"/>
                  <a:gd name="T5" fmla="*/ 117 h 480"/>
                  <a:gd name="T6" fmla="*/ 150 w 325"/>
                  <a:gd name="T7" fmla="*/ 155 h 480"/>
                  <a:gd name="T8" fmla="*/ 187 w 325"/>
                  <a:gd name="T9" fmla="*/ 367 h 480"/>
                  <a:gd name="T10" fmla="*/ 250 w 325"/>
                  <a:gd name="T11" fmla="*/ 480 h 480"/>
                  <a:gd name="T12" fmla="*/ 325 w 325"/>
                  <a:gd name="T13" fmla="*/ 442 h 480"/>
                  <a:gd name="T14" fmla="*/ 0 60000 65536"/>
                  <a:gd name="T15" fmla="*/ 0 60000 65536"/>
                  <a:gd name="T16" fmla="*/ 0 60000 65536"/>
                  <a:gd name="T17" fmla="*/ 0 60000 65536"/>
                  <a:gd name="T18" fmla="*/ 0 60000 65536"/>
                  <a:gd name="T19" fmla="*/ 0 60000 65536"/>
                  <a:gd name="T20" fmla="*/ 0 60000 65536"/>
                  <a:gd name="T21" fmla="*/ 0 w 325"/>
                  <a:gd name="T22" fmla="*/ 0 h 480"/>
                  <a:gd name="T23" fmla="*/ 325 w 325"/>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5" h="480">
                    <a:moveTo>
                      <a:pt x="0" y="55"/>
                    </a:moveTo>
                    <a:cubicBezTo>
                      <a:pt x="34" y="32"/>
                      <a:pt x="64" y="0"/>
                      <a:pt x="112" y="42"/>
                    </a:cubicBezTo>
                    <a:cubicBezTo>
                      <a:pt x="132" y="59"/>
                      <a:pt x="129" y="92"/>
                      <a:pt x="137" y="117"/>
                    </a:cubicBezTo>
                    <a:cubicBezTo>
                      <a:pt x="141" y="130"/>
                      <a:pt x="150" y="155"/>
                      <a:pt x="150" y="155"/>
                    </a:cubicBezTo>
                    <a:cubicBezTo>
                      <a:pt x="159" y="228"/>
                      <a:pt x="171" y="296"/>
                      <a:pt x="187" y="367"/>
                    </a:cubicBezTo>
                    <a:cubicBezTo>
                      <a:pt x="196" y="409"/>
                      <a:pt x="250" y="480"/>
                      <a:pt x="250" y="480"/>
                    </a:cubicBezTo>
                    <a:cubicBezTo>
                      <a:pt x="311" y="464"/>
                      <a:pt x="288" y="479"/>
                      <a:pt x="325" y="442"/>
                    </a:cubicBezTo>
                  </a:path>
                </a:pathLst>
              </a:custGeom>
              <a:noFill/>
              <a:ln w="12700">
                <a:solidFill>
                  <a:schemeClr val="tx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1662" name="Freeform 40"/>
              <p:cNvSpPr>
                <a:spLocks/>
              </p:cNvSpPr>
              <p:nvPr/>
            </p:nvSpPr>
            <p:spPr bwMode="auto">
              <a:xfrm>
                <a:off x="4560" y="2592"/>
                <a:ext cx="325" cy="480"/>
              </a:xfrm>
              <a:custGeom>
                <a:avLst/>
                <a:gdLst>
                  <a:gd name="T0" fmla="*/ 0 w 325"/>
                  <a:gd name="T1" fmla="*/ 55 h 480"/>
                  <a:gd name="T2" fmla="*/ 112 w 325"/>
                  <a:gd name="T3" fmla="*/ 42 h 480"/>
                  <a:gd name="T4" fmla="*/ 137 w 325"/>
                  <a:gd name="T5" fmla="*/ 117 h 480"/>
                  <a:gd name="T6" fmla="*/ 150 w 325"/>
                  <a:gd name="T7" fmla="*/ 155 h 480"/>
                  <a:gd name="T8" fmla="*/ 187 w 325"/>
                  <a:gd name="T9" fmla="*/ 367 h 480"/>
                  <a:gd name="T10" fmla="*/ 250 w 325"/>
                  <a:gd name="T11" fmla="*/ 480 h 480"/>
                  <a:gd name="T12" fmla="*/ 325 w 325"/>
                  <a:gd name="T13" fmla="*/ 442 h 480"/>
                  <a:gd name="T14" fmla="*/ 0 60000 65536"/>
                  <a:gd name="T15" fmla="*/ 0 60000 65536"/>
                  <a:gd name="T16" fmla="*/ 0 60000 65536"/>
                  <a:gd name="T17" fmla="*/ 0 60000 65536"/>
                  <a:gd name="T18" fmla="*/ 0 60000 65536"/>
                  <a:gd name="T19" fmla="*/ 0 60000 65536"/>
                  <a:gd name="T20" fmla="*/ 0 60000 65536"/>
                  <a:gd name="T21" fmla="*/ 0 w 325"/>
                  <a:gd name="T22" fmla="*/ 0 h 480"/>
                  <a:gd name="T23" fmla="*/ 325 w 325"/>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5" h="480">
                    <a:moveTo>
                      <a:pt x="0" y="55"/>
                    </a:moveTo>
                    <a:cubicBezTo>
                      <a:pt x="34" y="32"/>
                      <a:pt x="64" y="0"/>
                      <a:pt x="112" y="42"/>
                    </a:cubicBezTo>
                    <a:cubicBezTo>
                      <a:pt x="132" y="59"/>
                      <a:pt x="129" y="92"/>
                      <a:pt x="137" y="117"/>
                    </a:cubicBezTo>
                    <a:cubicBezTo>
                      <a:pt x="141" y="130"/>
                      <a:pt x="150" y="155"/>
                      <a:pt x="150" y="155"/>
                    </a:cubicBezTo>
                    <a:cubicBezTo>
                      <a:pt x="159" y="228"/>
                      <a:pt x="171" y="296"/>
                      <a:pt x="187" y="367"/>
                    </a:cubicBezTo>
                    <a:cubicBezTo>
                      <a:pt x="196" y="409"/>
                      <a:pt x="250" y="480"/>
                      <a:pt x="250" y="480"/>
                    </a:cubicBezTo>
                    <a:cubicBezTo>
                      <a:pt x="311" y="464"/>
                      <a:pt x="288" y="479"/>
                      <a:pt x="325" y="442"/>
                    </a:cubicBezTo>
                  </a:path>
                </a:pathLst>
              </a:custGeom>
              <a:noFill/>
              <a:ln w="12700">
                <a:solidFill>
                  <a:schemeClr val="tx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1663" name="Freeform 41"/>
              <p:cNvSpPr>
                <a:spLocks/>
              </p:cNvSpPr>
              <p:nvPr/>
            </p:nvSpPr>
            <p:spPr bwMode="auto">
              <a:xfrm>
                <a:off x="4416" y="2592"/>
                <a:ext cx="325" cy="480"/>
              </a:xfrm>
              <a:custGeom>
                <a:avLst/>
                <a:gdLst>
                  <a:gd name="T0" fmla="*/ 0 w 325"/>
                  <a:gd name="T1" fmla="*/ 55 h 480"/>
                  <a:gd name="T2" fmla="*/ 112 w 325"/>
                  <a:gd name="T3" fmla="*/ 42 h 480"/>
                  <a:gd name="T4" fmla="*/ 137 w 325"/>
                  <a:gd name="T5" fmla="*/ 117 h 480"/>
                  <a:gd name="T6" fmla="*/ 150 w 325"/>
                  <a:gd name="T7" fmla="*/ 155 h 480"/>
                  <a:gd name="T8" fmla="*/ 187 w 325"/>
                  <a:gd name="T9" fmla="*/ 367 h 480"/>
                  <a:gd name="T10" fmla="*/ 250 w 325"/>
                  <a:gd name="T11" fmla="*/ 480 h 480"/>
                  <a:gd name="T12" fmla="*/ 325 w 325"/>
                  <a:gd name="T13" fmla="*/ 442 h 480"/>
                  <a:gd name="T14" fmla="*/ 0 60000 65536"/>
                  <a:gd name="T15" fmla="*/ 0 60000 65536"/>
                  <a:gd name="T16" fmla="*/ 0 60000 65536"/>
                  <a:gd name="T17" fmla="*/ 0 60000 65536"/>
                  <a:gd name="T18" fmla="*/ 0 60000 65536"/>
                  <a:gd name="T19" fmla="*/ 0 60000 65536"/>
                  <a:gd name="T20" fmla="*/ 0 60000 65536"/>
                  <a:gd name="T21" fmla="*/ 0 w 325"/>
                  <a:gd name="T22" fmla="*/ 0 h 480"/>
                  <a:gd name="T23" fmla="*/ 325 w 325"/>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5" h="480">
                    <a:moveTo>
                      <a:pt x="0" y="55"/>
                    </a:moveTo>
                    <a:cubicBezTo>
                      <a:pt x="34" y="32"/>
                      <a:pt x="64" y="0"/>
                      <a:pt x="112" y="42"/>
                    </a:cubicBezTo>
                    <a:cubicBezTo>
                      <a:pt x="132" y="59"/>
                      <a:pt x="129" y="92"/>
                      <a:pt x="137" y="117"/>
                    </a:cubicBezTo>
                    <a:cubicBezTo>
                      <a:pt x="141" y="130"/>
                      <a:pt x="150" y="155"/>
                      <a:pt x="150" y="155"/>
                    </a:cubicBezTo>
                    <a:cubicBezTo>
                      <a:pt x="159" y="228"/>
                      <a:pt x="171" y="296"/>
                      <a:pt x="187" y="367"/>
                    </a:cubicBezTo>
                    <a:cubicBezTo>
                      <a:pt x="196" y="409"/>
                      <a:pt x="250" y="480"/>
                      <a:pt x="250" y="480"/>
                    </a:cubicBezTo>
                    <a:cubicBezTo>
                      <a:pt x="311" y="464"/>
                      <a:pt x="288" y="479"/>
                      <a:pt x="325" y="442"/>
                    </a:cubicBezTo>
                  </a:path>
                </a:pathLst>
              </a:custGeom>
              <a:noFill/>
              <a:ln w="12700">
                <a:solidFill>
                  <a:schemeClr val="tx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1664" name="Freeform 42"/>
              <p:cNvSpPr>
                <a:spLocks/>
              </p:cNvSpPr>
              <p:nvPr/>
            </p:nvSpPr>
            <p:spPr bwMode="auto">
              <a:xfrm>
                <a:off x="3552" y="2592"/>
                <a:ext cx="325" cy="480"/>
              </a:xfrm>
              <a:custGeom>
                <a:avLst/>
                <a:gdLst>
                  <a:gd name="T0" fmla="*/ 0 w 325"/>
                  <a:gd name="T1" fmla="*/ 55 h 480"/>
                  <a:gd name="T2" fmla="*/ 112 w 325"/>
                  <a:gd name="T3" fmla="*/ 42 h 480"/>
                  <a:gd name="T4" fmla="*/ 137 w 325"/>
                  <a:gd name="T5" fmla="*/ 117 h 480"/>
                  <a:gd name="T6" fmla="*/ 150 w 325"/>
                  <a:gd name="T7" fmla="*/ 155 h 480"/>
                  <a:gd name="T8" fmla="*/ 187 w 325"/>
                  <a:gd name="T9" fmla="*/ 367 h 480"/>
                  <a:gd name="T10" fmla="*/ 250 w 325"/>
                  <a:gd name="T11" fmla="*/ 480 h 480"/>
                  <a:gd name="T12" fmla="*/ 325 w 325"/>
                  <a:gd name="T13" fmla="*/ 442 h 480"/>
                  <a:gd name="T14" fmla="*/ 0 60000 65536"/>
                  <a:gd name="T15" fmla="*/ 0 60000 65536"/>
                  <a:gd name="T16" fmla="*/ 0 60000 65536"/>
                  <a:gd name="T17" fmla="*/ 0 60000 65536"/>
                  <a:gd name="T18" fmla="*/ 0 60000 65536"/>
                  <a:gd name="T19" fmla="*/ 0 60000 65536"/>
                  <a:gd name="T20" fmla="*/ 0 60000 65536"/>
                  <a:gd name="T21" fmla="*/ 0 w 325"/>
                  <a:gd name="T22" fmla="*/ 0 h 480"/>
                  <a:gd name="T23" fmla="*/ 325 w 325"/>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5" h="480">
                    <a:moveTo>
                      <a:pt x="0" y="55"/>
                    </a:moveTo>
                    <a:cubicBezTo>
                      <a:pt x="34" y="32"/>
                      <a:pt x="64" y="0"/>
                      <a:pt x="112" y="42"/>
                    </a:cubicBezTo>
                    <a:cubicBezTo>
                      <a:pt x="132" y="59"/>
                      <a:pt x="129" y="92"/>
                      <a:pt x="137" y="117"/>
                    </a:cubicBezTo>
                    <a:cubicBezTo>
                      <a:pt x="141" y="130"/>
                      <a:pt x="150" y="155"/>
                      <a:pt x="150" y="155"/>
                    </a:cubicBezTo>
                    <a:cubicBezTo>
                      <a:pt x="159" y="228"/>
                      <a:pt x="171" y="296"/>
                      <a:pt x="187" y="367"/>
                    </a:cubicBezTo>
                    <a:cubicBezTo>
                      <a:pt x="196" y="409"/>
                      <a:pt x="250" y="480"/>
                      <a:pt x="250" y="480"/>
                    </a:cubicBezTo>
                    <a:cubicBezTo>
                      <a:pt x="311" y="464"/>
                      <a:pt x="288" y="479"/>
                      <a:pt x="325" y="442"/>
                    </a:cubicBezTo>
                  </a:path>
                </a:pathLst>
              </a:custGeom>
              <a:noFill/>
              <a:ln w="12700">
                <a:solidFill>
                  <a:schemeClr val="tx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1665" name="Freeform 43"/>
              <p:cNvSpPr>
                <a:spLocks/>
              </p:cNvSpPr>
              <p:nvPr/>
            </p:nvSpPr>
            <p:spPr bwMode="auto">
              <a:xfrm>
                <a:off x="4704" y="2592"/>
                <a:ext cx="325" cy="480"/>
              </a:xfrm>
              <a:custGeom>
                <a:avLst/>
                <a:gdLst>
                  <a:gd name="T0" fmla="*/ 0 w 325"/>
                  <a:gd name="T1" fmla="*/ 55 h 480"/>
                  <a:gd name="T2" fmla="*/ 112 w 325"/>
                  <a:gd name="T3" fmla="*/ 42 h 480"/>
                  <a:gd name="T4" fmla="*/ 137 w 325"/>
                  <a:gd name="T5" fmla="*/ 117 h 480"/>
                  <a:gd name="T6" fmla="*/ 150 w 325"/>
                  <a:gd name="T7" fmla="*/ 155 h 480"/>
                  <a:gd name="T8" fmla="*/ 187 w 325"/>
                  <a:gd name="T9" fmla="*/ 367 h 480"/>
                  <a:gd name="T10" fmla="*/ 250 w 325"/>
                  <a:gd name="T11" fmla="*/ 480 h 480"/>
                  <a:gd name="T12" fmla="*/ 325 w 325"/>
                  <a:gd name="T13" fmla="*/ 442 h 480"/>
                  <a:gd name="T14" fmla="*/ 0 60000 65536"/>
                  <a:gd name="T15" fmla="*/ 0 60000 65536"/>
                  <a:gd name="T16" fmla="*/ 0 60000 65536"/>
                  <a:gd name="T17" fmla="*/ 0 60000 65536"/>
                  <a:gd name="T18" fmla="*/ 0 60000 65536"/>
                  <a:gd name="T19" fmla="*/ 0 60000 65536"/>
                  <a:gd name="T20" fmla="*/ 0 60000 65536"/>
                  <a:gd name="T21" fmla="*/ 0 w 325"/>
                  <a:gd name="T22" fmla="*/ 0 h 480"/>
                  <a:gd name="T23" fmla="*/ 325 w 325"/>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5" h="480">
                    <a:moveTo>
                      <a:pt x="0" y="55"/>
                    </a:moveTo>
                    <a:cubicBezTo>
                      <a:pt x="34" y="32"/>
                      <a:pt x="64" y="0"/>
                      <a:pt x="112" y="42"/>
                    </a:cubicBezTo>
                    <a:cubicBezTo>
                      <a:pt x="132" y="59"/>
                      <a:pt x="129" y="92"/>
                      <a:pt x="137" y="117"/>
                    </a:cubicBezTo>
                    <a:cubicBezTo>
                      <a:pt x="141" y="130"/>
                      <a:pt x="150" y="155"/>
                      <a:pt x="150" y="155"/>
                    </a:cubicBezTo>
                    <a:cubicBezTo>
                      <a:pt x="159" y="228"/>
                      <a:pt x="171" y="296"/>
                      <a:pt x="187" y="367"/>
                    </a:cubicBezTo>
                    <a:cubicBezTo>
                      <a:pt x="196" y="409"/>
                      <a:pt x="250" y="480"/>
                      <a:pt x="250" y="480"/>
                    </a:cubicBezTo>
                    <a:cubicBezTo>
                      <a:pt x="311" y="464"/>
                      <a:pt x="288" y="479"/>
                      <a:pt x="325" y="442"/>
                    </a:cubicBezTo>
                  </a:path>
                </a:pathLst>
              </a:custGeom>
              <a:noFill/>
              <a:ln w="12700">
                <a:solidFill>
                  <a:schemeClr val="tx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111655" name="Line 44"/>
            <p:cNvSpPr>
              <a:spLocks noChangeShapeType="1"/>
            </p:cNvSpPr>
            <p:nvPr/>
          </p:nvSpPr>
          <p:spPr bwMode="auto">
            <a:xfrm>
              <a:off x="2928" y="3157"/>
              <a:ext cx="0" cy="24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56" name="Line 45"/>
            <p:cNvSpPr>
              <a:spLocks noChangeShapeType="1"/>
            </p:cNvSpPr>
            <p:nvPr/>
          </p:nvSpPr>
          <p:spPr bwMode="auto">
            <a:xfrm>
              <a:off x="4405" y="3349"/>
              <a:ext cx="0" cy="24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11637" name="Line 46"/>
          <p:cNvSpPr>
            <a:spLocks noChangeShapeType="1"/>
          </p:cNvSpPr>
          <p:nvPr/>
        </p:nvSpPr>
        <p:spPr bwMode="auto">
          <a:xfrm flipH="1">
            <a:off x="10350500" y="1444625"/>
            <a:ext cx="0" cy="220980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38" name="Line 47"/>
          <p:cNvSpPr>
            <a:spLocks noChangeShapeType="1"/>
          </p:cNvSpPr>
          <p:nvPr/>
        </p:nvSpPr>
        <p:spPr bwMode="auto">
          <a:xfrm>
            <a:off x="7035800" y="1282700"/>
            <a:ext cx="0" cy="52070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11639" name="Line 48"/>
          <p:cNvSpPr>
            <a:spLocks noChangeShapeType="1"/>
          </p:cNvSpPr>
          <p:nvPr/>
        </p:nvSpPr>
        <p:spPr bwMode="auto">
          <a:xfrm>
            <a:off x="6883400" y="1282700"/>
            <a:ext cx="0" cy="52070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11640" name="Line 49"/>
          <p:cNvSpPr>
            <a:spLocks noChangeShapeType="1"/>
          </p:cNvSpPr>
          <p:nvPr/>
        </p:nvSpPr>
        <p:spPr bwMode="auto">
          <a:xfrm flipH="1">
            <a:off x="5905500" y="2590800"/>
            <a:ext cx="1206500" cy="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11641" name="Line 50"/>
          <p:cNvSpPr>
            <a:spLocks noChangeShapeType="1"/>
          </p:cNvSpPr>
          <p:nvPr/>
        </p:nvSpPr>
        <p:spPr bwMode="auto">
          <a:xfrm flipH="1">
            <a:off x="5905500" y="3670300"/>
            <a:ext cx="1206500" cy="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11642" name="Line 51"/>
          <p:cNvSpPr>
            <a:spLocks noChangeShapeType="1"/>
          </p:cNvSpPr>
          <p:nvPr/>
        </p:nvSpPr>
        <p:spPr bwMode="auto">
          <a:xfrm flipH="1">
            <a:off x="5930900" y="1498600"/>
            <a:ext cx="939800" cy="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111643" name="Object 52"/>
          <p:cNvGraphicFramePr>
            <a:graphicFrameLocks noChangeAspect="1"/>
          </p:cNvGraphicFramePr>
          <p:nvPr/>
        </p:nvGraphicFramePr>
        <p:xfrm>
          <a:off x="6731001" y="825501"/>
          <a:ext cx="422275" cy="492125"/>
        </p:xfrm>
        <a:graphic>
          <a:graphicData uri="http://schemas.openxmlformats.org/presentationml/2006/ole">
            <mc:AlternateContent xmlns:mc="http://schemas.openxmlformats.org/markup-compatibility/2006">
              <mc:Choice xmlns:v="urn:schemas-microsoft-com:vml" Requires="v">
                <p:oleObj spid="_x0000_s112087" name="Equation" r:id="rId14" imgW="104896" imgH="133486" progId="Equation.DSMT4">
                  <p:embed/>
                </p:oleObj>
              </mc:Choice>
              <mc:Fallback>
                <p:oleObj name="Equation" r:id="rId14" imgW="104896" imgH="133486" progId="Equation.DSMT4">
                  <p:embed/>
                  <p:pic>
                    <p:nvPicPr>
                      <p:cNvPr id="0" name="Object 5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731001" y="825501"/>
                        <a:ext cx="422275" cy="492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1644" name="Object 53"/>
          <p:cNvGraphicFramePr>
            <a:graphicFrameLocks noChangeAspect="1"/>
          </p:cNvGraphicFramePr>
          <p:nvPr/>
        </p:nvGraphicFramePr>
        <p:xfrm>
          <a:off x="1936750" y="1817688"/>
          <a:ext cx="3335338" cy="855662"/>
        </p:xfrm>
        <a:graphic>
          <a:graphicData uri="http://schemas.openxmlformats.org/presentationml/2006/ole">
            <mc:AlternateContent xmlns:mc="http://schemas.openxmlformats.org/markup-compatibility/2006">
              <mc:Choice xmlns:v="urn:schemas-microsoft-com:vml" Requires="v">
                <p:oleObj spid="_x0000_s112088" name="Equation" r:id="rId16" imgW="1590567" imgH="371373" progId="Equation.DSMT4">
                  <p:embed/>
                </p:oleObj>
              </mc:Choice>
              <mc:Fallback>
                <p:oleObj name="Equation" r:id="rId16" imgW="1590567" imgH="371373" progId="Equation.DSMT4">
                  <p:embed/>
                  <p:pic>
                    <p:nvPicPr>
                      <p:cNvPr id="0" name="Object 5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936750" y="1817688"/>
                        <a:ext cx="3335338" cy="855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1645" name="Object 56"/>
          <p:cNvGraphicFramePr>
            <a:graphicFrameLocks noChangeAspect="1"/>
          </p:cNvGraphicFramePr>
          <p:nvPr/>
        </p:nvGraphicFramePr>
        <p:xfrm>
          <a:off x="1889125" y="903288"/>
          <a:ext cx="2870200" cy="855662"/>
        </p:xfrm>
        <a:graphic>
          <a:graphicData uri="http://schemas.openxmlformats.org/presentationml/2006/ole">
            <mc:AlternateContent xmlns:mc="http://schemas.openxmlformats.org/markup-compatibility/2006">
              <mc:Choice xmlns:v="urn:schemas-microsoft-com:vml" Requires="v">
                <p:oleObj spid="_x0000_s112089" name="Equation" r:id="rId18" imgW="1362120" imgH="371373" progId="Equation.DSMT4">
                  <p:embed/>
                </p:oleObj>
              </mc:Choice>
              <mc:Fallback>
                <p:oleObj name="Equation" r:id="rId18" imgW="1362120" imgH="371373" progId="Equation.DSMT4">
                  <p:embed/>
                  <p:pic>
                    <p:nvPicPr>
                      <p:cNvPr id="0" name="Object 56"/>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889125" y="903288"/>
                        <a:ext cx="2870200" cy="855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1646" name="Object 57"/>
          <p:cNvGraphicFramePr>
            <a:graphicFrameLocks noChangeAspect="1"/>
          </p:cNvGraphicFramePr>
          <p:nvPr/>
        </p:nvGraphicFramePr>
        <p:xfrm>
          <a:off x="1970089" y="2795588"/>
          <a:ext cx="1031875" cy="804862"/>
        </p:xfrm>
        <a:graphic>
          <a:graphicData uri="http://schemas.openxmlformats.org/presentationml/2006/ole">
            <mc:AlternateContent xmlns:mc="http://schemas.openxmlformats.org/markup-compatibility/2006">
              <mc:Choice xmlns:v="urn:schemas-microsoft-com:vml" Requires="v">
                <p:oleObj spid="_x0000_s112090" name="Equation" r:id="rId20" imgW="457200" imgH="342900" progId="Equation.DSMT4">
                  <p:embed/>
                </p:oleObj>
              </mc:Choice>
              <mc:Fallback>
                <p:oleObj name="Equation" r:id="rId20" imgW="457200" imgH="342900" progId="Equation.DSMT4">
                  <p:embed/>
                  <p:pic>
                    <p:nvPicPr>
                      <p:cNvPr id="0" name="Object 57"/>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970089" y="2795588"/>
                        <a:ext cx="1031875" cy="804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1647" name="Object 58"/>
          <p:cNvGraphicFramePr>
            <a:graphicFrameLocks noChangeAspect="1"/>
          </p:cNvGraphicFramePr>
          <p:nvPr/>
        </p:nvGraphicFramePr>
        <p:xfrm>
          <a:off x="1852614" y="3633788"/>
          <a:ext cx="1419225" cy="857250"/>
        </p:xfrm>
        <a:graphic>
          <a:graphicData uri="http://schemas.openxmlformats.org/presentationml/2006/ole">
            <mc:AlternateContent xmlns:mc="http://schemas.openxmlformats.org/markup-compatibility/2006">
              <mc:Choice xmlns:v="urn:schemas-microsoft-com:vml" Requires="v">
                <p:oleObj spid="_x0000_s112091" name="Equation" r:id="rId22" imgW="647725" imgH="371373" progId="Equation.DSMT4">
                  <p:embed/>
                </p:oleObj>
              </mc:Choice>
              <mc:Fallback>
                <p:oleObj name="Equation" r:id="rId22" imgW="647725" imgH="371373" progId="Equation.DSMT4">
                  <p:embed/>
                  <p:pic>
                    <p:nvPicPr>
                      <p:cNvPr id="0" name="Object 58"/>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852614" y="3633788"/>
                        <a:ext cx="1419225" cy="857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1648" name="Object 59"/>
          <p:cNvGraphicFramePr>
            <a:graphicFrameLocks noChangeAspect="1"/>
          </p:cNvGraphicFramePr>
          <p:nvPr/>
        </p:nvGraphicFramePr>
        <p:xfrm>
          <a:off x="2044701" y="4691063"/>
          <a:ext cx="1058863" cy="468312"/>
        </p:xfrm>
        <a:graphic>
          <a:graphicData uri="http://schemas.openxmlformats.org/presentationml/2006/ole">
            <mc:AlternateContent xmlns:mc="http://schemas.openxmlformats.org/markup-compatibility/2006">
              <mc:Choice xmlns:v="urn:schemas-microsoft-com:vml" Requires="v">
                <p:oleObj spid="_x0000_s112092" name="Equation" r:id="rId24" imgW="476161" imgH="180941" progId="Equation.DSMT4">
                  <p:embed/>
                </p:oleObj>
              </mc:Choice>
              <mc:Fallback>
                <p:oleObj name="Equation" r:id="rId24" imgW="476161" imgH="180941" progId="Equation.DSMT4">
                  <p:embed/>
                  <p:pic>
                    <p:nvPicPr>
                      <p:cNvPr id="0" name="Object 59"/>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044701" y="4691063"/>
                        <a:ext cx="1058863" cy="468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1649" name="AutoShape 60"/>
          <p:cNvSpPr>
            <a:spLocks/>
          </p:cNvSpPr>
          <p:nvPr/>
        </p:nvSpPr>
        <p:spPr bwMode="auto">
          <a:xfrm>
            <a:off x="1676400" y="3136900"/>
            <a:ext cx="330200" cy="1854200"/>
          </a:xfrm>
          <a:prstGeom prst="leftBrace">
            <a:avLst>
              <a:gd name="adj1" fmla="val 46795"/>
              <a:gd name="adj2" fmla="val 50000"/>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111650" name="Object 61"/>
          <p:cNvGraphicFramePr>
            <a:graphicFrameLocks noChangeAspect="1"/>
          </p:cNvGraphicFramePr>
          <p:nvPr/>
        </p:nvGraphicFramePr>
        <p:xfrm>
          <a:off x="4430714" y="3130550"/>
          <a:ext cx="1265237" cy="1455738"/>
        </p:xfrm>
        <a:graphic>
          <a:graphicData uri="http://schemas.openxmlformats.org/presentationml/2006/ole">
            <mc:AlternateContent xmlns:mc="http://schemas.openxmlformats.org/markup-compatibility/2006">
              <mc:Choice xmlns:v="urn:schemas-microsoft-com:vml" Requires="v">
                <p:oleObj spid="_x0000_s112093" name="Equation" r:id="rId26" imgW="571576" imgH="666818" progId="Equation.DSMT4">
                  <p:embed/>
                </p:oleObj>
              </mc:Choice>
              <mc:Fallback>
                <p:oleObj name="Equation" r:id="rId26" imgW="571576" imgH="666818" progId="Equation.DSMT4">
                  <p:embed/>
                  <p:pic>
                    <p:nvPicPr>
                      <p:cNvPr id="0" name="Object 61"/>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4430714" y="3130550"/>
                        <a:ext cx="1265237" cy="1455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1651" name="Object 62"/>
          <p:cNvGraphicFramePr>
            <a:graphicFrameLocks noChangeAspect="1"/>
          </p:cNvGraphicFramePr>
          <p:nvPr/>
        </p:nvGraphicFramePr>
        <p:xfrm>
          <a:off x="6059489" y="4446588"/>
          <a:ext cx="4105275" cy="804862"/>
        </p:xfrm>
        <a:graphic>
          <a:graphicData uri="http://schemas.openxmlformats.org/presentationml/2006/ole">
            <mc:AlternateContent xmlns:mc="http://schemas.openxmlformats.org/markup-compatibility/2006">
              <mc:Choice xmlns:v="urn:schemas-microsoft-com:vml" Requires="v">
                <p:oleObj spid="_x0000_s112094" name="Equation" r:id="rId28" imgW="1971618" imgH="342900" progId="Equation.DSMT4">
                  <p:embed/>
                </p:oleObj>
              </mc:Choice>
              <mc:Fallback>
                <p:oleObj name="Equation" r:id="rId28" imgW="1971618" imgH="342900" progId="Equation.DSMT4">
                  <p:embed/>
                  <p:pic>
                    <p:nvPicPr>
                      <p:cNvPr id="0" name="Object 62"/>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6059489" y="4446588"/>
                        <a:ext cx="4105275" cy="804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1652" name="Object 63"/>
          <p:cNvGraphicFramePr>
            <a:graphicFrameLocks noChangeAspect="1"/>
          </p:cNvGraphicFramePr>
          <p:nvPr/>
        </p:nvGraphicFramePr>
        <p:xfrm>
          <a:off x="6129339" y="5387975"/>
          <a:ext cx="1882775" cy="598488"/>
        </p:xfrm>
        <a:graphic>
          <a:graphicData uri="http://schemas.openxmlformats.org/presentationml/2006/ole">
            <mc:AlternateContent xmlns:mc="http://schemas.openxmlformats.org/markup-compatibility/2006">
              <mc:Choice xmlns:v="urn:schemas-microsoft-com:vml" Requires="v">
                <p:oleObj spid="_x0000_s112095" name="Equation" r:id="rId30" imgW="876173" imgH="247684" progId="Equation.DSMT4">
                  <p:embed/>
                </p:oleObj>
              </mc:Choice>
              <mc:Fallback>
                <p:oleObj name="Equation" r:id="rId30" imgW="876173" imgH="247684" progId="Equation.DSMT4">
                  <p:embed/>
                  <p:pic>
                    <p:nvPicPr>
                      <p:cNvPr id="0" name="Object 63"/>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6129339" y="5387975"/>
                        <a:ext cx="1882775" cy="598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1653" name="Object 64"/>
          <p:cNvGraphicFramePr>
            <a:graphicFrameLocks noChangeAspect="1"/>
          </p:cNvGraphicFramePr>
          <p:nvPr/>
        </p:nvGraphicFramePr>
        <p:xfrm>
          <a:off x="7769226" y="3863975"/>
          <a:ext cx="1598613" cy="495300"/>
        </p:xfrm>
        <a:graphic>
          <a:graphicData uri="http://schemas.openxmlformats.org/presentationml/2006/ole">
            <mc:AlternateContent xmlns:mc="http://schemas.openxmlformats.org/markup-compatibility/2006">
              <mc:Choice xmlns:v="urn:schemas-microsoft-com:vml" Requires="v">
                <p:oleObj spid="_x0000_s112096" name="Equation" r:id="rId32" imgW="742835" imgH="190432" progId="Equation.DSMT4">
                  <p:embed/>
                </p:oleObj>
              </mc:Choice>
              <mc:Fallback>
                <p:oleObj name="Equation" r:id="rId32" imgW="742835" imgH="190432" progId="Equation.DSMT4">
                  <p:embed/>
                  <p:pic>
                    <p:nvPicPr>
                      <p:cNvPr id="0" name="Object 64"/>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7769226" y="3863975"/>
                        <a:ext cx="1598613"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3666" name="Rectangle 3"/>
          <p:cNvSpPr>
            <a:spLocks noChangeArrowheads="1"/>
          </p:cNvSpPr>
          <p:nvPr/>
        </p:nvSpPr>
        <p:spPr bwMode="auto">
          <a:xfrm>
            <a:off x="1905000" y="1411288"/>
            <a:ext cx="13081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过阻尼</a:t>
            </a:r>
          </a:p>
        </p:txBody>
      </p:sp>
      <p:graphicFrame>
        <p:nvGraphicFramePr>
          <p:cNvPr id="113667" name="Object 51"/>
          <p:cNvGraphicFramePr>
            <a:graphicFrameLocks noChangeAspect="1"/>
          </p:cNvGraphicFramePr>
          <p:nvPr/>
        </p:nvGraphicFramePr>
        <p:xfrm>
          <a:off x="1949450" y="280988"/>
          <a:ext cx="3335338" cy="855662"/>
        </p:xfrm>
        <a:graphic>
          <a:graphicData uri="http://schemas.openxmlformats.org/presentationml/2006/ole">
            <mc:AlternateContent xmlns:mc="http://schemas.openxmlformats.org/markup-compatibility/2006">
              <mc:Choice xmlns:v="urn:schemas-microsoft-com:vml" Requires="v">
                <p:oleObj spid="_x0000_s113951" name="Equation" r:id="rId4" imgW="1590567" imgH="371373" progId="Equation.DSMT4">
                  <p:embed/>
                </p:oleObj>
              </mc:Choice>
              <mc:Fallback>
                <p:oleObj name="Equation" r:id="rId4" imgW="1590567" imgH="371373" progId="Equation.DSMT4">
                  <p:embed/>
                  <p:pic>
                    <p:nvPicPr>
                      <p:cNvPr id="0" name="Object 5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49450" y="280988"/>
                        <a:ext cx="3335338" cy="855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668" name="Object 53"/>
          <p:cNvGraphicFramePr>
            <a:graphicFrameLocks noChangeAspect="1"/>
          </p:cNvGraphicFramePr>
          <p:nvPr/>
        </p:nvGraphicFramePr>
        <p:xfrm>
          <a:off x="6097589" y="165101"/>
          <a:ext cx="1031875" cy="804863"/>
        </p:xfrm>
        <a:graphic>
          <a:graphicData uri="http://schemas.openxmlformats.org/presentationml/2006/ole">
            <mc:AlternateContent xmlns:mc="http://schemas.openxmlformats.org/markup-compatibility/2006">
              <mc:Choice xmlns:v="urn:schemas-microsoft-com:vml" Requires="v">
                <p:oleObj spid="_x0000_s113952" name="Equation" r:id="rId6" imgW="457200" imgH="342900" progId="Equation.DSMT4">
                  <p:embed/>
                </p:oleObj>
              </mc:Choice>
              <mc:Fallback>
                <p:oleObj name="Equation" r:id="rId6" imgW="457200" imgH="342900" progId="Equation.DSMT4">
                  <p:embed/>
                  <p:pic>
                    <p:nvPicPr>
                      <p:cNvPr id="0" name="Object 5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97589" y="165101"/>
                        <a:ext cx="1031875" cy="804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669" name="Object 54"/>
          <p:cNvGraphicFramePr>
            <a:graphicFrameLocks noChangeAspect="1"/>
          </p:cNvGraphicFramePr>
          <p:nvPr/>
        </p:nvGraphicFramePr>
        <p:xfrm>
          <a:off x="7186614" y="192088"/>
          <a:ext cx="1419225" cy="857250"/>
        </p:xfrm>
        <a:graphic>
          <a:graphicData uri="http://schemas.openxmlformats.org/presentationml/2006/ole">
            <mc:AlternateContent xmlns:mc="http://schemas.openxmlformats.org/markup-compatibility/2006">
              <mc:Choice xmlns:v="urn:schemas-microsoft-com:vml" Requires="v">
                <p:oleObj spid="_x0000_s113953" name="Equation" r:id="rId8" imgW="647725" imgH="371373" progId="Equation.DSMT4">
                  <p:embed/>
                </p:oleObj>
              </mc:Choice>
              <mc:Fallback>
                <p:oleObj name="Equation" r:id="rId8" imgW="647725" imgH="371373" progId="Equation.DSMT4">
                  <p:embed/>
                  <p:pic>
                    <p:nvPicPr>
                      <p:cNvPr id="0" name="Object 5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186614" y="192088"/>
                        <a:ext cx="1419225" cy="857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670" name="Object 55"/>
          <p:cNvGraphicFramePr>
            <a:graphicFrameLocks noChangeAspect="1"/>
          </p:cNvGraphicFramePr>
          <p:nvPr/>
        </p:nvGraphicFramePr>
        <p:xfrm>
          <a:off x="8864601" y="334963"/>
          <a:ext cx="1058863" cy="468312"/>
        </p:xfrm>
        <a:graphic>
          <a:graphicData uri="http://schemas.openxmlformats.org/presentationml/2006/ole">
            <mc:AlternateContent xmlns:mc="http://schemas.openxmlformats.org/markup-compatibility/2006">
              <mc:Choice xmlns:v="urn:schemas-microsoft-com:vml" Requires="v">
                <p:oleObj spid="_x0000_s113954" name="Equation" r:id="rId10" imgW="476161" imgH="180941" progId="Equation.DSMT4">
                  <p:embed/>
                </p:oleObj>
              </mc:Choice>
              <mc:Fallback>
                <p:oleObj name="Equation" r:id="rId10" imgW="476161" imgH="180941" progId="Equation.DSMT4">
                  <p:embed/>
                  <p:pic>
                    <p:nvPicPr>
                      <p:cNvPr id="0" name="Object 5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864601" y="334963"/>
                        <a:ext cx="1058863" cy="468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671" name="Object 58"/>
          <p:cNvGraphicFramePr>
            <a:graphicFrameLocks noChangeAspect="1"/>
          </p:cNvGraphicFramePr>
          <p:nvPr/>
        </p:nvGraphicFramePr>
        <p:xfrm>
          <a:off x="2138363" y="1995488"/>
          <a:ext cx="5370512" cy="855662"/>
        </p:xfrm>
        <a:graphic>
          <a:graphicData uri="http://schemas.openxmlformats.org/presentationml/2006/ole">
            <mc:AlternateContent xmlns:mc="http://schemas.openxmlformats.org/markup-compatibility/2006">
              <mc:Choice xmlns:v="urn:schemas-microsoft-com:vml" Requires="v">
                <p:oleObj spid="_x0000_s113955" name="Equation" r:id="rId12" imgW="2590902" imgH="371373" progId="Equation.DSMT4">
                  <p:embed/>
                </p:oleObj>
              </mc:Choice>
              <mc:Fallback>
                <p:oleObj name="Equation" r:id="rId12" imgW="2590902" imgH="371373" progId="Equation.DSMT4">
                  <p:embed/>
                  <p:pic>
                    <p:nvPicPr>
                      <p:cNvPr id="0" name="Object 5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138363" y="1995488"/>
                        <a:ext cx="5370512" cy="855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672" name="Object 59"/>
          <p:cNvGraphicFramePr>
            <a:graphicFrameLocks noChangeAspect="1"/>
          </p:cNvGraphicFramePr>
          <p:nvPr/>
        </p:nvGraphicFramePr>
        <p:xfrm>
          <a:off x="2052639" y="2974975"/>
          <a:ext cx="1857375" cy="598488"/>
        </p:xfrm>
        <a:graphic>
          <a:graphicData uri="http://schemas.openxmlformats.org/presentationml/2006/ole">
            <mc:AlternateContent xmlns:mc="http://schemas.openxmlformats.org/markup-compatibility/2006">
              <mc:Choice xmlns:v="urn:schemas-microsoft-com:vml" Requires="v">
                <p:oleObj spid="_x0000_s113956" name="Equation" r:id="rId14" imgW="866692" imgH="247684" progId="Equation.DSMT4">
                  <p:embed/>
                </p:oleObj>
              </mc:Choice>
              <mc:Fallback>
                <p:oleObj name="Equation" r:id="rId14" imgW="866692" imgH="247684" progId="Equation.DSMT4">
                  <p:embed/>
                  <p:pic>
                    <p:nvPicPr>
                      <p:cNvPr id="0" name="Object 5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052639" y="2974975"/>
                        <a:ext cx="1857375" cy="598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673" name="Object 60"/>
          <p:cNvGraphicFramePr>
            <a:graphicFrameLocks noChangeAspect="1"/>
          </p:cNvGraphicFramePr>
          <p:nvPr/>
        </p:nvGraphicFramePr>
        <p:xfrm>
          <a:off x="3235326" y="1425575"/>
          <a:ext cx="1598613" cy="495300"/>
        </p:xfrm>
        <a:graphic>
          <a:graphicData uri="http://schemas.openxmlformats.org/presentationml/2006/ole">
            <mc:AlternateContent xmlns:mc="http://schemas.openxmlformats.org/markup-compatibility/2006">
              <mc:Choice xmlns:v="urn:schemas-microsoft-com:vml" Requires="v">
                <p:oleObj spid="_x0000_s113957" name="Equation" r:id="rId16" imgW="742835" imgH="190432" progId="Equation.DSMT4">
                  <p:embed/>
                </p:oleObj>
              </mc:Choice>
              <mc:Fallback>
                <p:oleObj name="Equation" r:id="rId16" imgW="742835" imgH="190432" progId="Equation.DSMT4">
                  <p:embed/>
                  <p:pic>
                    <p:nvPicPr>
                      <p:cNvPr id="0" name="Object 6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235326" y="1425575"/>
                        <a:ext cx="1598613"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674" name="Object 61"/>
          <p:cNvGraphicFramePr>
            <a:graphicFrameLocks noChangeAspect="1"/>
          </p:cNvGraphicFramePr>
          <p:nvPr/>
        </p:nvGraphicFramePr>
        <p:xfrm>
          <a:off x="4598989" y="3090864"/>
          <a:ext cx="979487" cy="415925"/>
        </p:xfrm>
        <a:graphic>
          <a:graphicData uri="http://schemas.openxmlformats.org/presentationml/2006/ole">
            <mc:AlternateContent xmlns:mc="http://schemas.openxmlformats.org/markup-compatibility/2006">
              <mc:Choice xmlns:v="urn:schemas-microsoft-com:vml" Requires="v">
                <p:oleObj spid="_x0000_s113958" name="Equation" r:id="rId18" imgW="438239" imgH="152468" progId="Equation.DSMT4">
                  <p:embed/>
                </p:oleObj>
              </mc:Choice>
              <mc:Fallback>
                <p:oleObj name="Equation" r:id="rId18" imgW="438239" imgH="152468" progId="Equation.DSMT4">
                  <p:embed/>
                  <p:pic>
                    <p:nvPicPr>
                      <p:cNvPr id="0" name="Object 6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598989" y="3090864"/>
                        <a:ext cx="979487" cy="415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3675" name="Rectangle 62"/>
          <p:cNvSpPr>
            <a:spLocks noChangeArrowheads="1"/>
          </p:cNvSpPr>
          <p:nvPr/>
        </p:nvSpPr>
        <p:spPr bwMode="auto">
          <a:xfrm>
            <a:off x="6464300" y="3062288"/>
            <a:ext cx="19177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a:solidFill>
                  <a:srgbClr val="0000FF"/>
                </a:solidFill>
                <a:latin typeface="Times New Roman" panose="02020603050405020304" pitchFamily="18" charset="0"/>
              </a:rPr>
              <a:t>RC</a:t>
            </a:r>
            <a:r>
              <a:rPr kumimoji="1" lang="zh-CN" altLang="en-US" sz="2800">
                <a:solidFill>
                  <a:srgbClr val="0000FF"/>
                </a:solidFill>
                <a:latin typeface="Times New Roman" panose="02020603050405020304" pitchFamily="18" charset="0"/>
              </a:rPr>
              <a:t>电路</a:t>
            </a:r>
          </a:p>
        </p:txBody>
      </p:sp>
      <p:sp>
        <p:nvSpPr>
          <p:cNvPr id="113676" name="AutoShape 63"/>
          <p:cNvSpPr>
            <a:spLocks noChangeArrowheads="1"/>
          </p:cNvSpPr>
          <p:nvPr/>
        </p:nvSpPr>
        <p:spPr bwMode="auto">
          <a:xfrm>
            <a:off x="5715000" y="3200400"/>
            <a:ext cx="723900" cy="152400"/>
          </a:xfrm>
          <a:prstGeom prst="rightArrow">
            <a:avLst>
              <a:gd name="adj1" fmla="val 50000"/>
              <a:gd name="adj2" fmla="val 118750"/>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13677" name="Rectangle 64"/>
          <p:cNvSpPr>
            <a:spLocks noChangeArrowheads="1"/>
          </p:cNvSpPr>
          <p:nvPr/>
        </p:nvSpPr>
        <p:spPr bwMode="auto">
          <a:xfrm>
            <a:off x="1803400" y="3748088"/>
            <a:ext cx="21209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临界阻尼</a:t>
            </a:r>
          </a:p>
        </p:txBody>
      </p:sp>
      <p:graphicFrame>
        <p:nvGraphicFramePr>
          <p:cNvPr id="113678" name="Object 65"/>
          <p:cNvGraphicFramePr>
            <a:graphicFrameLocks noChangeAspect="1"/>
          </p:cNvGraphicFramePr>
          <p:nvPr/>
        </p:nvGraphicFramePr>
        <p:xfrm>
          <a:off x="3860801" y="3673475"/>
          <a:ext cx="1135063" cy="495300"/>
        </p:xfrm>
        <a:graphic>
          <a:graphicData uri="http://schemas.openxmlformats.org/presentationml/2006/ole">
            <mc:AlternateContent xmlns:mc="http://schemas.openxmlformats.org/markup-compatibility/2006">
              <mc:Choice xmlns:v="urn:schemas-microsoft-com:vml" Requires="v">
                <p:oleObj spid="_x0000_s113959" name="Equation" r:id="rId20" imgW="514388" imgH="190432" progId="Equation.DSMT4">
                  <p:embed/>
                </p:oleObj>
              </mc:Choice>
              <mc:Fallback>
                <p:oleObj name="Equation" r:id="rId20" imgW="514388" imgH="190432" progId="Equation.DSMT4">
                  <p:embed/>
                  <p:pic>
                    <p:nvPicPr>
                      <p:cNvPr id="0" name="Object 65"/>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860801" y="3673475"/>
                        <a:ext cx="1135063"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679" name="Object 66"/>
          <p:cNvGraphicFramePr>
            <a:graphicFrameLocks noChangeAspect="1"/>
          </p:cNvGraphicFramePr>
          <p:nvPr/>
        </p:nvGraphicFramePr>
        <p:xfrm>
          <a:off x="3430588" y="4538663"/>
          <a:ext cx="2659062" cy="493712"/>
        </p:xfrm>
        <a:graphic>
          <a:graphicData uri="http://schemas.openxmlformats.org/presentationml/2006/ole">
            <mc:AlternateContent xmlns:mc="http://schemas.openxmlformats.org/markup-compatibility/2006">
              <mc:Choice xmlns:v="urn:schemas-microsoft-com:vml" Requires="v">
                <p:oleObj spid="_x0000_s113960" name="Equation" r:id="rId22" imgW="1257224" imgH="190432" progId="Equation.DSMT4">
                  <p:embed/>
                </p:oleObj>
              </mc:Choice>
              <mc:Fallback>
                <p:oleObj name="Equation" r:id="rId22" imgW="1257224" imgH="190432" progId="Equation.DSMT4">
                  <p:embed/>
                  <p:pic>
                    <p:nvPicPr>
                      <p:cNvPr id="0" name="Object 66"/>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430588" y="4538663"/>
                        <a:ext cx="2659062" cy="493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3680" name="TextBox 15"/>
          <p:cNvSpPr txBox="1">
            <a:spLocks noChangeArrowheads="1"/>
          </p:cNvSpPr>
          <p:nvPr/>
        </p:nvSpPr>
        <p:spPr bwMode="auto">
          <a:xfrm>
            <a:off x="7505700" y="5346700"/>
            <a:ext cx="21971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a:t>作业　</a:t>
            </a:r>
            <a:r>
              <a:rPr lang="en-US" altLang="zh-CN" sz="1800"/>
              <a:t>9,11,15</a:t>
            </a:r>
            <a:endParaRPr lang="zh-CN" altLang="en-US" sz="1800"/>
          </a:p>
        </p:txBody>
      </p:sp>
    </p:spTree>
  </p:cSld>
  <p:clrMapOvr>
    <a:masterClrMapping/>
  </p:clrMapOvr>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miter lim="800000"/>
          <a:headEnd type="none" w="sm" len="sm"/>
          <a:tailEnd type="none" w="sm" len="sm"/>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charset="0"/>
            <a:ea typeface="宋体" charset="-122"/>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miter lim="800000"/>
          <a:headEnd type="none" w="sm" len="sm"/>
          <a:tailEnd type="none" w="sm" len="sm"/>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charset="0"/>
            <a:ea typeface="宋体"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11628</TotalTime>
  <Words>2880</Words>
  <Application>Microsoft Office PowerPoint</Application>
  <PresentationFormat>宽屏</PresentationFormat>
  <Paragraphs>472</Paragraphs>
  <Slides>56</Slides>
  <Notes>53</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3</vt:i4>
      </vt:variant>
      <vt:variant>
        <vt:lpstr>幻灯片标题</vt:lpstr>
      </vt:variant>
      <vt:variant>
        <vt:i4>56</vt:i4>
      </vt:variant>
    </vt:vector>
  </HeadingPairs>
  <TitlesOfParts>
    <vt:vector size="70" baseType="lpstr">
      <vt:lpstr>黑体</vt:lpstr>
      <vt:lpstr>华文隶书</vt:lpstr>
      <vt:lpstr>楷体_GB2312</vt:lpstr>
      <vt:lpstr>宋体</vt:lpstr>
      <vt:lpstr>Arial</vt:lpstr>
      <vt:lpstr>Calibri</vt:lpstr>
      <vt:lpstr>Cambria Math</vt:lpstr>
      <vt:lpstr>Lato</vt:lpstr>
      <vt:lpstr>Merriweather</vt:lpstr>
      <vt:lpstr>Times New Roman</vt:lpstr>
      <vt:lpstr>默认设计模板</vt:lpstr>
      <vt:lpstr>Equation</vt:lpstr>
      <vt:lpstr>公式</vt:lpstr>
      <vt:lpstr>Graph</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交流发电机</vt:lpstr>
      <vt:lpstr>PowerPoint 演示文稿</vt:lpstr>
      <vt:lpstr>PowerPoint 演示文稿</vt:lpstr>
      <vt:lpstr>PowerPoint 演示文稿</vt:lpstr>
      <vt:lpstr>电子感应加速器</vt:lpstr>
      <vt:lpstr>PowerPoint 演示文稿</vt:lpstr>
      <vt:lpstr>PowerPoint 演示文稿</vt:lpstr>
      <vt:lpstr>PowerPoint 演示文稿</vt:lpstr>
      <vt:lpstr>一卡通工作原理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Heaven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Cloudy Shadow</dc:creator>
  <cp:lastModifiedBy>Zengming Zhang</cp:lastModifiedBy>
  <cp:revision>201</cp:revision>
  <dcterms:created xsi:type="dcterms:W3CDTF">1999-01-04T16:40:22Z</dcterms:created>
  <dcterms:modified xsi:type="dcterms:W3CDTF">2026-05-25T02:50:41Z</dcterms:modified>
</cp:coreProperties>
</file>