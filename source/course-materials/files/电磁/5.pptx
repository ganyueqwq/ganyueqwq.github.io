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4"/>
  </p:notesMasterIdLst>
  <p:handoutMasterIdLst>
    <p:handoutMasterId r:id="rId125"/>
  </p:handoutMasterIdLst>
  <p:sldIdLst>
    <p:sldId id="256" r:id="rId2"/>
    <p:sldId id="459" r:id="rId3"/>
    <p:sldId id="257" r:id="rId4"/>
    <p:sldId id="258" r:id="rId5"/>
    <p:sldId id="259" r:id="rId6"/>
    <p:sldId id="380" r:id="rId7"/>
    <p:sldId id="260" r:id="rId8"/>
    <p:sldId id="460" r:id="rId9"/>
    <p:sldId id="262" r:id="rId10"/>
    <p:sldId id="263" r:id="rId11"/>
    <p:sldId id="264" r:id="rId12"/>
    <p:sldId id="265" r:id="rId13"/>
    <p:sldId id="266" r:id="rId14"/>
    <p:sldId id="378" r:id="rId15"/>
    <p:sldId id="387" r:id="rId16"/>
    <p:sldId id="388" r:id="rId17"/>
    <p:sldId id="268" r:id="rId18"/>
    <p:sldId id="269" r:id="rId19"/>
    <p:sldId id="270" r:id="rId20"/>
    <p:sldId id="267" r:id="rId21"/>
    <p:sldId id="271" r:id="rId22"/>
    <p:sldId id="272" r:id="rId23"/>
    <p:sldId id="274" r:id="rId24"/>
    <p:sldId id="273"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83" r:id="rId55"/>
    <p:sldId id="320" r:id="rId56"/>
    <p:sldId id="321" r:id="rId57"/>
    <p:sldId id="375" r:id="rId58"/>
    <p:sldId id="322" r:id="rId59"/>
    <p:sldId id="389" r:id="rId60"/>
    <p:sldId id="390" r:id="rId61"/>
    <p:sldId id="391" r:id="rId62"/>
    <p:sldId id="392" r:id="rId63"/>
    <p:sldId id="323" r:id="rId64"/>
    <p:sldId id="376" r:id="rId65"/>
    <p:sldId id="324" r:id="rId66"/>
    <p:sldId id="325" r:id="rId67"/>
    <p:sldId id="326" r:id="rId68"/>
    <p:sldId id="327" r:id="rId69"/>
    <p:sldId id="328" r:id="rId70"/>
    <p:sldId id="329" r:id="rId71"/>
    <p:sldId id="332" r:id="rId72"/>
    <p:sldId id="333" r:id="rId73"/>
    <p:sldId id="334" r:id="rId74"/>
    <p:sldId id="335" r:id="rId75"/>
    <p:sldId id="336" r:id="rId76"/>
    <p:sldId id="395" r:id="rId77"/>
    <p:sldId id="394" r:id="rId78"/>
    <p:sldId id="396" r:id="rId79"/>
    <p:sldId id="402" r:id="rId80"/>
    <p:sldId id="403" r:id="rId81"/>
    <p:sldId id="404" r:id="rId82"/>
    <p:sldId id="405" r:id="rId83"/>
    <p:sldId id="406" r:id="rId84"/>
    <p:sldId id="407" r:id="rId85"/>
    <p:sldId id="339" r:id="rId86"/>
    <p:sldId id="416" r:id="rId87"/>
    <p:sldId id="338" r:id="rId88"/>
    <p:sldId id="384" r:id="rId89"/>
    <p:sldId id="340" r:id="rId90"/>
    <p:sldId id="341" r:id="rId91"/>
    <p:sldId id="342" r:id="rId92"/>
    <p:sldId id="343" r:id="rId93"/>
    <p:sldId id="432" r:id="rId94"/>
    <p:sldId id="433" r:id="rId95"/>
    <p:sldId id="434" r:id="rId96"/>
    <p:sldId id="435" r:id="rId97"/>
    <p:sldId id="436" r:id="rId98"/>
    <p:sldId id="344" r:id="rId99"/>
    <p:sldId id="345" r:id="rId100"/>
    <p:sldId id="381" r:id="rId101"/>
    <p:sldId id="439" r:id="rId102"/>
    <p:sldId id="440" r:id="rId103"/>
    <p:sldId id="441" r:id="rId104"/>
    <p:sldId id="442" r:id="rId105"/>
    <p:sldId id="443" r:id="rId106"/>
    <p:sldId id="444" r:id="rId107"/>
    <p:sldId id="445" r:id="rId108"/>
    <p:sldId id="446" r:id="rId109"/>
    <p:sldId id="447" r:id="rId110"/>
    <p:sldId id="448" r:id="rId111"/>
    <p:sldId id="449" r:id="rId112"/>
    <p:sldId id="450" r:id="rId113"/>
    <p:sldId id="451" r:id="rId114"/>
    <p:sldId id="452" r:id="rId115"/>
    <p:sldId id="453" r:id="rId116"/>
    <p:sldId id="454" r:id="rId117"/>
    <p:sldId id="455" r:id="rId118"/>
    <p:sldId id="458" r:id="rId119"/>
    <p:sldId id="456" r:id="rId120"/>
    <p:sldId id="457" r:id="rId121"/>
    <p:sldId id="385" r:id="rId122"/>
    <p:sldId id="386" r:id="rId123"/>
  </p:sldIdLst>
  <p:sldSz cx="12192000" cy="6858000"/>
  <p:notesSz cx="9144000" cy="6858000"/>
  <p:defaultTextStyle>
    <a:defPPr>
      <a:defRPr lang="zh-CN"/>
    </a:defPPr>
    <a:lvl1pPr algn="l" rtl="0" eaLnBrk="0" fontAlgn="base" hangingPunct="0">
      <a:spcBef>
        <a:spcPct val="0"/>
      </a:spcBef>
      <a:spcAft>
        <a:spcPct val="0"/>
      </a:spcAft>
      <a:defRPr kern="1200">
        <a:solidFill>
          <a:schemeClr val="tx1"/>
        </a:solidFill>
        <a:latin typeface="Symbol" panose="05050102010706020507" pitchFamily="18" charset="2"/>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Symbol" panose="05050102010706020507" pitchFamily="18" charset="2"/>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Symbol" panose="05050102010706020507" pitchFamily="18" charset="2"/>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Symbol" panose="05050102010706020507" pitchFamily="18" charset="2"/>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Symbol" panose="05050102010706020507" pitchFamily="18" charset="2"/>
        <a:ea typeface="宋体" panose="02010600030101010101" pitchFamily="2" charset="-122"/>
        <a:cs typeface="+mn-cs"/>
      </a:defRPr>
    </a:lvl5pPr>
    <a:lvl6pPr marL="2286000" algn="l" defTabSz="914400" rtl="0" eaLnBrk="1" latinLnBrk="0" hangingPunct="1">
      <a:defRPr kern="1200">
        <a:solidFill>
          <a:schemeClr val="tx1"/>
        </a:solidFill>
        <a:latin typeface="Symbol" panose="05050102010706020507" pitchFamily="18" charset="2"/>
        <a:ea typeface="宋体" panose="02010600030101010101" pitchFamily="2" charset="-122"/>
        <a:cs typeface="+mn-cs"/>
      </a:defRPr>
    </a:lvl6pPr>
    <a:lvl7pPr marL="2743200" algn="l" defTabSz="914400" rtl="0" eaLnBrk="1" latinLnBrk="0" hangingPunct="1">
      <a:defRPr kern="1200">
        <a:solidFill>
          <a:schemeClr val="tx1"/>
        </a:solidFill>
        <a:latin typeface="Symbol" panose="05050102010706020507" pitchFamily="18" charset="2"/>
        <a:ea typeface="宋体" panose="02010600030101010101" pitchFamily="2" charset="-122"/>
        <a:cs typeface="+mn-cs"/>
      </a:defRPr>
    </a:lvl7pPr>
    <a:lvl8pPr marL="3200400" algn="l" defTabSz="914400" rtl="0" eaLnBrk="1" latinLnBrk="0" hangingPunct="1">
      <a:defRPr kern="1200">
        <a:solidFill>
          <a:schemeClr val="tx1"/>
        </a:solidFill>
        <a:latin typeface="Symbol" panose="05050102010706020507" pitchFamily="18" charset="2"/>
        <a:ea typeface="宋体" panose="02010600030101010101" pitchFamily="2" charset="-122"/>
        <a:cs typeface="+mn-cs"/>
      </a:defRPr>
    </a:lvl8pPr>
    <a:lvl9pPr marL="3657600" algn="l" defTabSz="914400" rtl="0" eaLnBrk="1" latinLnBrk="0" hangingPunct="1">
      <a:defRPr kern="1200">
        <a:solidFill>
          <a:schemeClr val="tx1"/>
        </a:solidFill>
        <a:latin typeface="Symbol" panose="05050102010706020507" pitchFamily="18" charset="2"/>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4368" autoAdjust="0"/>
    <p:restoredTop sz="96827" autoAdjust="0"/>
  </p:normalViewPr>
  <p:slideViewPr>
    <p:cSldViewPr>
      <p:cViewPr varScale="1">
        <p:scale>
          <a:sx n="102" d="100"/>
          <a:sy n="102" d="100"/>
        </p:scale>
        <p:origin x="120" y="168"/>
      </p:cViewPr>
      <p:guideLst>
        <p:guide orient="horz" pos="2160"/>
        <p:guide pos="3840"/>
      </p:guideLst>
    </p:cSldViewPr>
  </p:slideViewPr>
  <p:outlineViewPr>
    <p:cViewPr>
      <p:scale>
        <a:sx n="33" d="100"/>
        <a:sy n="33" d="100"/>
      </p:scale>
      <p:origin x="0" y="934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_rels/viewProps.xml.rels><?xml version="1.0" encoding="UTF-8" standalone="yes"?>
<Relationships xmlns="http://schemas.openxmlformats.org/package/2006/relationships"><Relationship Id="rId8" Type="http://schemas.openxmlformats.org/officeDocument/2006/relationships/slide" Target="slides/slide89.xml"/><Relationship Id="rId13" Type="http://schemas.openxmlformats.org/officeDocument/2006/relationships/slide" Target="slides/slide99.xml"/><Relationship Id="rId3" Type="http://schemas.openxmlformats.org/officeDocument/2006/relationships/slide" Target="slides/slide73.xml"/><Relationship Id="rId7" Type="http://schemas.openxmlformats.org/officeDocument/2006/relationships/slide" Target="slides/slide87.xml"/><Relationship Id="rId12" Type="http://schemas.openxmlformats.org/officeDocument/2006/relationships/slide" Target="slides/slide98.xml"/><Relationship Id="rId2" Type="http://schemas.openxmlformats.org/officeDocument/2006/relationships/slide" Target="slides/slide72.xml"/><Relationship Id="rId1" Type="http://schemas.openxmlformats.org/officeDocument/2006/relationships/slide" Target="slides/slide71.xml"/><Relationship Id="rId6" Type="http://schemas.openxmlformats.org/officeDocument/2006/relationships/slide" Target="slides/slide85.xml"/><Relationship Id="rId11" Type="http://schemas.openxmlformats.org/officeDocument/2006/relationships/slide" Target="slides/slide92.xml"/><Relationship Id="rId5" Type="http://schemas.openxmlformats.org/officeDocument/2006/relationships/slide" Target="slides/slide75.xml"/><Relationship Id="rId10" Type="http://schemas.openxmlformats.org/officeDocument/2006/relationships/slide" Target="slides/slide91.xml"/><Relationship Id="rId4" Type="http://schemas.openxmlformats.org/officeDocument/2006/relationships/slide" Target="slides/slide74.xml"/><Relationship Id="rId9" Type="http://schemas.openxmlformats.org/officeDocument/2006/relationships/slide" Target="slides/slide9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image" Target="../media/image42.wmf"/><Relationship Id="rId3" Type="http://schemas.openxmlformats.org/officeDocument/2006/relationships/image" Target="../media/image32.wmf"/><Relationship Id="rId7" Type="http://schemas.openxmlformats.org/officeDocument/2006/relationships/image" Target="../media/image36.wmf"/><Relationship Id="rId12" Type="http://schemas.openxmlformats.org/officeDocument/2006/relationships/image" Target="../media/image41.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11" Type="http://schemas.openxmlformats.org/officeDocument/2006/relationships/image" Target="../media/image40.wmf"/><Relationship Id="rId5" Type="http://schemas.openxmlformats.org/officeDocument/2006/relationships/image" Target="../media/image34.wmf"/><Relationship Id="rId10" Type="http://schemas.openxmlformats.org/officeDocument/2006/relationships/image" Target="../media/image39.wmf"/><Relationship Id="rId4" Type="http://schemas.openxmlformats.org/officeDocument/2006/relationships/image" Target="../media/image33.wmf"/><Relationship Id="rId9" Type="http://schemas.openxmlformats.org/officeDocument/2006/relationships/image" Target="../media/image38.wmf"/><Relationship Id="rId14" Type="http://schemas.openxmlformats.org/officeDocument/2006/relationships/image" Target="../media/image43.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49.wmf"/><Relationship Id="rId18" Type="http://schemas.openxmlformats.org/officeDocument/2006/relationships/image" Target="../media/image54.wmf"/><Relationship Id="rId3" Type="http://schemas.openxmlformats.org/officeDocument/2006/relationships/image" Target="../media/image32.wmf"/><Relationship Id="rId7" Type="http://schemas.openxmlformats.org/officeDocument/2006/relationships/image" Target="../media/image46.wmf"/><Relationship Id="rId12" Type="http://schemas.openxmlformats.org/officeDocument/2006/relationships/image" Target="../media/image34.wmf"/><Relationship Id="rId17" Type="http://schemas.openxmlformats.org/officeDocument/2006/relationships/image" Target="../media/image53.wmf"/><Relationship Id="rId2" Type="http://schemas.openxmlformats.org/officeDocument/2006/relationships/image" Target="../media/image31.wmf"/><Relationship Id="rId16" Type="http://schemas.openxmlformats.org/officeDocument/2006/relationships/image" Target="../media/image52.wmf"/><Relationship Id="rId20" Type="http://schemas.openxmlformats.org/officeDocument/2006/relationships/image" Target="../media/image56.wmf"/><Relationship Id="rId1" Type="http://schemas.openxmlformats.org/officeDocument/2006/relationships/image" Target="../media/image30.wmf"/><Relationship Id="rId6" Type="http://schemas.openxmlformats.org/officeDocument/2006/relationships/image" Target="../media/image45.wmf"/><Relationship Id="rId11" Type="http://schemas.openxmlformats.org/officeDocument/2006/relationships/image" Target="../media/image43.wmf"/><Relationship Id="rId5" Type="http://schemas.openxmlformats.org/officeDocument/2006/relationships/image" Target="../media/image44.wmf"/><Relationship Id="rId15" Type="http://schemas.openxmlformats.org/officeDocument/2006/relationships/image" Target="../media/image51.wmf"/><Relationship Id="rId10" Type="http://schemas.openxmlformats.org/officeDocument/2006/relationships/image" Target="../media/image48.wmf"/><Relationship Id="rId19" Type="http://schemas.openxmlformats.org/officeDocument/2006/relationships/image" Target="../media/image55.wmf"/><Relationship Id="rId4" Type="http://schemas.openxmlformats.org/officeDocument/2006/relationships/image" Target="../media/image33.wmf"/><Relationship Id="rId9" Type="http://schemas.openxmlformats.org/officeDocument/2006/relationships/image" Target="../media/image40.wmf"/><Relationship Id="rId14"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9.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65.wmf"/><Relationship Id="rId7" Type="http://schemas.openxmlformats.org/officeDocument/2006/relationships/image" Target="../media/image71.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11" Type="http://schemas.openxmlformats.org/officeDocument/2006/relationships/image" Target="../media/image75.wmf"/><Relationship Id="rId5" Type="http://schemas.openxmlformats.org/officeDocument/2006/relationships/image" Target="../media/image67.wmf"/><Relationship Id="rId10" Type="http://schemas.openxmlformats.org/officeDocument/2006/relationships/image" Target="../media/image74.wmf"/><Relationship Id="rId4" Type="http://schemas.openxmlformats.org/officeDocument/2006/relationships/image" Target="../media/image66.wmf"/><Relationship Id="rId9" Type="http://schemas.openxmlformats.org/officeDocument/2006/relationships/image" Target="../media/image73.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77.wmf"/><Relationship Id="rId13" Type="http://schemas.openxmlformats.org/officeDocument/2006/relationships/image" Target="../media/image81.wmf"/><Relationship Id="rId3" Type="http://schemas.openxmlformats.org/officeDocument/2006/relationships/image" Target="../media/image65.wmf"/><Relationship Id="rId7" Type="http://schemas.openxmlformats.org/officeDocument/2006/relationships/image" Target="../media/image76.wmf"/><Relationship Id="rId12" Type="http://schemas.openxmlformats.org/officeDocument/2006/relationships/image" Target="../media/image80.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11" Type="http://schemas.openxmlformats.org/officeDocument/2006/relationships/image" Target="../media/image79.wmf"/><Relationship Id="rId5" Type="http://schemas.openxmlformats.org/officeDocument/2006/relationships/image" Target="../media/image67.wmf"/><Relationship Id="rId10" Type="http://schemas.openxmlformats.org/officeDocument/2006/relationships/image" Target="../media/image78.wmf"/><Relationship Id="rId4" Type="http://schemas.openxmlformats.org/officeDocument/2006/relationships/image" Target="../media/image66.wmf"/><Relationship Id="rId9" Type="http://schemas.openxmlformats.org/officeDocument/2006/relationships/image" Target="../media/image69.wmf"/><Relationship Id="rId14" Type="http://schemas.openxmlformats.org/officeDocument/2006/relationships/image" Target="../media/image8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image" Target="../media/image89.wmf"/><Relationship Id="rId7" Type="http://schemas.openxmlformats.org/officeDocument/2006/relationships/image" Target="../media/image93.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93.wmf"/><Relationship Id="rId7" Type="http://schemas.openxmlformats.org/officeDocument/2006/relationships/image" Target="../media/image99.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image" Target="../media/image10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 Id="rId5" Type="http://schemas.openxmlformats.org/officeDocument/2006/relationships/image" Target="../media/image108.wmf"/><Relationship Id="rId4" Type="http://schemas.openxmlformats.org/officeDocument/2006/relationships/image" Target="../media/image10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image" Target="../media/image117.wmf"/><Relationship Id="rId18" Type="http://schemas.openxmlformats.org/officeDocument/2006/relationships/image" Target="../media/image122.wmf"/><Relationship Id="rId3" Type="http://schemas.openxmlformats.org/officeDocument/2006/relationships/image" Target="../media/image106.wmf"/><Relationship Id="rId7" Type="http://schemas.openxmlformats.org/officeDocument/2006/relationships/image" Target="../media/image111.wmf"/><Relationship Id="rId12" Type="http://schemas.openxmlformats.org/officeDocument/2006/relationships/image" Target="../media/image116.wmf"/><Relationship Id="rId17" Type="http://schemas.openxmlformats.org/officeDocument/2006/relationships/image" Target="../media/image121.wmf"/><Relationship Id="rId2" Type="http://schemas.openxmlformats.org/officeDocument/2006/relationships/image" Target="../media/image105.wmf"/><Relationship Id="rId16" Type="http://schemas.openxmlformats.org/officeDocument/2006/relationships/image" Target="../media/image120.wmf"/><Relationship Id="rId20" Type="http://schemas.openxmlformats.org/officeDocument/2006/relationships/image" Target="../media/image124.wmf"/><Relationship Id="rId1" Type="http://schemas.openxmlformats.org/officeDocument/2006/relationships/image" Target="../media/image104.wmf"/><Relationship Id="rId6" Type="http://schemas.openxmlformats.org/officeDocument/2006/relationships/image" Target="../media/image110.wmf"/><Relationship Id="rId11" Type="http://schemas.openxmlformats.org/officeDocument/2006/relationships/image" Target="../media/image115.wmf"/><Relationship Id="rId5" Type="http://schemas.openxmlformats.org/officeDocument/2006/relationships/image" Target="../media/image109.wmf"/><Relationship Id="rId15" Type="http://schemas.openxmlformats.org/officeDocument/2006/relationships/image" Target="../media/image119.wmf"/><Relationship Id="rId10" Type="http://schemas.openxmlformats.org/officeDocument/2006/relationships/image" Target="../media/image114.wmf"/><Relationship Id="rId19" Type="http://schemas.openxmlformats.org/officeDocument/2006/relationships/image" Target="../media/image123.wmf"/><Relationship Id="rId4" Type="http://schemas.openxmlformats.org/officeDocument/2006/relationships/image" Target="../media/image107.wmf"/><Relationship Id="rId9" Type="http://schemas.openxmlformats.org/officeDocument/2006/relationships/image" Target="../media/image113.wmf"/><Relationship Id="rId14" Type="http://schemas.openxmlformats.org/officeDocument/2006/relationships/image" Target="../media/image118.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image" Target="../media/image125.wmf"/><Relationship Id="rId18" Type="http://schemas.openxmlformats.org/officeDocument/2006/relationships/image" Target="../media/image130.wmf"/><Relationship Id="rId3" Type="http://schemas.openxmlformats.org/officeDocument/2006/relationships/image" Target="../media/image107.wmf"/><Relationship Id="rId7" Type="http://schemas.openxmlformats.org/officeDocument/2006/relationships/image" Target="../media/image113.wmf"/><Relationship Id="rId12" Type="http://schemas.openxmlformats.org/officeDocument/2006/relationships/image" Target="../media/image118.wmf"/><Relationship Id="rId17" Type="http://schemas.openxmlformats.org/officeDocument/2006/relationships/image" Target="../media/image129.wmf"/><Relationship Id="rId2" Type="http://schemas.openxmlformats.org/officeDocument/2006/relationships/image" Target="../media/image106.wmf"/><Relationship Id="rId16" Type="http://schemas.openxmlformats.org/officeDocument/2006/relationships/image" Target="../media/image128.wmf"/><Relationship Id="rId1" Type="http://schemas.openxmlformats.org/officeDocument/2006/relationships/image" Target="../media/image104.wmf"/><Relationship Id="rId6" Type="http://schemas.openxmlformats.org/officeDocument/2006/relationships/image" Target="../media/image112.wmf"/><Relationship Id="rId11" Type="http://schemas.openxmlformats.org/officeDocument/2006/relationships/image" Target="../media/image117.wmf"/><Relationship Id="rId5" Type="http://schemas.openxmlformats.org/officeDocument/2006/relationships/image" Target="../media/image111.wmf"/><Relationship Id="rId15" Type="http://schemas.openxmlformats.org/officeDocument/2006/relationships/image" Target="../media/image127.wmf"/><Relationship Id="rId10" Type="http://schemas.openxmlformats.org/officeDocument/2006/relationships/image" Target="../media/image116.wmf"/><Relationship Id="rId4" Type="http://schemas.openxmlformats.org/officeDocument/2006/relationships/image" Target="../media/image110.wmf"/><Relationship Id="rId9" Type="http://schemas.openxmlformats.org/officeDocument/2006/relationships/image" Target="../media/image115.wmf"/><Relationship Id="rId14" Type="http://schemas.openxmlformats.org/officeDocument/2006/relationships/image" Target="../media/image126.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image" Target="../media/image118.wmf"/><Relationship Id="rId18" Type="http://schemas.openxmlformats.org/officeDocument/2006/relationships/image" Target="../media/image140.wmf"/><Relationship Id="rId3" Type="http://schemas.openxmlformats.org/officeDocument/2006/relationships/image" Target="../media/image106.wmf"/><Relationship Id="rId7" Type="http://schemas.openxmlformats.org/officeDocument/2006/relationships/image" Target="../media/image133.wmf"/><Relationship Id="rId12" Type="http://schemas.openxmlformats.org/officeDocument/2006/relationships/image" Target="../media/image117.wmf"/><Relationship Id="rId17" Type="http://schemas.openxmlformats.org/officeDocument/2006/relationships/image" Target="../media/image139.wmf"/><Relationship Id="rId2" Type="http://schemas.openxmlformats.org/officeDocument/2006/relationships/image" Target="../media/image105.wmf"/><Relationship Id="rId16" Type="http://schemas.openxmlformats.org/officeDocument/2006/relationships/image" Target="../media/image138.wmf"/><Relationship Id="rId1" Type="http://schemas.openxmlformats.org/officeDocument/2006/relationships/image" Target="../media/image131.wmf"/><Relationship Id="rId6" Type="http://schemas.openxmlformats.org/officeDocument/2006/relationships/image" Target="../media/image110.wmf"/><Relationship Id="rId11" Type="http://schemas.openxmlformats.org/officeDocument/2006/relationships/image" Target="../media/image116.wmf"/><Relationship Id="rId5" Type="http://schemas.openxmlformats.org/officeDocument/2006/relationships/image" Target="../media/image132.wmf"/><Relationship Id="rId15" Type="http://schemas.openxmlformats.org/officeDocument/2006/relationships/image" Target="../media/image137.wmf"/><Relationship Id="rId10" Type="http://schemas.openxmlformats.org/officeDocument/2006/relationships/image" Target="../media/image115.wmf"/><Relationship Id="rId4" Type="http://schemas.openxmlformats.org/officeDocument/2006/relationships/image" Target="../media/image107.wmf"/><Relationship Id="rId9" Type="http://schemas.openxmlformats.org/officeDocument/2006/relationships/image" Target="../media/image135.wmf"/><Relationship Id="rId14" Type="http://schemas.openxmlformats.org/officeDocument/2006/relationships/image" Target="../media/image136.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image" Target="../media/image118.wmf"/><Relationship Id="rId3" Type="http://schemas.openxmlformats.org/officeDocument/2006/relationships/image" Target="../media/image106.wmf"/><Relationship Id="rId7" Type="http://schemas.openxmlformats.org/officeDocument/2006/relationships/image" Target="../media/image133.wmf"/><Relationship Id="rId12" Type="http://schemas.openxmlformats.org/officeDocument/2006/relationships/image" Target="../media/image117.wmf"/><Relationship Id="rId17" Type="http://schemas.openxmlformats.org/officeDocument/2006/relationships/image" Target="../media/image146.wmf"/><Relationship Id="rId2" Type="http://schemas.openxmlformats.org/officeDocument/2006/relationships/image" Target="../media/image141.wmf"/><Relationship Id="rId16" Type="http://schemas.openxmlformats.org/officeDocument/2006/relationships/image" Target="../media/image145.wmf"/><Relationship Id="rId1" Type="http://schemas.openxmlformats.org/officeDocument/2006/relationships/image" Target="../media/image131.wmf"/><Relationship Id="rId6" Type="http://schemas.openxmlformats.org/officeDocument/2006/relationships/image" Target="../media/image110.wmf"/><Relationship Id="rId11" Type="http://schemas.openxmlformats.org/officeDocument/2006/relationships/image" Target="../media/image116.wmf"/><Relationship Id="rId5" Type="http://schemas.openxmlformats.org/officeDocument/2006/relationships/image" Target="../media/image142.wmf"/><Relationship Id="rId15" Type="http://schemas.openxmlformats.org/officeDocument/2006/relationships/image" Target="../media/image144.wmf"/><Relationship Id="rId10" Type="http://schemas.openxmlformats.org/officeDocument/2006/relationships/image" Target="../media/image115.wmf"/><Relationship Id="rId4" Type="http://schemas.openxmlformats.org/officeDocument/2006/relationships/image" Target="../media/image107.wmf"/><Relationship Id="rId9" Type="http://schemas.openxmlformats.org/officeDocument/2006/relationships/image" Target="../media/image135.wmf"/><Relationship Id="rId14" Type="http://schemas.openxmlformats.org/officeDocument/2006/relationships/image" Target="../media/image143.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image" Target="../media/image155.wmf"/><Relationship Id="rId3" Type="http://schemas.openxmlformats.org/officeDocument/2006/relationships/image" Target="../media/image148.wmf"/><Relationship Id="rId7" Type="http://schemas.openxmlformats.org/officeDocument/2006/relationships/image" Target="../media/image117.wmf"/><Relationship Id="rId12" Type="http://schemas.openxmlformats.org/officeDocument/2006/relationships/image" Target="../media/image154.wmf"/><Relationship Id="rId2" Type="http://schemas.openxmlformats.org/officeDocument/2006/relationships/image" Target="../media/image147.wmf"/><Relationship Id="rId1" Type="http://schemas.openxmlformats.org/officeDocument/2006/relationships/image" Target="../media/image131.wmf"/><Relationship Id="rId6" Type="http://schemas.openxmlformats.org/officeDocument/2006/relationships/image" Target="../media/image150.wmf"/><Relationship Id="rId11" Type="http://schemas.openxmlformats.org/officeDocument/2006/relationships/image" Target="../media/image153.wmf"/><Relationship Id="rId5" Type="http://schemas.openxmlformats.org/officeDocument/2006/relationships/image" Target="../media/image134.wmf"/><Relationship Id="rId15" Type="http://schemas.openxmlformats.org/officeDocument/2006/relationships/image" Target="../media/image157.wmf"/><Relationship Id="rId10" Type="http://schemas.openxmlformats.org/officeDocument/2006/relationships/image" Target="../media/image152.wmf"/><Relationship Id="rId4" Type="http://schemas.openxmlformats.org/officeDocument/2006/relationships/image" Target="../media/image149.wmf"/><Relationship Id="rId9" Type="http://schemas.openxmlformats.org/officeDocument/2006/relationships/image" Target="../media/image110.wmf"/><Relationship Id="rId14" Type="http://schemas.openxmlformats.org/officeDocument/2006/relationships/image" Target="../media/image156.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image" Target="../media/image159.wmf"/><Relationship Id="rId3" Type="http://schemas.openxmlformats.org/officeDocument/2006/relationships/image" Target="../media/image148.wmf"/><Relationship Id="rId7" Type="http://schemas.openxmlformats.org/officeDocument/2006/relationships/image" Target="../media/image117.wmf"/><Relationship Id="rId12" Type="http://schemas.openxmlformats.org/officeDocument/2006/relationships/image" Target="../media/image154.wmf"/><Relationship Id="rId17" Type="http://schemas.openxmlformats.org/officeDocument/2006/relationships/image" Target="../media/image163.wmf"/><Relationship Id="rId2" Type="http://schemas.openxmlformats.org/officeDocument/2006/relationships/image" Target="../media/image147.wmf"/><Relationship Id="rId16" Type="http://schemas.openxmlformats.org/officeDocument/2006/relationships/image" Target="../media/image162.wmf"/><Relationship Id="rId1" Type="http://schemas.openxmlformats.org/officeDocument/2006/relationships/image" Target="../media/image131.wmf"/><Relationship Id="rId6" Type="http://schemas.openxmlformats.org/officeDocument/2006/relationships/image" Target="../media/image150.wmf"/><Relationship Id="rId11" Type="http://schemas.openxmlformats.org/officeDocument/2006/relationships/image" Target="../media/image153.wmf"/><Relationship Id="rId5" Type="http://schemas.openxmlformats.org/officeDocument/2006/relationships/image" Target="../media/image134.wmf"/><Relationship Id="rId15" Type="http://schemas.openxmlformats.org/officeDocument/2006/relationships/image" Target="../media/image161.wmf"/><Relationship Id="rId10" Type="http://schemas.openxmlformats.org/officeDocument/2006/relationships/image" Target="../media/image152.wmf"/><Relationship Id="rId4" Type="http://schemas.openxmlformats.org/officeDocument/2006/relationships/image" Target="../media/image158.wmf"/><Relationship Id="rId9" Type="http://schemas.openxmlformats.org/officeDocument/2006/relationships/image" Target="../media/image110.wmf"/><Relationship Id="rId14" Type="http://schemas.openxmlformats.org/officeDocument/2006/relationships/image" Target="../media/image16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image" Target="../media/image163.wmf"/><Relationship Id="rId3" Type="http://schemas.openxmlformats.org/officeDocument/2006/relationships/image" Target="../media/image148.wmf"/><Relationship Id="rId7" Type="http://schemas.openxmlformats.org/officeDocument/2006/relationships/image" Target="../media/image151.wmf"/><Relationship Id="rId12" Type="http://schemas.openxmlformats.org/officeDocument/2006/relationships/image" Target="../media/image162.wmf"/><Relationship Id="rId17" Type="http://schemas.openxmlformats.org/officeDocument/2006/relationships/image" Target="../media/image167.wmf"/><Relationship Id="rId2" Type="http://schemas.openxmlformats.org/officeDocument/2006/relationships/image" Target="../media/image147.wmf"/><Relationship Id="rId16" Type="http://schemas.openxmlformats.org/officeDocument/2006/relationships/image" Target="../media/image166.wmf"/><Relationship Id="rId1" Type="http://schemas.openxmlformats.org/officeDocument/2006/relationships/image" Target="../media/image131.wmf"/><Relationship Id="rId6" Type="http://schemas.openxmlformats.org/officeDocument/2006/relationships/image" Target="../media/image117.wmf"/><Relationship Id="rId11" Type="http://schemas.openxmlformats.org/officeDocument/2006/relationships/image" Target="../media/image154.wmf"/><Relationship Id="rId5" Type="http://schemas.openxmlformats.org/officeDocument/2006/relationships/image" Target="../media/image150.wmf"/><Relationship Id="rId15" Type="http://schemas.openxmlformats.org/officeDocument/2006/relationships/image" Target="../media/image165.wmf"/><Relationship Id="rId10" Type="http://schemas.openxmlformats.org/officeDocument/2006/relationships/image" Target="../media/image153.wmf"/><Relationship Id="rId4" Type="http://schemas.openxmlformats.org/officeDocument/2006/relationships/image" Target="../media/image134.wmf"/><Relationship Id="rId9" Type="http://schemas.openxmlformats.org/officeDocument/2006/relationships/image" Target="../media/image152.wmf"/><Relationship Id="rId14" Type="http://schemas.openxmlformats.org/officeDocument/2006/relationships/image" Target="../media/image16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image" Target="../media/image175.wmf"/><Relationship Id="rId18" Type="http://schemas.openxmlformats.org/officeDocument/2006/relationships/image" Target="../media/image180.wmf"/><Relationship Id="rId3" Type="http://schemas.openxmlformats.org/officeDocument/2006/relationships/image" Target="../media/image117.wmf"/><Relationship Id="rId7" Type="http://schemas.openxmlformats.org/officeDocument/2006/relationships/image" Target="../media/image169.wmf"/><Relationship Id="rId12" Type="http://schemas.openxmlformats.org/officeDocument/2006/relationships/image" Target="../media/image174.wmf"/><Relationship Id="rId17" Type="http://schemas.openxmlformats.org/officeDocument/2006/relationships/image" Target="../media/image179.wmf"/><Relationship Id="rId2" Type="http://schemas.openxmlformats.org/officeDocument/2006/relationships/image" Target="../media/image134.wmf"/><Relationship Id="rId16" Type="http://schemas.openxmlformats.org/officeDocument/2006/relationships/image" Target="../media/image178.wmf"/><Relationship Id="rId1" Type="http://schemas.openxmlformats.org/officeDocument/2006/relationships/image" Target="../media/image114.wmf"/><Relationship Id="rId6" Type="http://schemas.openxmlformats.org/officeDocument/2006/relationships/image" Target="../media/image168.wmf"/><Relationship Id="rId11" Type="http://schemas.openxmlformats.org/officeDocument/2006/relationships/image" Target="../media/image173.wmf"/><Relationship Id="rId5" Type="http://schemas.openxmlformats.org/officeDocument/2006/relationships/image" Target="../media/image152.wmf"/><Relationship Id="rId15" Type="http://schemas.openxmlformats.org/officeDocument/2006/relationships/image" Target="../media/image177.wmf"/><Relationship Id="rId10" Type="http://schemas.openxmlformats.org/officeDocument/2006/relationships/image" Target="../media/image172.wmf"/><Relationship Id="rId19" Type="http://schemas.openxmlformats.org/officeDocument/2006/relationships/image" Target="../media/image181.wmf"/><Relationship Id="rId4" Type="http://schemas.openxmlformats.org/officeDocument/2006/relationships/image" Target="../media/image110.wmf"/><Relationship Id="rId9" Type="http://schemas.openxmlformats.org/officeDocument/2006/relationships/image" Target="../media/image171.wmf"/><Relationship Id="rId14" Type="http://schemas.openxmlformats.org/officeDocument/2006/relationships/image" Target="../media/image176.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83.wmf"/><Relationship Id="rId13" Type="http://schemas.openxmlformats.org/officeDocument/2006/relationships/image" Target="../media/image184.wmf"/><Relationship Id="rId18" Type="http://schemas.openxmlformats.org/officeDocument/2006/relationships/image" Target="../media/image187.wmf"/><Relationship Id="rId3" Type="http://schemas.openxmlformats.org/officeDocument/2006/relationships/image" Target="../media/image117.wmf"/><Relationship Id="rId21" Type="http://schemas.openxmlformats.org/officeDocument/2006/relationships/image" Target="../media/image190.wmf"/><Relationship Id="rId7" Type="http://schemas.openxmlformats.org/officeDocument/2006/relationships/image" Target="../media/image169.wmf"/><Relationship Id="rId12" Type="http://schemas.openxmlformats.org/officeDocument/2006/relationships/image" Target="../media/image175.wmf"/><Relationship Id="rId17" Type="http://schemas.openxmlformats.org/officeDocument/2006/relationships/image" Target="../media/image186.wmf"/><Relationship Id="rId2" Type="http://schemas.openxmlformats.org/officeDocument/2006/relationships/image" Target="../media/image134.wmf"/><Relationship Id="rId16" Type="http://schemas.openxmlformats.org/officeDocument/2006/relationships/image" Target="../media/image181.wmf"/><Relationship Id="rId20" Type="http://schemas.openxmlformats.org/officeDocument/2006/relationships/image" Target="../media/image189.wmf"/><Relationship Id="rId1" Type="http://schemas.openxmlformats.org/officeDocument/2006/relationships/image" Target="../media/image114.wmf"/><Relationship Id="rId6" Type="http://schemas.openxmlformats.org/officeDocument/2006/relationships/image" Target="../media/image168.wmf"/><Relationship Id="rId11" Type="http://schemas.openxmlformats.org/officeDocument/2006/relationships/image" Target="../media/image174.wmf"/><Relationship Id="rId5" Type="http://schemas.openxmlformats.org/officeDocument/2006/relationships/image" Target="../media/image152.wmf"/><Relationship Id="rId15" Type="http://schemas.openxmlformats.org/officeDocument/2006/relationships/image" Target="../media/image185.wmf"/><Relationship Id="rId23" Type="http://schemas.openxmlformats.org/officeDocument/2006/relationships/image" Target="../media/image192.wmf"/><Relationship Id="rId10" Type="http://schemas.openxmlformats.org/officeDocument/2006/relationships/image" Target="../media/image173.wmf"/><Relationship Id="rId19" Type="http://schemas.openxmlformats.org/officeDocument/2006/relationships/image" Target="../media/image188.wmf"/><Relationship Id="rId4" Type="http://schemas.openxmlformats.org/officeDocument/2006/relationships/image" Target="../media/image110.wmf"/><Relationship Id="rId9" Type="http://schemas.openxmlformats.org/officeDocument/2006/relationships/image" Target="../media/image172.wmf"/><Relationship Id="rId14" Type="http://schemas.openxmlformats.org/officeDocument/2006/relationships/image" Target="../media/image178.wmf"/><Relationship Id="rId22" Type="http://schemas.openxmlformats.org/officeDocument/2006/relationships/image" Target="../media/image19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image" Target="../media/image186.wmf"/><Relationship Id="rId7" Type="http://schemas.openxmlformats.org/officeDocument/2006/relationships/image" Target="../media/image192.wmf"/><Relationship Id="rId2" Type="http://schemas.openxmlformats.org/officeDocument/2006/relationships/image" Target="../media/image117.wmf"/><Relationship Id="rId1" Type="http://schemas.openxmlformats.org/officeDocument/2006/relationships/image" Target="../media/image193.wmf"/><Relationship Id="rId6" Type="http://schemas.openxmlformats.org/officeDocument/2006/relationships/image" Target="../media/image185.wmf"/><Relationship Id="rId11" Type="http://schemas.openxmlformats.org/officeDocument/2006/relationships/image" Target="../media/image152.wmf"/><Relationship Id="rId5" Type="http://schemas.openxmlformats.org/officeDocument/2006/relationships/image" Target="../media/image188.wmf"/><Relationship Id="rId10" Type="http://schemas.openxmlformats.org/officeDocument/2006/relationships/image" Target="../media/image196.wmf"/><Relationship Id="rId4" Type="http://schemas.openxmlformats.org/officeDocument/2006/relationships/image" Target="../media/image187.wmf"/><Relationship Id="rId9" Type="http://schemas.openxmlformats.org/officeDocument/2006/relationships/image" Target="../media/image19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02.wmf"/><Relationship Id="rId13" Type="http://schemas.openxmlformats.org/officeDocument/2006/relationships/image" Target="../media/image207.wmf"/><Relationship Id="rId3" Type="http://schemas.openxmlformats.org/officeDocument/2006/relationships/image" Target="../media/image198.wmf"/><Relationship Id="rId7" Type="http://schemas.openxmlformats.org/officeDocument/2006/relationships/image" Target="../media/image201.wmf"/><Relationship Id="rId12" Type="http://schemas.openxmlformats.org/officeDocument/2006/relationships/image" Target="../media/image206.wmf"/><Relationship Id="rId2" Type="http://schemas.openxmlformats.org/officeDocument/2006/relationships/image" Target="../media/image117.wmf"/><Relationship Id="rId1" Type="http://schemas.openxmlformats.org/officeDocument/2006/relationships/image" Target="../media/image197.wmf"/><Relationship Id="rId6" Type="http://schemas.openxmlformats.org/officeDocument/2006/relationships/image" Target="../media/image200.wmf"/><Relationship Id="rId11" Type="http://schemas.openxmlformats.org/officeDocument/2006/relationships/image" Target="../media/image205.wmf"/><Relationship Id="rId5" Type="http://schemas.openxmlformats.org/officeDocument/2006/relationships/image" Target="../media/image169.wmf"/><Relationship Id="rId10" Type="http://schemas.openxmlformats.org/officeDocument/2006/relationships/image" Target="../media/image204.wmf"/><Relationship Id="rId4" Type="http://schemas.openxmlformats.org/officeDocument/2006/relationships/image" Target="../media/image199.wmf"/><Relationship Id="rId9" Type="http://schemas.openxmlformats.org/officeDocument/2006/relationships/image" Target="../media/image203.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image" Target="../media/image198.wmf"/><Relationship Id="rId7" Type="http://schemas.openxmlformats.org/officeDocument/2006/relationships/image" Target="../media/image209.wmf"/><Relationship Id="rId12" Type="http://schemas.openxmlformats.org/officeDocument/2006/relationships/image" Target="../media/image212.wmf"/><Relationship Id="rId2" Type="http://schemas.openxmlformats.org/officeDocument/2006/relationships/image" Target="../media/image117.wmf"/><Relationship Id="rId1" Type="http://schemas.openxmlformats.org/officeDocument/2006/relationships/image" Target="../media/image197.wmf"/><Relationship Id="rId6" Type="http://schemas.openxmlformats.org/officeDocument/2006/relationships/image" Target="../media/image208.wmf"/><Relationship Id="rId11" Type="http://schemas.openxmlformats.org/officeDocument/2006/relationships/image" Target="../media/image211.wmf"/><Relationship Id="rId5" Type="http://schemas.openxmlformats.org/officeDocument/2006/relationships/image" Target="../media/image169.wmf"/><Relationship Id="rId10" Type="http://schemas.openxmlformats.org/officeDocument/2006/relationships/image" Target="../media/image210.wmf"/><Relationship Id="rId4" Type="http://schemas.openxmlformats.org/officeDocument/2006/relationships/image" Target="../media/image199.wmf"/><Relationship Id="rId9" Type="http://schemas.openxmlformats.org/officeDocument/2006/relationships/image" Target="../media/image20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image" Target="../media/image221.wmf"/><Relationship Id="rId1" Type="http://schemas.openxmlformats.org/officeDocument/2006/relationships/image" Target="../media/image21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3.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40.wmf"/><Relationship Id="rId13" Type="http://schemas.openxmlformats.org/officeDocument/2006/relationships/image" Target="../media/image245.wmf"/><Relationship Id="rId18" Type="http://schemas.openxmlformats.org/officeDocument/2006/relationships/image" Target="../media/image250.wmf"/><Relationship Id="rId3" Type="http://schemas.openxmlformats.org/officeDocument/2006/relationships/image" Target="../media/image235.wmf"/><Relationship Id="rId21" Type="http://schemas.openxmlformats.org/officeDocument/2006/relationships/image" Target="../media/image253.wmf"/><Relationship Id="rId7" Type="http://schemas.openxmlformats.org/officeDocument/2006/relationships/image" Target="../media/image239.wmf"/><Relationship Id="rId12" Type="http://schemas.openxmlformats.org/officeDocument/2006/relationships/image" Target="../media/image244.wmf"/><Relationship Id="rId17" Type="http://schemas.openxmlformats.org/officeDocument/2006/relationships/image" Target="../media/image249.wmf"/><Relationship Id="rId2" Type="http://schemas.openxmlformats.org/officeDocument/2006/relationships/image" Target="../media/image234.wmf"/><Relationship Id="rId16" Type="http://schemas.openxmlformats.org/officeDocument/2006/relationships/image" Target="../media/image248.wmf"/><Relationship Id="rId20" Type="http://schemas.openxmlformats.org/officeDocument/2006/relationships/image" Target="../media/image252.wmf"/><Relationship Id="rId1" Type="http://schemas.openxmlformats.org/officeDocument/2006/relationships/image" Target="../media/image233.wmf"/><Relationship Id="rId6" Type="http://schemas.openxmlformats.org/officeDocument/2006/relationships/image" Target="../media/image238.wmf"/><Relationship Id="rId11" Type="http://schemas.openxmlformats.org/officeDocument/2006/relationships/image" Target="../media/image243.wmf"/><Relationship Id="rId5" Type="http://schemas.openxmlformats.org/officeDocument/2006/relationships/image" Target="../media/image237.wmf"/><Relationship Id="rId15" Type="http://schemas.openxmlformats.org/officeDocument/2006/relationships/image" Target="../media/image247.wmf"/><Relationship Id="rId23" Type="http://schemas.openxmlformats.org/officeDocument/2006/relationships/image" Target="../media/image255.wmf"/><Relationship Id="rId10" Type="http://schemas.openxmlformats.org/officeDocument/2006/relationships/image" Target="../media/image242.wmf"/><Relationship Id="rId19" Type="http://schemas.openxmlformats.org/officeDocument/2006/relationships/image" Target="../media/image251.wmf"/><Relationship Id="rId4" Type="http://schemas.openxmlformats.org/officeDocument/2006/relationships/image" Target="../media/image236.wmf"/><Relationship Id="rId9" Type="http://schemas.openxmlformats.org/officeDocument/2006/relationships/image" Target="../media/image241.wmf"/><Relationship Id="rId14" Type="http://schemas.openxmlformats.org/officeDocument/2006/relationships/image" Target="../media/image246.wmf"/><Relationship Id="rId22" Type="http://schemas.openxmlformats.org/officeDocument/2006/relationships/image" Target="../media/image254.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image" Target="../media/image251.wmf"/><Relationship Id="rId18" Type="http://schemas.openxmlformats.org/officeDocument/2006/relationships/image" Target="../media/image260.wmf"/><Relationship Id="rId26" Type="http://schemas.openxmlformats.org/officeDocument/2006/relationships/image" Target="../media/image268.wmf"/><Relationship Id="rId3" Type="http://schemas.openxmlformats.org/officeDocument/2006/relationships/image" Target="../media/image241.wmf"/><Relationship Id="rId21" Type="http://schemas.openxmlformats.org/officeDocument/2006/relationships/image" Target="../media/image263.wmf"/><Relationship Id="rId7" Type="http://schemas.openxmlformats.org/officeDocument/2006/relationships/image" Target="../media/image245.wmf"/><Relationship Id="rId12" Type="http://schemas.openxmlformats.org/officeDocument/2006/relationships/image" Target="../media/image250.wmf"/><Relationship Id="rId17" Type="http://schemas.openxmlformats.org/officeDocument/2006/relationships/image" Target="../media/image259.wmf"/><Relationship Id="rId25" Type="http://schemas.openxmlformats.org/officeDocument/2006/relationships/image" Target="../media/image267.wmf"/><Relationship Id="rId2" Type="http://schemas.openxmlformats.org/officeDocument/2006/relationships/image" Target="../media/image240.wmf"/><Relationship Id="rId16" Type="http://schemas.openxmlformats.org/officeDocument/2006/relationships/image" Target="../media/image258.wmf"/><Relationship Id="rId20" Type="http://schemas.openxmlformats.org/officeDocument/2006/relationships/image" Target="../media/image262.wmf"/><Relationship Id="rId29" Type="http://schemas.openxmlformats.org/officeDocument/2006/relationships/image" Target="../media/image271.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49.wmf"/><Relationship Id="rId24" Type="http://schemas.openxmlformats.org/officeDocument/2006/relationships/image" Target="../media/image266.wmf"/><Relationship Id="rId5" Type="http://schemas.openxmlformats.org/officeDocument/2006/relationships/image" Target="../media/image243.wmf"/><Relationship Id="rId15" Type="http://schemas.openxmlformats.org/officeDocument/2006/relationships/image" Target="../media/image257.wmf"/><Relationship Id="rId23" Type="http://schemas.openxmlformats.org/officeDocument/2006/relationships/image" Target="../media/image265.wmf"/><Relationship Id="rId28" Type="http://schemas.openxmlformats.org/officeDocument/2006/relationships/image" Target="../media/image270.wmf"/><Relationship Id="rId10" Type="http://schemas.openxmlformats.org/officeDocument/2006/relationships/image" Target="../media/image248.wmf"/><Relationship Id="rId19" Type="http://schemas.openxmlformats.org/officeDocument/2006/relationships/image" Target="../media/image261.wmf"/><Relationship Id="rId4" Type="http://schemas.openxmlformats.org/officeDocument/2006/relationships/image" Target="../media/image242.wmf"/><Relationship Id="rId9" Type="http://schemas.openxmlformats.org/officeDocument/2006/relationships/image" Target="../media/image247.wmf"/><Relationship Id="rId14" Type="http://schemas.openxmlformats.org/officeDocument/2006/relationships/image" Target="../media/image252.wmf"/><Relationship Id="rId22" Type="http://schemas.openxmlformats.org/officeDocument/2006/relationships/image" Target="../media/image264.wmf"/><Relationship Id="rId27" Type="http://schemas.openxmlformats.org/officeDocument/2006/relationships/image" Target="../media/image269.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image" Target="../media/image251.wmf"/><Relationship Id="rId18" Type="http://schemas.openxmlformats.org/officeDocument/2006/relationships/image" Target="../media/image274.wmf"/><Relationship Id="rId3" Type="http://schemas.openxmlformats.org/officeDocument/2006/relationships/image" Target="../media/image241.wmf"/><Relationship Id="rId21" Type="http://schemas.openxmlformats.org/officeDocument/2006/relationships/image" Target="../media/image271.wmf"/><Relationship Id="rId7" Type="http://schemas.openxmlformats.org/officeDocument/2006/relationships/image" Target="../media/image245.wmf"/><Relationship Id="rId12" Type="http://schemas.openxmlformats.org/officeDocument/2006/relationships/image" Target="../media/image250.wmf"/><Relationship Id="rId17" Type="http://schemas.openxmlformats.org/officeDocument/2006/relationships/image" Target="../media/image273.wmf"/><Relationship Id="rId2" Type="http://schemas.openxmlformats.org/officeDocument/2006/relationships/image" Target="../media/image240.wmf"/><Relationship Id="rId16" Type="http://schemas.openxmlformats.org/officeDocument/2006/relationships/image" Target="../media/image266.wmf"/><Relationship Id="rId20" Type="http://schemas.openxmlformats.org/officeDocument/2006/relationships/image" Target="../media/image270.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49.wmf"/><Relationship Id="rId24" Type="http://schemas.openxmlformats.org/officeDocument/2006/relationships/image" Target="../media/image277.wmf"/><Relationship Id="rId5" Type="http://schemas.openxmlformats.org/officeDocument/2006/relationships/image" Target="../media/image243.wmf"/><Relationship Id="rId15" Type="http://schemas.openxmlformats.org/officeDocument/2006/relationships/image" Target="../media/image272.wmf"/><Relationship Id="rId23" Type="http://schemas.openxmlformats.org/officeDocument/2006/relationships/image" Target="../media/image276.wmf"/><Relationship Id="rId10" Type="http://schemas.openxmlformats.org/officeDocument/2006/relationships/image" Target="../media/image248.wmf"/><Relationship Id="rId19" Type="http://schemas.openxmlformats.org/officeDocument/2006/relationships/image" Target="../media/image269.wmf"/><Relationship Id="rId4" Type="http://schemas.openxmlformats.org/officeDocument/2006/relationships/image" Target="../media/image242.wmf"/><Relationship Id="rId9" Type="http://schemas.openxmlformats.org/officeDocument/2006/relationships/image" Target="../media/image247.wmf"/><Relationship Id="rId14" Type="http://schemas.openxmlformats.org/officeDocument/2006/relationships/image" Target="../media/image252.wmf"/><Relationship Id="rId22" Type="http://schemas.openxmlformats.org/officeDocument/2006/relationships/image" Target="../media/image275.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image" Target="../media/image251.wmf"/><Relationship Id="rId18" Type="http://schemas.openxmlformats.org/officeDocument/2006/relationships/image" Target="../media/image280.wmf"/><Relationship Id="rId3" Type="http://schemas.openxmlformats.org/officeDocument/2006/relationships/image" Target="../media/image241.wmf"/><Relationship Id="rId21" Type="http://schemas.openxmlformats.org/officeDocument/2006/relationships/image" Target="../media/image283.wmf"/><Relationship Id="rId7" Type="http://schemas.openxmlformats.org/officeDocument/2006/relationships/image" Target="../media/image245.wmf"/><Relationship Id="rId12" Type="http://schemas.openxmlformats.org/officeDocument/2006/relationships/image" Target="../media/image250.wmf"/><Relationship Id="rId17" Type="http://schemas.openxmlformats.org/officeDocument/2006/relationships/image" Target="../media/image279.wmf"/><Relationship Id="rId2" Type="http://schemas.openxmlformats.org/officeDocument/2006/relationships/image" Target="../media/image240.wmf"/><Relationship Id="rId16" Type="http://schemas.openxmlformats.org/officeDocument/2006/relationships/image" Target="../media/image277.wmf"/><Relationship Id="rId20" Type="http://schemas.openxmlformats.org/officeDocument/2006/relationships/image" Target="../media/image282.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49.wmf"/><Relationship Id="rId5" Type="http://schemas.openxmlformats.org/officeDocument/2006/relationships/image" Target="../media/image243.wmf"/><Relationship Id="rId15" Type="http://schemas.openxmlformats.org/officeDocument/2006/relationships/image" Target="../media/image278.wmf"/><Relationship Id="rId23" Type="http://schemas.openxmlformats.org/officeDocument/2006/relationships/image" Target="../media/image285.wmf"/><Relationship Id="rId10" Type="http://schemas.openxmlformats.org/officeDocument/2006/relationships/image" Target="../media/image248.wmf"/><Relationship Id="rId19" Type="http://schemas.openxmlformats.org/officeDocument/2006/relationships/image" Target="../media/image281.wmf"/><Relationship Id="rId4" Type="http://schemas.openxmlformats.org/officeDocument/2006/relationships/image" Target="../media/image242.wmf"/><Relationship Id="rId9" Type="http://schemas.openxmlformats.org/officeDocument/2006/relationships/image" Target="../media/image247.wmf"/><Relationship Id="rId14" Type="http://schemas.openxmlformats.org/officeDocument/2006/relationships/image" Target="../media/image252.wmf"/><Relationship Id="rId22" Type="http://schemas.openxmlformats.org/officeDocument/2006/relationships/image" Target="../media/image284.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93.wmf"/><Relationship Id="rId3" Type="http://schemas.openxmlformats.org/officeDocument/2006/relationships/image" Target="../media/image288.wmf"/><Relationship Id="rId7" Type="http://schemas.openxmlformats.org/officeDocument/2006/relationships/image" Target="../media/image292.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91.wmf"/><Relationship Id="rId11" Type="http://schemas.openxmlformats.org/officeDocument/2006/relationships/image" Target="../media/image296.wmf"/><Relationship Id="rId5" Type="http://schemas.openxmlformats.org/officeDocument/2006/relationships/image" Target="../media/image290.wmf"/><Relationship Id="rId10" Type="http://schemas.openxmlformats.org/officeDocument/2006/relationships/image" Target="../media/image295.wmf"/><Relationship Id="rId4" Type="http://schemas.openxmlformats.org/officeDocument/2006/relationships/image" Target="../media/image289.wmf"/><Relationship Id="rId9" Type="http://schemas.openxmlformats.org/officeDocument/2006/relationships/image" Target="../media/image29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99.wmf"/><Relationship Id="rId2" Type="http://schemas.openxmlformats.org/officeDocument/2006/relationships/image" Target="../media/image298.wmf"/><Relationship Id="rId1" Type="http://schemas.openxmlformats.org/officeDocument/2006/relationships/image" Target="../media/image297.wmf"/><Relationship Id="rId5" Type="http://schemas.openxmlformats.org/officeDocument/2006/relationships/image" Target="../media/image301.wmf"/><Relationship Id="rId4" Type="http://schemas.openxmlformats.org/officeDocument/2006/relationships/image" Target="../media/image300.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309.wmf"/><Relationship Id="rId3" Type="http://schemas.openxmlformats.org/officeDocument/2006/relationships/image" Target="../media/image304.wmf"/><Relationship Id="rId7" Type="http://schemas.openxmlformats.org/officeDocument/2006/relationships/image" Target="../media/image308.wmf"/><Relationship Id="rId2" Type="http://schemas.openxmlformats.org/officeDocument/2006/relationships/image" Target="../media/image303.wmf"/><Relationship Id="rId1" Type="http://schemas.openxmlformats.org/officeDocument/2006/relationships/image" Target="../media/image302.wmf"/><Relationship Id="rId6" Type="http://schemas.openxmlformats.org/officeDocument/2006/relationships/image" Target="../media/image307.wmf"/><Relationship Id="rId11" Type="http://schemas.openxmlformats.org/officeDocument/2006/relationships/image" Target="../media/image312.wmf"/><Relationship Id="rId5" Type="http://schemas.openxmlformats.org/officeDocument/2006/relationships/image" Target="../media/image306.wmf"/><Relationship Id="rId10" Type="http://schemas.openxmlformats.org/officeDocument/2006/relationships/image" Target="../media/image311.wmf"/><Relationship Id="rId4" Type="http://schemas.openxmlformats.org/officeDocument/2006/relationships/image" Target="../media/image305.wmf"/><Relationship Id="rId9" Type="http://schemas.openxmlformats.org/officeDocument/2006/relationships/image" Target="../media/image310.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19.wmf"/><Relationship Id="rId13" Type="http://schemas.openxmlformats.org/officeDocument/2006/relationships/image" Target="../media/image324.wmf"/><Relationship Id="rId18" Type="http://schemas.openxmlformats.org/officeDocument/2006/relationships/image" Target="../media/image329.wmf"/><Relationship Id="rId3" Type="http://schemas.openxmlformats.org/officeDocument/2006/relationships/image" Target="../media/image315.wmf"/><Relationship Id="rId21" Type="http://schemas.openxmlformats.org/officeDocument/2006/relationships/image" Target="../media/image332.wmf"/><Relationship Id="rId7" Type="http://schemas.openxmlformats.org/officeDocument/2006/relationships/image" Target="../media/image318.wmf"/><Relationship Id="rId12" Type="http://schemas.openxmlformats.org/officeDocument/2006/relationships/image" Target="../media/image323.wmf"/><Relationship Id="rId17" Type="http://schemas.openxmlformats.org/officeDocument/2006/relationships/image" Target="../media/image328.wmf"/><Relationship Id="rId2" Type="http://schemas.openxmlformats.org/officeDocument/2006/relationships/image" Target="../media/image314.wmf"/><Relationship Id="rId16" Type="http://schemas.openxmlformats.org/officeDocument/2006/relationships/image" Target="../media/image327.wmf"/><Relationship Id="rId20" Type="http://schemas.openxmlformats.org/officeDocument/2006/relationships/image" Target="../media/image331.wmf"/><Relationship Id="rId1" Type="http://schemas.openxmlformats.org/officeDocument/2006/relationships/image" Target="../media/image313.wmf"/><Relationship Id="rId6" Type="http://schemas.openxmlformats.org/officeDocument/2006/relationships/image" Target="../media/image317.wmf"/><Relationship Id="rId11" Type="http://schemas.openxmlformats.org/officeDocument/2006/relationships/image" Target="../media/image322.wmf"/><Relationship Id="rId5" Type="http://schemas.openxmlformats.org/officeDocument/2006/relationships/image" Target="../media/image316.wmf"/><Relationship Id="rId15" Type="http://schemas.openxmlformats.org/officeDocument/2006/relationships/image" Target="../media/image326.wmf"/><Relationship Id="rId10" Type="http://schemas.openxmlformats.org/officeDocument/2006/relationships/image" Target="../media/image321.wmf"/><Relationship Id="rId19" Type="http://schemas.openxmlformats.org/officeDocument/2006/relationships/image" Target="../media/image330.wmf"/><Relationship Id="rId4" Type="http://schemas.openxmlformats.org/officeDocument/2006/relationships/image" Target="../media/image305.wmf"/><Relationship Id="rId9" Type="http://schemas.openxmlformats.org/officeDocument/2006/relationships/image" Target="../media/image320.wmf"/><Relationship Id="rId14" Type="http://schemas.openxmlformats.org/officeDocument/2006/relationships/image" Target="../media/image325.wmf"/><Relationship Id="rId22" Type="http://schemas.openxmlformats.org/officeDocument/2006/relationships/image" Target="../media/image33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336.wmf"/><Relationship Id="rId2" Type="http://schemas.openxmlformats.org/officeDocument/2006/relationships/image" Target="../media/image146.wmf"/><Relationship Id="rId1" Type="http://schemas.openxmlformats.org/officeDocument/2006/relationships/image" Target="../media/image335.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44.wmf"/><Relationship Id="rId13" Type="http://schemas.openxmlformats.org/officeDocument/2006/relationships/image" Target="../media/image349.wmf"/><Relationship Id="rId3" Type="http://schemas.openxmlformats.org/officeDocument/2006/relationships/image" Target="../media/image339.wmf"/><Relationship Id="rId7" Type="http://schemas.openxmlformats.org/officeDocument/2006/relationships/image" Target="../media/image343.wmf"/><Relationship Id="rId12" Type="http://schemas.openxmlformats.org/officeDocument/2006/relationships/image" Target="../media/image348.wmf"/><Relationship Id="rId17" Type="http://schemas.openxmlformats.org/officeDocument/2006/relationships/image" Target="../media/image353.wmf"/><Relationship Id="rId2" Type="http://schemas.openxmlformats.org/officeDocument/2006/relationships/image" Target="../media/image338.wmf"/><Relationship Id="rId16" Type="http://schemas.openxmlformats.org/officeDocument/2006/relationships/image" Target="../media/image352.wmf"/><Relationship Id="rId1" Type="http://schemas.openxmlformats.org/officeDocument/2006/relationships/image" Target="../media/image337.wmf"/><Relationship Id="rId6" Type="http://schemas.openxmlformats.org/officeDocument/2006/relationships/image" Target="../media/image342.wmf"/><Relationship Id="rId11" Type="http://schemas.openxmlformats.org/officeDocument/2006/relationships/image" Target="../media/image347.wmf"/><Relationship Id="rId5" Type="http://schemas.openxmlformats.org/officeDocument/2006/relationships/image" Target="../media/image341.wmf"/><Relationship Id="rId15" Type="http://schemas.openxmlformats.org/officeDocument/2006/relationships/image" Target="../media/image351.wmf"/><Relationship Id="rId10" Type="http://schemas.openxmlformats.org/officeDocument/2006/relationships/image" Target="../media/image346.wmf"/><Relationship Id="rId4" Type="http://schemas.openxmlformats.org/officeDocument/2006/relationships/image" Target="../media/image340.wmf"/><Relationship Id="rId9" Type="http://schemas.openxmlformats.org/officeDocument/2006/relationships/image" Target="../media/image345.wmf"/><Relationship Id="rId14" Type="http://schemas.openxmlformats.org/officeDocument/2006/relationships/image" Target="../media/image350.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354.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58.wmf"/><Relationship Id="rId2" Type="http://schemas.openxmlformats.org/officeDocument/2006/relationships/image" Target="../media/image357.wmf"/><Relationship Id="rId1" Type="http://schemas.openxmlformats.org/officeDocument/2006/relationships/image" Target="../media/image356.png"/><Relationship Id="rId4" Type="http://schemas.openxmlformats.org/officeDocument/2006/relationships/image" Target="../media/image359.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362.wmf"/><Relationship Id="rId2" Type="http://schemas.openxmlformats.org/officeDocument/2006/relationships/image" Target="../media/image361.wmf"/><Relationship Id="rId1" Type="http://schemas.openxmlformats.org/officeDocument/2006/relationships/image" Target="../media/image360.png"/><Relationship Id="rId6" Type="http://schemas.openxmlformats.org/officeDocument/2006/relationships/image" Target="../media/image365.wmf"/><Relationship Id="rId5" Type="http://schemas.openxmlformats.org/officeDocument/2006/relationships/image" Target="../media/image364.wmf"/><Relationship Id="rId4" Type="http://schemas.openxmlformats.org/officeDocument/2006/relationships/image" Target="../media/image363.png"/></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366.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74.wmf"/><Relationship Id="rId3" Type="http://schemas.openxmlformats.org/officeDocument/2006/relationships/image" Target="../media/image369.wmf"/><Relationship Id="rId7" Type="http://schemas.openxmlformats.org/officeDocument/2006/relationships/image" Target="../media/image373.wmf"/><Relationship Id="rId2" Type="http://schemas.openxmlformats.org/officeDocument/2006/relationships/image" Target="../media/image368.wmf"/><Relationship Id="rId1" Type="http://schemas.openxmlformats.org/officeDocument/2006/relationships/image" Target="../media/image367.wmf"/><Relationship Id="rId6" Type="http://schemas.openxmlformats.org/officeDocument/2006/relationships/image" Target="../media/image372.wmf"/><Relationship Id="rId5" Type="http://schemas.openxmlformats.org/officeDocument/2006/relationships/image" Target="../media/image371.wmf"/><Relationship Id="rId10" Type="http://schemas.openxmlformats.org/officeDocument/2006/relationships/image" Target="../media/image376.wmf"/><Relationship Id="rId4" Type="http://schemas.openxmlformats.org/officeDocument/2006/relationships/image" Target="../media/image370.wmf"/><Relationship Id="rId9" Type="http://schemas.openxmlformats.org/officeDocument/2006/relationships/image" Target="../media/image375.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378.wmf"/><Relationship Id="rId1" Type="http://schemas.openxmlformats.org/officeDocument/2006/relationships/image" Target="../media/image377.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386.wmf"/><Relationship Id="rId3" Type="http://schemas.openxmlformats.org/officeDocument/2006/relationships/image" Target="../media/image381.wmf"/><Relationship Id="rId7" Type="http://schemas.openxmlformats.org/officeDocument/2006/relationships/image" Target="../media/image385.wmf"/><Relationship Id="rId2" Type="http://schemas.openxmlformats.org/officeDocument/2006/relationships/image" Target="../media/image380.wmf"/><Relationship Id="rId1" Type="http://schemas.openxmlformats.org/officeDocument/2006/relationships/image" Target="../media/image379.wmf"/><Relationship Id="rId6" Type="http://schemas.openxmlformats.org/officeDocument/2006/relationships/image" Target="../media/image384.wmf"/><Relationship Id="rId5" Type="http://schemas.openxmlformats.org/officeDocument/2006/relationships/image" Target="../media/image383.wmf"/><Relationship Id="rId10" Type="http://schemas.openxmlformats.org/officeDocument/2006/relationships/image" Target="../media/image388.wmf"/><Relationship Id="rId4" Type="http://schemas.openxmlformats.org/officeDocument/2006/relationships/image" Target="../media/image382.wmf"/><Relationship Id="rId9" Type="http://schemas.openxmlformats.org/officeDocument/2006/relationships/image" Target="../media/image387.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385.wmf"/><Relationship Id="rId3" Type="http://schemas.openxmlformats.org/officeDocument/2006/relationships/image" Target="../media/image391.wmf"/><Relationship Id="rId7" Type="http://schemas.openxmlformats.org/officeDocument/2006/relationships/image" Target="../media/image395.wmf"/><Relationship Id="rId2" Type="http://schemas.openxmlformats.org/officeDocument/2006/relationships/image" Target="../media/image390.wmf"/><Relationship Id="rId1" Type="http://schemas.openxmlformats.org/officeDocument/2006/relationships/image" Target="../media/image389.wmf"/><Relationship Id="rId6" Type="http://schemas.openxmlformats.org/officeDocument/2006/relationships/image" Target="../media/image394.wmf"/><Relationship Id="rId5" Type="http://schemas.openxmlformats.org/officeDocument/2006/relationships/image" Target="../media/image393.wmf"/><Relationship Id="rId10" Type="http://schemas.openxmlformats.org/officeDocument/2006/relationships/image" Target="../media/image387.wmf"/><Relationship Id="rId4" Type="http://schemas.openxmlformats.org/officeDocument/2006/relationships/image" Target="../media/image392.wmf"/><Relationship Id="rId9" Type="http://schemas.openxmlformats.org/officeDocument/2006/relationships/image" Target="../media/image386.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403.wmf"/><Relationship Id="rId13" Type="http://schemas.openxmlformats.org/officeDocument/2006/relationships/image" Target="../media/image408.wmf"/><Relationship Id="rId3" Type="http://schemas.openxmlformats.org/officeDocument/2006/relationships/image" Target="../media/image398.wmf"/><Relationship Id="rId7" Type="http://schemas.openxmlformats.org/officeDocument/2006/relationships/image" Target="../media/image402.wmf"/><Relationship Id="rId12" Type="http://schemas.openxmlformats.org/officeDocument/2006/relationships/image" Target="../media/image407.wmf"/><Relationship Id="rId17" Type="http://schemas.openxmlformats.org/officeDocument/2006/relationships/image" Target="../media/image412.wmf"/><Relationship Id="rId2" Type="http://schemas.openxmlformats.org/officeDocument/2006/relationships/image" Target="../media/image397.wmf"/><Relationship Id="rId16" Type="http://schemas.openxmlformats.org/officeDocument/2006/relationships/image" Target="../media/image411.wmf"/><Relationship Id="rId1" Type="http://schemas.openxmlformats.org/officeDocument/2006/relationships/image" Target="../media/image396.wmf"/><Relationship Id="rId6" Type="http://schemas.openxmlformats.org/officeDocument/2006/relationships/image" Target="../media/image401.wmf"/><Relationship Id="rId11" Type="http://schemas.openxmlformats.org/officeDocument/2006/relationships/image" Target="../media/image406.wmf"/><Relationship Id="rId5" Type="http://schemas.openxmlformats.org/officeDocument/2006/relationships/image" Target="../media/image400.wmf"/><Relationship Id="rId15" Type="http://schemas.openxmlformats.org/officeDocument/2006/relationships/image" Target="../media/image410.wmf"/><Relationship Id="rId10" Type="http://schemas.openxmlformats.org/officeDocument/2006/relationships/image" Target="../media/image405.wmf"/><Relationship Id="rId4" Type="http://schemas.openxmlformats.org/officeDocument/2006/relationships/image" Target="../media/image399.wmf"/><Relationship Id="rId9" Type="http://schemas.openxmlformats.org/officeDocument/2006/relationships/image" Target="../media/image404.wmf"/><Relationship Id="rId14" Type="http://schemas.openxmlformats.org/officeDocument/2006/relationships/image" Target="../media/image409.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412.wmf"/><Relationship Id="rId13" Type="http://schemas.openxmlformats.org/officeDocument/2006/relationships/image" Target="../media/image422.wmf"/><Relationship Id="rId3" Type="http://schemas.openxmlformats.org/officeDocument/2006/relationships/image" Target="../media/image402.wmf"/><Relationship Id="rId7" Type="http://schemas.openxmlformats.org/officeDocument/2006/relationships/image" Target="../media/image417.wmf"/><Relationship Id="rId12" Type="http://schemas.openxmlformats.org/officeDocument/2006/relationships/image" Target="../media/image421.wmf"/><Relationship Id="rId2" Type="http://schemas.openxmlformats.org/officeDocument/2006/relationships/image" Target="../media/image413.wmf"/><Relationship Id="rId16" Type="http://schemas.openxmlformats.org/officeDocument/2006/relationships/image" Target="../media/image425.wmf"/><Relationship Id="rId1" Type="http://schemas.openxmlformats.org/officeDocument/2006/relationships/image" Target="../media/image400.wmf"/><Relationship Id="rId6" Type="http://schemas.openxmlformats.org/officeDocument/2006/relationships/image" Target="../media/image416.wmf"/><Relationship Id="rId11" Type="http://schemas.openxmlformats.org/officeDocument/2006/relationships/image" Target="../media/image420.wmf"/><Relationship Id="rId5" Type="http://schemas.openxmlformats.org/officeDocument/2006/relationships/image" Target="../media/image415.wmf"/><Relationship Id="rId15" Type="http://schemas.openxmlformats.org/officeDocument/2006/relationships/image" Target="../media/image424.wmf"/><Relationship Id="rId10" Type="http://schemas.openxmlformats.org/officeDocument/2006/relationships/image" Target="../media/image419.wmf"/><Relationship Id="rId4" Type="http://schemas.openxmlformats.org/officeDocument/2006/relationships/image" Target="../media/image414.wmf"/><Relationship Id="rId9" Type="http://schemas.openxmlformats.org/officeDocument/2006/relationships/image" Target="../media/image418.wmf"/><Relationship Id="rId14" Type="http://schemas.openxmlformats.org/officeDocument/2006/relationships/image" Target="../media/image423.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432.wmf"/><Relationship Id="rId3" Type="http://schemas.openxmlformats.org/officeDocument/2006/relationships/image" Target="../media/image427.wmf"/><Relationship Id="rId7" Type="http://schemas.openxmlformats.org/officeDocument/2006/relationships/image" Target="../media/image431.wmf"/><Relationship Id="rId2" Type="http://schemas.openxmlformats.org/officeDocument/2006/relationships/image" Target="../media/image426.wmf"/><Relationship Id="rId1" Type="http://schemas.openxmlformats.org/officeDocument/2006/relationships/image" Target="../media/image421.wmf"/><Relationship Id="rId6" Type="http://schemas.openxmlformats.org/officeDocument/2006/relationships/image" Target="../media/image430.wmf"/><Relationship Id="rId5" Type="http://schemas.openxmlformats.org/officeDocument/2006/relationships/image" Target="../media/image429.wmf"/><Relationship Id="rId4" Type="http://schemas.openxmlformats.org/officeDocument/2006/relationships/image" Target="../media/image428.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432.wmf"/><Relationship Id="rId3" Type="http://schemas.openxmlformats.org/officeDocument/2006/relationships/image" Target="../media/image427.wmf"/><Relationship Id="rId7" Type="http://schemas.openxmlformats.org/officeDocument/2006/relationships/image" Target="../media/image431.wmf"/><Relationship Id="rId2" Type="http://schemas.openxmlformats.org/officeDocument/2006/relationships/image" Target="../media/image433.wmf"/><Relationship Id="rId1" Type="http://schemas.openxmlformats.org/officeDocument/2006/relationships/image" Target="../media/image421.wmf"/><Relationship Id="rId6" Type="http://schemas.openxmlformats.org/officeDocument/2006/relationships/image" Target="../media/image430.wmf"/><Relationship Id="rId5" Type="http://schemas.openxmlformats.org/officeDocument/2006/relationships/image" Target="../media/image434.wmf"/><Relationship Id="rId4" Type="http://schemas.openxmlformats.org/officeDocument/2006/relationships/image" Target="../media/image428.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437.emf"/><Relationship Id="rId2" Type="http://schemas.openxmlformats.org/officeDocument/2006/relationships/image" Target="../media/image436.emf"/><Relationship Id="rId1" Type="http://schemas.openxmlformats.org/officeDocument/2006/relationships/image" Target="../media/image435.emf"/><Relationship Id="rId5" Type="http://schemas.openxmlformats.org/officeDocument/2006/relationships/image" Target="../media/image439.emf"/><Relationship Id="rId4" Type="http://schemas.openxmlformats.org/officeDocument/2006/relationships/image" Target="../media/image438.e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442.emf"/><Relationship Id="rId1" Type="http://schemas.openxmlformats.org/officeDocument/2006/relationships/image" Target="../media/image441.e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446.emf"/><Relationship Id="rId1" Type="http://schemas.openxmlformats.org/officeDocument/2006/relationships/image" Target="../media/image445.e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454.emf"/><Relationship Id="rId13" Type="http://schemas.openxmlformats.org/officeDocument/2006/relationships/image" Target="../media/image459.emf"/><Relationship Id="rId3" Type="http://schemas.openxmlformats.org/officeDocument/2006/relationships/image" Target="../media/image449.emf"/><Relationship Id="rId7" Type="http://schemas.openxmlformats.org/officeDocument/2006/relationships/image" Target="../media/image453.emf"/><Relationship Id="rId12" Type="http://schemas.openxmlformats.org/officeDocument/2006/relationships/image" Target="../media/image458.emf"/><Relationship Id="rId2" Type="http://schemas.openxmlformats.org/officeDocument/2006/relationships/image" Target="../media/image448.emf"/><Relationship Id="rId1" Type="http://schemas.openxmlformats.org/officeDocument/2006/relationships/image" Target="../media/image447.emf"/><Relationship Id="rId6" Type="http://schemas.openxmlformats.org/officeDocument/2006/relationships/image" Target="../media/image452.emf"/><Relationship Id="rId11" Type="http://schemas.openxmlformats.org/officeDocument/2006/relationships/image" Target="../media/image457.emf"/><Relationship Id="rId5" Type="http://schemas.openxmlformats.org/officeDocument/2006/relationships/image" Target="../media/image451.emf"/><Relationship Id="rId10" Type="http://schemas.openxmlformats.org/officeDocument/2006/relationships/image" Target="../media/image456.emf"/><Relationship Id="rId4" Type="http://schemas.openxmlformats.org/officeDocument/2006/relationships/image" Target="../media/image450.emf"/><Relationship Id="rId9" Type="http://schemas.openxmlformats.org/officeDocument/2006/relationships/image" Target="../media/image455.e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462.wmf"/><Relationship Id="rId2" Type="http://schemas.openxmlformats.org/officeDocument/2006/relationships/image" Target="../media/image461.wmf"/><Relationship Id="rId1" Type="http://schemas.openxmlformats.org/officeDocument/2006/relationships/image" Target="../media/image460.wmf"/><Relationship Id="rId6" Type="http://schemas.openxmlformats.org/officeDocument/2006/relationships/image" Target="../media/image465.wmf"/><Relationship Id="rId5" Type="http://schemas.openxmlformats.org/officeDocument/2006/relationships/image" Target="../media/image464.wmf"/><Relationship Id="rId4" Type="http://schemas.openxmlformats.org/officeDocument/2006/relationships/image" Target="../media/image463.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468.png"/><Relationship Id="rId1" Type="http://schemas.openxmlformats.org/officeDocument/2006/relationships/image" Target="../media/image467.png"/></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469.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473.wmf"/><Relationship Id="rId7" Type="http://schemas.openxmlformats.org/officeDocument/2006/relationships/image" Target="../media/image477.wmf"/><Relationship Id="rId2" Type="http://schemas.openxmlformats.org/officeDocument/2006/relationships/image" Target="../media/image472.wmf"/><Relationship Id="rId1" Type="http://schemas.openxmlformats.org/officeDocument/2006/relationships/image" Target="../media/image471.wmf"/><Relationship Id="rId6" Type="http://schemas.openxmlformats.org/officeDocument/2006/relationships/image" Target="../media/image476.wmf"/><Relationship Id="rId5" Type="http://schemas.openxmlformats.org/officeDocument/2006/relationships/image" Target="../media/image475.wmf"/><Relationship Id="rId4" Type="http://schemas.openxmlformats.org/officeDocument/2006/relationships/image" Target="../media/image474.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480.wmf"/><Relationship Id="rId2" Type="http://schemas.openxmlformats.org/officeDocument/2006/relationships/image" Target="../media/image479.wmf"/><Relationship Id="rId1" Type="http://schemas.openxmlformats.org/officeDocument/2006/relationships/image" Target="../media/image478.wmf"/><Relationship Id="rId5" Type="http://schemas.openxmlformats.org/officeDocument/2006/relationships/image" Target="../media/image482.wmf"/><Relationship Id="rId4" Type="http://schemas.openxmlformats.org/officeDocument/2006/relationships/image" Target="../media/image481.wmf"/></Relationships>
</file>

<file path=ppt/drawings/_rels/vmlDrawing61.vml.rels><?xml version="1.0" encoding="UTF-8" standalone="yes"?>
<Relationships xmlns="http://schemas.openxmlformats.org/package/2006/relationships"><Relationship Id="rId8" Type="http://schemas.openxmlformats.org/officeDocument/2006/relationships/image" Target="../media/image491.wmf"/><Relationship Id="rId3" Type="http://schemas.openxmlformats.org/officeDocument/2006/relationships/image" Target="../media/image486.wmf"/><Relationship Id="rId7" Type="http://schemas.openxmlformats.org/officeDocument/2006/relationships/image" Target="../media/image490.wmf"/><Relationship Id="rId2" Type="http://schemas.openxmlformats.org/officeDocument/2006/relationships/image" Target="../media/image485.wmf"/><Relationship Id="rId1" Type="http://schemas.openxmlformats.org/officeDocument/2006/relationships/image" Target="../media/image484.wmf"/><Relationship Id="rId6" Type="http://schemas.openxmlformats.org/officeDocument/2006/relationships/image" Target="../media/image489.wmf"/><Relationship Id="rId5" Type="http://schemas.openxmlformats.org/officeDocument/2006/relationships/image" Target="../media/image488.wmf"/><Relationship Id="rId4" Type="http://schemas.openxmlformats.org/officeDocument/2006/relationships/image" Target="../media/image487.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495.wmf"/><Relationship Id="rId2" Type="http://schemas.openxmlformats.org/officeDocument/2006/relationships/image" Target="../media/image494.wmf"/><Relationship Id="rId1" Type="http://schemas.openxmlformats.org/officeDocument/2006/relationships/image" Target="../media/image493.wmf"/><Relationship Id="rId4" Type="http://schemas.openxmlformats.org/officeDocument/2006/relationships/image" Target="../media/image496.w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498.wmf"/><Relationship Id="rId1" Type="http://schemas.openxmlformats.org/officeDocument/2006/relationships/image" Target="../media/image497.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502.emf"/><Relationship Id="rId2" Type="http://schemas.openxmlformats.org/officeDocument/2006/relationships/image" Target="../media/image501.emf"/><Relationship Id="rId1" Type="http://schemas.openxmlformats.org/officeDocument/2006/relationships/image" Target="../media/image500.emf"/><Relationship Id="rId5" Type="http://schemas.openxmlformats.org/officeDocument/2006/relationships/image" Target="../media/image504.emf"/><Relationship Id="rId4" Type="http://schemas.openxmlformats.org/officeDocument/2006/relationships/image" Target="../media/image503.e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509.emf"/><Relationship Id="rId2" Type="http://schemas.openxmlformats.org/officeDocument/2006/relationships/image" Target="../media/image508.emf"/><Relationship Id="rId1" Type="http://schemas.openxmlformats.org/officeDocument/2006/relationships/image" Target="../media/image507.emf"/><Relationship Id="rId4" Type="http://schemas.openxmlformats.org/officeDocument/2006/relationships/image" Target="../media/image510.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515.e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519.emf"/><Relationship Id="rId2" Type="http://schemas.openxmlformats.org/officeDocument/2006/relationships/image" Target="../media/image518.emf"/><Relationship Id="rId1" Type="http://schemas.openxmlformats.org/officeDocument/2006/relationships/image" Target="../media/image517.emf"/><Relationship Id="rId4" Type="http://schemas.openxmlformats.org/officeDocument/2006/relationships/image" Target="../media/image520.e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523.emf"/><Relationship Id="rId1" Type="http://schemas.openxmlformats.org/officeDocument/2006/relationships/image" Target="../media/image522.e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527.emf"/><Relationship Id="rId2" Type="http://schemas.openxmlformats.org/officeDocument/2006/relationships/image" Target="../media/image526.emf"/><Relationship Id="rId1" Type="http://schemas.openxmlformats.org/officeDocument/2006/relationships/image" Target="../media/image525.emf"/><Relationship Id="rId5" Type="http://schemas.openxmlformats.org/officeDocument/2006/relationships/image" Target="../media/image529.emf"/><Relationship Id="rId4" Type="http://schemas.openxmlformats.org/officeDocument/2006/relationships/image" Target="../media/image528.e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533.wmf"/><Relationship Id="rId2" Type="http://schemas.openxmlformats.org/officeDocument/2006/relationships/image" Target="../media/image532.wmf"/><Relationship Id="rId1" Type="http://schemas.openxmlformats.org/officeDocument/2006/relationships/image" Target="../media/image531.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535.wmf"/></Relationships>
</file>

<file path=ppt/drawings/_rels/vmlDrawing72.vml.rels><?xml version="1.0" encoding="UTF-8" standalone="yes"?>
<Relationships xmlns="http://schemas.openxmlformats.org/package/2006/relationships"><Relationship Id="rId8" Type="http://schemas.openxmlformats.org/officeDocument/2006/relationships/image" Target="../media/image543.emf"/><Relationship Id="rId3" Type="http://schemas.openxmlformats.org/officeDocument/2006/relationships/image" Target="../media/image538.emf"/><Relationship Id="rId7" Type="http://schemas.openxmlformats.org/officeDocument/2006/relationships/image" Target="../media/image542.emf"/><Relationship Id="rId2" Type="http://schemas.openxmlformats.org/officeDocument/2006/relationships/image" Target="../media/image537.emf"/><Relationship Id="rId1" Type="http://schemas.openxmlformats.org/officeDocument/2006/relationships/image" Target="../media/image536.emf"/><Relationship Id="rId6" Type="http://schemas.openxmlformats.org/officeDocument/2006/relationships/image" Target="../media/image541.emf"/><Relationship Id="rId5" Type="http://schemas.openxmlformats.org/officeDocument/2006/relationships/image" Target="../media/image540.emf"/><Relationship Id="rId4" Type="http://schemas.openxmlformats.org/officeDocument/2006/relationships/image" Target="../media/image539.emf"/><Relationship Id="rId9" Type="http://schemas.openxmlformats.org/officeDocument/2006/relationships/image" Target="../media/image544.e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547.emf"/><Relationship Id="rId1" Type="http://schemas.openxmlformats.org/officeDocument/2006/relationships/image" Target="../media/image546.e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551.emf"/><Relationship Id="rId2" Type="http://schemas.openxmlformats.org/officeDocument/2006/relationships/image" Target="../media/image550.emf"/><Relationship Id="rId1" Type="http://schemas.openxmlformats.org/officeDocument/2006/relationships/image" Target="../media/image549.emf"/><Relationship Id="rId5" Type="http://schemas.openxmlformats.org/officeDocument/2006/relationships/image" Target="../media/image553.emf"/><Relationship Id="rId4" Type="http://schemas.openxmlformats.org/officeDocument/2006/relationships/image" Target="../media/image552.e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555.wmf"/><Relationship Id="rId1" Type="http://schemas.openxmlformats.org/officeDocument/2006/relationships/image" Target="../media/image554.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559.wmf"/><Relationship Id="rId2" Type="http://schemas.openxmlformats.org/officeDocument/2006/relationships/image" Target="../media/image558.wmf"/><Relationship Id="rId1" Type="http://schemas.openxmlformats.org/officeDocument/2006/relationships/image" Target="../media/image557.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560.png"/></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562.wmf"/></Relationships>
</file>

<file path=ppt/drawings/_rels/vmlDrawing79.vml.rels><?xml version="1.0" encoding="UTF-8" standalone="yes"?>
<Relationships xmlns="http://schemas.openxmlformats.org/package/2006/relationships"><Relationship Id="rId8" Type="http://schemas.openxmlformats.org/officeDocument/2006/relationships/image" Target="../media/image578.emf"/><Relationship Id="rId3" Type="http://schemas.openxmlformats.org/officeDocument/2006/relationships/image" Target="../media/image573.emf"/><Relationship Id="rId7" Type="http://schemas.openxmlformats.org/officeDocument/2006/relationships/image" Target="../media/image577.emf"/><Relationship Id="rId2" Type="http://schemas.openxmlformats.org/officeDocument/2006/relationships/image" Target="../media/image572.emf"/><Relationship Id="rId1" Type="http://schemas.openxmlformats.org/officeDocument/2006/relationships/image" Target="../media/image571.emf"/><Relationship Id="rId6" Type="http://schemas.openxmlformats.org/officeDocument/2006/relationships/image" Target="../media/image576.emf"/><Relationship Id="rId5" Type="http://schemas.openxmlformats.org/officeDocument/2006/relationships/image" Target="../media/image575.emf"/><Relationship Id="rId4" Type="http://schemas.openxmlformats.org/officeDocument/2006/relationships/image" Target="../media/image57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宋体" charset="-122"/>
              </a:defRPr>
            </a:lvl1pPr>
          </a:lstStyle>
          <a:p>
            <a:pPr>
              <a:defRPr/>
            </a:pPr>
            <a:endParaRPr lang="en-US" altLang="zh-CN"/>
          </a:p>
        </p:txBody>
      </p:sp>
      <p:sp>
        <p:nvSpPr>
          <p:cNvPr id="155651" name="Rectangle 3"/>
          <p:cNvSpPr>
            <a:spLocks noGrp="1" noChangeArrowheads="1"/>
          </p:cNvSpPr>
          <p:nvPr>
            <p:ph type="dt" sz="quarter" idx="1"/>
          </p:nvPr>
        </p:nvSpPr>
        <p:spPr bwMode="auto">
          <a:xfrm>
            <a:off x="5179484"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charset="-122"/>
              </a:defRPr>
            </a:lvl1pPr>
          </a:lstStyle>
          <a:p>
            <a:pPr>
              <a:defRPr/>
            </a:pPr>
            <a:endParaRPr lang="en-US" altLang="zh-CN"/>
          </a:p>
        </p:txBody>
      </p:sp>
      <p:sp>
        <p:nvSpPr>
          <p:cNvPr id="155652" name="Rectangle 4"/>
          <p:cNvSpPr>
            <a:spLocks noGrp="1" noChangeArrowheads="1"/>
          </p:cNvSpPr>
          <p:nvPr>
            <p:ph type="ftr" sz="quarter" idx="2"/>
          </p:nvPr>
        </p:nvSpPr>
        <p:spPr bwMode="auto">
          <a:xfrm>
            <a:off x="0"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宋体" charset="-122"/>
              </a:defRPr>
            </a:lvl1pPr>
          </a:lstStyle>
          <a:p>
            <a:pPr>
              <a:defRPr/>
            </a:pPr>
            <a:endParaRPr lang="en-US" altLang="zh-CN"/>
          </a:p>
        </p:txBody>
      </p:sp>
      <p:sp>
        <p:nvSpPr>
          <p:cNvPr id="155653" name="Rectangle 5"/>
          <p:cNvSpPr>
            <a:spLocks noGrp="1" noChangeArrowheads="1"/>
          </p:cNvSpPr>
          <p:nvPr>
            <p:ph type="sldNum" sz="quarter" idx="3"/>
          </p:nvPr>
        </p:nvSpPr>
        <p:spPr bwMode="auto">
          <a:xfrm>
            <a:off x="5179484"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D453AD7C-2A39-4716-8C0B-FFAE04516B59}" type="slidenum">
              <a:rPr lang="en-US" altLang="zh-CN"/>
              <a:pPr>
                <a:defRPr/>
              </a:pPr>
              <a:t>‹#›</a:t>
            </a:fld>
            <a:endParaRPr lang="en-US" altLang="zh-CN"/>
          </a:p>
        </p:txBody>
      </p:sp>
    </p:spTree>
    <p:extLst>
      <p:ext uri="{BB962C8B-B14F-4D97-AF65-F5344CB8AC3E}">
        <p14:creationId xmlns:p14="http://schemas.microsoft.com/office/powerpoint/2010/main" val="9637306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ea typeface="宋体" charset="-122"/>
              </a:defRPr>
            </a:lvl1pPr>
          </a:lstStyle>
          <a:p>
            <a:pPr>
              <a:defRPr/>
            </a:pPr>
            <a:endParaRPr lang="en-US" altLang="zh-CN"/>
          </a:p>
        </p:txBody>
      </p:sp>
      <p:sp>
        <p:nvSpPr>
          <p:cNvPr id="160771" name="Rectangle 3"/>
          <p:cNvSpPr>
            <a:spLocks noGrp="1" noChangeArrowheads="1"/>
          </p:cNvSpPr>
          <p:nvPr>
            <p:ph type="dt" idx="1"/>
          </p:nvPr>
        </p:nvSpPr>
        <p:spPr bwMode="auto">
          <a:xfrm>
            <a:off x="5179484"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3"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0774" name="Rectangle 6"/>
          <p:cNvSpPr>
            <a:spLocks noGrp="1" noChangeArrowheads="1"/>
          </p:cNvSpPr>
          <p:nvPr>
            <p:ph type="ftr" sz="quarter" idx="4"/>
          </p:nvPr>
        </p:nvSpPr>
        <p:spPr bwMode="auto">
          <a:xfrm>
            <a:off x="0"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ea typeface="宋体" charset="-122"/>
              </a:defRPr>
            </a:lvl1pPr>
          </a:lstStyle>
          <a:p>
            <a:pPr>
              <a:defRPr/>
            </a:pPr>
            <a:endParaRPr lang="en-US" altLang="zh-CN"/>
          </a:p>
        </p:txBody>
      </p:sp>
      <p:sp>
        <p:nvSpPr>
          <p:cNvPr id="160775" name="Rectangle 7"/>
          <p:cNvSpPr>
            <a:spLocks noGrp="1" noChangeArrowheads="1"/>
          </p:cNvSpPr>
          <p:nvPr>
            <p:ph type="sldNum" sz="quarter" idx="5"/>
          </p:nvPr>
        </p:nvSpPr>
        <p:spPr bwMode="auto">
          <a:xfrm>
            <a:off x="5179484"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77E8766C-3221-4C61-B8E5-2AE1239D61D8}" type="slidenum">
              <a:rPr lang="en-US" altLang="zh-CN"/>
              <a:pPr>
                <a:defRPr/>
              </a:pPr>
              <a:t>‹#›</a:t>
            </a:fld>
            <a:endParaRPr lang="en-US" altLang="zh-CN"/>
          </a:p>
        </p:txBody>
      </p:sp>
    </p:spTree>
    <p:extLst>
      <p:ext uri="{BB962C8B-B14F-4D97-AF65-F5344CB8AC3E}">
        <p14:creationId xmlns:p14="http://schemas.microsoft.com/office/powerpoint/2010/main" val="2653291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446A47F-E3F8-42B4-8821-EFC50BB62BB3}" type="slidenum">
              <a:rPr lang="en-US" altLang="zh-CN" smtClean="0"/>
              <a:pPr>
                <a:spcBef>
                  <a:spcPct val="0"/>
                </a:spcBef>
              </a:pPr>
              <a:t>1</a:t>
            </a:fld>
            <a:endParaRPr lang="en-US" altLang="zh-CN"/>
          </a:p>
        </p:txBody>
      </p:sp>
      <p:sp>
        <p:nvSpPr>
          <p:cNvPr id="5123" name="Rectangle 2"/>
          <p:cNvSpPr>
            <a:spLocks noGrp="1" noRot="1" noChangeAspect="1" noChangeArrowheads="1" noTextEdit="1"/>
          </p:cNvSpPr>
          <p:nvPr>
            <p:ph type="sldImg"/>
          </p:nvPr>
        </p:nvSpPr>
        <p:spPr>
          <a:xfrm>
            <a:off x="2286000" y="514350"/>
            <a:ext cx="4572000" cy="2571750"/>
          </a:xfrm>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87392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248075-7CA2-47B8-B0B0-44D1B1AFE2EB}" type="slidenum">
              <a:rPr lang="en-US" altLang="zh-CN" smtClean="0"/>
              <a:pPr>
                <a:spcBef>
                  <a:spcPct val="0"/>
                </a:spcBef>
              </a:pPr>
              <a:t>3</a:t>
            </a:fld>
            <a:endParaRPr lang="en-US" altLang="zh-CN"/>
          </a:p>
        </p:txBody>
      </p:sp>
      <p:sp>
        <p:nvSpPr>
          <p:cNvPr id="7171" name="Rectangle 2"/>
          <p:cNvSpPr>
            <a:spLocks noGrp="1" noRot="1" noChangeAspect="1" noChangeArrowheads="1" noTextEdit="1"/>
          </p:cNvSpPr>
          <p:nvPr>
            <p:ph type="sldImg"/>
          </p:nvPr>
        </p:nvSpPr>
        <p:spPr>
          <a:xfrm>
            <a:off x="2286000" y="514350"/>
            <a:ext cx="4572000" cy="2571750"/>
          </a:xfrm>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56720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9A2D02A-7FF1-4C27-B40B-96A9262BFED1}" type="slidenum">
              <a:rPr lang="en-US" altLang="zh-CN" smtClean="0"/>
              <a:pPr>
                <a:spcBef>
                  <a:spcPct val="0"/>
                </a:spcBef>
              </a:pPr>
              <a:t>4</a:t>
            </a:fld>
            <a:endParaRPr lang="en-US" altLang="zh-CN"/>
          </a:p>
        </p:txBody>
      </p:sp>
      <p:sp>
        <p:nvSpPr>
          <p:cNvPr id="11267" name="Rectangle 2"/>
          <p:cNvSpPr>
            <a:spLocks noGrp="1" noRot="1" noChangeAspect="1" noChangeArrowheads="1" noTextEdit="1"/>
          </p:cNvSpPr>
          <p:nvPr>
            <p:ph type="sldImg"/>
          </p:nvPr>
        </p:nvSpPr>
        <p:spPr>
          <a:xfrm>
            <a:off x="2286000" y="514350"/>
            <a:ext cx="4572000" cy="2571750"/>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61179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D9BD2BF-DE77-4F03-A6F2-E7C1EC7BEFA2}" type="slidenum">
              <a:rPr lang="en-US" altLang="zh-CN" smtClean="0"/>
              <a:pPr>
                <a:spcBef>
                  <a:spcPct val="0"/>
                </a:spcBef>
              </a:pPr>
              <a:t>5</a:t>
            </a:fld>
            <a:endParaRPr lang="en-US" altLang="zh-CN"/>
          </a:p>
        </p:txBody>
      </p:sp>
      <p:sp>
        <p:nvSpPr>
          <p:cNvPr id="13315" name="Rectangle 2"/>
          <p:cNvSpPr>
            <a:spLocks noGrp="1" noRot="1" noChangeAspect="1" noChangeArrowheads="1" noTextEdit="1"/>
          </p:cNvSpPr>
          <p:nvPr>
            <p:ph type="sldImg"/>
          </p:nvPr>
        </p:nvSpPr>
        <p:spPr>
          <a:xfrm>
            <a:off x="2286000" y="514350"/>
            <a:ext cx="4572000" cy="2571750"/>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67091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90A4DD-4317-4962-B0C1-109B20EF0C44}" type="slidenum">
              <a:rPr lang="en-US" altLang="zh-CN" smtClean="0"/>
              <a:pPr>
                <a:spcBef>
                  <a:spcPct val="0"/>
                </a:spcBef>
              </a:pPr>
              <a:t>6</a:t>
            </a:fld>
            <a:endParaRPr lang="en-US" altLang="zh-CN"/>
          </a:p>
        </p:txBody>
      </p:sp>
      <p:sp>
        <p:nvSpPr>
          <p:cNvPr id="15363" name="Rectangle 2"/>
          <p:cNvSpPr>
            <a:spLocks noGrp="1" noRot="1" noChangeAspect="1" noChangeArrowheads="1" noTextEdit="1"/>
          </p:cNvSpPr>
          <p:nvPr>
            <p:ph type="sldImg"/>
          </p:nvPr>
        </p:nvSpPr>
        <p:spPr>
          <a:xfrm>
            <a:off x="2286000" y="514350"/>
            <a:ext cx="4572000" cy="257175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45263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F568054-C7FC-43A9-8268-8C98D327DBB6}" type="slidenum">
              <a:rPr lang="en-US" altLang="zh-CN" smtClean="0"/>
              <a:pPr>
                <a:spcBef>
                  <a:spcPct val="0"/>
                </a:spcBef>
              </a:pPr>
              <a:t>7</a:t>
            </a:fld>
            <a:endParaRPr lang="en-US" altLang="zh-CN"/>
          </a:p>
        </p:txBody>
      </p:sp>
      <p:sp>
        <p:nvSpPr>
          <p:cNvPr id="17411" name="Rectangle 2"/>
          <p:cNvSpPr>
            <a:spLocks noGrp="1" noRot="1" noChangeAspect="1" noChangeArrowheads="1" noTextEdit="1"/>
          </p:cNvSpPr>
          <p:nvPr>
            <p:ph type="sldImg"/>
          </p:nvPr>
        </p:nvSpPr>
        <p:spPr>
          <a:xfrm>
            <a:off x="2286000" y="514350"/>
            <a:ext cx="4572000" cy="25717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692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298B551-9B04-40E3-A0B7-95F3E3793EA1}" type="slidenum">
              <a:rPr lang="en-US" altLang="zh-CN" smtClean="0"/>
              <a:pPr>
                <a:spcBef>
                  <a:spcPct val="0"/>
                </a:spcBef>
              </a:pPr>
              <a:t>9</a:t>
            </a:fld>
            <a:endParaRPr lang="en-US" altLang="zh-CN"/>
          </a:p>
        </p:txBody>
      </p:sp>
      <p:sp>
        <p:nvSpPr>
          <p:cNvPr id="19459" name="Rectangle 2"/>
          <p:cNvSpPr>
            <a:spLocks noGrp="1" noRot="1" noChangeAspect="1" noChangeArrowheads="1" noTextEdit="1"/>
          </p:cNvSpPr>
          <p:nvPr>
            <p:ph type="sldImg"/>
          </p:nvPr>
        </p:nvSpPr>
        <p:spPr>
          <a:xfrm>
            <a:off x="2286000" y="514350"/>
            <a:ext cx="4572000" cy="2571750"/>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10940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7642D4-259C-481E-8021-6B4D538CD603}" type="slidenum">
              <a:rPr lang="en-US" altLang="zh-CN" smtClean="0"/>
              <a:pPr>
                <a:spcBef>
                  <a:spcPct val="0"/>
                </a:spcBef>
              </a:pPr>
              <a:t>10</a:t>
            </a:fld>
            <a:endParaRPr lang="en-US" altLang="zh-CN"/>
          </a:p>
        </p:txBody>
      </p:sp>
      <p:sp>
        <p:nvSpPr>
          <p:cNvPr id="21507" name="Rectangle 2"/>
          <p:cNvSpPr>
            <a:spLocks noGrp="1" noRot="1" noChangeAspect="1" noChangeArrowheads="1" noTextEdit="1"/>
          </p:cNvSpPr>
          <p:nvPr>
            <p:ph type="sldImg"/>
          </p:nvPr>
        </p:nvSpPr>
        <p:spPr>
          <a:xfrm>
            <a:off x="2286000" y="514350"/>
            <a:ext cx="4572000" cy="2571750"/>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9666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A0B1282-B94C-40D5-A7D2-BED3382048D9}" type="slidenum">
              <a:rPr lang="en-US" altLang="zh-CN" smtClean="0"/>
              <a:pPr>
                <a:spcBef>
                  <a:spcPct val="0"/>
                </a:spcBef>
              </a:pPr>
              <a:t>11</a:t>
            </a:fld>
            <a:endParaRPr lang="en-US" altLang="zh-CN"/>
          </a:p>
        </p:txBody>
      </p:sp>
      <p:sp>
        <p:nvSpPr>
          <p:cNvPr id="23555" name="Rectangle 2"/>
          <p:cNvSpPr>
            <a:spLocks noGrp="1" noRot="1" noChangeAspect="1" noChangeArrowheads="1" noTextEdit="1"/>
          </p:cNvSpPr>
          <p:nvPr>
            <p:ph type="sldImg"/>
          </p:nvPr>
        </p:nvSpPr>
        <p:spPr>
          <a:xfrm>
            <a:off x="2286000" y="514350"/>
            <a:ext cx="4572000" cy="2571750"/>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15056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D6FACA2-3ACF-417B-9538-DE2ECA462874}" type="slidenum">
              <a:rPr lang="en-US" altLang="zh-CN" smtClean="0"/>
              <a:pPr>
                <a:spcBef>
                  <a:spcPct val="0"/>
                </a:spcBef>
              </a:pPr>
              <a:t>12</a:t>
            </a:fld>
            <a:endParaRPr lang="en-US" altLang="zh-CN"/>
          </a:p>
        </p:txBody>
      </p:sp>
      <p:sp>
        <p:nvSpPr>
          <p:cNvPr id="27651" name="Rectangle 2"/>
          <p:cNvSpPr>
            <a:spLocks noGrp="1" noRot="1" noChangeAspect="1" noChangeArrowheads="1" noTextEdit="1"/>
          </p:cNvSpPr>
          <p:nvPr>
            <p:ph type="sldImg"/>
          </p:nvPr>
        </p:nvSpPr>
        <p:spPr>
          <a:xfrm>
            <a:off x="2286000" y="514350"/>
            <a:ext cx="4572000" cy="2571750"/>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0752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027BF7-9E0E-4816-BF6F-0673140D7BD6}" type="slidenum">
              <a:rPr lang="en-US" altLang="zh-CN" smtClean="0"/>
              <a:pPr>
                <a:spcBef>
                  <a:spcPct val="0"/>
                </a:spcBef>
              </a:pPr>
              <a:t>13</a:t>
            </a:fld>
            <a:endParaRPr lang="en-US" altLang="zh-CN"/>
          </a:p>
        </p:txBody>
      </p:sp>
      <p:sp>
        <p:nvSpPr>
          <p:cNvPr id="29699" name="Rectangle 2"/>
          <p:cNvSpPr>
            <a:spLocks noGrp="1" noRot="1" noChangeAspect="1" noChangeArrowheads="1" noTextEdit="1"/>
          </p:cNvSpPr>
          <p:nvPr>
            <p:ph type="sldImg"/>
          </p:nvPr>
        </p:nvSpPr>
        <p:spPr>
          <a:xfrm>
            <a:off x="2286000" y="514350"/>
            <a:ext cx="4572000" cy="2571750"/>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4586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AC8FF6-2042-4337-B22D-6A17878E6159}" type="slidenum">
              <a:rPr lang="en-US" altLang="zh-CN" smtClean="0"/>
              <a:pPr>
                <a:spcBef>
                  <a:spcPct val="0"/>
                </a:spcBef>
              </a:pPr>
              <a:t>14</a:t>
            </a:fld>
            <a:endParaRPr lang="en-US" altLang="zh-CN"/>
          </a:p>
        </p:txBody>
      </p:sp>
      <p:sp>
        <p:nvSpPr>
          <p:cNvPr id="31747" name="Rectangle 2"/>
          <p:cNvSpPr>
            <a:spLocks noGrp="1" noRot="1" noChangeAspect="1" noChangeArrowheads="1" noTextEdit="1"/>
          </p:cNvSpPr>
          <p:nvPr>
            <p:ph type="sldImg"/>
          </p:nvPr>
        </p:nvSpPr>
        <p:spPr>
          <a:xfrm>
            <a:off x="2286000" y="514350"/>
            <a:ext cx="4572000" cy="2571750"/>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66979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40A477-2317-41F2-AE8D-65EA2DE6178D}" type="slidenum">
              <a:rPr lang="en-US" altLang="zh-CN" smtClean="0"/>
              <a:pPr>
                <a:spcBef>
                  <a:spcPct val="0"/>
                </a:spcBef>
              </a:pPr>
              <a:t>17</a:t>
            </a:fld>
            <a:endParaRPr lang="en-US" altLang="zh-CN"/>
          </a:p>
        </p:txBody>
      </p:sp>
      <p:sp>
        <p:nvSpPr>
          <p:cNvPr id="35843" name="Rectangle 2"/>
          <p:cNvSpPr>
            <a:spLocks noGrp="1" noRot="1" noChangeAspect="1" noChangeArrowheads="1" noTextEdit="1"/>
          </p:cNvSpPr>
          <p:nvPr>
            <p:ph type="sldImg"/>
          </p:nvPr>
        </p:nvSpPr>
        <p:spPr>
          <a:xfrm>
            <a:off x="2286000" y="514350"/>
            <a:ext cx="4572000" cy="2571750"/>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6116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B4B3118-DAAA-4FFB-B2DD-E544DE213EC6}" type="slidenum">
              <a:rPr lang="en-US" altLang="zh-CN" smtClean="0"/>
              <a:pPr>
                <a:spcBef>
                  <a:spcPct val="0"/>
                </a:spcBef>
              </a:pPr>
              <a:t>18</a:t>
            </a:fld>
            <a:endParaRPr lang="en-US" altLang="zh-CN"/>
          </a:p>
        </p:txBody>
      </p:sp>
      <p:sp>
        <p:nvSpPr>
          <p:cNvPr id="37891" name="Rectangle 2"/>
          <p:cNvSpPr>
            <a:spLocks noGrp="1" noRot="1" noChangeAspect="1" noChangeArrowheads="1" noTextEdit="1"/>
          </p:cNvSpPr>
          <p:nvPr>
            <p:ph type="sldImg"/>
          </p:nvPr>
        </p:nvSpPr>
        <p:spPr>
          <a:xfrm>
            <a:off x="2286000" y="514350"/>
            <a:ext cx="4572000" cy="2571750"/>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902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DAAE2B-DA40-4849-AE6C-37A3C3FF16F0}" type="slidenum">
              <a:rPr lang="en-US" altLang="zh-CN" smtClean="0"/>
              <a:pPr>
                <a:spcBef>
                  <a:spcPct val="0"/>
                </a:spcBef>
              </a:pPr>
              <a:t>19</a:t>
            </a:fld>
            <a:endParaRPr lang="en-US" altLang="zh-CN"/>
          </a:p>
        </p:txBody>
      </p:sp>
      <p:sp>
        <p:nvSpPr>
          <p:cNvPr id="39939" name="Rectangle 2"/>
          <p:cNvSpPr>
            <a:spLocks noGrp="1" noRot="1" noChangeAspect="1" noChangeArrowheads="1" noTextEdit="1"/>
          </p:cNvSpPr>
          <p:nvPr>
            <p:ph type="sldImg"/>
          </p:nvPr>
        </p:nvSpPr>
        <p:spPr>
          <a:xfrm>
            <a:off x="2286000" y="514350"/>
            <a:ext cx="4572000" cy="2571750"/>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41703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760644-EE46-484E-9E2C-362A4ADF732E}" type="slidenum">
              <a:rPr lang="en-US" altLang="zh-CN" smtClean="0"/>
              <a:pPr>
                <a:spcBef>
                  <a:spcPct val="0"/>
                </a:spcBef>
              </a:pPr>
              <a:t>20</a:t>
            </a:fld>
            <a:endParaRPr lang="en-US" altLang="zh-CN"/>
          </a:p>
        </p:txBody>
      </p:sp>
      <p:sp>
        <p:nvSpPr>
          <p:cNvPr id="41987" name="Rectangle 2"/>
          <p:cNvSpPr>
            <a:spLocks noGrp="1" noRot="1" noChangeAspect="1" noChangeArrowheads="1" noTextEdit="1"/>
          </p:cNvSpPr>
          <p:nvPr>
            <p:ph type="sldImg"/>
          </p:nvPr>
        </p:nvSpPr>
        <p:spPr>
          <a:xfrm>
            <a:off x="2286000" y="514350"/>
            <a:ext cx="4572000" cy="2571750"/>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1743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35FCD21-F820-4F7E-BDFA-A0161A8CCE19}" type="slidenum">
              <a:rPr lang="en-US" altLang="zh-CN" smtClean="0"/>
              <a:pPr>
                <a:spcBef>
                  <a:spcPct val="0"/>
                </a:spcBef>
              </a:pPr>
              <a:t>21</a:t>
            </a:fld>
            <a:endParaRPr lang="en-US" altLang="zh-CN"/>
          </a:p>
        </p:txBody>
      </p:sp>
      <p:sp>
        <p:nvSpPr>
          <p:cNvPr id="44035" name="Rectangle 2"/>
          <p:cNvSpPr>
            <a:spLocks noGrp="1" noRot="1" noChangeAspect="1" noChangeArrowheads="1" noTextEdit="1"/>
          </p:cNvSpPr>
          <p:nvPr>
            <p:ph type="sldImg"/>
          </p:nvPr>
        </p:nvSpPr>
        <p:spPr>
          <a:xfrm>
            <a:off x="2286000" y="514350"/>
            <a:ext cx="4572000" cy="2571750"/>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34790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7B1CDB-61CC-4552-982F-FBB62A3E067D}" type="slidenum">
              <a:rPr lang="en-US" altLang="zh-CN" smtClean="0"/>
              <a:pPr>
                <a:spcBef>
                  <a:spcPct val="0"/>
                </a:spcBef>
              </a:pPr>
              <a:t>22</a:t>
            </a:fld>
            <a:endParaRPr lang="en-US" altLang="zh-CN"/>
          </a:p>
        </p:txBody>
      </p:sp>
      <p:sp>
        <p:nvSpPr>
          <p:cNvPr id="46083" name="Rectangle 2"/>
          <p:cNvSpPr>
            <a:spLocks noGrp="1" noRot="1" noChangeAspect="1" noChangeArrowheads="1" noTextEdit="1"/>
          </p:cNvSpPr>
          <p:nvPr>
            <p:ph type="sldImg"/>
          </p:nvPr>
        </p:nvSpPr>
        <p:spPr>
          <a:xfrm>
            <a:off x="2286000" y="514350"/>
            <a:ext cx="4572000" cy="2571750"/>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82522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9C306E-7C0E-4772-8B87-30E8581598D6}" type="slidenum">
              <a:rPr lang="en-US" altLang="zh-CN" smtClean="0"/>
              <a:pPr>
                <a:spcBef>
                  <a:spcPct val="0"/>
                </a:spcBef>
              </a:pPr>
              <a:t>23</a:t>
            </a:fld>
            <a:endParaRPr lang="en-US" altLang="zh-CN"/>
          </a:p>
        </p:txBody>
      </p:sp>
      <p:sp>
        <p:nvSpPr>
          <p:cNvPr id="48131" name="Rectangle 2"/>
          <p:cNvSpPr>
            <a:spLocks noGrp="1" noRot="1" noChangeAspect="1" noChangeArrowheads="1" noTextEdit="1"/>
          </p:cNvSpPr>
          <p:nvPr>
            <p:ph type="sldImg"/>
          </p:nvPr>
        </p:nvSpPr>
        <p:spPr>
          <a:xfrm>
            <a:off x="2286000" y="514350"/>
            <a:ext cx="4572000" cy="2571750"/>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53592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4E2A026-E6DF-47ED-811E-C13F6C9623B9}" type="slidenum">
              <a:rPr lang="en-US" altLang="zh-CN" smtClean="0"/>
              <a:pPr>
                <a:spcBef>
                  <a:spcPct val="0"/>
                </a:spcBef>
              </a:pPr>
              <a:t>24</a:t>
            </a:fld>
            <a:endParaRPr lang="en-US" altLang="zh-CN"/>
          </a:p>
        </p:txBody>
      </p:sp>
      <p:sp>
        <p:nvSpPr>
          <p:cNvPr id="50179" name="Rectangle 2"/>
          <p:cNvSpPr>
            <a:spLocks noGrp="1" noRot="1" noChangeAspect="1" noChangeArrowheads="1" noTextEdit="1"/>
          </p:cNvSpPr>
          <p:nvPr>
            <p:ph type="sldImg"/>
          </p:nvPr>
        </p:nvSpPr>
        <p:spPr>
          <a:xfrm>
            <a:off x="2286000" y="514350"/>
            <a:ext cx="4572000" cy="2571750"/>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17343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37AF0C7-AFF9-453A-8B1B-91D2CBE78341}" type="slidenum">
              <a:rPr lang="en-US" altLang="zh-CN" smtClean="0"/>
              <a:pPr>
                <a:spcBef>
                  <a:spcPct val="0"/>
                </a:spcBef>
              </a:pPr>
              <a:t>25</a:t>
            </a:fld>
            <a:endParaRPr lang="en-US" altLang="zh-CN"/>
          </a:p>
        </p:txBody>
      </p:sp>
      <p:sp>
        <p:nvSpPr>
          <p:cNvPr id="52227" name="Rectangle 2"/>
          <p:cNvSpPr>
            <a:spLocks noGrp="1" noRot="1" noChangeAspect="1" noChangeArrowheads="1" noTextEdit="1"/>
          </p:cNvSpPr>
          <p:nvPr>
            <p:ph type="sldImg"/>
          </p:nvPr>
        </p:nvSpPr>
        <p:spPr>
          <a:xfrm>
            <a:off x="2286000" y="514350"/>
            <a:ext cx="4572000" cy="2571750"/>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64923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A944C2-AE10-4FA9-8E3E-2164CEEB17A1}" type="slidenum">
              <a:rPr lang="en-US" altLang="zh-CN" smtClean="0"/>
              <a:pPr>
                <a:spcBef>
                  <a:spcPct val="0"/>
                </a:spcBef>
              </a:pPr>
              <a:t>26</a:t>
            </a:fld>
            <a:endParaRPr lang="en-US" altLang="zh-CN"/>
          </a:p>
        </p:txBody>
      </p:sp>
      <p:sp>
        <p:nvSpPr>
          <p:cNvPr id="54275" name="Rectangle 2"/>
          <p:cNvSpPr>
            <a:spLocks noGrp="1" noRot="1" noChangeAspect="1" noChangeArrowheads="1" noTextEdit="1"/>
          </p:cNvSpPr>
          <p:nvPr>
            <p:ph type="sldImg"/>
          </p:nvPr>
        </p:nvSpPr>
        <p:spPr>
          <a:xfrm>
            <a:off x="2286000" y="514350"/>
            <a:ext cx="4572000" cy="2571750"/>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67118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04EB933-73DB-4829-B1A7-DF6332404782}" type="slidenum">
              <a:rPr lang="en-US" altLang="zh-CN" smtClean="0"/>
              <a:pPr>
                <a:spcBef>
                  <a:spcPct val="0"/>
                </a:spcBef>
              </a:pPr>
              <a:t>27</a:t>
            </a:fld>
            <a:endParaRPr lang="en-US" altLang="zh-CN"/>
          </a:p>
        </p:txBody>
      </p:sp>
      <p:sp>
        <p:nvSpPr>
          <p:cNvPr id="56323" name="Rectangle 2"/>
          <p:cNvSpPr>
            <a:spLocks noGrp="1" noRot="1" noChangeAspect="1" noChangeArrowheads="1" noTextEdit="1"/>
          </p:cNvSpPr>
          <p:nvPr>
            <p:ph type="sldImg"/>
          </p:nvPr>
        </p:nvSpPr>
        <p:spPr>
          <a:xfrm>
            <a:off x="2286000" y="514350"/>
            <a:ext cx="4572000" cy="2571750"/>
          </a:xfrm>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37024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8F8AD56-5EB9-4043-BAE1-FC679A5F30FE}" type="slidenum">
              <a:rPr lang="en-US" altLang="zh-CN" smtClean="0"/>
              <a:pPr>
                <a:spcBef>
                  <a:spcPct val="0"/>
                </a:spcBef>
              </a:pPr>
              <a:t>28</a:t>
            </a:fld>
            <a:endParaRPr lang="en-US" altLang="zh-CN"/>
          </a:p>
        </p:txBody>
      </p:sp>
      <p:sp>
        <p:nvSpPr>
          <p:cNvPr id="58371" name="Rectangle 2"/>
          <p:cNvSpPr>
            <a:spLocks noGrp="1" noRot="1" noChangeAspect="1" noChangeArrowheads="1" noTextEdit="1"/>
          </p:cNvSpPr>
          <p:nvPr>
            <p:ph type="sldImg"/>
          </p:nvPr>
        </p:nvSpPr>
        <p:spPr>
          <a:xfrm>
            <a:off x="2286000" y="514350"/>
            <a:ext cx="4572000" cy="2571750"/>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96450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812AFA-6FA8-47E0-BC10-210C82766863}" type="slidenum">
              <a:rPr lang="en-US" altLang="zh-CN" smtClean="0"/>
              <a:pPr>
                <a:spcBef>
                  <a:spcPct val="0"/>
                </a:spcBef>
              </a:pPr>
              <a:t>29</a:t>
            </a:fld>
            <a:endParaRPr lang="en-US" altLang="zh-CN"/>
          </a:p>
        </p:txBody>
      </p:sp>
      <p:sp>
        <p:nvSpPr>
          <p:cNvPr id="60419" name="Rectangle 2"/>
          <p:cNvSpPr>
            <a:spLocks noGrp="1" noRot="1" noChangeAspect="1" noChangeArrowheads="1" noTextEdit="1"/>
          </p:cNvSpPr>
          <p:nvPr>
            <p:ph type="sldImg"/>
          </p:nvPr>
        </p:nvSpPr>
        <p:spPr>
          <a:xfrm>
            <a:off x="2286000" y="514350"/>
            <a:ext cx="4572000" cy="2571750"/>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2945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48DE092-9B94-4504-95A7-855B7838FA78}" type="slidenum">
              <a:rPr lang="en-US" altLang="zh-CN" smtClean="0"/>
              <a:pPr>
                <a:spcBef>
                  <a:spcPct val="0"/>
                </a:spcBef>
              </a:pPr>
              <a:t>30</a:t>
            </a:fld>
            <a:endParaRPr lang="en-US" altLang="zh-CN"/>
          </a:p>
        </p:txBody>
      </p:sp>
      <p:sp>
        <p:nvSpPr>
          <p:cNvPr id="62467" name="Rectangle 2"/>
          <p:cNvSpPr>
            <a:spLocks noGrp="1" noRot="1" noChangeAspect="1" noChangeArrowheads="1" noTextEdit="1"/>
          </p:cNvSpPr>
          <p:nvPr>
            <p:ph type="sldImg"/>
          </p:nvPr>
        </p:nvSpPr>
        <p:spPr>
          <a:xfrm>
            <a:off x="2286000" y="514350"/>
            <a:ext cx="4572000" cy="2571750"/>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74489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F14710-F733-4856-940C-0CAD4287713F}" type="slidenum">
              <a:rPr lang="en-US" altLang="zh-CN" smtClean="0"/>
              <a:pPr>
                <a:spcBef>
                  <a:spcPct val="0"/>
                </a:spcBef>
              </a:pPr>
              <a:t>31</a:t>
            </a:fld>
            <a:endParaRPr lang="en-US" altLang="zh-CN"/>
          </a:p>
        </p:txBody>
      </p:sp>
      <p:sp>
        <p:nvSpPr>
          <p:cNvPr id="64515" name="Rectangle 2"/>
          <p:cNvSpPr>
            <a:spLocks noGrp="1" noRot="1" noChangeAspect="1" noChangeArrowheads="1" noTextEdit="1"/>
          </p:cNvSpPr>
          <p:nvPr>
            <p:ph type="sldImg"/>
          </p:nvPr>
        </p:nvSpPr>
        <p:spPr>
          <a:xfrm>
            <a:off x="2286000" y="514350"/>
            <a:ext cx="4572000" cy="2571750"/>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4181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A7E645-A50F-4BAD-A510-2E4386B129C5}" type="slidenum">
              <a:rPr lang="en-US" altLang="zh-CN" smtClean="0"/>
              <a:pPr>
                <a:spcBef>
                  <a:spcPct val="0"/>
                </a:spcBef>
              </a:pPr>
              <a:t>32</a:t>
            </a:fld>
            <a:endParaRPr lang="en-US" altLang="zh-CN"/>
          </a:p>
        </p:txBody>
      </p:sp>
      <p:sp>
        <p:nvSpPr>
          <p:cNvPr id="66563" name="Rectangle 2"/>
          <p:cNvSpPr>
            <a:spLocks noGrp="1" noRot="1" noChangeAspect="1" noChangeArrowheads="1" noTextEdit="1"/>
          </p:cNvSpPr>
          <p:nvPr>
            <p:ph type="sldImg"/>
          </p:nvPr>
        </p:nvSpPr>
        <p:spPr>
          <a:xfrm>
            <a:off x="2286000" y="514350"/>
            <a:ext cx="4572000" cy="2571750"/>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23605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B34469F-1EC4-45CE-AB09-8378FE33E291}" type="slidenum">
              <a:rPr lang="en-US" altLang="zh-CN" smtClean="0"/>
              <a:pPr>
                <a:spcBef>
                  <a:spcPct val="0"/>
                </a:spcBef>
              </a:pPr>
              <a:t>33</a:t>
            </a:fld>
            <a:endParaRPr lang="en-US" altLang="zh-CN"/>
          </a:p>
        </p:txBody>
      </p:sp>
      <p:sp>
        <p:nvSpPr>
          <p:cNvPr id="68611" name="Rectangle 2"/>
          <p:cNvSpPr>
            <a:spLocks noGrp="1" noRot="1" noChangeAspect="1" noChangeArrowheads="1" noTextEdit="1"/>
          </p:cNvSpPr>
          <p:nvPr>
            <p:ph type="sldImg"/>
          </p:nvPr>
        </p:nvSpPr>
        <p:spPr>
          <a:xfrm>
            <a:off x="2286000" y="514350"/>
            <a:ext cx="4572000" cy="2571750"/>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5971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D11447-10DB-48F3-BAFC-32C0BBE831BB}" type="slidenum">
              <a:rPr lang="en-US" altLang="zh-CN" smtClean="0"/>
              <a:pPr>
                <a:spcBef>
                  <a:spcPct val="0"/>
                </a:spcBef>
              </a:pPr>
              <a:t>34</a:t>
            </a:fld>
            <a:endParaRPr lang="en-US" altLang="zh-CN"/>
          </a:p>
        </p:txBody>
      </p:sp>
      <p:sp>
        <p:nvSpPr>
          <p:cNvPr id="70659" name="Rectangle 2"/>
          <p:cNvSpPr>
            <a:spLocks noGrp="1" noRot="1" noChangeAspect="1" noChangeArrowheads="1" noTextEdit="1"/>
          </p:cNvSpPr>
          <p:nvPr>
            <p:ph type="sldImg"/>
          </p:nvPr>
        </p:nvSpPr>
        <p:spPr>
          <a:xfrm>
            <a:off x="2286000" y="514350"/>
            <a:ext cx="4572000" cy="2571750"/>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74351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F552B4-B9E6-4EEF-BEF7-D299DDE6E5B9}" type="slidenum">
              <a:rPr lang="en-US" altLang="zh-CN" smtClean="0"/>
              <a:pPr>
                <a:spcBef>
                  <a:spcPct val="0"/>
                </a:spcBef>
              </a:pPr>
              <a:t>35</a:t>
            </a:fld>
            <a:endParaRPr lang="en-US" altLang="zh-CN"/>
          </a:p>
        </p:txBody>
      </p:sp>
      <p:sp>
        <p:nvSpPr>
          <p:cNvPr id="72707" name="Rectangle 2"/>
          <p:cNvSpPr>
            <a:spLocks noGrp="1" noRot="1" noChangeAspect="1" noChangeArrowheads="1" noTextEdit="1"/>
          </p:cNvSpPr>
          <p:nvPr>
            <p:ph type="sldImg"/>
          </p:nvPr>
        </p:nvSpPr>
        <p:spPr>
          <a:xfrm>
            <a:off x="2286000" y="514350"/>
            <a:ext cx="4572000" cy="2571750"/>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0111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073972-D195-4F31-B256-B2224A0C35C6}" type="slidenum">
              <a:rPr lang="en-US" altLang="zh-CN" smtClean="0"/>
              <a:pPr>
                <a:spcBef>
                  <a:spcPct val="0"/>
                </a:spcBef>
              </a:pPr>
              <a:t>36</a:t>
            </a:fld>
            <a:endParaRPr lang="en-US" altLang="zh-CN"/>
          </a:p>
        </p:txBody>
      </p:sp>
      <p:sp>
        <p:nvSpPr>
          <p:cNvPr id="74755" name="Rectangle 2"/>
          <p:cNvSpPr>
            <a:spLocks noGrp="1" noRot="1" noChangeAspect="1" noChangeArrowheads="1" noTextEdit="1"/>
          </p:cNvSpPr>
          <p:nvPr>
            <p:ph type="sldImg"/>
          </p:nvPr>
        </p:nvSpPr>
        <p:spPr>
          <a:xfrm>
            <a:off x="2286000" y="514350"/>
            <a:ext cx="4572000" cy="25717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830392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16BBC8B-8A01-4A63-94F1-5710F04C3AB5}" type="slidenum">
              <a:rPr lang="en-US" altLang="zh-CN" smtClean="0"/>
              <a:pPr>
                <a:spcBef>
                  <a:spcPct val="0"/>
                </a:spcBef>
              </a:pPr>
              <a:t>37</a:t>
            </a:fld>
            <a:endParaRPr lang="en-US" altLang="zh-CN"/>
          </a:p>
        </p:txBody>
      </p:sp>
      <p:sp>
        <p:nvSpPr>
          <p:cNvPr id="76803" name="Rectangle 2"/>
          <p:cNvSpPr>
            <a:spLocks noGrp="1" noRot="1" noChangeAspect="1" noChangeArrowheads="1" noTextEdit="1"/>
          </p:cNvSpPr>
          <p:nvPr>
            <p:ph type="sldImg"/>
          </p:nvPr>
        </p:nvSpPr>
        <p:spPr>
          <a:xfrm>
            <a:off x="2286000" y="514350"/>
            <a:ext cx="4572000" cy="2571750"/>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4239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509A99F-E242-4828-B37E-55DB7963347B}" type="slidenum">
              <a:rPr lang="en-US" altLang="zh-CN" smtClean="0"/>
              <a:pPr>
                <a:spcBef>
                  <a:spcPct val="0"/>
                </a:spcBef>
              </a:pPr>
              <a:t>38</a:t>
            </a:fld>
            <a:endParaRPr lang="en-US" altLang="zh-CN"/>
          </a:p>
        </p:txBody>
      </p:sp>
      <p:sp>
        <p:nvSpPr>
          <p:cNvPr id="78851" name="Rectangle 2"/>
          <p:cNvSpPr>
            <a:spLocks noGrp="1" noRot="1" noChangeAspect="1" noChangeArrowheads="1" noTextEdit="1"/>
          </p:cNvSpPr>
          <p:nvPr>
            <p:ph type="sldImg"/>
          </p:nvPr>
        </p:nvSpPr>
        <p:spPr>
          <a:xfrm>
            <a:off x="2286000" y="514350"/>
            <a:ext cx="4572000" cy="25717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27783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D73ADD1-C860-4CF5-B97E-FA3E03DC4F23}" type="slidenum">
              <a:rPr lang="en-US" altLang="zh-CN" smtClean="0"/>
              <a:pPr>
                <a:spcBef>
                  <a:spcPct val="0"/>
                </a:spcBef>
              </a:pPr>
              <a:t>39</a:t>
            </a:fld>
            <a:endParaRPr lang="en-US" altLang="zh-CN"/>
          </a:p>
        </p:txBody>
      </p:sp>
      <p:sp>
        <p:nvSpPr>
          <p:cNvPr id="80899" name="Rectangle 2"/>
          <p:cNvSpPr>
            <a:spLocks noGrp="1" noRot="1" noChangeAspect="1" noChangeArrowheads="1" noTextEdit="1"/>
          </p:cNvSpPr>
          <p:nvPr>
            <p:ph type="sldImg"/>
          </p:nvPr>
        </p:nvSpPr>
        <p:spPr>
          <a:xfrm>
            <a:off x="2286000" y="514350"/>
            <a:ext cx="4572000" cy="25717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66114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A2C048-1E14-4C10-A493-A35727823B6A}" type="slidenum">
              <a:rPr lang="en-US" altLang="zh-CN" smtClean="0"/>
              <a:pPr>
                <a:spcBef>
                  <a:spcPct val="0"/>
                </a:spcBef>
              </a:pPr>
              <a:t>40</a:t>
            </a:fld>
            <a:endParaRPr lang="en-US" altLang="zh-CN"/>
          </a:p>
        </p:txBody>
      </p:sp>
      <p:sp>
        <p:nvSpPr>
          <p:cNvPr id="82947" name="Rectangle 2"/>
          <p:cNvSpPr>
            <a:spLocks noGrp="1" noRot="1" noChangeAspect="1" noChangeArrowheads="1" noTextEdit="1"/>
          </p:cNvSpPr>
          <p:nvPr>
            <p:ph type="sldImg"/>
          </p:nvPr>
        </p:nvSpPr>
        <p:spPr>
          <a:xfrm>
            <a:off x="2286000" y="514350"/>
            <a:ext cx="4572000" cy="25717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507166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9C02D97-7FC8-4C8B-9012-E0B9501E7A72}" type="slidenum">
              <a:rPr lang="en-US" altLang="zh-CN" smtClean="0"/>
              <a:pPr>
                <a:spcBef>
                  <a:spcPct val="0"/>
                </a:spcBef>
              </a:pPr>
              <a:t>41</a:t>
            </a:fld>
            <a:endParaRPr lang="en-US" altLang="zh-CN"/>
          </a:p>
        </p:txBody>
      </p:sp>
      <p:sp>
        <p:nvSpPr>
          <p:cNvPr id="84995" name="Rectangle 2"/>
          <p:cNvSpPr>
            <a:spLocks noGrp="1" noRot="1" noChangeAspect="1" noChangeArrowheads="1" noTextEdit="1"/>
          </p:cNvSpPr>
          <p:nvPr>
            <p:ph type="sldImg"/>
          </p:nvPr>
        </p:nvSpPr>
        <p:spPr>
          <a:xfrm>
            <a:off x="2286000" y="514350"/>
            <a:ext cx="4572000" cy="25717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568012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23355E-D5C5-479E-9DD4-ED04363E96FB}" type="slidenum">
              <a:rPr lang="en-US" altLang="zh-CN" smtClean="0"/>
              <a:pPr>
                <a:spcBef>
                  <a:spcPct val="0"/>
                </a:spcBef>
              </a:pPr>
              <a:t>42</a:t>
            </a:fld>
            <a:endParaRPr lang="en-US" altLang="zh-CN"/>
          </a:p>
        </p:txBody>
      </p:sp>
      <p:sp>
        <p:nvSpPr>
          <p:cNvPr id="87043" name="Rectangle 2"/>
          <p:cNvSpPr>
            <a:spLocks noGrp="1" noRot="1" noChangeAspect="1" noChangeArrowheads="1" noTextEdit="1"/>
          </p:cNvSpPr>
          <p:nvPr>
            <p:ph type="sldImg"/>
          </p:nvPr>
        </p:nvSpPr>
        <p:spPr>
          <a:xfrm>
            <a:off x="2286000" y="514350"/>
            <a:ext cx="4572000" cy="2571750"/>
          </a:xfrm>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49661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30B8FA-B457-4409-B26B-82BDDB799DF3}" type="slidenum">
              <a:rPr lang="en-US" altLang="zh-CN" smtClean="0"/>
              <a:pPr>
                <a:spcBef>
                  <a:spcPct val="0"/>
                </a:spcBef>
              </a:pPr>
              <a:t>43</a:t>
            </a:fld>
            <a:endParaRPr lang="en-US" altLang="zh-CN"/>
          </a:p>
        </p:txBody>
      </p:sp>
      <p:sp>
        <p:nvSpPr>
          <p:cNvPr id="89091" name="Rectangle 2"/>
          <p:cNvSpPr>
            <a:spLocks noGrp="1" noRot="1" noChangeAspect="1" noChangeArrowheads="1" noTextEdit="1"/>
          </p:cNvSpPr>
          <p:nvPr>
            <p:ph type="sldImg"/>
          </p:nvPr>
        </p:nvSpPr>
        <p:spPr>
          <a:xfrm>
            <a:off x="2286000" y="514350"/>
            <a:ext cx="4572000" cy="2571750"/>
          </a:xfrm>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114812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0B2AF9-A43A-4FAF-9DD0-E70F2DDA11FA}" type="slidenum">
              <a:rPr lang="en-US" altLang="zh-CN" smtClean="0"/>
              <a:pPr>
                <a:spcBef>
                  <a:spcPct val="0"/>
                </a:spcBef>
              </a:pPr>
              <a:t>44</a:t>
            </a:fld>
            <a:endParaRPr lang="en-US" altLang="zh-CN"/>
          </a:p>
        </p:txBody>
      </p:sp>
      <p:sp>
        <p:nvSpPr>
          <p:cNvPr id="91139" name="Rectangle 2"/>
          <p:cNvSpPr>
            <a:spLocks noGrp="1" noRot="1" noChangeAspect="1" noChangeArrowheads="1" noTextEdit="1"/>
          </p:cNvSpPr>
          <p:nvPr>
            <p:ph type="sldImg"/>
          </p:nvPr>
        </p:nvSpPr>
        <p:spPr>
          <a:xfrm>
            <a:off x="2286000" y="514350"/>
            <a:ext cx="4572000" cy="2571750"/>
          </a:xfrm>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76213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9F25DB1-DC46-4737-95A0-277A1B7B6FFC}" type="slidenum">
              <a:rPr lang="en-US" altLang="zh-CN" smtClean="0"/>
              <a:pPr>
                <a:spcBef>
                  <a:spcPct val="0"/>
                </a:spcBef>
              </a:pPr>
              <a:t>45</a:t>
            </a:fld>
            <a:endParaRPr lang="en-US" altLang="zh-CN"/>
          </a:p>
        </p:txBody>
      </p:sp>
      <p:sp>
        <p:nvSpPr>
          <p:cNvPr id="93187" name="Rectangle 2"/>
          <p:cNvSpPr>
            <a:spLocks noGrp="1" noRot="1" noChangeAspect="1" noChangeArrowheads="1" noTextEdit="1"/>
          </p:cNvSpPr>
          <p:nvPr>
            <p:ph type="sldImg"/>
          </p:nvPr>
        </p:nvSpPr>
        <p:spPr>
          <a:xfrm>
            <a:off x="2286000" y="514350"/>
            <a:ext cx="4572000" cy="2571750"/>
          </a:xfrm>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782333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345396E-8761-43E0-BFE6-E23FC64FEF19}" type="slidenum">
              <a:rPr lang="en-US" altLang="zh-CN" smtClean="0"/>
              <a:pPr>
                <a:spcBef>
                  <a:spcPct val="0"/>
                </a:spcBef>
              </a:pPr>
              <a:t>46</a:t>
            </a:fld>
            <a:endParaRPr lang="en-US" altLang="zh-CN"/>
          </a:p>
        </p:txBody>
      </p:sp>
      <p:sp>
        <p:nvSpPr>
          <p:cNvPr id="95235" name="Rectangle 2"/>
          <p:cNvSpPr>
            <a:spLocks noGrp="1" noRot="1" noChangeAspect="1" noChangeArrowheads="1" noTextEdit="1"/>
          </p:cNvSpPr>
          <p:nvPr>
            <p:ph type="sldImg"/>
          </p:nvPr>
        </p:nvSpPr>
        <p:spPr>
          <a:xfrm>
            <a:off x="2286000" y="514350"/>
            <a:ext cx="4572000" cy="2571750"/>
          </a:xfrm>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034675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7ED8C61-8B81-47E9-ADDD-A10E7852F112}" type="slidenum">
              <a:rPr lang="en-US" altLang="zh-CN" smtClean="0"/>
              <a:pPr>
                <a:spcBef>
                  <a:spcPct val="0"/>
                </a:spcBef>
              </a:pPr>
              <a:t>47</a:t>
            </a:fld>
            <a:endParaRPr lang="en-US" altLang="zh-CN"/>
          </a:p>
        </p:txBody>
      </p:sp>
      <p:sp>
        <p:nvSpPr>
          <p:cNvPr id="97283" name="Rectangle 2"/>
          <p:cNvSpPr>
            <a:spLocks noGrp="1" noRot="1" noChangeAspect="1" noChangeArrowheads="1" noTextEdit="1"/>
          </p:cNvSpPr>
          <p:nvPr>
            <p:ph type="sldImg"/>
          </p:nvPr>
        </p:nvSpPr>
        <p:spPr>
          <a:xfrm>
            <a:off x="2286000" y="514350"/>
            <a:ext cx="4572000" cy="2571750"/>
          </a:xfrm>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25124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AAE48CB-4E17-4D35-B483-290EEC8E44F8}" type="slidenum">
              <a:rPr lang="en-US" altLang="zh-CN" smtClean="0"/>
              <a:pPr>
                <a:spcBef>
                  <a:spcPct val="0"/>
                </a:spcBef>
              </a:pPr>
              <a:t>48</a:t>
            </a:fld>
            <a:endParaRPr lang="en-US" altLang="zh-CN"/>
          </a:p>
        </p:txBody>
      </p:sp>
      <p:sp>
        <p:nvSpPr>
          <p:cNvPr id="99331" name="Rectangle 2"/>
          <p:cNvSpPr>
            <a:spLocks noGrp="1" noRot="1" noChangeAspect="1" noChangeArrowheads="1" noTextEdit="1"/>
          </p:cNvSpPr>
          <p:nvPr>
            <p:ph type="sldImg"/>
          </p:nvPr>
        </p:nvSpPr>
        <p:spPr>
          <a:xfrm>
            <a:off x="2286000" y="514350"/>
            <a:ext cx="4572000" cy="2571750"/>
          </a:xfrm>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06820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C66794-DADD-48A4-A466-E7B11EC0BD6D}" type="slidenum">
              <a:rPr lang="en-US" altLang="zh-CN" smtClean="0"/>
              <a:pPr>
                <a:spcBef>
                  <a:spcPct val="0"/>
                </a:spcBef>
              </a:pPr>
              <a:t>49</a:t>
            </a:fld>
            <a:endParaRPr lang="en-US" altLang="zh-CN"/>
          </a:p>
        </p:txBody>
      </p:sp>
      <p:sp>
        <p:nvSpPr>
          <p:cNvPr id="101379" name="Rectangle 2"/>
          <p:cNvSpPr>
            <a:spLocks noGrp="1" noRot="1" noChangeAspect="1" noChangeArrowheads="1" noTextEdit="1"/>
          </p:cNvSpPr>
          <p:nvPr>
            <p:ph type="sldImg"/>
          </p:nvPr>
        </p:nvSpPr>
        <p:spPr>
          <a:xfrm>
            <a:off x="2286000" y="514350"/>
            <a:ext cx="4572000" cy="2571750"/>
          </a:xfrm>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522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E6FEE1-6FD3-4200-9646-01301AA2A18A}" type="slidenum">
              <a:rPr lang="en-US" altLang="zh-CN" smtClean="0"/>
              <a:pPr>
                <a:spcBef>
                  <a:spcPct val="0"/>
                </a:spcBef>
              </a:pPr>
              <a:t>50</a:t>
            </a:fld>
            <a:endParaRPr lang="en-US" altLang="zh-CN"/>
          </a:p>
        </p:txBody>
      </p:sp>
      <p:sp>
        <p:nvSpPr>
          <p:cNvPr id="103427" name="Rectangle 2"/>
          <p:cNvSpPr>
            <a:spLocks noGrp="1" noRot="1" noChangeAspect="1" noChangeArrowheads="1" noTextEdit="1"/>
          </p:cNvSpPr>
          <p:nvPr>
            <p:ph type="sldImg"/>
          </p:nvPr>
        </p:nvSpPr>
        <p:spPr>
          <a:xfrm>
            <a:off x="2286000" y="514350"/>
            <a:ext cx="4572000" cy="2571750"/>
          </a:xfrm>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560626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3689BAA-FDAC-484D-A0E8-3159D681CB95}" type="slidenum">
              <a:rPr lang="en-US" altLang="zh-CN" smtClean="0"/>
              <a:pPr>
                <a:spcBef>
                  <a:spcPct val="0"/>
                </a:spcBef>
              </a:pPr>
              <a:t>51</a:t>
            </a:fld>
            <a:endParaRPr lang="en-US" altLang="zh-CN"/>
          </a:p>
        </p:txBody>
      </p:sp>
      <p:sp>
        <p:nvSpPr>
          <p:cNvPr id="105475" name="Rectangle 2"/>
          <p:cNvSpPr>
            <a:spLocks noGrp="1" noRot="1" noChangeAspect="1" noChangeArrowheads="1" noTextEdit="1"/>
          </p:cNvSpPr>
          <p:nvPr>
            <p:ph type="sldImg"/>
          </p:nvPr>
        </p:nvSpPr>
        <p:spPr>
          <a:xfrm>
            <a:off x="2286000" y="514350"/>
            <a:ext cx="4572000" cy="2571750"/>
          </a:xfrm>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03429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3F91246-1F8F-4335-9498-F6E6060C8E7A}" type="slidenum">
              <a:rPr lang="en-US" altLang="zh-CN" smtClean="0"/>
              <a:pPr>
                <a:spcBef>
                  <a:spcPct val="0"/>
                </a:spcBef>
              </a:pPr>
              <a:t>52</a:t>
            </a:fld>
            <a:endParaRPr lang="en-US" altLang="zh-CN"/>
          </a:p>
        </p:txBody>
      </p:sp>
      <p:sp>
        <p:nvSpPr>
          <p:cNvPr id="107523" name="Rectangle 2"/>
          <p:cNvSpPr>
            <a:spLocks noGrp="1" noRot="1" noChangeAspect="1" noChangeArrowheads="1" noTextEdit="1"/>
          </p:cNvSpPr>
          <p:nvPr>
            <p:ph type="sldImg"/>
          </p:nvPr>
        </p:nvSpPr>
        <p:spPr>
          <a:xfrm>
            <a:off x="2286000" y="514350"/>
            <a:ext cx="4572000" cy="2571750"/>
          </a:xfrm>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241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932948-40F6-44A5-BC6E-00AC787B6710}" type="slidenum">
              <a:rPr lang="en-US" altLang="zh-CN" smtClean="0"/>
              <a:pPr>
                <a:spcBef>
                  <a:spcPct val="0"/>
                </a:spcBef>
              </a:pPr>
              <a:t>53</a:t>
            </a:fld>
            <a:endParaRPr lang="en-US" altLang="zh-CN"/>
          </a:p>
        </p:txBody>
      </p:sp>
      <p:sp>
        <p:nvSpPr>
          <p:cNvPr id="109571" name="Rectangle 2"/>
          <p:cNvSpPr>
            <a:spLocks noGrp="1" noRot="1" noChangeAspect="1" noChangeArrowheads="1" noTextEdit="1"/>
          </p:cNvSpPr>
          <p:nvPr>
            <p:ph type="sldImg"/>
          </p:nvPr>
        </p:nvSpPr>
        <p:spPr>
          <a:xfrm>
            <a:off x="2286000" y="514350"/>
            <a:ext cx="4572000" cy="25717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496131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2B1161F-77A2-465E-97C2-9191C6322E5E}" type="slidenum">
              <a:rPr lang="en-US" altLang="zh-CN" smtClean="0"/>
              <a:pPr>
                <a:spcBef>
                  <a:spcPct val="0"/>
                </a:spcBef>
              </a:pPr>
              <a:t>55</a:t>
            </a:fld>
            <a:endParaRPr lang="en-US" altLang="zh-CN"/>
          </a:p>
        </p:txBody>
      </p:sp>
      <p:sp>
        <p:nvSpPr>
          <p:cNvPr id="112643" name="Rectangle 2"/>
          <p:cNvSpPr>
            <a:spLocks noGrp="1" noRot="1" noChangeAspect="1" noChangeArrowheads="1" noTextEdit="1"/>
          </p:cNvSpPr>
          <p:nvPr>
            <p:ph type="sldImg"/>
          </p:nvPr>
        </p:nvSpPr>
        <p:spPr>
          <a:xfrm>
            <a:off x="2286000" y="514350"/>
            <a:ext cx="4572000" cy="257175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853368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55810E-48A0-4810-8891-9FBCFAE17B81}" type="slidenum">
              <a:rPr lang="en-US" altLang="zh-CN" smtClean="0"/>
              <a:pPr>
                <a:spcBef>
                  <a:spcPct val="0"/>
                </a:spcBef>
              </a:pPr>
              <a:t>56</a:t>
            </a:fld>
            <a:endParaRPr lang="en-US" altLang="zh-CN"/>
          </a:p>
        </p:txBody>
      </p:sp>
      <p:sp>
        <p:nvSpPr>
          <p:cNvPr id="114691" name="Rectangle 2"/>
          <p:cNvSpPr>
            <a:spLocks noGrp="1" noRot="1" noChangeAspect="1" noChangeArrowheads="1" noTextEdit="1"/>
          </p:cNvSpPr>
          <p:nvPr>
            <p:ph type="sldImg"/>
          </p:nvPr>
        </p:nvSpPr>
        <p:spPr>
          <a:xfrm>
            <a:off x="2286000" y="514350"/>
            <a:ext cx="4572000" cy="2571750"/>
          </a:xfrm>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841616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A953D98-5EB4-481D-908D-06FB79317099}" type="slidenum">
              <a:rPr lang="en-US" altLang="zh-CN" smtClean="0"/>
              <a:pPr>
                <a:spcBef>
                  <a:spcPct val="0"/>
                </a:spcBef>
              </a:pPr>
              <a:t>57</a:t>
            </a:fld>
            <a:endParaRPr lang="en-US" altLang="zh-CN"/>
          </a:p>
        </p:txBody>
      </p:sp>
      <p:sp>
        <p:nvSpPr>
          <p:cNvPr id="116739" name="Rectangle 2"/>
          <p:cNvSpPr>
            <a:spLocks noGrp="1" noRot="1" noChangeAspect="1" noChangeArrowheads="1" noTextEdit="1"/>
          </p:cNvSpPr>
          <p:nvPr>
            <p:ph type="sldImg"/>
          </p:nvPr>
        </p:nvSpPr>
        <p:spPr>
          <a:xfrm>
            <a:off x="2286000" y="514350"/>
            <a:ext cx="4572000" cy="2571750"/>
          </a:xfrm>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23474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65F1AA1-6F38-4A76-854E-243142483E55}" type="slidenum">
              <a:rPr lang="en-US" altLang="zh-CN" smtClean="0"/>
              <a:pPr>
                <a:spcBef>
                  <a:spcPct val="0"/>
                </a:spcBef>
              </a:pPr>
              <a:t>58</a:t>
            </a:fld>
            <a:endParaRPr lang="en-US" altLang="zh-CN"/>
          </a:p>
        </p:txBody>
      </p:sp>
      <p:sp>
        <p:nvSpPr>
          <p:cNvPr id="118787" name="Rectangle 2"/>
          <p:cNvSpPr>
            <a:spLocks noGrp="1" noRot="1" noChangeAspect="1" noChangeArrowheads="1" noTextEdit="1"/>
          </p:cNvSpPr>
          <p:nvPr>
            <p:ph type="sldImg"/>
          </p:nvPr>
        </p:nvSpPr>
        <p:spPr>
          <a:xfrm>
            <a:off x="2286000" y="514350"/>
            <a:ext cx="4572000" cy="257175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70501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10F642-E127-42D2-AFC4-D4C2147294F9}" type="slidenum">
              <a:rPr lang="en-US" altLang="zh-CN" smtClean="0"/>
              <a:pPr>
                <a:spcBef>
                  <a:spcPct val="0"/>
                </a:spcBef>
              </a:pPr>
              <a:t>63</a:t>
            </a:fld>
            <a:endParaRPr lang="en-US" altLang="zh-CN"/>
          </a:p>
        </p:txBody>
      </p:sp>
      <p:sp>
        <p:nvSpPr>
          <p:cNvPr id="124931" name="Rectangle 2"/>
          <p:cNvSpPr>
            <a:spLocks noGrp="1" noRot="1" noChangeAspect="1" noChangeArrowheads="1" noTextEdit="1"/>
          </p:cNvSpPr>
          <p:nvPr>
            <p:ph type="sldImg"/>
          </p:nvPr>
        </p:nvSpPr>
        <p:spPr>
          <a:xfrm>
            <a:off x="2286000" y="514350"/>
            <a:ext cx="4572000" cy="25717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491144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E2DC2AD-6BD4-4A64-8F55-B4B3ECCC7111}" type="slidenum">
              <a:rPr lang="en-US" altLang="zh-CN" smtClean="0"/>
              <a:pPr>
                <a:spcBef>
                  <a:spcPct val="0"/>
                </a:spcBef>
              </a:pPr>
              <a:t>64</a:t>
            </a:fld>
            <a:endParaRPr lang="en-US" altLang="zh-CN"/>
          </a:p>
        </p:txBody>
      </p:sp>
      <p:sp>
        <p:nvSpPr>
          <p:cNvPr id="126979" name="Rectangle 2"/>
          <p:cNvSpPr>
            <a:spLocks noGrp="1" noRot="1" noChangeAspect="1" noChangeArrowheads="1" noTextEdit="1"/>
          </p:cNvSpPr>
          <p:nvPr>
            <p:ph type="sldImg"/>
          </p:nvPr>
        </p:nvSpPr>
        <p:spPr>
          <a:xfrm>
            <a:off x="2286000" y="514350"/>
            <a:ext cx="4572000" cy="25717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305954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551A3A-8A55-43B1-BA82-C2F3961074F6}" type="slidenum">
              <a:rPr lang="en-US" altLang="zh-CN" smtClean="0"/>
              <a:pPr>
                <a:spcBef>
                  <a:spcPct val="0"/>
                </a:spcBef>
              </a:pPr>
              <a:t>65</a:t>
            </a:fld>
            <a:endParaRPr lang="en-US" altLang="zh-CN"/>
          </a:p>
        </p:txBody>
      </p:sp>
      <p:sp>
        <p:nvSpPr>
          <p:cNvPr id="129027" name="Rectangle 2"/>
          <p:cNvSpPr>
            <a:spLocks noGrp="1" noRot="1" noChangeAspect="1" noChangeArrowheads="1" noTextEdit="1"/>
          </p:cNvSpPr>
          <p:nvPr>
            <p:ph type="sldImg"/>
          </p:nvPr>
        </p:nvSpPr>
        <p:spPr>
          <a:xfrm>
            <a:off x="2286000" y="514350"/>
            <a:ext cx="4572000" cy="2571750"/>
          </a:xfrm>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212169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291FCB3-D66B-460B-BF52-228DA2B28C0A}" type="slidenum">
              <a:rPr lang="en-US" altLang="zh-CN" smtClean="0"/>
              <a:pPr>
                <a:spcBef>
                  <a:spcPct val="0"/>
                </a:spcBef>
              </a:pPr>
              <a:t>66</a:t>
            </a:fld>
            <a:endParaRPr lang="en-US" altLang="zh-CN"/>
          </a:p>
        </p:txBody>
      </p:sp>
      <p:sp>
        <p:nvSpPr>
          <p:cNvPr id="131075" name="Rectangle 2"/>
          <p:cNvSpPr>
            <a:spLocks noGrp="1" noRot="1" noChangeAspect="1" noChangeArrowheads="1" noTextEdit="1"/>
          </p:cNvSpPr>
          <p:nvPr>
            <p:ph type="sldImg"/>
          </p:nvPr>
        </p:nvSpPr>
        <p:spPr>
          <a:xfrm>
            <a:off x="2286000" y="514350"/>
            <a:ext cx="4572000" cy="25717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51744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C64C185-9004-4EB0-BA99-325C0EFCF82E}" type="slidenum">
              <a:rPr lang="en-US" altLang="zh-CN" smtClean="0"/>
              <a:pPr>
                <a:spcBef>
                  <a:spcPct val="0"/>
                </a:spcBef>
              </a:pPr>
              <a:t>67</a:t>
            </a:fld>
            <a:endParaRPr lang="en-US" altLang="zh-CN"/>
          </a:p>
        </p:txBody>
      </p:sp>
      <p:sp>
        <p:nvSpPr>
          <p:cNvPr id="133123" name="Rectangle 2"/>
          <p:cNvSpPr>
            <a:spLocks noGrp="1" noRot="1" noChangeAspect="1" noChangeArrowheads="1" noTextEdit="1"/>
          </p:cNvSpPr>
          <p:nvPr>
            <p:ph type="sldImg"/>
          </p:nvPr>
        </p:nvSpPr>
        <p:spPr>
          <a:xfrm>
            <a:off x="2286000" y="514350"/>
            <a:ext cx="4572000" cy="2571750"/>
          </a:xfrm>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667735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BC0B278-A38E-436A-BB77-B50DA840C817}" type="slidenum">
              <a:rPr lang="en-US" altLang="zh-CN" smtClean="0"/>
              <a:pPr>
                <a:spcBef>
                  <a:spcPct val="0"/>
                </a:spcBef>
              </a:pPr>
              <a:t>68</a:t>
            </a:fld>
            <a:endParaRPr lang="en-US" altLang="zh-CN"/>
          </a:p>
        </p:txBody>
      </p:sp>
      <p:sp>
        <p:nvSpPr>
          <p:cNvPr id="135171" name="Rectangle 2"/>
          <p:cNvSpPr>
            <a:spLocks noGrp="1" noRot="1" noChangeAspect="1" noChangeArrowheads="1" noTextEdit="1"/>
          </p:cNvSpPr>
          <p:nvPr>
            <p:ph type="sldImg"/>
          </p:nvPr>
        </p:nvSpPr>
        <p:spPr>
          <a:xfrm>
            <a:off x="2286000" y="514350"/>
            <a:ext cx="4572000" cy="2571750"/>
          </a:xfrm>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1991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672765C-D724-4156-BB30-7715C8AD79CC}" type="slidenum">
              <a:rPr lang="en-US" altLang="zh-CN" smtClean="0"/>
              <a:pPr>
                <a:spcBef>
                  <a:spcPct val="0"/>
                </a:spcBef>
              </a:pPr>
              <a:t>69</a:t>
            </a:fld>
            <a:endParaRPr lang="en-US" altLang="zh-CN"/>
          </a:p>
        </p:txBody>
      </p:sp>
      <p:sp>
        <p:nvSpPr>
          <p:cNvPr id="137219" name="Rectangle 2"/>
          <p:cNvSpPr>
            <a:spLocks noGrp="1" noRot="1" noChangeAspect="1" noChangeArrowheads="1" noTextEdit="1"/>
          </p:cNvSpPr>
          <p:nvPr>
            <p:ph type="sldImg"/>
          </p:nvPr>
        </p:nvSpPr>
        <p:spPr>
          <a:xfrm>
            <a:off x="2286000" y="514350"/>
            <a:ext cx="4572000" cy="2571750"/>
          </a:xfrm>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591108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BCB7251-0E89-4757-A451-666D1F10B3A6}" type="slidenum">
              <a:rPr lang="en-US" altLang="zh-CN" smtClean="0"/>
              <a:pPr>
                <a:spcBef>
                  <a:spcPct val="0"/>
                </a:spcBef>
              </a:pPr>
              <a:t>70</a:t>
            </a:fld>
            <a:endParaRPr lang="en-US" altLang="zh-CN"/>
          </a:p>
        </p:txBody>
      </p:sp>
      <p:sp>
        <p:nvSpPr>
          <p:cNvPr id="139267" name="Rectangle 2"/>
          <p:cNvSpPr>
            <a:spLocks noGrp="1" noRot="1" noChangeAspect="1" noChangeArrowheads="1" noTextEdit="1"/>
          </p:cNvSpPr>
          <p:nvPr>
            <p:ph type="sldImg"/>
          </p:nvPr>
        </p:nvSpPr>
        <p:spPr>
          <a:xfrm>
            <a:off x="2286000" y="514350"/>
            <a:ext cx="4572000" cy="2571750"/>
          </a:xfrm>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369192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D60B6B6-2E69-4CAC-B698-52BB1955EEA2}" type="slidenum">
              <a:rPr lang="en-US" altLang="zh-CN" smtClean="0"/>
              <a:pPr>
                <a:spcBef>
                  <a:spcPct val="0"/>
                </a:spcBef>
              </a:pPr>
              <a:t>71</a:t>
            </a:fld>
            <a:endParaRPr lang="en-US" altLang="zh-CN"/>
          </a:p>
        </p:txBody>
      </p:sp>
      <p:sp>
        <p:nvSpPr>
          <p:cNvPr id="141315" name="Rectangle 2"/>
          <p:cNvSpPr>
            <a:spLocks noGrp="1" noRot="1" noChangeAspect="1" noChangeArrowheads="1" noTextEdit="1"/>
          </p:cNvSpPr>
          <p:nvPr>
            <p:ph type="sldImg"/>
          </p:nvPr>
        </p:nvSpPr>
        <p:spPr>
          <a:xfrm>
            <a:off x="2286000" y="514350"/>
            <a:ext cx="4572000" cy="2571750"/>
          </a:xfrm>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52280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0F9EC9-47A6-4CC2-ADC8-45AD8A7D19FE}" type="slidenum">
              <a:rPr lang="en-US" altLang="zh-CN" smtClean="0"/>
              <a:pPr>
                <a:spcBef>
                  <a:spcPct val="0"/>
                </a:spcBef>
              </a:pPr>
              <a:t>72</a:t>
            </a:fld>
            <a:endParaRPr lang="en-US" altLang="zh-CN"/>
          </a:p>
        </p:txBody>
      </p:sp>
      <p:sp>
        <p:nvSpPr>
          <p:cNvPr id="143363" name="Rectangle 2"/>
          <p:cNvSpPr>
            <a:spLocks noGrp="1" noRot="1" noChangeAspect="1" noChangeArrowheads="1" noTextEdit="1"/>
          </p:cNvSpPr>
          <p:nvPr>
            <p:ph type="sldImg"/>
          </p:nvPr>
        </p:nvSpPr>
        <p:spPr>
          <a:xfrm>
            <a:off x="2286000" y="514350"/>
            <a:ext cx="4572000" cy="2571750"/>
          </a:xfrm>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652687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7543EB8-90D9-4089-BD00-DE4826D999CB}" type="slidenum">
              <a:rPr lang="en-US" altLang="zh-CN" smtClean="0"/>
              <a:pPr>
                <a:spcBef>
                  <a:spcPct val="0"/>
                </a:spcBef>
              </a:pPr>
              <a:t>73</a:t>
            </a:fld>
            <a:endParaRPr lang="en-US" altLang="zh-CN"/>
          </a:p>
        </p:txBody>
      </p:sp>
      <p:sp>
        <p:nvSpPr>
          <p:cNvPr id="145411" name="Rectangle 2"/>
          <p:cNvSpPr>
            <a:spLocks noGrp="1" noRot="1" noChangeAspect="1" noChangeArrowheads="1" noTextEdit="1"/>
          </p:cNvSpPr>
          <p:nvPr>
            <p:ph type="sldImg"/>
          </p:nvPr>
        </p:nvSpPr>
        <p:spPr>
          <a:xfrm>
            <a:off x="2286000" y="514350"/>
            <a:ext cx="4572000" cy="2571750"/>
          </a:xfrm>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36933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BF2DF2-2938-41D0-A6AE-7B34EF472D4C}" type="slidenum">
              <a:rPr lang="en-US" altLang="zh-CN" smtClean="0"/>
              <a:pPr>
                <a:spcBef>
                  <a:spcPct val="0"/>
                </a:spcBef>
              </a:pPr>
              <a:t>74</a:t>
            </a:fld>
            <a:endParaRPr lang="en-US" altLang="zh-CN"/>
          </a:p>
        </p:txBody>
      </p:sp>
      <p:sp>
        <p:nvSpPr>
          <p:cNvPr id="147459" name="Rectangle 2"/>
          <p:cNvSpPr>
            <a:spLocks noGrp="1" noRot="1" noChangeAspect="1" noChangeArrowheads="1" noTextEdit="1"/>
          </p:cNvSpPr>
          <p:nvPr>
            <p:ph type="sldImg"/>
          </p:nvPr>
        </p:nvSpPr>
        <p:spPr>
          <a:xfrm>
            <a:off x="2286000" y="514350"/>
            <a:ext cx="4572000" cy="2571750"/>
          </a:xfrm>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0289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C920C1C-83A7-47D7-98CB-CBE314AFBABE}" type="slidenum">
              <a:rPr lang="en-US" altLang="zh-CN" smtClean="0"/>
              <a:pPr>
                <a:spcBef>
                  <a:spcPct val="0"/>
                </a:spcBef>
              </a:pPr>
              <a:t>75</a:t>
            </a:fld>
            <a:endParaRPr lang="en-US" altLang="zh-CN"/>
          </a:p>
        </p:txBody>
      </p:sp>
      <p:sp>
        <p:nvSpPr>
          <p:cNvPr id="149507" name="Rectangle 2"/>
          <p:cNvSpPr>
            <a:spLocks noGrp="1" noRot="1" noChangeAspect="1" noChangeArrowheads="1" noTextEdit="1"/>
          </p:cNvSpPr>
          <p:nvPr>
            <p:ph type="sldImg"/>
          </p:nvPr>
        </p:nvSpPr>
        <p:spPr>
          <a:xfrm>
            <a:off x="2286000" y="514350"/>
            <a:ext cx="4572000" cy="2571750"/>
          </a:xfrm>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304039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B74DB5E-56AD-48C7-B080-DCE9163AED8E}" type="slidenum">
              <a:rPr lang="en-US" altLang="zh-CN" smtClean="0"/>
              <a:pPr>
                <a:spcBef>
                  <a:spcPct val="0"/>
                </a:spcBef>
              </a:pPr>
              <a:t>85</a:t>
            </a:fld>
            <a:endParaRPr lang="en-US" altLang="zh-CN"/>
          </a:p>
        </p:txBody>
      </p:sp>
      <p:sp>
        <p:nvSpPr>
          <p:cNvPr id="160771" name="Rectangle 2"/>
          <p:cNvSpPr>
            <a:spLocks noGrp="1" noRot="1" noChangeAspect="1" noChangeArrowheads="1" noTextEdit="1"/>
          </p:cNvSpPr>
          <p:nvPr>
            <p:ph type="sldImg"/>
          </p:nvPr>
        </p:nvSpPr>
        <p:spPr>
          <a:xfrm>
            <a:off x="2286000" y="514350"/>
            <a:ext cx="4572000" cy="2571750"/>
          </a:xfrm>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73266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6A6492-E9B1-488D-A779-E4BCD20D5198}" type="slidenum">
              <a:rPr lang="en-US" altLang="zh-CN" smtClean="0"/>
              <a:pPr>
                <a:spcBef>
                  <a:spcPct val="0"/>
                </a:spcBef>
              </a:pPr>
              <a:t>87</a:t>
            </a:fld>
            <a:endParaRPr lang="en-US" altLang="zh-CN"/>
          </a:p>
        </p:txBody>
      </p:sp>
      <p:sp>
        <p:nvSpPr>
          <p:cNvPr id="163843" name="Rectangle 2"/>
          <p:cNvSpPr>
            <a:spLocks noGrp="1" noRot="1" noChangeAspect="1" noChangeArrowheads="1" noTextEdit="1"/>
          </p:cNvSpPr>
          <p:nvPr>
            <p:ph type="sldImg"/>
          </p:nvPr>
        </p:nvSpPr>
        <p:spPr>
          <a:xfrm>
            <a:off x="2286000" y="514350"/>
            <a:ext cx="4572000" cy="2571750"/>
          </a:xfrm>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79044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8E0F65-1B89-4424-82F2-1374D04CEA13}" type="slidenum">
              <a:rPr lang="en-US" altLang="zh-CN" smtClean="0"/>
              <a:pPr>
                <a:spcBef>
                  <a:spcPct val="0"/>
                </a:spcBef>
              </a:pPr>
              <a:t>89</a:t>
            </a:fld>
            <a:endParaRPr lang="en-US" altLang="zh-CN"/>
          </a:p>
        </p:txBody>
      </p:sp>
      <p:sp>
        <p:nvSpPr>
          <p:cNvPr id="166915" name="Rectangle 2"/>
          <p:cNvSpPr>
            <a:spLocks noGrp="1" noRot="1" noChangeAspect="1" noChangeArrowheads="1" noTextEdit="1"/>
          </p:cNvSpPr>
          <p:nvPr>
            <p:ph type="sldImg"/>
          </p:nvPr>
        </p:nvSpPr>
        <p:spPr>
          <a:xfrm>
            <a:off x="2286000" y="514350"/>
            <a:ext cx="4572000" cy="2571750"/>
          </a:xfrm>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863028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36BA679-17DE-498C-B361-BBF515BE9BB8}" type="slidenum">
              <a:rPr lang="en-US" altLang="zh-CN" smtClean="0"/>
              <a:pPr>
                <a:spcBef>
                  <a:spcPct val="0"/>
                </a:spcBef>
              </a:pPr>
              <a:t>90</a:t>
            </a:fld>
            <a:endParaRPr lang="en-US" altLang="zh-CN"/>
          </a:p>
        </p:txBody>
      </p:sp>
      <p:sp>
        <p:nvSpPr>
          <p:cNvPr id="168963" name="Rectangle 2"/>
          <p:cNvSpPr>
            <a:spLocks noGrp="1" noRot="1" noChangeAspect="1" noChangeArrowheads="1" noTextEdit="1"/>
          </p:cNvSpPr>
          <p:nvPr>
            <p:ph type="sldImg"/>
          </p:nvPr>
        </p:nvSpPr>
        <p:spPr>
          <a:xfrm>
            <a:off x="2286000" y="514350"/>
            <a:ext cx="4572000" cy="2571750"/>
          </a:xfrm>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628836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6AAF56-1453-450E-9E27-038BAD92DAA8}" type="slidenum">
              <a:rPr lang="en-US" altLang="zh-CN" smtClean="0"/>
              <a:pPr>
                <a:spcBef>
                  <a:spcPct val="0"/>
                </a:spcBef>
              </a:pPr>
              <a:t>91</a:t>
            </a:fld>
            <a:endParaRPr lang="en-US" altLang="zh-CN"/>
          </a:p>
        </p:txBody>
      </p:sp>
      <p:sp>
        <p:nvSpPr>
          <p:cNvPr id="171011" name="Rectangle 2"/>
          <p:cNvSpPr>
            <a:spLocks noGrp="1" noRot="1" noChangeAspect="1" noChangeArrowheads="1" noTextEdit="1"/>
          </p:cNvSpPr>
          <p:nvPr>
            <p:ph type="sldImg"/>
          </p:nvPr>
        </p:nvSpPr>
        <p:spPr>
          <a:xfrm>
            <a:off x="2286000" y="514350"/>
            <a:ext cx="4572000" cy="2571750"/>
          </a:xfrm>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464339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2D093FF-D6EB-465F-BCE4-A60646CBC208}" type="slidenum">
              <a:rPr lang="en-US" altLang="zh-CN" smtClean="0"/>
              <a:pPr>
                <a:spcBef>
                  <a:spcPct val="0"/>
                </a:spcBef>
              </a:pPr>
              <a:t>92</a:t>
            </a:fld>
            <a:endParaRPr lang="en-US" altLang="zh-CN"/>
          </a:p>
        </p:txBody>
      </p:sp>
      <p:sp>
        <p:nvSpPr>
          <p:cNvPr id="173059" name="Rectangle 2"/>
          <p:cNvSpPr>
            <a:spLocks noGrp="1" noRot="1" noChangeAspect="1" noChangeArrowheads="1" noTextEdit="1"/>
          </p:cNvSpPr>
          <p:nvPr>
            <p:ph type="sldImg"/>
          </p:nvPr>
        </p:nvSpPr>
        <p:spPr>
          <a:xfrm>
            <a:off x="2286000" y="514350"/>
            <a:ext cx="4572000" cy="2571750"/>
          </a:xfrm>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98702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60B606-9311-470C-97F3-C645D8EB4BDA}" type="slidenum">
              <a:rPr lang="en-US" altLang="zh-CN" smtClean="0"/>
              <a:pPr>
                <a:spcBef>
                  <a:spcPct val="0"/>
                </a:spcBef>
              </a:pPr>
              <a:t>98</a:t>
            </a:fld>
            <a:endParaRPr lang="en-US" altLang="zh-CN"/>
          </a:p>
        </p:txBody>
      </p:sp>
      <p:sp>
        <p:nvSpPr>
          <p:cNvPr id="180227" name="Rectangle 2"/>
          <p:cNvSpPr>
            <a:spLocks noGrp="1" noRot="1" noChangeAspect="1" noChangeArrowheads="1" noTextEdit="1"/>
          </p:cNvSpPr>
          <p:nvPr>
            <p:ph type="sldImg"/>
          </p:nvPr>
        </p:nvSpPr>
        <p:spPr>
          <a:xfrm>
            <a:off x="2286000" y="514350"/>
            <a:ext cx="4572000" cy="2571750"/>
          </a:xfrm>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5751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0B978B2-2820-4F73-B30F-A50A4416FEA1}" type="slidenum">
              <a:rPr lang="en-US" altLang="zh-CN" smtClean="0"/>
              <a:pPr>
                <a:spcBef>
                  <a:spcPct val="0"/>
                </a:spcBef>
              </a:pPr>
              <a:t>99</a:t>
            </a:fld>
            <a:endParaRPr lang="en-US" altLang="zh-CN"/>
          </a:p>
        </p:txBody>
      </p:sp>
      <p:sp>
        <p:nvSpPr>
          <p:cNvPr id="182275" name="Rectangle 2"/>
          <p:cNvSpPr>
            <a:spLocks noGrp="1" noRot="1" noChangeAspect="1" noChangeArrowheads="1" noTextEdit="1"/>
          </p:cNvSpPr>
          <p:nvPr>
            <p:ph type="sldImg"/>
          </p:nvPr>
        </p:nvSpPr>
        <p:spPr>
          <a:xfrm>
            <a:off x="2286000" y="514350"/>
            <a:ext cx="4572000" cy="2571750"/>
          </a:xfrm>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3718529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CB3BD1-4052-4DE7-95BA-BF562EC77883}" type="slidenum">
              <a:rPr lang="en-US" altLang="zh-CN" smtClean="0"/>
              <a:pPr>
                <a:spcBef>
                  <a:spcPct val="0"/>
                </a:spcBef>
              </a:pPr>
              <a:t>100</a:t>
            </a:fld>
            <a:endParaRPr lang="en-US" altLang="zh-CN"/>
          </a:p>
        </p:txBody>
      </p:sp>
      <p:sp>
        <p:nvSpPr>
          <p:cNvPr id="184323" name="Rectangle 2"/>
          <p:cNvSpPr>
            <a:spLocks noGrp="1" noRot="1" noChangeAspect="1" noChangeArrowheads="1" noTextEdit="1"/>
          </p:cNvSpPr>
          <p:nvPr>
            <p:ph type="sldImg"/>
          </p:nvPr>
        </p:nvSpPr>
        <p:spPr>
          <a:xfrm>
            <a:off x="2286000" y="514350"/>
            <a:ext cx="4572000" cy="2571750"/>
          </a:xfrm>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3922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02B8DDF-9C7D-45F0-8127-79B638E31066}" type="slidenum">
              <a:rPr lang="en-US" altLang="zh-CN"/>
              <a:pPr>
                <a:defRPr/>
              </a:pPr>
              <a:t>‹#›</a:t>
            </a:fld>
            <a:endParaRPr lang="en-US" altLang="zh-CN"/>
          </a:p>
        </p:txBody>
      </p:sp>
    </p:spTree>
    <p:extLst>
      <p:ext uri="{BB962C8B-B14F-4D97-AF65-F5344CB8AC3E}">
        <p14:creationId xmlns:p14="http://schemas.microsoft.com/office/powerpoint/2010/main" val="1331892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30571E7-E391-4418-B784-7869110D2E34}" type="slidenum">
              <a:rPr lang="en-US" altLang="zh-CN"/>
              <a:pPr>
                <a:defRPr/>
              </a:pPr>
              <a:t>‹#›</a:t>
            </a:fld>
            <a:endParaRPr lang="en-US" altLang="zh-CN"/>
          </a:p>
        </p:txBody>
      </p:sp>
    </p:spTree>
    <p:extLst>
      <p:ext uri="{BB962C8B-B14F-4D97-AF65-F5344CB8AC3E}">
        <p14:creationId xmlns:p14="http://schemas.microsoft.com/office/powerpoint/2010/main" val="133783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25D7A50-F592-494D-87F3-514DCCD0F449}" type="slidenum">
              <a:rPr lang="en-US" altLang="zh-CN"/>
              <a:pPr>
                <a:defRPr/>
              </a:pPr>
              <a:t>‹#›</a:t>
            </a:fld>
            <a:endParaRPr lang="en-US" altLang="zh-CN"/>
          </a:p>
        </p:txBody>
      </p:sp>
    </p:spTree>
    <p:extLst>
      <p:ext uri="{BB962C8B-B14F-4D97-AF65-F5344CB8AC3E}">
        <p14:creationId xmlns:p14="http://schemas.microsoft.com/office/powerpoint/2010/main" val="2726961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20C96C7-25E4-40D1-AE5D-0B03C995C03A}" type="slidenum">
              <a:rPr lang="en-US" altLang="zh-CN"/>
              <a:pPr>
                <a:defRPr/>
              </a:pPr>
              <a:t>‹#›</a:t>
            </a:fld>
            <a:endParaRPr lang="en-US" altLang="zh-CN"/>
          </a:p>
        </p:txBody>
      </p:sp>
    </p:spTree>
    <p:extLst>
      <p:ext uri="{BB962C8B-B14F-4D97-AF65-F5344CB8AC3E}">
        <p14:creationId xmlns:p14="http://schemas.microsoft.com/office/powerpoint/2010/main" val="2064142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0E4C169-4565-41D4-8737-A9B8CE271689}" type="slidenum">
              <a:rPr lang="en-US" altLang="zh-CN"/>
              <a:pPr>
                <a:defRPr/>
              </a:pPr>
              <a:t>‹#›</a:t>
            </a:fld>
            <a:endParaRPr lang="en-US" altLang="zh-CN"/>
          </a:p>
        </p:txBody>
      </p:sp>
    </p:spTree>
    <p:extLst>
      <p:ext uri="{BB962C8B-B14F-4D97-AF65-F5344CB8AC3E}">
        <p14:creationId xmlns:p14="http://schemas.microsoft.com/office/powerpoint/2010/main" val="74816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3A71379-B564-4BE3-A9A2-E63F6DACED35}" type="slidenum">
              <a:rPr lang="en-US" altLang="zh-CN"/>
              <a:pPr>
                <a:defRPr/>
              </a:pPr>
              <a:t>‹#›</a:t>
            </a:fld>
            <a:endParaRPr lang="en-US" altLang="zh-CN"/>
          </a:p>
        </p:txBody>
      </p:sp>
    </p:spTree>
    <p:extLst>
      <p:ext uri="{BB962C8B-B14F-4D97-AF65-F5344CB8AC3E}">
        <p14:creationId xmlns:p14="http://schemas.microsoft.com/office/powerpoint/2010/main" val="11869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1D7EDAE-5414-46E6-8E8A-B3BA8DDA6761}" type="slidenum">
              <a:rPr lang="en-US" altLang="zh-CN"/>
              <a:pPr>
                <a:defRPr/>
              </a:pPr>
              <a:t>‹#›</a:t>
            </a:fld>
            <a:endParaRPr lang="en-US" altLang="zh-CN"/>
          </a:p>
        </p:txBody>
      </p:sp>
    </p:spTree>
    <p:extLst>
      <p:ext uri="{BB962C8B-B14F-4D97-AF65-F5344CB8AC3E}">
        <p14:creationId xmlns:p14="http://schemas.microsoft.com/office/powerpoint/2010/main" val="246677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DD65D14-6521-4070-BED2-FD08524149C1}" type="slidenum">
              <a:rPr lang="en-US" altLang="zh-CN"/>
              <a:pPr>
                <a:defRPr/>
              </a:pPr>
              <a:t>‹#›</a:t>
            </a:fld>
            <a:endParaRPr lang="en-US" altLang="zh-CN"/>
          </a:p>
        </p:txBody>
      </p:sp>
    </p:spTree>
    <p:extLst>
      <p:ext uri="{BB962C8B-B14F-4D97-AF65-F5344CB8AC3E}">
        <p14:creationId xmlns:p14="http://schemas.microsoft.com/office/powerpoint/2010/main" val="266189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913044A-4A01-4E94-8604-7496602B024C}" type="slidenum">
              <a:rPr lang="en-US" altLang="zh-CN"/>
              <a:pPr>
                <a:defRPr/>
              </a:pPr>
              <a:t>‹#›</a:t>
            </a:fld>
            <a:endParaRPr lang="en-US" altLang="zh-CN"/>
          </a:p>
        </p:txBody>
      </p:sp>
    </p:spTree>
    <p:extLst>
      <p:ext uri="{BB962C8B-B14F-4D97-AF65-F5344CB8AC3E}">
        <p14:creationId xmlns:p14="http://schemas.microsoft.com/office/powerpoint/2010/main" val="2802191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FF02E34-200E-41CA-B3F2-F52C65FD2CED}" type="slidenum">
              <a:rPr lang="en-US" altLang="zh-CN"/>
              <a:pPr>
                <a:defRPr/>
              </a:pPr>
              <a:t>‹#›</a:t>
            </a:fld>
            <a:endParaRPr lang="en-US" altLang="zh-CN"/>
          </a:p>
        </p:txBody>
      </p:sp>
    </p:spTree>
    <p:extLst>
      <p:ext uri="{BB962C8B-B14F-4D97-AF65-F5344CB8AC3E}">
        <p14:creationId xmlns:p14="http://schemas.microsoft.com/office/powerpoint/2010/main" val="2375233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F2F6ED-AB4C-428A-83A7-947ECD3E09A9}" type="slidenum">
              <a:rPr lang="en-US" altLang="zh-CN"/>
              <a:pPr>
                <a:defRPr/>
              </a:pPr>
              <a:t>‹#›</a:t>
            </a:fld>
            <a:endParaRPr lang="en-US" altLang="zh-CN"/>
          </a:p>
        </p:txBody>
      </p:sp>
    </p:spTree>
    <p:extLst>
      <p:ext uri="{BB962C8B-B14F-4D97-AF65-F5344CB8AC3E}">
        <p14:creationId xmlns:p14="http://schemas.microsoft.com/office/powerpoint/2010/main" val="371628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r>
              <a:rPr lang="zh-CN" altLang="en-US"/>
              <a:t>单击此处编辑母版标题样式</a:t>
            </a:r>
          </a:p>
        </p:txBody>
      </p:sp>
      <p:sp>
        <p:nvSpPr>
          <p:cNvPr id="3" name="内容占位符 2"/>
          <p:cNvSpPr>
            <a:spLocks noGrp="1"/>
          </p:cNvSpPr>
          <p:nvPr>
            <p:ph sz="quarter" idx="1"/>
          </p:nvPr>
        </p:nvSpPr>
        <p:spPr>
          <a:xfrm>
            <a:off x="609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A27E6FD-FC4B-4EDF-ADBD-E3424A06F149}" type="slidenum">
              <a:rPr lang="en-US" altLang="zh-CN"/>
              <a:pPr>
                <a:defRPr/>
              </a:pPr>
              <a:t>‹#›</a:t>
            </a:fld>
            <a:endParaRPr lang="en-US" altLang="zh-CN"/>
          </a:p>
        </p:txBody>
      </p:sp>
    </p:spTree>
    <p:extLst>
      <p:ext uri="{BB962C8B-B14F-4D97-AF65-F5344CB8AC3E}">
        <p14:creationId xmlns:p14="http://schemas.microsoft.com/office/powerpoint/2010/main" val="1462197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CCFE870B-C86F-4346-B96C-CF5E43C7B1C5}" type="slidenum">
              <a:rPr lang="en-US" altLang="zh-CN"/>
              <a:pPr>
                <a:defRPr/>
              </a:pPr>
              <a:t>‹#›</a:t>
            </a:fld>
            <a:endParaRPr lang="en-US" altLang="zh-CN"/>
          </a:p>
        </p:txBody>
      </p:sp>
    </p:spTree>
    <p:extLst>
      <p:ext uri="{BB962C8B-B14F-4D97-AF65-F5344CB8AC3E}">
        <p14:creationId xmlns:p14="http://schemas.microsoft.com/office/powerpoint/2010/main" val="690135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CCC59B3-3F57-4136-A4A6-901E45820323}" type="slidenum">
              <a:rPr lang="en-US" altLang="zh-CN"/>
              <a:pPr>
                <a:defRPr/>
              </a:pPr>
              <a:t>‹#›</a:t>
            </a:fld>
            <a:endParaRPr lang="en-US" altLang="zh-CN"/>
          </a:p>
        </p:txBody>
      </p:sp>
    </p:spTree>
    <p:extLst>
      <p:ext uri="{BB962C8B-B14F-4D97-AF65-F5344CB8AC3E}">
        <p14:creationId xmlns:p14="http://schemas.microsoft.com/office/powerpoint/2010/main" val="1768169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0A7EA8A-8711-4E79-9C0B-34ADC2695AF9}" type="slidenum">
              <a:rPr lang="en-US" altLang="zh-CN"/>
              <a:pPr>
                <a:defRPr/>
              </a:pPr>
              <a:t>‹#›</a:t>
            </a:fld>
            <a:endParaRPr lang="en-US" altLang="zh-CN"/>
          </a:p>
        </p:txBody>
      </p:sp>
    </p:spTree>
    <p:extLst>
      <p:ext uri="{BB962C8B-B14F-4D97-AF65-F5344CB8AC3E}">
        <p14:creationId xmlns:p14="http://schemas.microsoft.com/office/powerpoint/2010/main" val="4007951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CFEE7813-0804-4627-B65C-F6655C4500BA}" type="slidenum">
              <a:rPr lang="en-US" altLang="zh-CN"/>
              <a:pPr>
                <a:defRPr/>
              </a:pPr>
              <a:t>‹#›</a:t>
            </a:fld>
            <a:endParaRPr lang="en-US" altLang="zh-CN"/>
          </a:p>
        </p:txBody>
      </p:sp>
    </p:spTree>
    <p:extLst>
      <p:ext uri="{BB962C8B-B14F-4D97-AF65-F5344CB8AC3E}">
        <p14:creationId xmlns:p14="http://schemas.microsoft.com/office/powerpoint/2010/main" val="2431521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mn-lt"/>
                <a:ea typeface="宋体"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ABB57BCE-90CF-4B2E-9325-2E84D83613E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9.jpeg"/><Relationship Id="rId7" Type="http://schemas.openxmlformats.org/officeDocument/2006/relationships/hyperlink" Target="http://image.baidu.com/i?ct=503316480&amp;z=0&amp;tn=baiduimagedetail&amp;word=%B5%E7%C0%EB%B2%E3&amp;in=17351&amp;cl=2&amp;cm=1&amp;sc=0&amp;lm=-1&amp;pn=2&amp;rn=1&amp;di=4710608240&amp;ln=2000&amp;f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hyperlink" Target="http://image.baidu.com/i?ct=503316480&amp;z=0&amp;tn=baiduimagedetail&amp;word=%B5%E7%C0%EB%B2%E3&amp;in=1263&amp;cl=2&amp;cm=1&amp;sc=0&amp;lm=-1&amp;pn=6&amp;rn=1&amp;di=4031645440&amp;ln=2000&amp;fr=" TargetMode="Externa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6.wmf"/><Relationship Id="rId5" Type="http://schemas.openxmlformats.org/officeDocument/2006/relationships/oleObject" Target="../embeddings/oleObject2.bin"/><Relationship Id="rId4" Type="http://schemas.openxmlformats.org/officeDocument/2006/relationships/image" Target="../media/image2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9.wmf"/><Relationship Id="rId5" Type="http://schemas.openxmlformats.org/officeDocument/2006/relationships/oleObject" Target="../embeddings/oleObject5.bin"/><Relationship Id="rId4" Type="http://schemas.openxmlformats.org/officeDocument/2006/relationships/image" Target="../media/image28.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34.wmf"/><Relationship Id="rId18" Type="http://schemas.openxmlformats.org/officeDocument/2006/relationships/image" Target="../media/image36.wmf"/><Relationship Id="rId26" Type="http://schemas.openxmlformats.org/officeDocument/2006/relationships/image" Target="../media/image40.wmf"/><Relationship Id="rId3" Type="http://schemas.openxmlformats.org/officeDocument/2006/relationships/notesSlide" Target="../notesSlides/notesSlide13.xml"/><Relationship Id="rId21" Type="http://schemas.openxmlformats.org/officeDocument/2006/relationships/oleObject" Target="../embeddings/oleObject15.bin"/><Relationship Id="rId7" Type="http://schemas.openxmlformats.org/officeDocument/2006/relationships/image" Target="../media/image31.wmf"/><Relationship Id="rId12" Type="http://schemas.openxmlformats.org/officeDocument/2006/relationships/oleObject" Target="../embeddings/oleObject10.bin"/><Relationship Id="rId17" Type="http://schemas.openxmlformats.org/officeDocument/2006/relationships/oleObject" Target="../embeddings/oleObject13.bin"/><Relationship Id="rId25" Type="http://schemas.openxmlformats.org/officeDocument/2006/relationships/oleObject" Target="../embeddings/oleObject17.bin"/><Relationship Id="rId2" Type="http://schemas.openxmlformats.org/officeDocument/2006/relationships/slideLayout" Target="../slideLayouts/slideLayout13.xml"/><Relationship Id="rId16" Type="http://schemas.openxmlformats.org/officeDocument/2006/relationships/image" Target="../media/image35.wmf"/><Relationship Id="rId20" Type="http://schemas.openxmlformats.org/officeDocument/2006/relationships/image" Target="../media/image37.wmf"/><Relationship Id="rId29" Type="http://schemas.openxmlformats.org/officeDocument/2006/relationships/oleObject" Target="../embeddings/oleObject19.bin"/><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33.wmf"/><Relationship Id="rId24" Type="http://schemas.openxmlformats.org/officeDocument/2006/relationships/image" Target="../media/image39.wmf"/><Relationship Id="rId32" Type="http://schemas.openxmlformats.org/officeDocument/2006/relationships/image" Target="../media/image43.wmf"/><Relationship Id="rId5" Type="http://schemas.openxmlformats.org/officeDocument/2006/relationships/image" Target="../media/image30.wmf"/><Relationship Id="rId15" Type="http://schemas.openxmlformats.org/officeDocument/2006/relationships/oleObject" Target="../embeddings/oleObject12.bin"/><Relationship Id="rId23" Type="http://schemas.openxmlformats.org/officeDocument/2006/relationships/oleObject" Target="../embeddings/oleObject16.bin"/><Relationship Id="rId28" Type="http://schemas.openxmlformats.org/officeDocument/2006/relationships/image" Target="../media/image41.wmf"/><Relationship Id="rId10" Type="http://schemas.openxmlformats.org/officeDocument/2006/relationships/oleObject" Target="../embeddings/oleObject9.bin"/><Relationship Id="rId19" Type="http://schemas.openxmlformats.org/officeDocument/2006/relationships/oleObject" Target="../embeddings/oleObject14.bin"/><Relationship Id="rId31" Type="http://schemas.openxmlformats.org/officeDocument/2006/relationships/oleObject" Target="../embeddings/oleObject20.bin"/><Relationship Id="rId4" Type="http://schemas.openxmlformats.org/officeDocument/2006/relationships/oleObject" Target="../embeddings/oleObject6.bin"/><Relationship Id="rId9" Type="http://schemas.openxmlformats.org/officeDocument/2006/relationships/image" Target="../media/image32.wmf"/><Relationship Id="rId14" Type="http://schemas.openxmlformats.org/officeDocument/2006/relationships/oleObject" Target="../embeddings/oleObject11.bin"/><Relationship Id="rId22" Type="http://schemas.openxmlformats.org/officeDocument/2006/relationships/image" Target="../media/image38.wmf"/><Relationship Id="rId27" Type="http://schemas.openxmlformats.org/officeDocument/2006/relationships/oleObject" Target="../embeddings/oleObject18.bin"/><Relationship Id="rId30" Type="http://schemas.openxmlformats.org/officeDocument/2006/relationships/image" Target="../media/image42.wmf"/></Relationships>
</file>

<file path=ppt/slides/_rels/slide18.xml.rels><?xml version="1.0" encoding="UTF-8" standalone="yes"?>
<Relationships xmlns="http://schemas.openxmlformats.org/package/2006/relationships"><Relationship Id="rId13" Type="http://schemas.openxmlformats.org/officeDocument/2006/relationships/image" Target="../media/image44.wmf"/><Relationship Id="rId18" Type="http://schemas.openxmlformats.org/officeDocument/2006/relationships/oleObject" Target="../embeddings/oleObject28.bin"/><Relationship Id="rId26" Type="http://schemas.openxmlformats.org/officeDocument/2006/relationships/oleObject" Target="../embeddings/oleObject32.bin"/><Relationship Id="rId39" Type="http://schemas.openxmlformats.org/officeDocument/2006/relationships/image" Target="../media/image54.wmf"/><Relationship Id="rId21" Type="http://schemas.openxmlformats.org/officeDocument/2006/relationships/image" Target="../media/image40.wmf"/><Relationship Id="rId34" Type="http://schemas.openxmlformats.org/officeDocument/2006/relationships/oleObject" Target="../embeddings/oleObject36.bin"/><Relationship Id="rId42" Type="http://schemas.openxmlformats.org/officeDocument/2006/relationships/oleObject" Target="../embeddings/oleObject40.bin"/><Relationship Id="rId7" Type="http://schemas.openxmlformats.org/officeDocument/2006/relationships/image" Target="../media/image31.wmf"/><Relationship Id="rId2" Type="http://schemas.openxmlformats.org/officeDocument/2006/relationships/slideLayout" Target="../slideLayouts/slideLayout13.xml"/><Relationship Id="rId16" Type="http://schemas.openxmlformats.org/officeDocument/2006/relationships/oleObject" Target="../embeddings/oleObject27.bin"/><Relationship Id="rId20" Type="http://schemas.openxmlformats.org/officeDocument/2006/relationships/oleObject" Target="../embeddings/oleObject29.bin"/><Relationship Id="rId29" Type="http://schemas.openxmlformats.org/officeDocument/2006/relationships/image" Target="../media/image49.wmf"/><Relationship Id="rId41" Type="http://schemas.openxmlformats.org/officeDocument/2006/relationships/image" Target="../media/image55.wmf"/><Relationship Id="rId1" Type="http://schemas.openxmlformats.org/officeDocument/2006/relationships/vmlDrawing" Target="../drawings/vmlDrawing4.vml"/><Relationship Id="rId6" Type="http://schemas.openxmlformats.org/officeDocument/2006/relationships/oleObject" Target="../embeddings/oleObject22.bin"/><Relationship Id="rId11" Type="http://schemas.openxmlformats.org/officeDocument/2006/relationships/image" Target="../media/image33.wmf"/><Relationship Id="rId24" Type="http://schemas.openxmlformats.org/officeDocument/2006/relationships/oleObject" Target="../embeddings/oleObject31.bin"/><Relationship Id="rId32" Type="http://schemas.openxmlformats.org/officeDocument/2006/relationships/oleObject" Target="../embeddings/oleObject35.bin"/><Relationship Id="rId37" Type="http://schemas.openxmlformats.org/officeDocument/2006/relationships/image" Target="../media/image53.wmf"/><Relationship Id="rId40" Type="http://schemas.openxmlformats.org/officeDocument/2006/relationships/oleObject" Target="../embeddings/oleObject39.bin"/><Relationship Id="rId5" Type="http://schemas.openxmlformats.org/officeDocument/2006/relationships/image" Target="../media/image30.wmf"/><Relationship Id="rId15" Type="http://schemas.openxmlformats.org/officeDocument/2006/relationships/image" Target="../media/image45.wmf"/><Relationship Id="rId23" Type="http://schemas.openxmlformats.org/officeDocument/2006/relationships/image" Target="../media/image48.wmf"/><Relationship Id="rId28" Type="http://schemas.openxmlformats.org/officeDocument/2006/relationships/oleObject" Target="../embeddings/oleObject33.bin"/><Relationship Id="rId36" Type="http://schemas.openxmlformats.org/officeDocument/2006/relationships/oleObject" Target="../embeddings/oleObject37.bin"/><Relationship Id="rId10" Type="http://schemas.openxmlformats.org/officeDocument/2006/relationships/oleObject" Target="../embeddings/oleObject24.bin"/><Relationship Id="rId19" Type="http://schemas.openxmlformats.org/officeDocument/2006/relationships/image" Target="../media/image47.wmf"/><Relationship Id="rId31" Type="http://schemas.openxmlformats.org/officeDocument/2006/relationships/image" Target="../media/image50.wmf"/><Relationship Id="rId4" Type="http://schemas.openxmlformats.org/officeDocument/2006/relationships/oleObject" Target="../embeddings/oleObject21.bin"/><Relationship Id="rId9" Type="http://schemas.openxmlformats.org/officeDocument/2006/relationships/image" Target="../media/image32.wmf"/><Relationship Id="rId14" Type="http://schemas.openxmlformats.org/officeDocument/2006/relationships/oleObject" Target="../embeddings/oleObject26.bin"/><Relationship Id="rId22" Type="http://schemas.openxmlformats.org/officeDocument/2006/relationships/oleObject" Target="../embeddings/oleObject30.bin"/><Relationship Id="rId27" Type="http://schemas.openxmlformats.org/officeDocument/2006/relationships/image" Target="../media/image34.wmf"/><Relationship Id="rId30" Type="http://schemas.openxmlformats.org/officeDocument/2006/relationships/oleObject" Target="../embeddings/oleObject34.bin"/><Relationship Id="rId35" Type="http://schemas.openxmlformats.org/officeDocument/2006/relationships/image" Target="../media/image52.wmf"/><Relationship Id="rId43" Type="http://schemas.openxmlformats.org/officeDocument/2006/relationships/image" Target="../media/image56.wmf"/><Relationship Id="rId8" Type="http://schemas.openxmlformats.org/officeDocument/2006/relationships/oleObject" Target="../embeddings/oleObject23.bin"/><Relationship Id="rId3" Type="http://schemas.openxmlformats.org/officeDocument/2006/relationships/notesSlide" Target="../notesSlides/notesSlide14.xml"/><Relationship Id="rId12" Type="http://schemas.openxmlformats.org/officeDocument/2006/relationships/oleObject" Target="../embeddings/oleObject25.bin"/><Relationship Id="rId17" Type="http://schemas.openxmlformats.org/officeDocument/2006/relationships/image" Target="../media/image46.wmf"/><Relationship Id="rId25" Type="http://schemas.openxmlformats.org/officeDocument/2006/relationships/image" Target="../media/image43.wmf"/><Relationship Id="rId33" Type="http://schemas.openxmlformats.org/officeDocument/2006/relationships/image" Target="../media/image51.wmf"/><Relationship Id="rId38" Type="http://schemas.openxmlformats.org/officeDocument/2006/relationships/oleObject" Target="../embeddings/oleObject38.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8.wmf"/><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oleObject" Target="../embeddings/oleObject42.bin"/><Relationship Id="rId5" Type="http://schemas.openxmlformats.org/officeDocument/2006/relationships/image" Target="../media/image57.wmf"/><Relationship Id="rId4" Type="http://schemas.openxmlformats.org/officeDocument/2006/relationships/oleObject" Target="../embeddings/oleObject41.bin"/></Relationships>
</file>

<file path=ppt/slides/_rels/slide20.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notesSlide" Target="../notesSlides/notesSlide16.xml"/><Relationship Id="rId7" Type="http://schemas.openxmlformats.org/officeDocument/2006/relationships/oleObject" Target="../embeddings/oleObject43.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67.wmf"/><Relationship Id="rId18" Type="http://schemas.openxmlformats.org/officeDocument/2006/relationships/oleObject" Target="../embeddings/oleObject51.bin"/><Relationship Id="rId3" Type="http://schemas.openxmlformats.org/officeDocument/2006/relationships/notesSlide" Target="../notesSlides/notesSlide17.xml"/><Relationship Id="rId7" Type="http://schemas.openxmlformats.org/officeDocument/2006/relationships/image" Target="../media/image64.wmf"/><Relationship Id="rId12" Type="http://schemas.openxmlformats.org/officeDocument/2006/relationships/oleObject" Target="../embeddings/oleObject48.bin"/><Relationship Id="rId17" Type="http://schemas.openxmlformats.org/officeDocument/2006/relationships/image" Target="../media/image69.wmf"/><Relationship Id="rId2" Type="http://schemas.openxmlformats.org/officeDocument/2006/relationships/slideLayout" Target="../slideLayouts/slideLayout14.xml"/><Relationship Id="rId16" Type="http://schemas.openxmlformats.org/officeDocument/2006/relationships/oleObject" Target="../embeddings/oleObject50.bin"/><Relationship Id="rId1" Type="http://schemas.openxmlformats.org/officeDocument/2006/relationships/vmlDrawing" Target="../drawings/vmlDrawing7.vml"/><Relationship Id="rId6" Type="http://schemas.openxmlformats.org/officeDocument/2006/relationships/oleObject" Target="../embeddings/oleObject45.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47.bin"/><Relationship Id="rId19" Type="http://schemas.openxmlformats.org/officeDocument/2006/relationships/image" Target="../media/image70.wmf"/><Relationship Id="rId4" Type="http://schemas.openxmlformats.org/officeDocument/2006/relationships/oleObject" Target="../embeddings/oleObject44.bin"/><Relationship Id="rId9" Type="http://schemas.openxmlformats.org/officeDocument/2006/relationships/image" Target="../media/image65.wmf"/><Relationship Id="rId14" Type="http://schemas.openxmlformats.org/officeDocument/2006/relationships/oleObject" Target="../embeddings/oleObject49.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67.wmf"/><Relationship Id="rId18" Type="http://schemas.openxmlformats.org/officeDocument/2006/relationships/oleObject" Target="../embeddings/oleObject59.bin"/><Relationship Id="rId3" Type="http://schemas.openxmlformats.org/officeDocument/2006/relationships/notesSlide" Target="../notesSlides/notesSlide18.xml"/><Relationship Id="rId21" Type="http://schemas.openxmlformats.org/officeDocument/2006/relationships/image" Target="../media/image73.wmf"/><Relationship Id="rId7" Type="http://schemas.openxmlformats.org/officeDocument/2006/relationships/image" Target="../media/image64.wmf"/><Relationship Id="rId12" Type="http://schemas.openxmlformats.org/officeDocument/2006/relationships/oleObject" Target="../embeddings/oleObject56.bin"/><Relationship Id="rId17" Type="http://schemas.openxmlformats.org/officeDocument/2006/relationships/image" Target="../media/image71.wmf"/><Relationship Id="rId25" Type="http://schemas.openxmlformats.org/officeDocument/2006/relationships/image" Target="../media/image75.wmf"/><Relationship Id="rId2" Type="http://schemas.openxmlformats.org/officeDocument/2006/relationships/slideLayout" Target="../slideLayouts/slideLayout14.xml"/><Relationship Id="rId16" Type="http://schemas.openxmlformats.org/officeDocument/2006/relationships/oleObject" Target="../embeddings/oleObject58.bin"/><Relationship Id="rId20" Type="http://schemas.openxmlformats.org/officeDocument/2006/relationships/oleObject" Target="../embeddings/oleObject60.bin"/><Relationship Id="rId1" Type="http://schemas.openxmlformats.org/officeDocument/2006/relationships/vmlDrawing" Target="../drawings/vmlDrawing8.vml"/><Relationship Id="rId6" Type="http://schemas.openxmlformats.org/officeDocument/2006/relationships/oleObject" Target="../embeddings/oleObject53.bin"/><Relationship Id="rId11" Type="http://schemas.openxmlformats.org/officeDocument/2006/relationships/image" Target="../media/image66.wmf"/><Relationship Id="rId24" Type="http://schemas.openxmlformats.org/officeDocument/2006/relationships/oleObject" Target="../embeddings/oleObject62.bin"/><Relationship Id="rId5" Type="http://schemas.openxmlformats.org/officeDocument/2006/relationships/image" Target="../media/image63.wmf"/><Relationship Id="rId15" Type="http://schemas.openxmlformats.org/officeDocument/2006/relationships/image" Target="../media/image68.wmf"/><Relationship Id="rId23" Type="http://schemas.openxmlformats.org/officeDocument/2006/relationships/image" Target="../media/image74.wmf"/><Relationship Id="rId10" Type="http://schemas.openxmlformats.org/officeDocument/2006/relationships/oleObject" Target="../embeddings/oleObject55.bin"/><Relationship Id="rId19" Type="http://schemas.openxmlformats.org/officeDocument/2006/relationships/image" Target="../media/image72.wmf"/><Relationship Id="rId4" Type="http://schemas.openxmlformats.org/officeDocument/2006/relationships/oleObject" Target="../embeddings/oleObject52.bin"/><Relationship Id="rId9" Type="http://schemas.openxmlformats.org/officeDocument/2006/relationships/image" Target="../media/image65.wmf"/><Relationship Id="rId14" Type="http://schemas.openxmlformats.org/officeDocument/2006/relationships/oleObject" Target="../embeddings/oleObject57.bin"/><Relationship Id="rId22" Type="http://schemas.openxmlformats.org/officeDocument/2006/relationships/oleObject" Target="../embeddings/oleObject61.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67.wmf"/><Relationship Id="rId18" Type="http://schemas.openxmlformats.org/officeDocument/2006/relationships/oleObject" Target="../embeddings/oleObject70.bin"/><Relationship Id="rId26" Type="http://schemas.openxmlformats.org/officeDocument/2006/relationships/oleObject" Target="../embeddings/oleObject74.bin"/><Relationship Id="rId3" Type="http://schemas.openxmlformats.org/officeDocument/2006/relationships/notesSlide" Target="../notesSlides/notesSlide19.xml"/><Relationship Id="rId21" Type="http://schemas.openxmlformats.org/officeDocument/2006/relationships/image" Target="../media/image69.wmf"/><Relationship Id="rId7" Type="http://schemas.openxmlformats.org/officeDocument/2006/relationships/image" Target="../media/image64.wmf"/><Relationship Id="rId12" Type="http://schemas.openxmlformats.org/officeDocument/2006/relationships/oleObject" Target="../embeddings/oleObject67.bin"/><Relationship Id="rId17" Type="http://schemas.openxmlformats.org/officeDocument/2006/relationships/image" Target="../media/image76.wmf"/><Relationship Id="rId25" Type="http://schemas.openxmlformats.org/officeDocument/2006/relationships/image" Target="../media/image79.wmf"/><Relationship Id="rId2" Type="http://schemas.openxmlformats.org/officeDocument/2006/relationships/slideLayout" Target="../slideLayouts/slideLayout4.xml"/><Relationship Id="rId16" Type="http://schemas.openxmlformats.org/officeDocument/2006/relationships/oleObject" Target="../embeddings/oleObject69.bin"/><Relationship Id="rId20" Type="http://schemas.openxmlformats.org/officeDocument/2006/relationships/oleObject" Target="../embeddings/oleObject71.bin"/><Relationship Id="rId29" Type="http://schemas.openxmlformats.org/officeDocument/2006/relationships/image" Target="../media/image81.wmf"/><Relationship Id="rId1" Type="http://schemas.openxmlformats.org/officeDocument/2006/relationships/vmlDrawing" Target="../drawings/vmlDrawing9.vml"/><Relationship Id="rId6" Type="http://schemas.openxmlformats.org/officeDocument/2006/relationships/oleObject" Target="../embeddings/oleObject64.bin"/><Relationship Id="rId11" Type="http://schemas.openxmlformats.org/officeDocument/2006/relationships/image" Target="../media/image66.wmf"/><Relationship Id="rId24" Type="http://schemas.openxmlformats.org/officeDocument/2006/relationships/oleObject" Target="../embeddings/oleObject73.bin"/><Relationship Id="rId5" Type="http://schemas.openxmlformats.org/officeDocument/2006/relationships/image" Target="../media/image63.wmf"/><Relationship Id="rId15" Type="http://schemas.openxmlformats.org/officeDocument/2006/relationships/image" Target="../media/image68.wmf"/><Relationship Id="rId23" Type="http://schemas.openxmlformats.org/officeDocument/2006/relationships/image" Target="../media/image78.wmf"/><Relationship Id="rId28" Type="http://schemas.openxmlformats.org/officeDocument/2006/relationships/oleObject" Target="../embeddings/oleObject75.bin"/><Relationship Id="rId10" Type="http://schemas.openxmlformats.org/officeDocument/2006/relationships/oleObject" Target="../embeddings/oleObject66.bin"/><Relationship Id="rId19" Type="http://schemas.openxmlformats.org/officeDocument/2006/relationships/image" Target="../media/image77.wmf"/><Relationship Id="rId31" Type="http://schemas.openxmlformats.org/officeDocument/2006/relationships/image" Target="../media/image82.wmf"/><Relationship Id="rId4" Type="http://schemas.openxmlformats.org/officeDocument/2006/relationships/oleObject" Target="../embeddings/oleObject63.bin"/><Relationship Id="rId9" Type="http://schemas.openxmlformats.org/officeDocument/2006/relationships/image" Target="../media/image65.wmf"/><Relationship Id="rId14" Type="http://schemas.openxmlformats.org/officeDocument/2006/relationships/oleObject" Target="../embeddings/oleObject68.bin"/><Relationship Id="rId22" Type="http://schemas.openxmlformats.org/officeDocument/2006/relationships/oleObject" Target="../embeddings/oleObject72.bin"/><Relationship Id="rId27" Type="http://schemas.openxmlformats.org/officeDocument/2006/relationships/image" Target="../media/image80.wmf"/><Relationship Id="rId30" Type="http://schemas.openxmlformats.org/officeDocument/2006/relationships/oleObject" Target="../embeddings/oleObject76.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notesSlide" Target="../notesSlides/notesSlide20.xml"/><Relationship Id="rId7" Type="http://schemas.openxmlformats.org/officeDocument/2006/relationships/image" Target="../media/image84.wmf"/><Relationship Id="rId2" Type="http://schemas.openxmlformats.org/officeDocument/2006/relationships/slideLayout" Target="../slideLayouts/slideLayout14.xml"/><Relationship Id="rId1" Type="http://schemas.openxmlformats.org/officeDocument/2006/relationships/vmlDrawing" Target="../drawings/vmlDrawing10.vml"/><Relationship Id="rId6" Type="http://schemas.openxmlformats.org/officeDocument/2006/relationships/oleObject" Target="../embeddings/oleObject78.bin"/><Relationship Id="rId5" Type="http://schemas.openxmlformats.org/officeDocument/2006/relationships/image" Target="../media/image83.wmf"/><Relationship Id="rId10" Type="http://schemas.openxmlformats.org/officeDocument/2006/relationships/image" Target="../media/image86.png"/><Relationship Id="rId4" Type="http://schemas.openxmlformats.org/officeDocument/2006/relationships/oleObject" Target="../embeddings/oleObject77.bin"/><Relationship Id="rId9" Type="http://schemas.openxmlformats.org/officeDocument/2006/relationships/image" Target="../media/image85.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91.wmf"/><Relationship Id="rId18" Type="http://schemas.openxmlformats.org/officeDocument/2006/relationships/oleObject" Target="../embeddings/oleObject87.bin"/><Relationship Id="rId3" Type="http://schemas.openxmlformats.org/officeDocument/2006/relationships/notesSlide" Target="../notesSlides/notesSlide21.xml"/><Relationship Id="rId7" Type="http://schemas.openxmlformats.org/officeDocument/2006/relationships/image" Target="../media/image88.wmf"/><Relationship Id="rId12" Type="http://schemas.openxmlformats.org/officeDocument/2006/relationships/oleObject" Target="../embeddings/oleObject84.bin"/><Relationship Id="rId17" Type="http://schemas.openxmlformats.org/officeDocument/2006/relationships/image" Target="../media/image93.wmf"/><Relationship Id="rId2" Type="http://schemas.openxmlformats.org/officeDocument/2006/relationships/slideLayout" Target="../slideLayouts/slideLayout15.xml"/><Relationship Id="rId16" Type="http://schemas.openxmlformats.org/officeDocument/2006/relationships/oleObject" Target="../embeddings/oleObject86.bin"/><Relationship Id="rId1" Type="http://schemas.openxmlformats.org/officeDocument/2006/relationships/vmlDrawing" Target="../drawings/vmlDrawing11.vml"/><Relationship Id="rId6" Type="http://schemas.openxmlformats.org/officeDocument/2006/relationships/oleObject" Target="../embeddings/oleObject81.bin"/><Relationship Id="rId11" Type="http://schemas.openxmlformats.org/officeDocument/2006/relationships/image" Target="../media/image90.wmf"/><Relationship Id="rId5" Type="http://schemas.openxmlformats.org/officeDocument/2006/relationships/image" Target="../media/image87.wmf"/><Relationship Id="rId15" Type="http://schemas.openxmlformats.org/officeDocument/2006/relationships/image" Target="../media/image92.wmf"/><Relationship Id="rId10" Type="http://schemas.openxmlformats.org/officeDocument/2006/relationships/oleObject" Target="../embeddings/oleObject83.bin"/><Relationship Id="rId19" Type="http://schemas.openxmlformats.org/officeDocument/2006/relationships/image" Target="../media/image94.wmf"/><Relationship Id="rId4" Type="http://schemas.openxmlformats.org/officeDocument/2006/relationships/oleObject" Target="../embeddings/oleObject80.bin"/><Relationship Id="rId9" Type="http://schemas.openxmlformats.org/officeDocument/2006/relationships/image" Target="../media/image89.wmf"/><Relationship Id="rId14" Type="http://schemas.openxmlformats.org/officeDocument/2006/relationships/oleObject" Target="../embeddings/oleObject85.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97.wmf"/><Relationship Id="rId18" Type="http://schemas.openxmlformats.org/officeDocument/2006/relationships/oleObject" Target="../embeddings/oleObject95.bin"/><Relationship Id="rId3" Type="http://schemas.openxmlformats.org/officeDocument/2006/relationships/notesSlide" Target="../notesSlides/notesSlide22.xml"/><Relationship Id="rId21" Type="http://schemas.openxmlformats.org/officeDocument/2006/relationships/image" Target="../media/image101.wmf"/><Relationship Id="rId7" Type="http://schemas.openxmlformats.org/officeDocument/2006/relationships/image" Target="../media/image96.wmf"/><Relationship Id="rId12" Type="http://schemas.openxmlformats.org/officeDocument/2006/relationships/oleObject" Target="../embeddings/oleObject92.bin"/><Relationship Id="rId17" Type="http://schemas.openxmlformats.org/officeDocument/2006/relationships/image" Target="../media/image99.wmf"/><Relationship Id="rId2" Type="http://schemas.openxmlformats.org/officeDocument/2006/relationships/slideLayout" Target="../slideLayouts/slideLayout15.xml"/><Relationship Id="rId16" Type="http://schemas.openxmlformats.org/officeDocument/2006/relationships/oleObject" Target="../embeddings/oleObject94.bin"/><Relationship Id="rId20" Type="http://schemas.openxmlformats.org/officeDocument/2006/relationships/oleObject" Target="../embeddings/oleObject96.bin"/><Relationship Id="rId1" Type="http://schemas.openxmlformats.org/officeDocument/2006/relationships/vmlDrawing" Target="../drawings/vmlDrawing12.vml"/><Relationship Id="rId6" Type="http://schemas.openxmlformats.org/officeDocument/2006/relationships/oleObject" Target="../embeddings/oleObject89.bin"/><Relationship Id="rId11" Type="http://schemas.openxmlformats.org/officeDocument/2006/relationships/image" Target="../media/image94.wmf"/><Relationship Id="rId5" Type="http://schemas.openxmlformats.org/officeDocument/2006/relationships/image" Target="../media/image95.wmf"/><Relationship Id="rId15" Type="http://schemas.openxmlformats.org/officeDocument/2006/relationships/image" Target="../media/image98.wmf"/><Relationship Id="rId10" Type="http://schemas.openxmlformats.org/officeDocument/2006/relationships/oleObject" Target="../embeddings/oleObject91.bin"/><Relationship Id="rId19" Type="http://schemas.openxmlformats.org/officeDocument/2006/relationships/image" Target="../media/image100.wmf"/><Relationship Id="rId4" Type="http://schemas.openxmlformats.org/officeDocument/2006/relationships/oleObject" Target="../embeddings/oleObject88.bin"/><Relationship Id="rId9" Type="http://schemas.openxmlformats.org/officeDocument/2006/relationships/image" Target="../media/image93.wmf"/><Relationship Id="rId14" Type="http://schemas.openxmlformats.org/officeDocument/2006/relationships/oleObject" Target="../embeddings/oleObject93.bin"/></Relationships>
</file>

<file path=ppt/slides/_rels/slide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103.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08.wmf"/><Relationship Id="rId3" Type="http://schemas.openxmlformats.org/officeDocument/2006/relationships/notesSlide" Target="../notesSlides/notesSlide24.xml"/><Relationship Id="rId7" Type="http://schemas.openxmlformats.org/officeDocument/2006/relationships/image" Target="../media/image105.wmf"/><Relationship Id="rId12" Type="http://schemas.openxmlformats.org/officeDocument/2006/relationships/oleObject" Target="../embeddings/oleObject101.bin"/><Relationship Id="rId2" Type="http://schemas.openxmlformats.org/officeDocument/2006/relationships/slideLayout" Target="../slideLayouts/slideLayout15.xml"/><Relationship Id="rId1" Type="http://schemas.openxmlformats.org/officeDocument/2006/relationships/vmlDrawing" Target="../drawings/vmlDrawing13.vml"/><Relationship Id="rId6" Type="http://schemas.openxmlformats.org/officeDocument/2006/relationships/oleObject" Target="../embeddings/oleObject98.bin"/><Relationship Id="rId11" Type="http://schemas.openxmlformats.org/officeDocument/2006/relationships/image" Target="../media/image107.wmf"/><Relationship Id="rId5" Type="http://schemas.openxmlformats.org/officeDocument/2006/relationships/image" Target="../media/image104.w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106.wmf"/></Relationships>
</file>

<file path=ppt/slides/_rels/slide29.xml.rels><?xml version="1.0" encoding="UTF-8" standalone="yes"?>
<Relationships xmlns="http://schemas.openxmlformats.org/package/2006/relationships"><Relationship Id="rId13" Type="http://schemas.openxmlformats.org/officeDocument/2006/relationships/image" Target="../media/image109.wmf"/><Relationship Id="rId18" Type="http://schemas.openxmlformats.org/officeDocument/2006/relationships/oleObject" Target="../embeddings/oleObject109.bin"/><Relationship Id="rId26" Type="http://schemas.openxmlformats.org/officeDocument/2006/relationships/oleObject" Target="../embeddings/oleObject113.bin"/><Relationship Id="rId39" Type="http://schemas.openxmlformats.org/officeDocument/2006/relationships/image" Target="../media/image122.wmf"/><Relationship Id="rId21" Type="http://schemas.openxmlformats.org/officeDocument/2006/relationships/image" Target="../media/image113.wmf"/><Relationship Id="rId34" Type="http://schemas.openxmlformats.org/officeDocument/2006/relationships/oleObject" Target="../embeddings/oleObject117.bin"/><Relationship Id="rId42" Type="http://schemas.openxmlformats.org/officeDocument/2006/relationships/oleObject" Target="../embeddings/oleObject121.bin"/><Relationship Id="rId7" Type="http://schemas.openxmlformats.org/officeDocument/2006/relationships/image" Target="../media/image105.wmf"/><Relationship Id="rId2" Type="http://schemas.openxmlformats.org/officeDocument/2006/relationships/slideLayout" Target="../slideLayouts/slideLayout15.xml"/><Relationship Id="rId16" Type="http://schemas.openxmlformats.org/officeDocument/2006/relationships/oleObject" Target="../embeddings/oleObject108.bin"/><Relationship Id="rId20" Type="http://schemas.openxmlformats.org/officeDocument/2006/relationships/oleObject" Target="../embeddings/oleObject110.bin"/><Relationship Id="rId29" Type="http://schemas.openxmlformats.org/officeDocument/2006/relationships/image" Target="../media/image117.wmf"/><Relationship Id="rId41" Type="http://schemas.openxmlformats.org/officeDocument/2006/relationships/image" Target="../media/image123.wmf"/><Relationship Id="rId1" Type="http://schemas.openxmlformats.org/officeDocument/2006/relationships/vmlDrawing" Target="../drawings/vmlDrawing14.vml"/><Relationship Id="rId6" Type="http://schemas.openxmlformats.org/officeDocument/2006/relationships/oleObject" Target="../embeddings/oleObject103.bin"/><Relationship Id="rId11" Type="http://schemas.openxmlformats.org/officeDocument/2006/relationships/image" Target="../media/image107.wmf"/><Relationship Id="rId24" Type="http://schemas.openxmlformats.org/officeDocument/2006/relationships/oleObject" Target="../embeddings/oleObject112.bin"/><Relationship Id="rId32" Type="http://schemas.openxmlformats.org/officeDocument/2006/relationships/oleObject" Target="../embeddings/oleObject116.bin"/><Relationship Id="rId37" Type="http://schemas.openxmlformats.org/officeDocument/2006/relationships/image" Target="../media/image121.wmf"/><Relationship Id="rId40" Type="http://schemas.openxmlformats.org/officeDocument/2006/relationships/oleObject" Target="../embeddings/oleObject120.bin"/><Relationship Id="rId5" Type="http://schemas.openxmlformats.org/officeDocument/2006/relationships/image" Target="../media/image104.wmf"/><Relationship Id="rId15" Type="http://schemas.openxmlformats.org/officeDocument/2006/relationships/image" Target="../media/image110.wmf"/><Relationship Id="rId23" Type="http://schemas.openxmlformats.org/officeDocument/2006/relationships/image" Target="../media/image114.wmf"/><Relationship Id="rId28" Type="http://schemas.openxmlformats.org/officeDocument/2006/relationships/oleObject" Target="../embeddings/oleObject114.bin"/><Relationship Id="rId36" Type="http://schemas.openxmlformats.org/officeDocument/2006/relationships/oleObject" Target="../embeddings/oleObject118.bin"/><Relationship Id="rId10" Type="http://schemas.openxmlformats.org/officeDocument/2006/relationships/oleObject" Target="../embeddings/oleObject105.bin"/><Relationship Id="rId19" Type="http://schemas.openxmlformats.org/officeDocument/2006/relationships/image" Target="../media/image112.wmf"/><Relationship Id="rId31" Type="http://schemas.openxmlformats.org/officeDocument/2006/relationships/image" Target="../media/image118.wmf"/><Relationship Id="rId4" Type="http://schemas.openxmlformats.org/officeDocument/2006/relationships/oleObject" Target="../embeddings/oleObject102.bin"/><Relationship Id="rId9" Type="http://schemas.openxmlformats.org/officeDocument/2006/relationships/image" Target="../media/image106.wmf"/><Relationship Id="rId14" Type="http://schemas.openxmlformats.org/officeDocument/2006/relationships/oleObject" Target="../embeddings/oleObject107.bin"/><Relationship Id="rId22" Type="http://schemas.openxmlformats.org/officeDocument/2006/relationships/oleObject" Target="../embeddings/oleObject111.bin"/><Relationship Id="rId27" Type="http://schemas.openxmlformats.org/officeDocument/2006/relationships/image" Target="../media/image116.wmf"/><Relationship Id="rId30" Type="http://schemas.openxmlformats.org/officeDocument/2006/relationships/oleObject" Target="../embeddings/oleObject115.bin"/><Relationship Id="rId35" Type="http://schemas.openxmlformats.org/officeDocument/2006/relationships/image" Target="../media/image120.wmf"/><Relationship Id="rId43" Type="http://schemas.openxmlformats.org/officeDocument/2006/relationships/image" Target="../media/image124.wmf"/><Relationship Id="rId8" Type="http://schemas.openxmlformats.org/officeDocument/2006/relationships/oleObject" Target="../embeddings/oleObject104.bin"/><Relationship Id="rId3" Type="http://schemas.openxmlformats.org/officeDocument/2006/relationships/notesSlide" Target="../notesSlides/notesSlide25.xml"/><Relationship Id="rId12" Type="http://schemas.openxmlformats.org/officeDocument/2006/relationships/oleObject" Target="../embeddings/oleObject106.bin"/><Relationship Id="rId17" Type="http://schemas.openxmlformats.org/officeDocument/2006/relationships/image" Target="../media/image111.wmf"/><Relationship Id="rId25" Type="http://schemas.openxmlformats.org/officeDocument/2006/relationships/image" Target="../media/image115.wmf"/><Relationship Id="rId33" Type="http://schemas.openxmlformats.org/officeDocument/2006/relationships/image" Target="../media/image119.wmf"/><Relationship Id="rId38" Type="http://schemas.openxmlformats.org/officeDocument/2006/relationships/oleObject" Target="../embeddings/oleObject119.bin"/></Relationships>
</file>

<file path=ppt/slides/_rels/slide30.xml.rels><?xml version="1.0" encoding="UTF-8" standalone="yes"?>
<Relationships xmlns="http://schemas.openxmlformats.org/package/2006/relationships"><Relationship Id="rId13" Type="http://schemas.openxmlformats.org/officeDocument/2006/relationships/image" Target="../media/image111.wmf"/><Relationship Id="rId18" Type="http://schemas.openxmlformats.org/officeDocument/2006/relationships/oleObject" Target="../embeddings/oleObject129.bin"/><Relationship Id="rId26" Type="http://schemas.openxmlformats.org/officeDocument/2006/relationships/oleObject" Target="../embeddings/oleObject133.bin"/><Relationship Id="rId39" Type="http://schemas.openxmlformats.org/officeDocument/2006/relationships/image" Target="../media/image130.wmf"/><Relationship Id="rId21" Type="http://schemas.openxmlformats.org/officeDocument/2006/relationships/image" Target="../media/image115.wmf"/><Relationship Id="rId34" Type="http://schemas.openxmlformats.org/officeDocument/2006/relationships/oleObject" Target="../embeddings/oleObject137.bin"/><Relationship Id="rId7" Type="http://schemas.openxmlformats.org/officeDocument/2006/relationships/image" Target="../media/image106.wmf"/><Relationship Id="rId12" Type="http://schemas.openxmlformats.org/officeDocument/2006/relationships/oleObject" Target="../embeddings/oleObject126.bin"/><Relationship Id="rId17" Type="http://schemas.openxmlformats.org/officeDocument/2006/relationships/image" Target="../media/image113.wmf"/><Relationship Id="rId25" Type="http://schemas.openxmlformats.org/officeDocument/2006/relationships/image" Target="../media/image117.wmf"/><Relationship Id="rId33" Type="http://schemas.openxmlformats.org/officeDocument/2006/relationships/image" Target="../media/image127.wmf"/><Relationship Id="rId38" Type="http://schemas.openxmlformats.org/officeDocument/2006/relationships/oleObject" Target="../embeddings/oleObject139.bin"/><Relationship Id="rId2" Type="http://schemas.openxmlformats.org/officeDocument/2006/relationships/slideLayout" Target="../slideLayouts/slideLayout15.xml"/><Relationship Id="rId16" Type="http://schemas.openxmlformats.org/officeDocument/2006/relationships/oleObject" Target="../embeddings/oleObject128.bin"/><Relationship Id="rId20" Type="http://schemas.openxmlformats.org/officeDocument/2006/relationships/oleObject" Target="../embeddings/oleObject130.bin"/><Relationship Id="rId29" Type="http://schemas.openxmlformats.org/officeDocument/2006/relationships/image" Target="../media/image125.wmf"/><Relationship Id="rId1" Type="http://schemas.openxmlformats.org/officeDocument/2006/relationships/vmlDrawing" Target="../drawings/vmlDrawing15.vml"/><Relationship Id="rId6" Type="http://schemas.openxmlformats.org/officeDocument/2006/relationships/oleObject" Target="../embeddings/oleObject123.bin"/><Relationship Id="rId11" Type="http://schemas.openxmlformats.org/officeDocument/2006/relationships/image" Target="../media/image110.wmf"/><Relationship Id="rId24" Type="http://schemas.openxmlformats.org/officeDocument/2006/relationships/oleObject" Target="../embeddings/oleObject132.bin"/><Relationship Id="rId32" Type="http://schemas.openxmlformats.org/officeDocument/2006/relationships/oleObject" Target="../embeddings/oleObject136.bin"/><Relationship Id="rId37" Type="http://schemas.openxmlformats.org/officeDocument/2006/relationships/image" Target="../media/image129.wmf"/><Relationship Id="rId5" Type="http://schemas.openxmlformats.org/officeDocument/2006/relationships/image" Target="../media/image104.wmf"/><Relationship Id="rId15" Type="http://schemas.openxmlformats.org/officeDocument/2006/relationships/image" Target="../media/image112.wmf"/><Relationship Id="rId23" Type="http://schemas.openxmlformats.org/officeDocument/2006/relationships/image" Target="../media/image116.wmf"/><Relationship Id="rId28" Type="http://schemas.openxmlformats.org/officeDocument/2006/relationships/oleObject" Target="../embeddings/oleObject134.bin"/><Relationship Id="rId36" Type="http://schemas.openxmlformats.org/officeDocument/2006/relationships/oleObject" Target="../embeddings/oleObject138.bin"/><Relationship Id="rId10" Type="http://schemas.openxmlformats.org/officeDocument/2006/relationships/oleObject" Target="../embeddings/oleObject125.bin"/><Relationship Id="rId19" Type="http://schemas.openxmlformats.org/officeDocument/2006/relationships/image" Target="../media/image114.wmf"/><Relationship Id="rId31" Type="http://schemas.openxmlformats.org/officeDocument/2006/relationships/image" Target="../media/image126.wmf"/><Relationship Id="rId4" Type="http://schemas.openxmlformats.org/officeDocument/2006/relationships/oleObject" Target="../embeddings/oleObject122.bin"/><Relationship Id="rId9" Type="http://schemas.openxmlformats.org/officeDocument/2006/relationships/image" Target="../media/image107.wmf"/><Relationship Id="rId14" Type="http://schemas.openxmlformats.org/officeDocument/2006/relationships/oleObject" Target="../embeddings/oleObject127.bin"/><Relationship Id="rId22" Type="http://schemas.openxmlformats.org/officeDocument/2006/relationships/oleObject" Target="../embeddings/oleObject131.bin"/><Relationship Id="rId27" Type="http://schemas.openxmlformats.org/officeDocument/2006/relationships/image" Target="../media/image118.wmf"/><Relationship Id="rId30" Type="http://schemas.openxmlformats.org/officeDocument/2006/relationships/oleObject" Target="../embeddings/oleObject135.bin"/><Relationship Id="rId35" Type="http://schemas.openxmlformats.org/officeDocument/2006/relationships/image" Target="../media/image128.wmf"/><Relationship Id="rId8" Type="http://schemas.openxmlformats.org/officeDocument/2006/relationships/oleObject" Target="../embeddings/oleObject124.bin"/><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3" Type="http://schemas.openxmlformats.org/officeDocument/2006/relationships/image" Target="../media/image132.wmf"/><Relationship Id="rId18" Type="http://schemas.openxmlformats.org/officeDocument/2006/relationships/oleObject" Target="../embeddings/oleObject147.bin"/><Relationship Id="rId26" Type="http://schemas.openxmlformats.org/officeDocument/2006/relationships/oleObject" Target="../embeddings/oleObject151.bin"/><Relationship Id="rId39" Type="http://schemas.openxmlformats.org/officeDocument/2006/relationships/image" Target="../media/image138.wmf"/><Relationship Id="rId21" Type="http://schemas.openxmlformats.org/officeDocument/2006/relationships/image" Target="../media/image135.wmf"/><Relationship Id="rId34" Type="http://schemas.openxmlformats.org/officeDocument/2006/relationships/oleObject" Target="../embeddings/oleObject155.bin"/><Relationship Id="rId42" Type="http://schemas.openxmlformats.org/officeDocument/2006/relationships/oleObject" Target="../embeddings/oleObject161.bin"/><Relationship Id="rId7" Type="http://schemas.openxmlformats.org/officeDocument/2006/relationships/image" Target="../media/image105.wmf"/><Relationship Id="rId2" Type="http://schemas.openxmlformats.org/officeDocument/2006/relationships/slideLayout" Target="../slideLayouts/slideLayout15.xml"/><Relationship Id="rId16" Type="http://schemas.openxmlformats.org/officeDocument/2006/relationships/oleObject" Target="../embeddings/oleObject146.bin"/><Relationship Id="rId20" Type="http://schemas.openxmlformats.org/officeDocument/2006/relationships/oleObject" Target="../embeddings/oleObject148.bin"/><Relationship Id="rId29" Type="http://schemas.openxmlformats.org/officeDocument/2006/relationships/image" Target="../media/image118.wmf"/><Relationship Id="rId41" Type="http://schemas.openxmlformats.org/officeDocument/2006/relationships/image" Target="../media/image139.wmf"/><Relationship Id="rId1" Type="http://schemas.openxmlformats.org/officeDocument/2006/relationships/vmlDrawing" Target="../drawings/vmlDrawing16.vml"/><Relationship Id="rId6" Type="http://schemas.openxmlformats.org/officeDocument/2006/relationships/oleObject" Target="../embeddings/oleObject141.bin"/><Relationship Id="rId11" Type="http://schemas.openxmlformats.org/officeDocument/2006/relationships/image" Target="../media/image107.wmf"/><Relationship Id="rId24" Type="http://schemas.openxmlformats.org/officeDocument/2006/relationships/oleObject" Target="../embeddings/oleObject150.bin"/><Relationship Id="rId32" Type="http://schemas.openxmlformats.org/officeDocument/2006/relationships/oleObject" Target="../embeddings/oleObject154.bin"/><Relationship Id="rId37" Type="http://schemas.openxmlformats.org/officeDocument/2006/relationships/oleObject" Target="../embeddings/oleObject158.bin"/><Relationship Id="rId40" Type="http://schemas.openxmlformats.org/officeDocument/2006/relationships/oleObject" Target="../embeddings/oleObject160.bin"/><Relationship Id="rId5" Type="http://schemas.openxmlformats.org/officeDocument/2006/relationships/image" Target="../media/image131.wmf"/><Relationship Id="rId15" Type="http://schemas.openxmlformats.org/officeDocument/2006/relationships/image" Target="../media/image110.wmf"/><Relationship Id="rId23" Type="http://schemas.openxmlformats.org/officeDocument/2006/relationships/image" Target="../media/image115.wmf"/><Relationship Id="rId28" Type="http://schemas.openxmlformats.org/officeDocument/2006/relationships/oleObject" Target="../embeddings/oleObject152.bin"/><Relationship Id="rId36" Type="http://schemas.openxmlformats.org/officeDocument/2006/relationships/oleObject" Target="../embeddings/oleObject157.bin"/><Relationship Id="rId10" Type="http://schemas.openxmlformats.org/officeDocument/2006/relationships/oleObject" Target="../embeddings/oleObject143.bin"/><Relationship Id="rId19" Type="http://schemas.openxmlformats.org/officeDocument/2006/relationships/image" Target="../media/image134.wmf"/><Relationship Id="rId31" Type="http://schemas.openxmlformats.org/officeDocument/2006/relationships/image" Target="../media/image136.wmf"/><Relationship Id="rId44" Type="http://schemas.openxmlformats.org/officeDocument/2006/relationships/oleObject" Target="../embeddings/oleObject162.bin"/><Relationship Id="rId4" Type="http://schemas.openxmlformats.org/officeDocument/2006/relationships/oleObject" Target="../embeddings/oleObject140.bin"/><Relationship Id="rId9" Type="http://schemas.openxmlformats.org/officeDocument/2006/relationships/image" Target="../media/image106.wmf"/><Relationship Id="rId14" Type="http://schemas.openxmlformats.org/officeDocument/2006/relationships/oleObject" Target="../embeddings/oleObject145.bin"/><Relationship Id="rId22" Type="http://schemas.openxmlformats.org/officeDocument/2006/relationships/oleObject" Target="../embeddings/oleObject149.bin"/><Relationship Id="rId27" Type="http://schemas.openxmlformats.org/officeDocument/2006/relationships/image" Target="../media/image117.wmf"/><Relationship Id="rId30" Type="http://schemas.openxmlformats.org/officeDocument/2006/relationships/oleObject" Target="../embeddings/oleObject153.bin"/><Relationship Id="rId35" Type="http://schemas.openxmlformats.org/officeDocument/2006/relationships/oleObject" Target="../embeddings/oleObject156.bin"/><Relationship Id="rId43" Type="http://schemas.openxmlformats.org/officeDocument/2006/relationships/image" Target="../media/image140.wmf"/><Relationship Id="rId8" Type="http://schemas.openxmlformats.org/officeDocument/2006/relationships/oleObject" Target="../embeddings/oleObject142.bin"/><Relationship Id="rId3" Type="http://schemas.openxmlformats.org/officeDocument/2006/relationships/notesSlide" Target="../notesSlides/notesSlide27.xml"/><Relationship Id="rId12" Type="http://schemas.openxmlformats.org/officeDocument/2006/relationships/oleObject" Target="../embeddings/oleObject144.bin"/><Relationship Id="rId17" Type="http://schemas.openxmlformats.org/officeDocument/2006/relationships/image" Target="../media/image133.wmf"/><Relationship Id="rId25" Type="http://schemas.openxmlformats.org/officeDocument/2006/relationships/image" Target="../media/image116.wmf"/><Relationship Id="rId33" Type="http://schemas.openxmlformats.org/officeDocument/2006/relationships/image" Target="../media/image137.wmf"/><Relationship Id="rId38" Type="http://schemas.openxmlformats.org/officeDocument/2006/relationships/oleObject" Target="../embeddings/oleObject159.bin"/></Relationships>
</file>

<file path=ppt/slides/_rels/slide32.xml.rels><?xml version="1.0" encoding="UTF-8" standalone="yes"?>
<Relationships xmlns="http://schemas.openxmlformats.org/package/2006/relationships"><Relationship Id="rId13" Type="http://schemas.openxmlformats.org/officeDocument/2006/relationships/image" Target="../media/image142.wmf"/><Relationship Id="rId18" Type="http://schemas.openxmlformats.org/officeDocument/2006/relationships/oleObject" Target="../embeddings/oleObject170.bin"/><Relationship Id="rId26" Type="http://schemas.openxmlformats.org/officeDocument/2006/relationships/oleObject" Target="../embeddings/oleObject174.bin"/><Relationship Id="rId39" Type="http://schemas.openxmlformats.org/officeDocument/2006/relationships/image" Target="../media/image145.wmf"/><Relationship Id="rId21" Type="http://schemas.openxmlformats.org/officeDocument/2006/relationships/image" Target="../media/image135.wmf"/><Relationship Id="rId34" Type="http://schemas.openxmlformats.org/officeDocument/2006/relationships/oleObject" Target="../embeddings/oleObject179.bin"/><Relationship Id="rId7" Type="http://schemas.openxmlformats.org/officeDocument/2006/relationships/image" Target="../media/image141.wmf"/><Relationship Id="rId2" Type="http://schemas.openxmlformats.org/officeDocument/2006/relationships/slideLayout" Target="../slideLayouts/slideLayout15.xml"/><Relationship Id="rId16" Type="http://schemas.openxmlformats.org/officeDocument/2006/relationships/oleObject" Target="../embeddings/oleObject169.bin"/><Relationship Id="rId20" Type="http://schemas.openxmlformats.org/officeDocument/2006/relationships/oleObject" Target="../embeddings/oleObject171.bin"/><Relationship Id="rId29" Type="http://schemas.openxmlformats.org/officeDocument/2006/relationships/image" Target="../media/image118.wmf"/><Relationship Id="rId41" Type="http://schemas.openxmlformats.org/officeDocument/2006/relationships/image" Target="../media/image146.wmf"/><Relationship Id="rId1" Type="http://schemas.openxmlformats.org/officeDocument/2006/relationships/vmlDrawing" Target="../drawings/vmlDrawing17.vml"/><Relationship Id="rId6" Type="http://schemas.openxmlformats.org/officeDocument/2006/relationships/oleObject" Target="../embeddings/oleObject164.bin"/><Relationship Id="rId11" Type="http://schemas.openxmlformats.org/officeDocument/2006/relationships/image" Target="../media/image107.wmf"/><Relationship Id="rId24" Type="http://schemas.openxmlformats.org/officeDocument/2006/relationships/oleObject" Target="../embeddings/oleObject173.bin"/><Relationship Id="rId32" Type="http://schemas.openxmlformats.org/officeDocument/2006/relationships/oleObject" Target="../embeddings/oleObject177.bin"/><Relationship Id="rId37" Type="http://schemas.openxmlformats.org/officeDocument/2006/relationships/image" Target="../media/image144.wmf"/><Relationship Id="rId40" Type="http://schemas.openxmlformats.org/officeDocument/2006/relationships/oleObject" Target="../embeddings/oleObject183.bin"/><Relationship Id="rId5" Type="http://schemas.openxmlformats.org/officeDocument/2006/relationships/image" Target="../media/image131.wmf"/><Relationship Id="rId15" Type="http://schemas.openxmlformats.org/officeDocument/2006/relationships/image" Target="../media/image110.wmf"/><Relationship Id="rId23" Type="http://schemas.openxmlformats.org/officeDocument/2006/relationships/image" Target="../media/image115.wmf"/><Relationship Id="rId28" Type="http://schemas.openxmlformats.org/officeDocument/2006/relationships/oleObject" Target="../embeddings/oleObject175.bin"/><Relationship Id="rId36" Type="http://schemas.openxmlformats.org/officeDocument/2006/relationships/oleObject" Target="../embeddings/oleObject181.bin"/><Relationship Id="rId10" Type="http://schemas.openxmlformats.org/officeDocument/2006/relationships/oleObject" Target="../embeddings/oleObject166.bin"/><Relationship Id="rId19" Type="http://schemas.openxmlformats.org/officeDocument/2006/relationships/image" Target="../media/image134.wmf"/><Relationship Id="rId31" Type="http://schemas.openxmlformats.org/officeDocument/2006/relationships/image" Target="../media/image143.wmf"/><Relationship Id="rId4" Type="http://schemas.openxmlformats.org/officeDocument/2006/relationships/oleObject" Target="../embeddings/oleObject163.bin"/><Relationship Id="rId9" Type="http://schemas.openxmlformats.org/officeDocument/2006/relationships/image" Target="../media/image106.wmf"/><Relationship Id="rId14" Type="http://schemas.openxmlformats.org/officeDocument/2006/relationships/oleObject" Target="../embeddings/oleObject168.bin"/><Relationship Id="rId22" Type="http://schemas.openxmlformats.org/officeDocument/2006/relationships/oleObject" Target="../embeddings/oleObject172.bin"/><Relationship Id="rId27" Type="http://schemas.openxmlformats.org/officeDocument/2006/relationships/image" Target="../media/image117.wmf"/><Relationship Id="rId30" Type="http://schemas.openxmlformats.org/officeDocument/2006/relationships/oleObject" Target="../embeddings/oleObject176.bin"/><Relationship Id="rId35" Type="http://schemas.openxmlformats.org/officeDocument/2006/relationships/oleObject" Target="../embeddings/oleObject180.bin"/><Relationship Id="rId8" Type="http://schemas.openxmlformats.org/officeDocument/2006/relationships/oleObject" Target="../embeddings/oleObject165.bin"/><Relationship Id="rId3" Type="http://schemas.openxmlformats.org/officeDocument/2006/relationships/notesSlide" Target="../notesSlides/notesSlide28.xml"/><Relationship Id="rId12" Type="http://schemas.openxmlformats.org/officeDocument/2006/relationships/oleObject" Target="../embeddings/oleObject167.bin"/><Relationship Id="rId17" Type="http://schemas.openxmlformats.org/officeDocument/2006/relationships/image" Target="../media/image133.wmf"/><Relationship Id="rId25" Type="http://schemas.openxmlformats.org/officeDocument/2006/relationships/image" Target="../media/image116.wmf"/><Relationship Id="rId33" Type="http://schemas.openxmlformats.org/officeDocument/2006/relationships/oleObject" Target="../embeddings/oleObject178.bin"/><Relationship Id="rId38" Type="http://schemas.openxmlformats.org/officeDocument/2006/relationships/oleObject" Target="../embeddings/oleObject182.bin"/></Relationships>
</file>

<file path=ppt/slides/_rels/slide33.xml.rels><?xml version="1.0" encoding="UTF-8" standalone="yes"?>
<Relationships xmlns="http://schemas.openxmlformats.org/package/2006/relationships"><Relationship Id="rId13" Type="http://schemas.openxmlformats.org/officeDocument/2006/relationships/oleObject" Target="../embeddings/oleObject189.bin"/><Relationship Id="rId18" Type="http://schemas.openxmlformats.org/officeDocument/2006/relationships/oleObject" Target="../embeddings/oleObject192.bin"/><Relationship Id="rId26" Type="http://schemas.openxmlformats.org/officeDocument/2006/relationships/image" Target="../media/image110.wmf"/><Relationship Id="rId39" Type="http://schemas.openxmlformats.org/officeDocument/2006/relationships/image" Target="../media/image157.wmf"/><Relationship Id="rId21" Type="http://schemas.openxmlformats.org/officeDocument/2006/relationships/image" Target="../media/image117.wmf"/><Relationship Id="rId34" Type="http://schemas.openxmlformats.org/officeDocument/2006/relationships/oleObject" Target="../embeddings/oleObject202.bin"/><Relationship Id="rId7" Type="http://schemas.openxmlformats.org/officeDocument/2006/relationships/image" Target="../media/image147.wmf"/><Relationship Id="rId12" Type="http://schemas.openxmlformats.org/officeDocument/2006/relationships/oleObject" Target="../embeddings/oleObject188.bin"/><Relationship Id="rId17" Type="http://schemas.openxmlformats.org/officeDocument/2006/relationships/image" Target="../media/image150.wmf"/><Relationship Id="rId25" Type="http://schemas.openxmlformats.org/officeDocument/2006/relationships/oleObject" Target="../embeddings/oleObject197.bin"/><Relationship Id="rId33" Type="http://schemas.openxmlformats.org/officeDocument/2006/relationships/image" Target="../media/image154.wmf"/><Relationship Id="rId38" Type="http://schemas.openxmlformats.org/officeDocument/2006/relationships/oleObject" Target="../embeddings/oleObject204.bin"/><Relationship Id="rId2" Type="http://schemas.openxmlformats.org/officeDocument/2006/relationships/slideLayout" Target="../slideLayouts/slideLayout15.xml"/><Relationship Id="rId16" Type="http://schemas.openxmlformats.org/officeDocument/2006/relationships/oleObject" Target="../embeddings/oleObject191.bin"/><Relationship Id="rId20" Type="http://schemas.openxmlformats.org/officeDocument/2006/relationships/oleObject" Target="../embeddings/oleObject194.bin"/><Relationship Id="rId29" Type="http://schemas.openxmlformats.org/officeDocument/2006/relationships/oleObject" Target="../embeddings/oleObject199.bin"/><Relationship Id="rId1" Type="http://schemas.openxmlformats.org/officeDocument/2006/relationships/vmlDrawing" Target="../drawings/vmlDrawing18.vml"/><Relationship Id="rId6" Type="http://schemas.openxmlformats.org/officeDocument/2006/relationships/oleObject" Target="../embeddings/oleObject185.bin"/><Relationship Id="rId11" Type="http://schemas.openxmlformats.org/officeDocument/2006/relationships/image" Target="../media/image149.wmf"/><Relationship Id="rId24" Type="http://schemas.openxmlformats.org/officeDocument/2006/relationships/oleObject" Target="../embeddings/oleObject196.bin"/><Relationship Id="rId32" Type="http://schemas.openxmlformats.org/officeDocument/2006/relationships/oleObject" Target="../embeddings/oleObject201.bin"/><Relationship Id="rId37" Type="http://schemas.openxmlformats.org/officeDocument/2006/relationships/image" Target="../media/image156.wmf"/><Relationship Id="rId5" Type="http://schemas.openxmlformats.org/officeDocument/2006/relationships/image" Target="../media/image131.wmf"/><Relationship Id="rId15" Type="http://schemas.openxmlformats.org/officeDocument/2006/relationships/oleObject" Target="../embeddings/oleObject190.bin"/><Relationship Id="rId23" Type="http://schemas.openxmlformats.org/officeDocument/2006/relationships/image" Target="../media/image151.wmf"/><Relationship Id="rId28" Type="http://schemas.openxmlformats.org/officeDocument/2006/relationships/image" Target="../media/image152.wmf"/><Relationship Id="rId36" Type="http://schemas.openxmlformats.org/officeDocument/2006/relationships/oleObject" Target="../embeddings/oleObject203.bin"/><Relationship Id="rId10" Type="http://schemas.openxmlformats.org/officeDocument/2006/relationships/oleObject" Target="../embeddings/oleObject187.bin"/><Relationship Id="rId19" Type="http://schemas.openxmlformats.org/officeDocument/2006/relationships/oleObject" Target="../embeddings/oleObject193.bin"/><Relationship Id="rId31" Type="http://schemas.openxmlformats.org/officeDocument/2006/relationships/oleObject" Target="../embeddings/oleObject200.bin"/><Relationship Id="rId4" Type="http://schemas.openxmlformats.org/officeDocument/2006/relationships/oleObject" Target="../embeddings/oleObject184.bin"/><Relationship Id="rId9" Type="http://schemas.openxmlformats.org/officeDocument/2006/relationships/image" Target="../media/image148.wmf"/><Relationship Id="rId14" Type="http://schemas.openxmlformats.org/officeDocument/2006/relationships/image" Target="../media/image134.wmf"/><Relationship Id="rId22" Type="http://schemas.openxmlformats.org/officeDocument/2006/relationships/oleObject" Target="../embeddings/oleObject195.bin"/><Relationship Id="rId27" Type="http://schemas.openxmlformats.org/officeDocument/2006/relationships/oleObject" Target="../embeddings/oleObject198.bin"/><Relationship Id="rId30" Type="http://schemas.openxmlformats.org/officeDocument/2006/relationships/image" Target="../media/image153.wmf"/><Relationship Id="rId35" Type="http://schemas.openxmlformats.org/officeDocument/2006/relationships/image" Target="../media/image155.wmf"/><Relationship Id="rId8" Type="http://schemas.openxmlformats.org/officeDocument/2006/relationships/oleObject" Target="../embeddings/oleObject186.bin"/><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3" Type="http://schemas.openxmlformats.org/officeDocument/2006/relationships/oleObject" Target="../embeddings/oleObject210.bin"/><Relationship Id="rId18" Type="http://schemas.openxmlformats.org/officeDocument/2006/relationships/oleObject" Target="../embeddings/oleObject213.bin"/><Relationship Id="rId26" Type="http://schemas.openxmlformats.org/officeDocument/2006/relationships/image" Target="../media/image110.wmf"/><Relationship Id="rId39" Type="http://schemas.openxmlformats.org/officeDocument/2006/relationships/image" Target="../media/image161.wmf"/><Relationship Id="rId21" Type="http://schemas.openxmlformats.org/officeDocument/2006/relationships/image" Target="../media/image117.wmf"/><Relationship Id="rId34" Type="http://schemas.openxmlformats.org/officeDocument/2006/relationships/oleObject" Target="../embeddings/oleObject223.bin"/><Relationship Id="rId42" Type="http://schemas.openxmlformats.org/officeDocument/2006/relationships/oleObject" Target="../embeddings/oleObject227.bin"/><Relationship Id="rId7" Type="http://schemas.openxmlformats.org/officeDocument/2006/relationships/image" Target="../media/image147.wmf"/><Relationship Id="rId2" Type="http://schemas.openxmlformats.org/officeDocument/2006/relationships/slideLayout" Target="../slideLayouts/slideLayout15.xml"/><Relationship Id="rId16" Type="http://schemas.openxmlformats.org/officeDocument/2006/relationships/oleObject" Target="../embeddings/oleObject212.bin"/><Relationship Id="rId20" Type="http://schemas.openxmlformats.org/officeDocument/2006/relationships/oleObject" Target="../embeddings/oleObject215.bin"/><Relationship Id="rId29" Type="http://schemas.openxmlformats.org/officeDocument/2006/relationships/oleObject" Target="../embeddings/oleObject220.bin"/><Relationship Id="rId41" Type="http://schemas.openxmlformats.org/officeDocument/2006/relationships/image" Target="../media/image162.wmf"/><Relationship Id="rId1" Type="http://schemas.openxmlformats.org/officeDocument/2006/relationships/vmlDrawing" Target="../drawings/vmlDrawing19.vml"/><Relationship Id="rId6" Type="http://schemas.openxmlformats.org/officeDocument/2006/relationships/oleObject" Target="../embeddings/oleObject206.bin"/><Relationship Id="rId11" Type="http://schemas.openxmlformats.org/officeDocument/2006/relationships/image" Target="../media/image158.wmf"/><Relationship Id="rId24" Type="http://schemas.openxmlformats.org/officeDocument/2006/relationships/oleObject" Target="../embeddings/oleObject217.bin"/><Relationship Id="rId32" Type="http://schemas.openxmlformats.org/officeDocument/2006/relationships/oleObject" Target="../embeddings/oleObject222.bin"/><Relationship Id="rId37" Type="http://schemas.openxmlformats.org/officeDocument/2006/relationships/image" Target="../media/image160.wmf"/><Relationship Id="rId40" Type="http://schemas.openxmlformats.org/officeDocument/2006/relationships/oleObject" Target="../embeddings/oleObject226.bin"/><Relationship Id="rId5" Type="http://schemas.openxmlformats.org/officeDocument/2006/relationships/image" Target="../media/image131.wmf"/><Relationship Id="rId15" Type="http://schemas.openxmlformats.org/officeDocument/2006/relationships/oleObject" Target="../embeddings/oleObject211.bin"/><Relationship Id="rId23" Type="http://schemas.openxmlformats.org/officeDocument/2006/relationships/image" Target="../media/image151.wmf"/><Relationship Id="rId28" Type="http://schemas.openxmlformats.org/officeDocument/2006/relationships/image" Target="../media/image152.wmf"/><Relationship Id="rId36" Type="http://schemas.openxmlformats.org/officeDocument/2006/relationships/oleObject" Target="../embeddings/oleObject224.bin"/><Relationship Id="rId10" Type="http://schemas.openxmlformats.org/officeDocument/2006/relationships/oleObject" Target="../embeddings/oleObject208.bin"/><Relationship Id="rId19" Type="http://schemas.openxmlformats.org/officeDocument/2006/relationships/oleObject" Target="../embeddings/oleObject214.bin"/><Relationship Id="rId31" Type="http://schemas.openxmlformats.org/officeDocument/2006/relationships/oleObject" Target="../embeddings/oleObject221.bin"/><Relationship Id="rId4" Type="http://schemas.openxmlformats.org/officeDocument/2006/relationships/oleObject" Target="../embeddings/oleObject205.bin"/><Relationship Id="rId9" Type="http://schemas.openxmlformats.org/officeDocument/2006/relationships/image" Target="../media/image148.wmf"/><Relationship Id="rId14" Type="http://schemas.openxmlformats.org/officeDocument/2006/relationships/image" Target="../media/image134.wmf"/><Relationship Id="rId22" Type="http://schemas.openxmlformats.org/officeDocument/2006/relationships/oleObject" Target="../embeddings/oleObject216.bin"/><Relationship Id="rId27" Type="http://schemas.openxmlformats.org/officeDocument/2006/relationships/oleObject" Target="../embeddings/oleObject219.bin"/><Relationship Id="rId30" Type="http://schemas.openxmlformats.org/officeDocument/2006/relationships/image" Target="../media/image153.wmf"/><Relationship Id="rId35" Type="http://schemas.openxmlformats.org/officeDocument/2006/relationships/image" Target="../media/image159.wmf"/><Relationship Id="rId43" Type="http://schemas.openxmlformats.org/officeDocument/2006/relationships/image" Target="../media/image163.wmf"/><Relationship Id="rId8" Type="http://schemas.openxmlformats.org/officeDocument/2006/relationships/oleObject" Target="../embeddings/oleObject207.bin"/><Relationship Id="rId3" Type="http://schemas.openxmlformats.org/officeDocument/2006/relationships/notesSlide" Target="../notesSlides/notesSlide30.xml"/><Relationship Id="rId12" Type="http://schemas.openxmlformats.org/officeDocument/2006/relationships/oleObject" Target="../embeddings/oleObject209.bin"/><Relationship Id="rId17" Type="http://schemas.openxmlformats.org/officeDocument/2006/relationships/image" Target="../media/image150.wmf"/><Relationship Id="rId25" Type="http://schemas.openxmlformats.org/officeDocument/2006/relationships/oleObject" Target="../embeddings/oleObject218.bin"/><Relationship Id="rId33" Type="http://schemas.openxmlformats.org/officeDocument/2006/relationships/image" Target="../media/image154.wmf"/><Relationship Id="rId38" Type="http://schemas.openxmlformats.org/officeDocument/2006/relationships/oleObject" Target="../embeddings/oleObject225.bin"/></Relationships>
</file>

<file path=ppt/slides/_rels/slide35.xml.rels><?xml version="1.0" encoding="UTF-8" standalone="yes"?>
<Relationships xmlns="http://schemas.openxmlformats.org/package/2006/relationships"><Relationship Id="rId13" Type="http://schemas.openxmlformats.org/officeDocument/2006/relationships/oleObject" Target="../embeddings/oleObject233.bin"/><Relationship Id="rId18" Type="http://schemas.openxmlformats.org/officeDocument/2006/relationships/oleObject" Target="../embeddings/oleObject237.bin"/><Relationship Id="rId26" Type="http://schemas.openxmlformats.org/officeDocument/2006/relationships/image" Target="../media/image152.wmf"/><Relationship Id="rId39" Type="http://schemas.openxmlformats.org/officeDocument/2006/relationships/image" Target="../media/image165.wmf"/><Relationship Id="rId21" Type="http://schemas.openxmlformats.org/officeDocument/2006/relationships/image" Target="../media/image151.wmf"/><Relationship Id="rId34" Type="http://schemas.openxmlformats.org/officeDocument/2006/relationships/oleObject" Target="../embeddings/oleObject246.bin"/><Relationship Id="rId42" Type="http://schemas.openxmlformats.org/officeDocument/2006/relationships/oleObject" Target="../embeddings/oleObject250.bin"/><Relationship Id="rId7" Type="http://schemas.openxmlformats.org/officeDocument/2006/relationships/image" Target="../media/image147.wmf"/><Relationship Id="rId2" Type="http://schemas.openxmlformats.org/officeDocument/2006/relationships/slideLayout" Target="../slideLayouts/slideLayout15.xml"/><Relationship Id="rId16" Type="http://schemas.openxmlformats.org/officeDocument/2006/relationships/oleObject" Target="../embeddings/oleObject235.bin"/><Relationship Id="rId20" Type="http://schemas.openxmlformats.org/officeDocument/2006/relationships/oleObject" Target="../embeddings/oleObject238.bin"/><Relationship Id="rId29" Type="http://schemas.openxmlformats.org/officeDocument/2006/relationships/oleObject" Target="../embeddings/oleObject243.bin"/><Relationship Id="rId41" Type="http://schemas.openxmlformats.org/officeDocument/2006/relationships/image" Target="../media/image166.wmf"/><Relationship Id="rId1" Type="http://schemas.openxmlformats.org/officeDocument/2006/relationships/vmlDrawing" Target="../drawings/vmlDrawing20.vml"/><Relationship Id="rId6" Type="http://schemas.openxmlformats.org/officeDocument/2006/relationships/oleObject" Target="../embeddings/oleObject229.bin"/><Relationship Id="rId11" Type="http://schemas.openxmlformats.org/officeDocument/2006/relationships/oleObject" Target="../embeddings/oleObject232.bin"/><Relationship Id="rId24" Type="http://schemas.openxmlformats.org/officeDocument/2006/relationships/image" Target="../media/image110.wmf"/><Relationship Id="rId32" Type="http://schemas.openxmlformats.org/officeDocument/2006/relationships/oleObject" Target="../embeddings/oleObject245.bin"/><Relationship Id="rId37" Type="http://schemas.openxmlformats.org/officeDocument/2006/relationships/image" Target="../media/image164.wmf"/><Relationship Id="rId40" Type="http://schemas.openxmlformats.org/officeDocument/2006/relationships/oleObject" Target="../embeddings/oleObject249.bin"/><Relationship Id="rId5" Type="http://schemas.openxmlformats.org/officeDocument/2006/relationships/image" Target="../media/image131.wmf"/><Relationship Id="rId15" Type="http://schemas.openxmlformats.org/officeDocument/2006/relationships/image" Target="../media/image150.wmf"/><Relationship Id="rId23" Type="http://schemas.openxmlformats.org/officeDocument/2006/relationships/oleObject" Target="../embeddings/oleObject240.bin"/><Relationship Id="rId28" Type="http://schemas.openxmlformats.org/officeDocument/2006/relationships/image" Target="../media/image153.wmf"/><Relationship Id="rId36" Type="http://schemas.openxmlformats.org/officeDocument/2006/relationships/oleObject" Target="../embeddings/oleObject247.bin"/><Relationship Id="rId10" Type="http://schemas.openxmlformats.org/officeDocument/2006/relationships/oleObject" Target="../embeddings/oleObject231.bin"/><Relationship Id="rId19" Type="http://schemas.openxmlformats.org/officeDocument/2006/relationships/image" Target="../media/image117.wmf"/><Relationship Id="rId31" Type="http://schemas.openxmlformats.org/officeDocument/2006/relationships/image" Target="../media/image154.wmf"/><Relationship Id="rId4" Type="http://schemas.openxmlformats.org/officeDocument/2006/relationships/oleObject" Target="../embeddings/oleObject228.bin"/><Relationship Id="rId9" Type="http://schemas.openxmlformats.org/officeDocument/2006/relationships/image" Target="../media/image148.wmf"/><Relationship Id="rId14" Type="http://schemas.openxmlformats.org/officeDocument/2006/relationships/oleObject" Target="../embeddings/oleObject234.bin"/><Relationship Id="rId22" Type="http://schemas.openxmlformats.org/officeDocument/2006/relationships/oleObject" Target="../embeddings/oleObject239.bin"/><Relationship Id="rId27" Type="http://schemas.openxmlformats.org/officeDocument/2006/relationships/oleObject" Target="../embeddings/oleObject242.bin"/><Relationship Id="rId30" Type="http://schemas.openxmlformats.org/officeDocument/2006/relationships/oleObject" Target="../embeddings/oleObject244.bin"/><Relationship Id="rId35" Type="http://schemas.openxmlformats.org/officeDocument/2006/relationships/image" Target="../media/image163.wmf"/><Relationship Id="rId43" Type="http://schemas.openxmlformats.org/officeDocument/2006/relationships/image" Target="../media/image167.wmf"/><Relationship Id="rId8" Type="http://schemas.openxmlformats.org/officeDocument/2006/relationships/oleObject" Target="../embeddings/oleObject230.bin"/><Relationship Id="rId3" Type="http://schemas.openxmlformats.org/officeDocument/2006/relationships/notesSlide" Target="../notesSlides/notesSlide31.xml"/><Relationship Id="rId12" Type="http://schemas.openxmlformats.org/officeDocument/2006/relationships/image" Target="../media/image134.wmf"/><Relationship Id="rId17" Type="http://schemas.openxmlformats.org/officeDocument/2006/relationships/oleObject" Target="../embeddings/oleObject236.bin"/><Relationship Id="rId25" Type="http://schemas.openxmlformats.org/officeDocument/2006/relationships/oleObject" Target="../embeddings/oleObject241.bin"/><Relationship Id="rId33" Type="http://schemas.openxmlformats.org/officeDocument/2006/relationships/image" Target="../media/image162.wmf"/><Relationship Id="rId38" Type="http://schemas.openxmlformats.org/officeDocument/2006/relationships/oleObject" Target="../embeddings/oleObject248.bin"/></Relationships>
</file>

<file path=ppt/slides/_rels/slide36.xml.rels><?xml version="1.0" encoding="UTF-8" standalone="yes"?>
<Relationships xmlns="http://schemas.openxmlformats.org/package/2006/relationships"><Relationship Id="rId13" Type="http://schemas.openxmlformats.org/officeDocument/2006/relationships/image" Target="../media/image152.wmf"/><Relationship Id="rId18" Type="http://schemas.openxmlformats.org/officeDocument/2006/relationships/oleObject" Target="../embeddings/oleObject258.bin"/><Relationship Id="rId26" Type="http://schemas.openxmlformats.org/officeDocument/2006/relationships/image" Target="../media/image173.wmf"/><Relationship Id="rId39" Type="http://schemas.openxmlformats.org/officeDocument/2006/relationships/oleObject" Target="../embeddings/oleObject268.bin"/><Relationship Id="rId21" Type="http://schemas.openxmlformats.org/officeDocument/2006/relationships/image" Target="../media/image171.wmf"/><Relationship Id="rId34" Type="http://schemas.openxmlformats.org/officeDocument/2006/relationships/image" Target="../media/image177.wmf"/><Relationship Id="rId42" Type="http://schemas.openxmlformats.org/officeDocument/2006/relationships/image" Target="../media/image181.wmf"/><Relationship Id="rId7" Type="http://schemas.openxmlformats.org/officeDocument/2006/relationships/image" Target="../media/image134.wmf"/><Relationship Id="rId2" Type="http://schemas.openxmlformats.org/officeDocument/2006/relationships/slideLayout" Target="../slideLayouts/slideLayout15.xml"/><Relationship Id="rId16" Type="http://schemas.openxmlformats.org/officeDocument/2006/relationships/oleObject" Target="../embeddings/oleObject257.bin"/><Relationship Id="rId20" Type="http://schemas.openxmlformats.org/officeDocument/2006/relationships/oleObject" Target="../embeddings/oleObject259.bin"/><Relationship Id="rId29" Type="http://schemas.openxmlformats.org/officeDocument/2006/relationships/oleObject" Target="../embeddings/oleObject263.bin"/><Relationship Id="rId41" Type="http://schemas.openxmlformats.org/officeDocument/2006/relationships/oleObject" Target="../embeddings/oleObject269.bin"/><Relationship Id="rId1" Type="http://schemas.openxmlformats.org/officeDocument/2006/relationships/vmlDrawing" Target="../drawings/vmlDrawing21.vml"/><Relationship Id="rId6" Type="http://schemas.openxmlformats.org/officeDocument/2006/relationships/oleObject" Target="../embeddings/oleObject252.bin"/><Relationship Id="rId11" Type="http://schemas.openxmlformats.org/officeDocument/2006/relationships/image" Target="../media/image110.wmf"/><Relationship Id="rId24" Type="http://schemas.openxmlformats.org/officeDocument/2006/relationships/image" Target="../media/image172.wmf"/><Relationship Id="rId32" Type="http://schemas.openxmlformats.org/officeDocument/2006/relationships/image" Target="../media/image176.wmf"/><Relationship Id="rId37" Type="http://schemas.openxmlformats.org/officeDocument/2006/relationships/oleObject" Target="../embeddings/oleObject267.bin"/><Relationship Id="rId40" Type="http://schemas.openxmlformats.org/officeDocument/2006/relationships/image" Target="../media/image180.wmf"/><Relationship Id="rId5" Type="http://schemas.openxmlformats.org/officeDocument/2006/relationships/image" Target="../media/image114.wmf"/><Relationship Id="rId15" Type="http://schemas.openxmlformats.org/officeDocument/2006/relationships/image" Target="../media/image168.wmf"/><Relationship Id="rId23" Type="http://schemas.openxmlformats.org/officeDocument/2006/relationships/oleObject" Target="../embeddings/oleObject260.bin"/><Relationship Id="rId28" Type="http://schemas.openxmlformats.org/officeDocument/2006/relationships/image" Target="../media/image174.wmf"/><Relationship Id="rId36" Type="http://schemas.openxmlformats.org/officeDocument/2006/relationships/image" Target="../media/image178.wmf"/><Relationship Id="rId10" Type="http://schemas.openxmlformats.org/officeDocument/2006/relationships/oleObject" Target="../embeddings/oleObject254.bin"/><Relationship Id="rId19" Type="http://schemas.openxmlformats.org/officeDocument/2006/relationships/image" Target="../media/image170.wmf"/><Relationship Id="rId31" Type="http://schemas.openxmlformats.org/officeDocument/2006/relationships/oleObject" Target="../embeddings/oleObject264.bin"/><Relationship Id="rId4" Type="http://schemas.openxmlformats.org/officeDocument/2006/relationships/oleObject" Target="../embeddings/oleObject251.bin"/><Relationship Id="rId9" Type="http://schemas.openxmlformats.org/officeDocument/2006/relationships/image" Target="../media/image117.wmf"/><Relationship Id="rId14" Type="http://schemas.openxmlformats.org/officeDocument/2006/relationships/oleObject" Target="../embeddings/oleObject256.bin"/><Relationship Id="rId22" Type="http://schemas.openxmlformats.org/officeDocument/2006/relationships/image" Target="../media/image182.png"/><Relationship Id="rId27" Type="http://schemas.openxmlformats.org/officeDocument/2006/relationships/oleObject" Target="../embeddings/oleObject262.bin"/><Relationship Id="rId30" Type="http://schemas.openxmlformats.org/officeDocument/2006/relationships/image" Target="../media/image175.wmf"/><Relationship Id="rId35" Type="http://schemas.openxmlformats.org/officeDocument/2006/relationships/oleObject" Target="../embeddings/oleObject266.bin"/><Relationship Id="rId8" Type="http://schemas.openxmlformats.org/officeDocument/2006/relationships/oleObject" Target="../embeddings/oleObject253.bin"/><Relationship Id="rId3" Type="http://schemas.openxmlformats.org/officeDocument/2006/relationships/notesSlide" Target="../notesSlides/notesSlide32.xml"/><Relationship Id="rId12" Type="http://schemas.openxmlformats.org/officeDocument/2006/relationships/oleObject" Target="../embeddings/oleObject255.bin"/><Relationship Id="rId17" Type="http://schemas.openxmlformats.org/officeDocument/2006/relationships/image" Target="../media/image169.wmf"/><Relationship Id="rId25" Type="http://schemas.openxmlformats.org/officeDocument/2006/relationships/oleObject" Target="../embeddings/oleObject261.bin"/><Relationship Id="rId33" Type="http://schemas.openxmlformats.org/officeDocument/2006/relationships/oleObject" Target="../embeddings/oleObject265.bin"/><Relationship Id="rId38" Type="http://schemas.openxmlformats.org/officeDocument/2006/relationships/image" Target="../media/image179.wmf"/></Relationships>
</file>

<file path=ppt/slides/_rels/slide37.xml.rels><?xml version="1.0" encoding="UTF-8" standalone="yes"?>
<Relationships xmlns="http://schemas.openxmlformats.org/package/2006/relationships"><Relationship Id="rId13" Type="http://schemas.openxmlformats.org/officeDocument/2006/relationships/image" Target="../media/image152.wmf"/><Relationship Id="rId18" Type="http://schemas.openxmlformats.org/officeDocument/2006/relationships/oleObject" Target="../embeddings/oleObject277.bin"/><Relationship Id="rId26" Type="http://schemas.openxmlformats.org/officeDocument/2006/relationships/oleObject" Target="../embeddings/oleObject281.bin"/><Relationship Id="rId39" Type="http://schemas.openxmlformats.org/officeDocument/2006/relationships/image" Target="../media/image187.wmf"/><Relationship Id="rId21" Type="http://schemas.openxmlformats.org/officeDocument/2006/relationships/image" Target="../media/image172.wmf"/><Relationship Id="rId34" Type="http://schemas.openxmlformats.org/officeDocument/2006/relationships/oleObject" Target="../embeddings/oleObject285.bin"/><Relationship Id="rId42" Type="http://schemas.openxmlformats.org/officeDocument/2006/relationships/oleObject" Target="../embeddings/oleObject289.bin"/><Relationship Id="rId47" Type="http://schemas.openxmlformats.org/officeDocument/2006/relationships/image" Target="../media/image191.wmf"/><Relationship Id="rId50" Type="http://schemas.openxmlformats.org/officeDocument/2006/relationships/image" Target="../media/image192.wmf"/><Relationship Id="rId7" Type="http://schemas.openxmlformats.org/officeDocument/2006/relationships/image" Target="../media/image134.wmf"/><Relationship Id="rId2" Type="http://schemas.openxmlformats.org/officeDocument/2006/relationships/slideLayout" Target="../slideLayouts/slideLayout15.xml"/><Relationship Id="rId16" Type="http://schemas.openxmlformats.org/officeDocument/2006/relationships/oleObject" Target="../embeddings/oleObject276.bin"/><Relationship Id="rId29" Type="http://schemas.openxmlformats.org/officeDocument/2006/relationships/image" Target="../media/image184.wmf"/><Relationship Id="rId11" Type="http://schemas.openxmlformats.org/officeDocument/2006/relationships/image" Target="../media/image110.wmf"/><Relationship Id="rId24" Type="http://schemas.openxmlformats.org/officeDocument/2006/relationships/oleObject" Target="../embeddings/oleObject280.bin"/><Relationship Id="rId32" Type="http://schemas.openxmlformats.org/officeDocument/2006/relationships/oleObject" Target="../embeddings/oleObject284.bin"/><Relationship Id="rId37" Type="http://schemas.openxmlformats.org/officeDocument/2006/relationships/image" Target="../media/image186.wmf"/><Relationship Id="rId40" Type="http://schemas.openxmlformats.org/officeDocument/2006/relationships/oleObject" Target="../embeddings/oleObject288.bin"/><Relationship Id="rId45" Type="http://schemas.openxmlformats.org/officeDocument/2006/relationships/image" Target="../media/image190.wmf"/><Relationship Id="rId5" Type="http://schemas.openxmlformats.org/officeDocument/2006/relationships/image" Target="../media/image114.wmf"/><Relationship Id="rId15" Type="http://schemas.openxmlformats.org/officeDocument/2006/relationships/image" Target="../media/image168.wmf"/><Relationship Id="rId23" Type="http://schemas.openxmlformats.org/officeDocument/2006/relationships/image" Target="../media/image173.wmf"/><Relationship Id="rId28" Type="http://schemas.openxmlformats.org/officeDocument/2006/relationships/oleObject" Target="../embeddings/oleObject282.bin"/><Relationship Id="rId36" Type="http://schemas.openxmlformats.org/officeDocument/2006/relationships/oleObject" Target="../embeddings/oleObject286.bin"/><Relationship Id="rId49" Type="http://schemas.openxmlformats.org/officeDocument/2006/relationships/oleObject" Target="../embeddings/oleObject293.bin"/><Relationship Id="rId10" Type="http://schemas.openxmlformats.org/officeDocument/2006/relationships/oleObject" Target="../embeddings/oleObject273.bin"/><Relationship Id="rId19" Type="http://schemas.openxmlformats.org/officeDocument/2006/relationships/image" Target="../media/image183.wmf"/><Relationship Id="rId31" Type="http://schemas.openxmlformats.org/officeDocument/2006/relationships/image" Target="../media/image178.wmf"/><Relationship Id="rId44" Type="http://schemas.openxmlformats.org/officeDocument/2006/relationships/oleObject" Target="../embeddings/oleObject290.bin"/><Relationship Id="rId4" Type="http://schemas.openxmlformats.org/officeDocument/2006/relationships/oleObject" Target="../embeddings/oleObject270.bin"/><Relationship Id="rId9" Type="http://schemas.openxmlformats.org/officeDocument/2006/relationships/image" Target="../media/image117.wmf"/><Relationship Id="rId14" Type="http://schemas.openxmlformats.org/officeDocument/2006/relationships/oleObject" Target="../embeddings/oleObject275.bin"/><Relationship Id="rId22" Type="http://schemas.openxmlformats.org/officeDocument/2006/relationships/oleObject" Target="../embeddings/oleObject279.bin"/><Relationship Id="rId27" Type="http://schemas.openxmlformats.org/officeDocument/2006/relationships/image" Target="../media/image175.wmf"/><Relationship Id="rId30" Type="http://schemas.openxmlformats.org/officeDocument/2006/relationships/oleObject" Target="../embeddings/oleObject283.bin"/><Relationship Id="rId35" Type="http://schemas.openxmlformats.org/officeDocument/2006/relationships/image" Target="../media/image181.wmf"/><Relationship Id="rId43" Type="http://schemas.openxmlformats.org/officeDocument/2006/relationships/image" Target="../media/image189.wmf"/><Relationship Id="rId48" Type="http://schemas.openxmlformats.org/officeDocument/2006/relationships/oleObject" Target="../embeddings/oleObject292.bin"/><Relationship Id="rId8" Type="http://schemas.openxmlformats.org/officeDocument/2006/relationships/oleObject" Target="../embeddings/oleObject272.bin"/><Relationship Id="rId3" Type="http://schemas.openxmlformats.org/officeDocument/2006/relationships/notesSlide" Target="../notesSlides/notesSlide33.xml"/><Relationship Id="rId12" Type="http://schemas.openxmlformats.org/officeDocument/2006/relationships/oleObject" Target="../embeddings/oleObject274.bin"/><Relationship Id="rId17" Type="http://schemas.openxmlformats.org/officeDocument/2006/relationships/image" Target="../media/image169.wmf"/><Relationship Id="rId25" Type="http://schemas.openxmlformats.org/officeDocument/2006/relationships/image" Target="../media/image174.wmf"/><Relationship Id="rId33" Type="http://schemas.openxmlformats.org/officeDocument/2006/relationships/image" Target="../media/image185.wmf"/><Relationship Id="rId38" Type="http://schemas.openxmlformats.org/officeDocument/2006/relationships/oleObject" Target="../embeddings/oleObject287.bin"/><Relationship Id="rId46" Type="http://schemas.openxmlformats.org/officeDocument/2006/relationships/oleObject" Target="../embeddings/oleObject291.bin"/><Relationship Id="rId20" Type="http://schemas.openxmlformats.org/officeDocument/2006/relationships/oleObject" Target="../embeddings/oleObject278.bin"/><Relationship Id="rId41" Type="http://schemas.openxmlformats.org/officeDocument/2006/relationships/image" Target="../media/image188.wmf"/><Relationship Id="rId1" Type="http://schemas.openxmlformats.org/officeDocument/2006/relationships/vmlDrawing" Target="../drawings/vmlDrawing22.vml"/><Relationship Id="rId6" Type="http://schemas.openxmlformats.org/officeDocument/2006/relationships/oleObject" Target="../embeddings/oleObject27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96.bin"/><Relationship Id="rId13" Type="http://schemas.openxmlformats.org/officeDocument/2006/relationships/image" Target="../media/image188.wmf"/><Relationship Id="rId18" Type="http://schemas.openxmlformats.org/officeDocument/2006/relationships/oleObject" Target="../embeddings/oleObject301.bin"/><Relationship Id="rId26" Type="http://schemas.openxmlformats.org/officeDocument/2006/relationships/image" Target="../media/image152.wmf"/><Relationship Id="rId3" Type="http://schemas.openxmlformats.org/officeDocument/2006/relationships/notesSlide" Target="../notesSlides/notesSlide34.xml"/><Relationship Id="rId21" Type="http://schemas.openxmlformats.org/officeDocument/2006/relationships/oleObject" Target="../embeddings/oleObject303.bin"/><Relationship Id="rId7" Type="http://schemas.openxmlformats.org/officeDocument/2006/relationships/image" Target="../media/image117.wmf"/><Relationship Id="rId12" Type="http://schemas.openxmlformats.org/officeDocument/2006/relationships/oleObject" Target="../embeddings/oleObject298.bin"/><Relationship Id="rId17" Type="http://schemas.openxmlformats.org/officeDocument/2006/relationships/image" Target="../media/image192.wmf"/><Relationship Id="rId25" Type="http://schemas.openxmlformats.org/officeDocument/2006/relationships/oleObject" Target="../embeddings/oleObject305.bin"/><Relationship Id="rId2" Type="http://schemas.openxmlformats.org/officeDocument/2006/relationships/slideLayout" Target="../slideLayouts/slideLayout15.xml"/><Relationship Id="rId16" Type="http://schemas.openxmlformats.org/officeDocument/2006/relationships/oleObject" Target="../embeddings/oleObject300.bin"/><Relationship Id="rId20" Type="http://schemas.openxmlformats.org/officeDocument/2006/relationships/oleObject" Target="../embeddings/oleObject302.bin"/><Relationship Id="rId1" Type="http://schemas.openxmlformats.org/officeDocument/2006/relationships/vmlDrawing" Target="../drawings/vmlDrawing23.vml"/><Relationship Id="rId6" Type="http://schemas.openxmlformats.org/officeDocument/2006/relationships/oleObject" Target="../embeddings/oleObject295.bin"/><Relationship Id="rId11" Type="http://schemas.openxmlformats.org/officeDocument/2006/relationships/image" Target="../media/image187.wmf"/><Relationship Id="rId24" Type="http://schemas.openxmlformats.org/officeDocument/2006/relationships/image" Target="../media/image196.wmf"/><Relationship Id="rId5" Type="http://schemas.openxmlformats.org/officeDocument/2006/relationships/image" Target="../media/image193.wmf"/><Relationship Id="rId15" Type="http://schemas.openxmlformats.org/officeDocument/2006/relationships/image" Target="../media/image185.wmf"/><Relationship Id="rId23" Type="http://schemas.openxmlformats.org/officeDocument/2006/relationships/oleObject" Target="../embeddings/oleObject304.bin"/><Relationship Id="rId10" Type="http://schemas.openxmlformats.org/officeDocument/2006/relationships/oleObject" Target="../embeddings/oleObject297.bin"/><Relationship Id="rId19" Type="http://schemas.openxmlformats.org/officeDocument/2006/relationships/image" Target="../media/image194.wmf"/><Relationship Id="rId4" Type="http://schemas.openxmlformats.org/officeDocument/2006/relationships/oleObject" Target="../embeddings/oleObject294.bin"/><Relationship Id="rId9" Type="http://schemas.openxmlformats.org/officeDocument/2006/relationships/image" Target="../media/image186.wmf"/><Relationship Id="rId14" Type="http://schemas.openxmlformats.org/officeDocument/2006/relationships/oleObject" Target="../embeddings/oleObject299.bin"/><Relationship Id="rId22" Type="http://schemas.openxmlformats.org/officeDocument/2006/relationships/image" Target="../media/image195.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image" Target="../media/image169.wmf"/><Relationship Id="rId18" Type="http://schemas.openxmlformats.org/officeDocument/2006/relationships/oleObject" Target="../embeddings/oleObject313.bin"/><Relationship Id="rId26" Type="http://schemas.openxmlformats.org/officeDocument/2006/relationships/oleObject" Target="../embeddings/oleObject317.bin"/><Relationship Id="rId3" Type="http://schemas.openxmlformats.org/officeDocument/2006/relationships/notesSlide" Target="../notesSlides/notesSlide35.xml"/><Relationship Id="rId21" Type="http://schemas.openxmlformats.org/officeDocument/2006/relationships/image" Target="../media/image203.wmf"/><Relationship Id="rId7" Type="http://schemas.openxmlformats.org/officeDocument/2006/relationships/image" Target="../media/image117.wmf"/><Relationship Id="rId12" Type="http://schemas.openxmlformats.org/officeDocument/2006/relationships/oleObject" Target="../embeddings/oleObject310.bin"/><Relationship Id="rId17" Type="http://schemas.openxmlformats.org/officeDocument/2006/relationships/image" Target="../media/image201.wmf"/><Relationship Id="rId25" Type="http://schemas.openxmlformats.org/officeDocument/2006/relationships/image" Target="../media/image205.wmf"/><Relationship Id="rId2" Type="http://schemas.openxmlformats.org/officeDocument/2006/relationships/slideLayout" Target="../slideLayouts/slideLayout15.xml"/><Relationship Id="rId16" Type="http://schemas.openxmlformats.org/officeDocument/2006/relationships/oleObject" Target="../embeddings/oleObject312.bin"/><Relationship Id="rId20" Type="http://schemas.openxmlformats.org/officeDocument/2006/relationships/oleObject" Target="../embeddings/oleObject314.bin"/><Relationship Id="rId29" Type="http://schemas.openxmlformats.org/officeDocument/2006/relationships/image" Target="../media/image207.wmf"/><Relationship Id="rId1" Type="http://schemas.openxmlformats.org/officeDocument/2006/relationships/vmlDrawing" Target="../drawings/vmlDrawing24.vml"/><Relationship Id="rId6" Type="http://schemas.openxmlformats.org/officeDocument/2006/relationships/oleObject" Target="../embeddings/oleObject307.bin"/><Relationship Id="rId11" Type="http://schemas.openxmlformats.org/officeDocument/2006/relationships/image" Target="../media/image199.wmf"/><Relationship Id="rId24" Type="http://schemas.openxmlformats.org/officeDocument/2006/relationships/oleObject" Target="../embeddings/oleObject316.bin"/><Relationship Id="rId5" Type="http://schemas.openxmlformats.org/officeDocument/2006/relationships/image" Target="../media/image197.wmf"/><Relationship Id="rId15" Type="http://schemas.openxmlformats.org/officeDocument/2006/relationships/image" Target="../media/image200.wmf"/><Relationship Id="rId23" Type="http://schemas.openxmlformats.org/officeDocument/2006/relationships/image" Target="../media/image204.wmf"/><Relationship Id="rId28" Type="http://schemas.openxmlformats.org/officeDocument/2006/relationships/oleObject" Target="../embeddings/oleObject318.bin"/><Relationship Id="rId10" Type="http://schemas.openxmlformats.org/officeDocument/2006/relationships/oleObject" Target="../embeddings/oleObject309.bin"/><Relationship Id="rId19" Type="http://schemas.openxmlformats.org/officeDocument/2006/relationships/image" Target="../media/image202.wmf"/><Relationship Id="rId4" Type="http://schemas.openxmlformats.org/officeDocument/2006/relationships/oleObject" Target="../embeddings/oleObject306.bin"/><Relationship Id="rId9" Type="http://schemas.openxmlformats.org/officeDocument/2006/relationships/image" Target="../media/image198.wmf"/><Relationship Id="rId14" Type="http://schemas.openxmlformats.org/officeDocument/2006/relationships/oleObject" Target="../embeddings/oleObject311.bin"/><Relationship Id="rId22" Type="http://schemas.openxmlformats.org/officeDocument/2006/relationships/oleObject" Target="../embeddings/oleObject315.bin"/><Relationship Id="rId27" Type="http://schemas.openxmlformats.org/officeDocument/2006/relationships/image" Target="../media/image206.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21.bin"/><Relationship Id="rId13" Type="http://schemas.openxmlformats.org/officeDocument/2006/relationships/image" Target="../media/image169.wmf"/><Relationship Id="rId18" Type="http://schemas.openxmlformats.org/officeDocument/2006/relationships/oleObject" Target="../embeddings/oleObject326.bin"/><Relationship Id="rId26" Type="http://schemas.openxmlformats.org/officeDocument/2006/relationships/oleObject" Target="../embeddings/oleObject330.bin"/><Relationship Id="rId3" Type="http://schemas.openxmlformats.org/officeDocument/2006/relationships/notesSlide" Target="../notesSlides/notesSlide36.xml"/><Relationship Id="rId21" Type="http://schemas.openxmlformats.org/officeDocument/2006/relationships/image" Target="../media/image207.wmf"/><Relationship Id="rId7" Type="http://schemas.openxmlformats.org/officeDocument/2006/relationships/image" Target="../media/image117.wmf"/><Relationship Id="rId12" Type="http://schemas.openxmlformats.org/officeDocument/2006/relationships/oleObject" Target="../embeddings/oleObject323.bin"/><Relationship Id="rId17" Type="http://schemas.openxmlformats.org/officeDocument/2006/relationships/image" Target="../media/image209.wmf"/><Relationship Id="rId25" Type="http://schemas.openxmlformats.org/officeDocument/2006/relationships/image" Target="../media/image211.wmf"/><Relationship Id="rId2" Type="http://schemas.openxmlformats.org/officeDocument/2006/relationships/slideLayout" Target="../slideLayouts/slideLayout15.xml"/><Relationship Id="rId16" Type="http://schemas.openxmlformats.org/officeDocument/2006/relationships/oleObject" Target="../embeddings/oleObject325.bin"/><Relationship Id="rId20" Type="http://schemas.openxmlformats.org/officeDocument/2006/relationships/oleObject" Target="../embeddings/oleObject327.bin"/><Relationship Id="rId1" Type="http://schemas.openxmlformats.org/officeDocument/2006/relationships/vmlDrawing" Target="../drawings/vmlDrawing25.vml"/><Relationship Id="rId6" Type="http://schemas.openxmlformats.org/officeDocument/2006/relationships/oleObject" Target="../embeddings/oleObject320.bin"/><Relationship Id="rId11" Type="http://schemas.openxmlformats.org/officeDocument/2006/relationships/image" Target="../media/image199.wmf"/><Relationship Id="rId24" Type="http://schemas.openxmlformats.org/officeDocument/2006/relationships/oleObject" Target="../embeddings/oleObject329.bin"/><Relationship Id="rId5" Type="http://schemas.openxmlformats.org/officeDocument/2006/relationships/image" Target="../media/image197.wmf"/><Relationship Id="rId15" Type="http://schemas.openxmlformats.org/officeDocument/2006/relationships/image" Target="../media/image208.wmf"/><Relationship Id="rId23" Type="http://schemas.openxmlformats.org/officeDocument/2006/relationships/image" Target="../media/image210.wmf"/><Relationship Id="rId10" Type="http://schemas.openxmlformats.org/officeDocument/2006/relationships/oleObject" Target="../embeddings/oleObject322.bin"/><Relationship Id="rId19" Type="http://schemas.openxmlformats.org/officeDocument/2006/relationships/image" Target="../media/image204.wmf"/><Relationship Id="rId4" Type="http://schemas.openxmlformats.org/officeDocument/2006/relationships/oleObject" Target="../embeddings/oleObject319.bin"/><Relationship Id="rId9" Type="http://schemas.openxmlformats.org/officeDocument/2006/relationships/image" Target="../media/image198.wmf"/><Relationship Id="rId14" Type="http://schemas.openxmlformats.org/officeDocument/2006/relationships/oleObject" Target="../embeddings/oleObject324.bin"/><Relationship Id="rId22" Type="http://schemas.openxmlformats.org/officeDocument/2006/relationships/oleObject" Target="../embeddings/oleObject328.bin"/><Relationship Id="rId27" Type="http://schemas.openxmlformats.org/officeDocument/2006/relationships/image" Target="../media/image212.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15.png"/><Relationship Id="rId4" Type="http://schemas.openxmlformats.org/officeDocument/2006/relationships/image" Target="../media/image214.jpeg"/></Relationships>
</file>

<file path=ppt/slides/_rels/slide43.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17.png"/></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33.bin"/><Relationship Id="rId3" Type="http://schemas.openxmlformats.org/officeDocument/2006/relationships/notesSlide" Target="../notesSlides/notesSlide40.xml"/><Relationship Id="rId7" Type="http://schemas.openxmlformats.org/officeDocument/2006/relationships/image" Target="../media/image219.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332.bin"/><Relationship Id="rId5" Type="http://schemas.openxmlformats.org/officeDocument/2006/relationships/image" Target="../media/image218.wmf"/><Relationship Id="rId4" Type="http://schemas.openxmlformats.org/officeDocument/2006/relationships/oleObject" Target="../embeddings/oleObject331.bin"/><Relationship Id="rId9" Type="http://schemas.openxmlformats.org/officeDocument/2006/relationships/image" Target="../media/image220.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36.bin"/><Relationship Id="rId3" Type="http://schemas.openxmlformats.org/officeDocument/2006/relationships/notesSlide" Target="../notesSlides/notesSlide41.xml"/><Relationship Id="rId7" Type="http://schemas.openxmlformats.org/officeDocument/2006/relationships/image" Target="../media/image221.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335.bin"/><Relationship Id="rId5" Type="http://schemas.openxmlformats.org/officeDocument/2006/relationships/image" Target="../media/image218.wmf"/><Relationship Id="rId4" Type="http://schemas.openxmlformats.org/officeDocument/2006/relationships/oleObject" Target="../embeddings/oleObject334.bin"/><Relationship Id="rId9" Type="http://schemas.openxmlformats.org/officeDocument/2006/relationships/image" Target="../media/image222.w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224.png"/><Relationship Id="rId5" Type="http://schemas.openxmlformats.org/officeDocument/2006/relationships/image" Target="../media/image223.wmf"/><Relationship Id="rId4" Type="http://schemas.openxmlformats.org/officeDocument/2006/relationships/oleObject" Target="../embeddings/oleObject337.bin"/></Relationships>
</file>

<file path=ppt/slides/_rels/slide47.xml.rels><?xml version="1.0" encoding="UTF-8" standalone="yes"?>
<Relationships xmlns="http://schemas.openxmlformats.org/package/2006/relationships"><Relationship Id="rId8" Type="http://schemas.openxmlformats.org/officeDocument/2006/relationships/image" Target="../media/image226.wmf"/><Relationship Id="rId13" Type="http://schemas.openxmlformats.org/officeDocument/2006/relationships/oleObject" Target="../embeddings/oleObject341.bin"/><Relationship Id="rId18" Type="http://schemas.openxmlformats.org/officeDocument/2006/relationships/image" Target="../media/image230.wmf"/><Relationship Id="rId3" Type="http://schemas.openxmlformats.org/officeDocument/2006/relationships/notesSlide" Target="../notesSlides/notesSlide43.xml"/><Relationship Id="rId7" Type="http://schemas.openxmlformats.org/officeDocument/2006/relationships/oleObject" Target="../embeddings/oleObject339.bin"/><Relationship Id="rId12" Type="http://schemas.openxmlformats.org/officeDocument/2006/relationships/image" Target="../media/image232.png"/><Relationship Id="rId17" Type="http://schemas.openxmlformats.org/officeDocument/2006/relationships/oleObject" Target="../embeddings/oleObject343.bin"/><Relationship Id="rId2" Type="http://schemas.openxmlformats.org/officeDocument/2006/relationships/slideLayout" Target="../slideLayouts/slideLayout2.xml"/><Relationship Id="rId16" Type="http://schemas.openxmlformats.org/officeDocument/2006/relationships/image" Target="../media/image229.wmf"/><Relationship Id="rId1" Type="http://schemas.openxmlformats.org/officeDocument/2006/relationships/vmlDrawing" Target="../drawings/vmlDrawing29.vml"/><Relationship Id="rId6" Type="http://schemas.openxmlformats.org/officeDocument/2006/relationships/image" Target="../media/image224.png"/><Relationship Id="rId11" Type="http://schemas.openxmlformats.org/officeDocument/2006/relationships/image" Target="../media/image231.png"/><Relationship Id="rId5" Type="http://schemas.openxmlformats.org/officeDocument/2006/relationships/image" Target="../media/image225.wmf"/><Relationship Id="rId15" Type="http://schemas.openxmlformats.org/officeDocument/2006/relationships/oleObject" Target="../embeddings/oleObject342.bin"/><Relationship Id="rId10" Type="http://schemas.openxmlformats.org/officeDocument/2006/relationships/image" Target="../media/image227.wmf"/><Relationship Id="rId4" Type="http://schemas.openxmlformats.org/officeDocument/2006/relationships/oleObject" Target="../embeddings/oleObject338.bin"/><Relationship Id="rId9" Type="http://schemas.openxmlformats.org/officeDocument/2006/relationships/oleObject" Target="../embeddings/oleObject340.bin"/><Relationship Id="rId14" Type="http://schemas.openxmlformats.org/officeDocument/2006/relationships/image" Target="../media/image228.wmf"/></Relationships>
</file>

<file path=ppt/slides/_rels/slide48.xml.rels><?xml version="1.0" encoding="UTF-8" standalone="yes"?>
<Relationships xmlns="http://schemas.openxmlformats.org/package/2006/relationships"><Relationship Id="rId13" Type="http://schemas.openxmlformats.org/officeDocument/2006/relationships/oleObject" Target="../embeddings/oleObject348.bin"/><Relationship Id="rId18" Type="http://schemas.openxmlformats.org/officeDocument/2006/relationships/image" Target="../media/image239.wmf"/><Relationship Id="rId26" Type="http://schemas.openxmlformats.org/officeDocument/2006/relationships/image" Target="../media/image243.wmf"/><Relationship Id="rId39" Type="http://schemas.openxmlformats.org/officeDocument/2006/relationships/oleObject" Target="../embeddings/oleObject361.bin"/><Relationship Id="rId21" Type="http://schemas.openxmlformats.org/officeDocument/2006/relationships/oleObject" Target="../embeddings/oleObject352.bin"/><Relationship Id="rId34" Type="http://schemas.openxmlformats.org/officeDocument/2006/relationships/image" Target="../media/image247.wmf"/><Relationship Id="rId42" Type="http://schemas.openxmlformats.org/officeDocument/2006/relationships/image" Target="../media/image251.wmf"/><Relationship Id="rId47" Type="http://schemas.openxmlformats.org/officeDocument/2006/relationships/oleObject" Target="../embeddings/oleObject365.bin"/><Relationship Id="rId50" Type="http://schemas.openxmlformats.org/officeDocument/2006/relationships/image" Target="../media/image255.wmf"/><Relationship Id="rId7" Type="http://schemas.openxmlformats.org/officeDocument/2006/relationships/image" Target="../media/image234.wmf"/><Relationship Id="rId2" Type="http://schemas.openxmlformats.org/officeDocument/2006/relationships/slideLayout" Target="../slideLayouts/slideLayout2.xml"/><Relationship Id="rId16" Type="http://schemas.openxmlformats.org/officeDocument/2006/relationships/image" Target="../media/image238.wmf"/><Relationship Id="rId29" Type="http://schemas.openxmlformats.org/officeDocument/2006/relationships/oleObject" Target="../embeddings/oleObject356.bin"/><Relationship Id="rId11" Type="http://schemas.openxmlformats.org/officeDocument/2006/relationships/oleObject" Target="../embeddings/oleObject347.bin"/><Relationship Id="rId24" Type="http://schemas.openxmlformats.org/officeDocument/2006/relationships/image" Target="../media/image242.wmf"/><Relationship Id="rId32" Type="http://schemas.openxmlformats.org/officeDocument/2006/relationships/image" Target="../media/image246.wmf"/><Relationship Id="rId37" Type="http://schemas.openxmlformats.org/officeDocument/2006/relationships/oleObject" Target="../embeddings/oleObject360.bin"/><Relationship Id="rId40" Type="http://schemas.openxmlformats.org/officeDocument/2006/relationships/image" Target="../media/image250.wmf"/><Relationship Id="rId45" Type="http://schemas.openxmlformats.org/officeDocument/2006/relationships/oleObject" Target="../embeddings/oleObject364.bin"/><Relationship Id="rId5" Type="http://schemas.openxmlformats.org/officeDocument/2006/relationships/image" Target="../media/image233.wmf"/><Relationship Id="rId15" Type="http://schemas.openxmlformats.org/officeDocument/2006/relationships/oleObject" Target="../embeddings/oleObject349.bin"/><Relationship Id="rId23" Type="http://schemas.openxmlformats.org/officeDocument/2006/relationships/oleObject" Target="../embeddings/oleObject353.bin"/><Relationship Id="rId28" Type="http://schemas.openxmlformats.org/officeDocument/2006/relationships/image" Target="../media/image244.wmf"/><Relationship Id="rId36" Type="http://schemas.openxmlformats.org/officeDocument/2006/relationships/image" Target="../media/image248.wmf"/><Relationship Id="rId49" Type="http://schemas.openxmlformats.org/officeDocument/2006/relationships/oleObject" Target="../embeddings/oleObject366.bin"/><Relationship Id="rId10" Type="http://schemas.openxmlformats.org/officeDocument/2006/relationships/image" Target="../media/image256.png"/><Relationship Id="rId19" Type="http://schemas.openxmlformats.org/officeDocument/2006/relationships/oleObject" Target="../embeddings/oleObject351.bin"/><Relationship Id="rId31" Type="http://schemas.openxmlformats.org/officeDocument/2006/relationships/oleObject" Target="../embeddings/oleObject357.bin"/><Relationship Id="rId44" Type="http://schemas.openxmlformats.org/officeDocument/2006/relationships/image" Target="../media/image252.wmf"/><Relationship Id="rId4" Type="http://schemas.openxmlformats.org/officeDocument/2006/relationships/oleObject" Target="../embeddings/oleObject344.bin"/><Relationship Id="rId9" Type="http://schemas.openxmlformats.org/officeDocument/2006/relationships/image" Target="../media/image235.wmf"/><Relationship Id="rId14" Type="http://schemas.openxmlformats.org/officeDocument/2006/relationships/image" Target="../media/image237.wmf"/><Relationship Id="rId22" Type="http://schemas.openxmlformats.org/officeDocument/2006/relationships/image" Target="../media/image241.wmf"/><Relationship Id="rId27" Type="http://schemas.openxmlformats.org/officeDocument/2006/relationships/oleObject" Target="../embeddings/oleObject355.bin"/><Relationship Id="rId30" Type="http://schemas.openxmlformats.org/officeDocument/2006/relationships/image" Target="../media/image245.wmf"/><Relationship Id="rId35" Type="http://schemas.openxmlformats.org/officeDocument/2006/relationships/oleObject" Target="../embeddings/oleObject359.bin"/><Relationship Id="rId43" Type="http://schemas.openxmlformats.org/officeDocument/2006/relationships/oleObject" Target="../embeddings/oleObject363.bin"/><Relationship Id="rId48" Type="http://schemas.openxmlformats.org/officeDocument/2006/relationships/image" Target="../media/image254.wmf"/><Relationship Id="rId8" Type="http://schemas.openxmlformats.org/officeDocument/2006/relationships/oleObject" Target="../embeddings/oleObject346.bin"/><Relationship Id="rId3" Type="http://schemas.openxmlformats.org/officeDocument/2006/relationships/notesSlide" Target="../notesSlides/notesSlide44.xml"/><Relationship Id="rId12" Type="http://schemas.openxmlformats.org/officeDocument/2006/relationships/image" Target="../media/image236.wmf"/><Relationship Id="rId17" Type="http://schemas.openxmlformats.org/officeDocument/2006/relationships/oleObject" Target="../embeddings/oleObject350.bin"/><Relationship Id="rId25" Type="http://schemas.openxmlformats.org/officeDocument/2006/relationships/oleObject" Target="../embeddings/oleObject354.bin"/><Relationship Id="rId33" Type="http://schemas.openxmlformats.org/officeDocument/2006/relationships/oleObject" Target="../embeddings/oleObject358.bin"/><Relationship Id="rId38" Type="http://schemas.openxmlformats.org/officeDocument/2006/relationships/image" Target="../media/image249.wmf"/><Relationship Id="rId46" Type="http://schemas.openxmlformats.org/officeDocument/2006/relationships/image" Target="../media/image253.wmf"/><Relationship Id="rId20" Type="http://schemas.openxmlformats.org/officeDocument/2006/relationships/image" Target="../media/image240.wmf"/><Relationship Id="rId41" Type="http://schemas.openxmlformats.org/officeDocument/2006/relationships/oleObject" Target="../embeddings/oleObject362.bin"/><Relationship Id="rId1" Type="http://schemas.openxmlformats.org/officeDocument/2006/relationships/vmlDrawing" Target="../drawings/vmlDrawing30.vml"/><Relationship Id="rId6" Type="http://schemas.openxmlformats.org/officeDocument/2006/relationships/oleObject" Target="../embeddings/oleObject345.bin"/></Relationships>
</file>

<file path=ppt/slides/_rels/slide49.xml.rels><?xml version="1.0" encoding="UTF-8" standalone="yes"?>
<Relationships xmlns="http://schemas.openxmlformats.org/package/2006/relationships"><Relationship Id="rId13" Type="http://schemas.openxmlformats.org/officeDocument/2006/relationships/image" Target="../media/image243.wmf"/><Relationship Id="rId18" Type="http://schemas.openxmlformats.org/officeDocument/2006/relationships/oleObject" Target="../embeddings/oleObject374.bin"/><Relationship Id="rId26" Type="http://schemas.openxmlformats.org/officeDocument/2006/relationships/oleObject" Target="../embeddings/oleObject378.bin"/><Relationship Id="rId39" Type="http://schemas.openxmlformats.org/officeDocument/2006/relationships/image" Target="../media/image260.wmf"/><Relationship Id="rId21" Type="http://schemas.openxmlformats.org/officeDocument/2006/relationships/image" Target="../media/image247.wmf"/><Relationship Id="rId34" Type="http://schemas.openxmlformats.org/officeDocument/2006/relationships/oleObject" Target="../embeddings/oleObject382.bin"/><Relationship Id="rId42" Type="http://schemas.openxmlformats.org/officeDocument/2006/relationships/oleObject" Target="../embeddings/oleObject386.bin"/><Relationship Id="rId47" Type="http://schemas.openxmlformats.org/officeDocument/2006/relationships/image" Target="../media/image264.wmf"/><Relationship Id="rId50" Type="http://schemas.openxmlformats.org/officeDocument/2006/relationships/oleObject" Target="../embeddings/oleObject390.bin"/><Relationship Id="rId55" Type="http://schemas.openxmlformats.org/officeDocument/2006/relationships/image" Target="../media/image268.wmf"/><Relationship Id="rId7" Type="http://schemas.openxmlformats.org/officeDocument/2006/relationships/image" Target="../media/image240.wmf"/><Relationship Id="rId2" Type="http://schemas.openxmlformats.org/officeDocument/2006/relationships/slideLayout" Target="../slideLayouts/slideLayout2.xml"/><Relationship Id="rId16" Type="http://schemas.openxmlformats.org/officeDocument/2006/relationships/oleObject" Target="../embeddings/oleObject373.bin"/><Relationship Id="rId29" Type="http://schemas.openxmlformats.org/officeDocument/2006/relationships/image" Target="../media/image251.wmf"/><Relationship Id="rId11" Type="http://schemas.openxmlformats.org/officeDocument/2006/relationships/image" Target="../media/image242.wmf"/><Relationship Id="rId24" Type="http://schemas.openxmlformats.org/officeDocument/2006/relationships/oleObject" Target="../embeddings/oleObject377.bin"/><Relationship Id="rId32" Type="http://schemas.openxmlformats.org/officeDocument/2006/relationships/oleObject" Target="../embeddings/oleObject381.bin"/><Relationship Id="rId37" Type="http://schemas.openxmlformats.org/officeDocument/2006/relationships/image" Target="../media/image259.wmf"/><Relationship Id="rId40" Type="http://schemas.openxmlformats.org/officeDocument/2006/relationships/oleObject" Target="../embeddings/oleObject385.bin"/><Relationship Id="rId45" Type="http://schemas.openxmlformats.org/officeDocument/2006/relationships/image" Target="../media/image263.wmf"/><Relationship Id="rId53" Type="http://schemas.openxmlformats.org/officeDocument/2006/relationships/image" Target="../media/image267.wmf"/><Relationship Id="rId58" Type="http://schemas.openxmlformats.org/officeDocument/2006/relationships/oleObject" Target="../embeddings/oleObject394.bin"/><Relationship Id="rId5" Type="http://schemas.openxmlformats.org/officeDocument/2006/relationships/image" Target="../media/image239.wmf"/><Relationship Id="rId61" Type="http://schemas.openxmlformats.org/officeDocument/2006/relationships/image" Target="../media/image271.wmf"/><Relationship Id="rId19" Type="http://schemas.openxmlformats.org/officeDocument/2006/relationships/image" Target="../media/image246.wmf"/><Relationship Id="rId14" Type="http://schemas.openxmlformats.org/officeDocument/2006/relationships/oleObject" Target="../embeddings/oleObject372.bin"/><Relationship Id="rId22" Type="http://schemas.openxmlformats.org/officeDocument/2006/relationships/oleObject" Target="../embeddings/oleObject376.bin"/><Relationship Id="rId27" Type="http://schemas.openxmlformats.org/officeDocument/2006/relationships/image" Target="../media/image250.wmf"/><Relationship Id="rId30" Type="http://schemas.openxmlformats.org/officeDocument/2006/relationships/oleObject" Target="../embeddings/oleObject380.bin"/><Relationship Id="rId35" Type="http://schemas.openxmlformats.org/officeDocument/2006/relationships/image" Target="../media/image258.wmf"/><Relationship Id="rId43" Type="http://schemas.openxmlformats.org/officeDocument/2006/relationships/image" Target="../media/image262.wmf"/><Relationship Id="rId48" Type="http://schemas.openxmlformats.org/officeDocument/2006/relationships/oleObject" Target="../embeddings/oleObject389.bin"/><Relationship Id="rId56" Type="http://schemas.openxmlformats.org/officeDocument/2006/relationships/oleObject" Target="../embeddings/oleObject393.bin"/><Relationship Id="rId8" Type="http://schemas.openxmlformats.org/officeDocument/2006/relationships/oleObject" Target="../embeddings/oleObject369.bin"/><Relationship Id="rId51" Type="http://schemas.openxmlformats.org/officeDocument/2006/relationships/image" Target="../media/image266.wmf"/><Relationship Id="rId3" Type="http://schemas.openxmlformats.org/officeDocument/2006/relationships/notesSlide" Target="../notesSlides/notesSlide45.xml"/><Relationship Id="rId12" Type="http://schemas.openxmlformats.org/officeDocument/2006/relationships/oleObject" Target="../embeddings/oleObject371.bin"/><Relationship Id="rId17" Type="http://schemas.openxmlformats.org/officeDocument/2006/relationships/image" Target="../media/image245.wmf"/><Relationship Id="rId25" Type="http://schemas.openxmlformats.org/officeDocument/2006/relationships/image" Target="../media/image249.wmf"/><Relationship Id="rId33" Type="http://schemas.openxmlformats.org/officeDocument/2006/relationships/image" Target="../media/image257.wmf"/><Relationship Id="rId38" Type="http://schemas.openxmlformats.org/officeDocument/2006/relationships/oleObject" Target="../embeddings/oleObject384.bin"/><Relationship Id="rId46" Type="http://schemas.openxmlformats.org/officeDocument/2006/relationships/oleObject" Target="../embeddings/oleObject388.bin"/><Relationship Id="rId59" Type="http://schemas.openxmlformats.org/officeDocument/2006/relationships/image" Target="../media/image270.wmf"/><Relationship Id="rId20" Type="http://schemas.openxmlformats.org/officeDocument/2006/relationships/oleObject" Target="../embeddings/oleObject375.bin"/><Relationship Id="rId41" Type="http://schemas.openxmlformats.org/officeDocument/2006/relationships/image" Target="../media/image261.wmf"/><Relationship Id="rId54" Type="http://schemas.openxmlformats.org/officeDocument/2006/relationships/oleObject" Target="../embeddings/oleObject392.bin"/><Relationship Id="rId1" Type="http://schemas.openxmlformats.org/officeDocument/2006/relationships/vmlDrawing" Target="../drawings/vmlDrawing31.vml"/><Relationship Id="rId6" Type="http://schemas.openxmlformats.org/officeDocument/2006/relationships/oleObject" Target="../embeddings/oleObject368.bin"/><Relationship Id="rId15" Type="http://schemas.openxmlformats.org/officeDocument/2006/relationships/image" Target="../media/image244.wmf"/><Relationship Id="rId23" Type="http://schemas.openxmlformats.org/officeDocument/2006/relationships/image" Target="../media/image248.wmf"/><Relationship Id="rId28" Type="http://schemas.openxmlformats.org/officeDocument/2006/relationships/oleObject" Target="../embeddings/oleObject379.bin"/><Relationship Id="rId36" Type="http://schemas.openxmlformats.org/officeDocument/2006/relationships/oleObject" Target="../embeddings/oleObject383.bin"/><Relationship Id="rId49" Type="http://schemas.openxmlformats.org/officeDocument/2006/relationships/image" Target="../media/image265.wmf"/><Relationship Id="rId57" Type="http://schemas.openxmlformats.org/officeDocument/2006/relationships/image" Target="../media/image269.wmf"/><Relationship Id="rId10" Type="http://schemas.openxmlformats.org/officeDocument/2006/relationships/oleObject" Target="../embeddings/oleObject370.bin"/><Relationship Id="rId31" Type="http://schemas.openxmlformats.org/officeDocument/2006/relationships/image" Target="../media/image252.wmf"/><Relationship Id="rId44" Type="http://schemas.openxmlformats.org/officeDocument/2006/relationships/oleObject" Target="../embeddings/oleObject387.bin"/><Relationship Id="rId52" Type="http://schemas.openxmlformats.org/officeDocument/2006/relationships/oleObject" Target="../embeddings/oleObject391.bin"/><Relationship Id="rId60" Type="http://schemas.openxmlformats.org/officeDocument/2006/relationships/oleObject" Target="../embeddings/oleObject395.bin"/><Relationship Id="rId4" Type="http://schemas.openxmlformats.org/officeDocument/2006/relationships/oleObject" Target="../embeddings/oleObject367.bin"/><Relationship Id="rId9" Type="http://schemas.openxmlformats.org/officeDocument/2006/relationships/image" Target="../media/image241.wmf"/></Relationships>
</file>

<file path=ppt/slides/_rels/slide50.xml.rels><?xml version="1.0" encoding="UTF-8" standalone="yes"?>
<Relationships xmlns="http://schemas.openxmlformats.org/package/2006/relationships"><Relationship Id="rId13" Type="http://schemas.openxmlformats.org/officeDocument/2006/relationships/image" Target="../media/image243.wmf"/><Relationship Id="rId18" Type="http://schemas.openxmlformats.org/officeDocument/2006/relationships/oleObject" Target="../embeddings/oleObject403.bin"/><Relationship Id="rId26" Type="http://schemas.openxmlformats.org/officeDocument/2006/relationships/oleObject" Target="../embeddings/oleObject407.bin"/><Relationship Id="rId39" Type="http://schemas.openxmlformats.org/officeDocument/2006/relationships/image" Target="../media/image274.wmf"/><Relationship Id="rId21" Type="http://schemas.openxmlformats.org/officeDocument/2006/relationships/image" Target="../media/image247.wmf"/><Relationship Id="rId34" Type="http://schemas.openxmlformats.org/officeDocument/2006/relationships/oleObject" Target="../embeddings/oleObject411.bin"/><Relationship Id="rId42" Type="http://schemas.openxmlformats.org/officeDocument/2006/relationships/oleObject" Target="../embeddings/oleObject415.bin"/><Relationship Id="rId47" Type="http://schemas.openxmlformats.org/officeDocument/2006/relationships/image" Target="../media/image275.wmf"/><Relationship Id="rId50" Type="http://schemas.openxmlformats.org/officeDocument/2006/relationships/oleObject" Target="../embeddings/oleObject419.bin"/><Relationship Id="rId7" Type="http://schemas.openxmlformats.org/officeDocument/2006/relationships/image" Target="../media/image240.wmf"/><Relationship Id="rId2" Type="http://schemas.openxmlformats.org/officeDocument/2006/relationships/slideLayout" Target="../slideLayouts/slideLayout2.xml"/><Relationship Id="rId16" Type="http://schemas.openxmlformats.org/officeDocument/2006/relationships/oleObject" Target="../embeddings/oleObject402.bin"/><Relationship Id="rId29" Type="http://schemas.openxmlformats.org/officeDocument/2006/relationships/image" Target="../media/image251.wmf"/><Relationship Id="rId11" Type="http://schemas.openxmlformats.org/officeDocument/2006/relationships/image" Target="../media/image242.wmf"/><Relationship Id="rId24" Type="http://schemas.openxmlformats.org/officeDocument/2006/relationships/oleObject" Target="../embeddings/oleObject406.bin"/><Relationship Id="rId32" Type="http://schemas.openxmlformats.org/officeDocument/2006/relationships/oleObject" Target="../embeddings/oleObject410.bin"/><Relationship Id="rId37" Type="http://schemas.openxmlformats.org/officeDocument/2006/relationships/image" Target="../media/image273.wmf"/><Relationship Id="rId40" Type="http://schemas.openxmlformats.org/officeDocument/2006/relationships/oleObject" Target="../embeddings/oleObject414.bin"/><Relationship Id="rId45" Type="http://schemas.openxmlformats.org/officeDocument/2006/relationships/image" Target="../media/image271.wmf"/><Relationship Id="rId5" Type="http://schemas.openxmlformats.org/officeDocument/2006/relationships/image" Target="../media/image239.wmf"/><Relationship Id="rId15" Type="http://schemas.openxmlformats.org/officeDocument/2006/relationships/image" Target="../media/image244.wmf"/><Relationship Id="rId23" Type="http://schemas.openxmlformats.org/officeDocument/2006/relationships/image" Target="../media/image248.wmf"/><Relationship Id="rId28" Type="http://schemas.openxmlformats.org/officeDocument/2006/relationships/oleObject" Target="../embeddings/oleObject408.bin"/><Relationship Id="rId36" Type="http://schemas.openxmlformats.org/officeDocument/2006/relationships/oleObject" Target="../embeddings/oleObject412.bin"/><Relationship Id="rId49" Type="http://schemas.openxmlformats.org/officeDocument/2006/relationships/image" Target="../media/image276.wmf"/><Relationship Id="rId10" Type="http://schemas.openxmlformats.org/officeDocument/2006/relationships/oleObject" Target="../embeddings/oleObject399.bin"/><Relationship Id="rId19" Type="http://schemas.openxmlformats.org/officeDocument/2006/relationships/image" Target="../media/image246.wmf"/><Relationship Id="rId31" Type="http://schemas.openxmlformats.org/officeDocument/2006/relationships/image" Target="../media/image252.wmf"/><Relationship Id="rId44" Type="http://schemas.openxmlformats.org/officeDocument/2006/relationships/oleObject" Target="../embeddings/oleObject416.bin"/><Relationship Id="rId4" Type="http://schemas.openxmlformats.org/officeDocument/2006/relationships/oleObject" Target="../embeddings/oleObject396.bin"/><Relationship Id="rId9" Type="http://schemas.openxmlformats.org/officeDocument/2006/relationships/image" Target="../media/image241.wmf"/><Relationship Id="rId14" Type="http://schemas.openxmlformats.org/officeDocument/2006/relationships/oleObject" Target="../embeddings/oleObject401.bin"/><Relationship Id="rId22" Type="http://schemas.openxmlformats.org/officeDocument/2006/relationships/oleObject" Target="../embeddings/oleObject405.bin"/><Relationship Id="rId27" Type="http://schemas.openxmlformats.org/officeDocument/2006/relationships/image" Target="../media/image250.wmf"/><Relationship Id="rId30" Type="http://schemas.openxmlformats.org/officeDocument/2006/relationships/oleObject" Target="../embeddings/oleObject409.bin"/><Relationship Id="rId35" Type="http://schemas.openxmlformats.org/officeDocument/2006/relationships/image" Target="../media/image266.wmf"/><Relationship Id="rId43" Type="http://schemas.openxmlformats.org/officeDocument/2006/relationships/image" Target="../media/image270.wmf"/><Relationship Id="rId48" Type="http://schemas.openxmlformats.org/officeDocument/2006/relationships/oleObject" Target="../embeddings/oleObject418.bin"/><Relationship Id="rId8" Type="http://schemas.openxmlformats.org/officeDocument/2006/relationships/oleObject" Target="../embeddings/oleObject398.bin"/><Relationship Id="rId51" Type="http://schemas.openxmlformats.org/officeDocument/2006/relationships/image" Target="../media/image277.wmf"/><Relationship Id="rId3" Type="http://schemas.openxmlformats.org/officeDocument/2006/relationships/notesSlide" Target="../notesSlides/notesSlide46.xml"/><Relationship Id="rId12" Type="http://schemas.openxmlformats.org/officeDocument/2006/relationships/oleObject" Target="../embeddings/oleObject400.bin"/><Relationship Id="rId17" Type="http://schemas.openxmlformats.org/officeDocument/2006/relationships/image" Target="../media/image245.wmf"/><Relationship Id="rId25" Type="http://schemas.openxmlformats.org/officeDocument/2006/relationships/image" Target="../media/image249.wmf"/><Relationship Id="rId33" Type="http://schemas.openxmlformats.org/officeDocument/2006/relationships/image" Target="../media/image272.wmf"/><Relationship Id="rId38" Type="http://schemas.openxmlformats.org/officeDocument/2006/relationships/oleObject" Target="../embeddings/oleObject413.bin"/><Relationship Id="rId46" Type="http://schemas.openxmlformats.org/officeDocument/2006/relationships/oleObject" Target="../embeddings/oleObject417.bin"/><Relationship Id="rId20" Type="http://schemas.openxmlformats.org/officeDocument/2006/relationships/oleObject" Target="../embeddings/oleObject404.bin"/><Relationship Id="rId41" Type="http://schemas.openxmlformats.org/officeDocument/2006/relationships/image" Target="../media/image269.wmf"/><Relationship Id="rId1" Type="http://schemas.openxmlformats.org/officeDocument/2006/relationships/vmlDrawing" Target="../drawings/vmlDrawing32.vml"/><Relationship Id="rId6" Type="http://schemas.openxmlformats.org/officeDocument/2006/relationships/oleObject" Target="../embeddings/oleObject397.bin"/></Relationships>
</file>

<file path=ppt/slides/_rels/slide51.xml.rels><?xml version="1.0" encoding="UTF-8" standalone="yes"?>
<Relationships xmlns="http://schemas.openxmlformats.org/package/2006/relationships"><Relationship Id="rId13" Type="http://schemas.openxmlformats.org/officeDocument/2006/relationships/image" Target="../media/image243.wmf"/><Relationship Id="rId18" Type="http://schemas.openxmlformats.org/officeDocument/2006/relationships/oleObject" Target="../embeddings/oleObject427.bin"/><Relationship Id="rId26" Type="http://schemas.openxmlformats.org/officeDocument/2006/relationships/oleObject" Target="../embeddings/oleObject431.bin"/><Relationship Id="rId39" Type="http://schemas.openxmlformats.org/officeDocument/2006/relationships/image" Target="../media/image280.wmf"/><Relationship Id="rId21" Type="http://schemas.openxmlformats.org/officeDocument/2006/relationships/image" Target="../media/image247.wmf"/><Relationship Id="rId34" Type="http://schemas.openxmlformats.org/officeDocument/2006/relationships/oleObject" Target="../embeddings/oleObject435.bin"/><Relationship Id="rId42" Type="http://schemas.openxmlformats.org/officeDocument/2006/relationships/oleObject" Target="../embeddings/oleObject439.bin"/><Relationship Id="rId47" Type="http://schemas.openxmlformats.org/officeDocument/2006/relationships/image" Target="../media/image284.wmf"/><Relationship Id="rId7" Type="http://schemas.openxmlformats.org/officeDocument/2006/relationships/image" Target="../media/image240.wmf"/><Relationship Id="rId2" Type="http://schemas.openxmlformats.org/officeDocument/2006/relationships/slideLayout" Target="../slideLayouts/slideLayout2.xml"/><Relationship Id="rId16" Type="http://schemas.openxmlformats.org/officeDocument/2006/relationships/oleObject" Target="../embeddings/oleObject426.bin"/><Relationship Id="rId29" Type="http://schemas.openxmlformats.org/officeDocument/2006/relationships/image" Target="../media/image251.wmf"/><Relationship Id="rId11" Type="http://schemas.openxmlformats.org/officeDocument/2006/relationships/image" Target="../media/image242.wmf"/><Relationship Id="rId24" Type="http://schemas.openxmlformats.org/officeDocument/2006/relationships/oleObject" Target="../embeddings/oleObject430.bin"/><Relationship Id="rId32" Type="http://schemas.openxmlformats.org/officeDocument/2006/relationships/oleObject" Target="../embeddings/oleObject434.bin"/><Relationship Id="rId37" Type="http://schemas.openxmlformats.org/officeDocument/2006/relationships/image" Target="../media/image279.wmf"/><Relationship Id="rId40" Type="http://schemas.openxmlformats.org/officeDocument/2006/relationships/oleObject" Target="../embeddings/oleObject438.bin"/><Relationship Id="rId45" Type="http://schemas.openxmlformats.org/officeDocument/2006/relationships/image" Target="../media/image283.wmf"/><Relationship Id="rId5" Type="http://schemas.openxmlformats.org/officeDocument/2006/relationships/image" Target="../media/image239.wmf"/><Relationship Id="rId15" Type="http://schemas.openxmlformats.org/officeDocument/2006/relationships/image" Target="../media/image244.wmf"/><Relationship Id="rId23" Type="http://schemas.openxmlformats.org/officeDocument/2006/relationships/image" Target="../media/image248.wmf"/><Relationship Id="rId28" Type="http://schemas.openxmlformats.org/officeDocument/2006/relationships/oleObject" Target="../embeddings/oleObject432.bin"/><Relationship Id="rId36" Type="http://schemas.openxmlformats.org/officeDocument/2006/relationships/oleObject" Target="../embeddings/oleObject436.bin"/><Relationship Id="rId49" Type="http://schemas.openxmlformats.org/officeDocument/2006/relationships/image" Target="../media/image285.wmf"/><Relationship Id="rId10" Type="http://schemas.openxmlformats.org/officeDocument/2006/relationships/oleObject" Target="../embeddings/oleObject423.bin"/><Relationship Id="rId19" Type="http://schemas.openxmlformats.org/officeDocument/2006/relationships/image" Target="../media/image246.wmf"/><Relationship Id="rId31" Type="http://schemas.openxmlformats.org/officeDocument/2006/relationships/image" Target="../media/image252.wmf"/><Relationship Id="rId44" Type="http://schemas.openxmlformats.org/officeDocument/2006/relationships/oleObject" Target="../embeddings/oleObject440.bin"/><Relationship Id="rId4" Type="http://schemas.openxmlformats.org/officeDocument/2006/relationships/oleObject" Target="../embeddings/oleObject420.bin"/><Relationship Id="rId9" Type="http://schemas.openxmlformats.org/officeDocument/2006/relationships/image" Target="../media/image241.wmf"/><Relationship Id="rId14" Type="http://schemas.openxmlformats.org/officeDocument/2006/relationships/oleObject" Target="../embeddings/oleObject425.bin"/><Relationship Id="rId22" Type="http://schemas.openxmlformats.org/officeDocument/2006/relationships/oleObject" Target="../embeddings/oleObject429.bin"/><Relationship Id="rId27" Type="http://schemas.openxmlformats.org/officeDocument/2006/relationships/image" Target="../media/image250.wmf"/><Relationship Id="rId30" Type="http://schemas.openxmlformats.org/officeDocument/2006/relationships/oleObject" Target="../embeddings/oleObject433.bin"/><Relationship Id="rId35" Type="http://schemas.openxmlformats.org/officeDocument/2006/relationships/image" Target="../media/image277.wmf"/><Relationship Id="rId43" Type="http://schemas.openxmlformats.org/officeDocument/2006/relationships/image" Target="../media/image282.wmf"/><Relationship Id="rId48" Type="http://schemas.openxmlformats.org/officeDocument/2006/relationships/oleObject" Target="../embeddings/oleObject442.bin"/><Relationship Id="rId8" Type="http://schemas.openxmlformats.org/officeDocument/2006/relationships/oleObject" Target="../embeddings/oleObject422.bin"/><Relationship Id="rId3" Type="http://schemas.openxmlformats.org/officeDocument/2006/relationships/notesSlide" Target="../notesSlides/notesSlide47.xml"/><Relationship Id="rId12" Type="http://schemas.openxmlformats.org/officeDocument/2006/relationships/oleObject" Target="../embeddings/oleObject424.bin"/><Relationship Id="rId17" Type="http://schemas.openxmlformats.org/officeDocument/2006/relationships/image" Target="../media/image245.wmf"/><Relationship Id="rId25" Type="http://schemas.openxmlformats.org/officeDocument/2006/relationships/image" Target="../media/image249.wmf"/><Relationship Id="rId33" Type="http://schemas.openxmlformats.org/officeDocument/2006/relationships/image" Target="../media/image278.wmf"/><Relationship Id="rId38" Type="http://schemas.openxmlformats.org/officeDocument/2006/relationships/oleObject" Target="../embeddings/oleObject437.bin"/><Relationship Id="rId46" Type="http://schemas.openxmlformats.org/officeDocument/2006/relationships/oleObject" Target="../embeddings/oleObject441.bin"/><Relationship Id="rId20" Type="http://schemas.openxmlformats.org/officeDocument/2006/relationships/oleObject" Target="../embeddings/oleObject428.bin"/><Relationship Id="rId41" Type="http://schemas.openxmlformats.org/officeDocument/2006/relationships/image" Target="../media/image281.wmf"/><Relationship Id="rId1" Type="http://schemas.openxmlformats.org/officeDocument/2006/relationships/vmlDrawing" Target="../drawings/vmlDrawing33.vml"/><Relationship Id="rId6" Type="http://schemas.openxmlformats.org/officeDocument/2006/relationships/oleObject" Target="../embeddings/oleObject421.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45.bin"/><Relationship Id="rId13" Type="http://schemas.openxmlformats.org/officeDocument/2006/relationships/image" Target="../media/image290.wmf"/><Relationship Id="rId18" Type="http://schemas.openxmlformats.org/officeDocument/2006/relationships/oleObject" Target="../embeddings/oleObject450.bin"/><Relationship Id="rId3" Type="http://schemas.openxmlformats.org/officeDocument/2006/relationships/notesSlide" Target="../notesSlides/notesSlide48.xml"/><Relationship Id="rId21" Type="http://schemas.openxmlformats.org/officeDocument/2006/relationships/image" Target="../media/image294.wmf"/><Relationship Id="rId7" Type="http://schemas.openxmlformats.org/officeDocument/2006/relationships/image" Target="../media/image287.wmf"/><Relationship Id="rId12" Type="http://schemas.openxmlformats.org/officeDocument/2006/relationships/oleObject" Target="../embeddings/oleObject447.bin"/><Relationship Id="rId17" Type="http://schemas.openxmlformats.org/officeDocument/2006/relationships/image" Target="../media/image292.wmf"/><Relationship Id="rId25" Type="http://schemas.openxmlformats.org/officeDocument/2006/relationships/image" Target="../media/image296.wmf"/><Relationship Id="rId2" Type="http://schemas.openxmlformats.org/officeDocument/2006/relationships/slideLayout" Target="../slideLayouts/slideLayout2.xml"/><Relationship Id="rId16" Type="http://schemas.openxmlformats.org/officeDocument/2006/relationships/oleObject" Target="../embeddings/oleObject449.bin"/><Relationship Id="rId20" Type="http://schemas.openxmlformats.org/officeDocument/2006/relationships/oleObject" Target="../embeddings/oleObject451.bin"/><Relationship Id="rId1" Type="http://schemas.openxmlformats.org/officeDocument/2006/relationships/vmlDrawing" Target="../drawings/vmlDrawing34.vml"/><Relationship Id="rId6" Type="http://schemas.openxmlformats.org/officeDocument/2006/relationships/oleObject" Target="../embeddings/oleObject444.bin"/><Relationship Id="rId11" Type="http://schemas.openxmlformats.org/officeDocument/2006/relationships/image" Target="../media/image289.wmf"/><Relationship Id="rId24" Type="http://schemas.openxmlformats.org/officeDocument/2006/relationships/oleObject" Target="../embeddings/oleObject453.bin"/><Relationship Id="rId5" Type="http://schemas.openxmlformats.org/officeDocument/2006/relationships/image" Target="../media/image286.wmf"/><Relationship Id="rId15" Type="http://schemas.openxmlformats.org/officeDocument/2006/relationships/image" Target="../media/image291.wmf"/><Relationship Id="rId23" Type="http://schemas.openxmlformats.org/officeDocument/2006/relationships/image" Target="../media/image295.wmf"/><Relationship Id="rId10" Type="http://schemas.openxmlformats.org/officeDocument/2006/relationships/oleObject" Target="../embeddings/oleObject446.bin"/><Relationship Id="rId19" Type="http://schemas.openxmlformats.org/officeDocument/2006/relationships/image" Target="../media/image293.wmf"/><Relationship Id="rId4" Type="http://schemas.openxmlformats.org/officeDocument/2006/relationships/oleObject" Target="../embeddings/oleObject443.bin"/><Relationship Id="rId9" Type="http://schemas.openxmlformats.org/officeDocument/2006/relationships/image" Target="../media/image288.wmf"/><Relationship Id="rId14" Type="http://schemas.openxmlformats.org/officeDocument/2006/relationships/oleObject" Target="../embeddings/oleObject448.bin"/><Relationship Id="rId22" Type="http://schemas.openxmlformats.org/officeDocument/2006/relationships/oleObject" Target="../embeddings/oleObject452.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456.bin"/><Relationship Id="rId13" Type="http://schemas.openxmlformats.org/officeDocument/2006/relationships/image" Target="../media/image301.wmf"/><Relationship Id="rId3" Type="http://schemas.openxmlformats.org/officeDocument/2006/relationships/notesSlide" Target="../notesSlides/notesSlide49.xml"/><Relationship Id="rId7" Type="http://schemas.openxmlformats.org/officeDocument/2006/relationships/image" Target="../media/image298.wmf"/><Relationship Id="rId12" Type="http://schemas.openxmlformats.org/officeDocument/2006/relationships/oleObject" Target="../embeddings/oleObject458.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455.bin"/><Relationship Id="rId11" Type="http://schemas.openxmlformats.org/officeDocument/2006/relationships/image" Target="../media/image300.wmf"/><Relationship Id="rId5" Type="http://schemas.openxmlformats.org/officeDocument/2006/relationships/image" Target="../media/image297.wmf"/><Relationship Id="rId10" Type="http://schemas.openxmlformats.org/officeDocument/2006/relationships/oleObject" Target="../embeddings/oleObject457.bin"/><Relationship Id="rId4" Type="http://schemas.openxmlformats.org/officeDocument/2006/relationships/oleObject" Target="../embeddings/oleObject454.bin"/><Relationship Id="rId9" Type="http://schemas.openxmlformats.org/officeDocument/2006/relationships/image" Target="../media/image299.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461.bin"/><Relationship Id="rId13" Type="http://schemas.openxmlformats.org/officeDocument/2006/relationships/image" Target="../media/image306.wmf"/><Relationship Id="rId18" Type="http://schemas.openxmlformats.org/officeDocument/2006/relationships/oleObject" Target="../embeddings/oleObject466.bin"/><Relationship Id="rId3" Type="http://schemas.openxmlformats.org/officeDocument/2006/relationships/notesSlide" Target="../notesSlides/notesSlide50.xml"/><Relationship Id="rId21" Type="http://schemas.openxmlformats.org/officeDocument/2006/relationships/image" Target="../media/image310.wmf"/><Relationship Id="rId7" Type="http://schemas.openxmlformats.org/officeDocument/2006/relationships/image" Target="../media/image303.wmf"/><Relationship Id="rId12" Type="http://schemas.openxmlformats.org/officeDocument/2006/relationships/oleObject" Target="../embeddings/oleObject463.bin"/><Relationship Id="rId17" Type="http://schemas.openxmlformats.org/officeDocument/2006/relationships/image" Target="../media/image308.wmf"/><Relationship Id="rId25" Type="http://schemas.openxmlformats.org/officeDocument/2006/relationships/image" Target="../media/image312.wmf"/><Relationship Id="rId2" Type="http://schemas.openxmlformats.org/officeDocument/2006/relationships/slideLayout" Target="../slideLayouts/slideLayout2.xml"/><Relationship Id="rId16" Type="http://schemas.openxmlformats.org/officeDocument/2006/relationships/oleObject" Target="../embeddings/oleObject465.bin"/><Relationship Id="rId20" Type="http://schemas.openxmlformats.org/officeDocument/2006/relationships/oleObject" Target="../embeddings/oleObject467.bin"/><Relationship Id="rId1" Type="http://schemas.openxmlformats.org/officeDocument/2006/relationships/vmlDrawing" Target="../drawings/vmlDrawing36.vml"/><Relationship Id="rId6" Type="http://schemas.openxmlformats.org/officeDocument/2006/relationships/oleObject" Target="../embeddings/oleObject460.bin"/><Relationship Id="rId11" Type="http://schemas.openxmlformats.org/officeDocument/2006/relationships/image" Target="../media/image305.wmf"/><Relationship Id="rId24" Type="http://schemas.openxmlformats.org/officeDocument/2006/relationships/oleObject" Target="../embeddings/oleObject469.bin"/><Relationship Id="rId5" Type="http://schemas.openxmlformats.org/officeDocument/2006/relationships/image" Target="../media/image302.wmf"/><Relationship Id="rId15" Type="http://schemas.openxmlformats.org/officeDocument/2006/relationships/image" Target="../media/image307.wmf"/><Relationship Id="rId23" Type="http://schemas.openxmlformats.org/officeDocument/2006/relationships/image" Target="../media/image311.wmf"/><Relationship Id="rId10" Type="http://schemas.openxmlformats.org/officeDocument/2006/relationships/oleObject" Target="../embeddings/oleObject462.bin"/><Relationship Id="rId19" Type="http://schemas.openxmlformats.org/officeDocument/2006/relationships/image" Target="../media/image309.wmf"/><Relationship Id="rId4" Type="http://schemas.openxmlformats.org/officeDocument/2006/relationships/oleObject" Target="../embeddings/oleObject459.bin"/><Relationship Id="rId9" Type="http://schemas.openxmlformats.org/officeDocument/2006/relationships/image" Target="../media/image304.wmf"/><Relationship Id="rId14" Type="http://schemas.openxmlformats.org/officeDocument/2006/relationships/oleObject" Target="../embeddings/oleObject464.bin"/><Relationship Id="rId22" Type="http://schemas.openxmlformats.org/officeDocument/2006/relationships/oleObject" Target="../embeddings/oleObject468.bin"/></Relationships>
</file>

<file path=ppt/slides/_rels/slide56.xml.rels><?xml version="1.0" encoding="UTF-8" standalone="yes"?>
<Relationships xmlns="http://schemas.openxmlformats.org/package/2006/relationships"><Relationship Id="rId13" Type="http://schemas.openxmlformats.org/officeDocument/2006/relationships/image" Target="../media/image316.wmf"/><Relationship Id="rId18" Type="http://schemas.openxmlformats.org/officeDocument/2006/relationships/oleObject" Target="../embeddings/oleObject477.bin"/><Relationship Id="rId26" Type="http://schemas.openxmlformats.org/officeDocument/2006/relationships/oleObject" Target="../embeddings/oleObject481.bin"/><Relationship Id="rId39" Type="http://schemas.openxmlformats.org/officeDocument/2006/relationships/oleObject" Target="../embeddings/oleObject487.bin"/><Relationship Id="rId21" Type="http://schemas.openxmlformats.org/officeDocument/2006/relationships/image" Target="../media/image320.wmf"/><Relationship Id="rId34" Type="http://schemas.openxmlformats.org/officeDocument/2006/relationships/image" Target="../media/image326.wmf"/><Relationship Id="rId42" Type="http://schemas.openxmlformats.org/officeDocument/2006/relationships/image" Target="../media/image330.wmf"/><Relationship Id="rId47" Type="http://schemas.openxmlformats.org/officeDocument/2006/relationships/oleObject" Target="../embeddings/oleObject491.bin"/><Relationship Id="rId7" Type="http://schemas.openxmlformats.org/officeDocument/2006/relationships/image" Target="../media/image314.wmf"/><Relationship Id="rId2" Type="http://schemas.openxmlformats.org/officeDocument/2006/relationships/slideLayout" Target="../slideLayouts/slideLayout2.xml"/><Relationship Id="rId16" Type="http://schemas.openxmlformats.org/officeDocument/2006/relationships/oleObject" Target="../embeddings/oleObject476.bin"/><Relationship Id="rId29" Type="http://schemas.openxmlformats.org/officeDocument/2006/relationships/image" Target="../media/image324.wmf"/><Relationship Id="rId1" Type="http://schemas.openxmlformats.org/officeDocument/2006/relationships/vmlDrawing" Target="../drawings/vmlDrawing37.vml"/><Relationship Id="rId6" Type="http://schemas.openxmlformats.org/officeDocument/2006/relationships/oleObject" Target="../embeddings/oleObject471.bin"/><Relationship Id="rId11" Type="http://schemas.openxmlformats.org/officeDocument/2006/relationships/image" Target="../media/image305.wmf"/><Relationship Id="rId24" Type="http://schemas.openxmlformats.org/officeDocument/2006/relationships/oleObject" Target="../embeddings/oleObject480.bin"/><Relationship Id="rId32" Type="http://schemas.openxmlformats.org/officeDocument/2006/relationships/image" Target="../media/image334.png"/><Relationship Id="rId37" Type="http://schemas.openxmlformats.org/officeDocument/2006/relationships/oleObject" Target="../embeddings/oleObject486.bin"/><Relationship Id="rId40" Type="http://schemas.openxmlformats.org/officeDocument/2006/relationships/image" Target="../media/image329.wmf"/><Relationship Id="rId45" Type="http://schemas.openxmlformats.org/officeDocument/2006/relationships/oleObject" Target="../embeddings/oleObject490.bin"/><Relationship Id="rId5" Type="http://schemas.openxmlformats.org/officeDocument/2006/relationships/image" Target="../media/image313.wmf"/><Relationship Id="rId15" Type="http://schemas.openxmlformats.org/officeDocument/2006/relationships/image" Target="../media/image317.wmf"/><Relationship Id="rId23" Type="http://schemas.openxmlformats.org/officeDocument/2006/relationships/image" Target="../media/image321.wmf"/><Relationship Id="rId28" Type="http://schemas.openxmlformats.org/officeDocument/2006/relationships/oleObject" Target="../embeddings/oleObject482.bin"/><Relationship Id="rId36" Type="http://schemas.openxmlformats.org/officeDocument/2006/relationships/image" Target="../media/image327.wmf"/><Relationship Id="rId10" Type="http://schemas.openxmlformats.org/officeDocument/2006/relationships/oleObject" Target="../embeddings/oleObject473.bin"/><Relationship Id="rId19" Type="http://schemas.openxmlformats.org/officeDocument/2006/relationships/image" Target="../media/image319.wmf"/><Relationship Id="rId31" Type="http://schemas.openxmlformats.org/officeDocument/2006/relationships/image" Target="../media/image325.wmf"/><Relationship Id="rId44" Type="http://schemas.openxmlformats.org/officeDocument/2006/relationships/image" Target="../media/image331.wmf"/><Relationship Id="rId4" Type="http://schemas.openxmlformats.org/officeDocument/2006/relationships/oleObject" Target="../embeddings/oleObject470.bin"/><Relationship Id="rId9" Type="http://schemas.openxmlformats.org/officeDocument/2006/relationships/image" Target="../media/image315.wmf"/><Relationship Id="rId14" Type="http://schemas.openxmlformats.org/officeDocument/2006/relationships/oleObject" Target="../embeddings/oleObject475.bin"/><Relationship Id="rId22" Type="http://schemas.openxmlformats.org/officeDocument/2006/relationships/oleObject" Target="../embeddings/oleObject479.bin"/><Relationship Id="rId27" Type="http://schemas.openxmlformats.org/officeDocument/2006/relationships/image" Target="../media/image323.wmf"/><Relationship Id="rId30" Type="http://schemas.openxmlformats.org/officeDocument/2006/relationships/oleObject" Target="../embeddings/oleObject483.bin"/><Relationship Id="rId35" Type="http://schemas.openxmlformats.org/officeDocument/2006/relationships/oleObject" Target="../embeddings/oleObject485.bin"/><Relationship Id="rId43" Type="http://schemas.openxmlformats.org/officeDocument/2006/relationships/oleObject" Target="../embeddings/oleObject489.bin"/><Relationship Id="rId48" Type="http://schemas.openxmlformats.org/officeDocument/2006/relationships/image" Target="../media/image333.wmf"/><Relationship Id="rId8" Type="http://schemas.openxmlformats.org/officeDocument/2006/relationships/oleObject" Target="../embeddings/oleObject472.bin"/><Relationship Id="rId3" Type="http://schemas.openxmlformats.org/officeDocument/2006/relationships/notesSlide" Target="../notesSlides/notesSlide51.xml"/><Relationship Id="rId12" Type="http://schemas.openxmlformats.org/officeDocument/2006/relationships/oleObject" Target="../embeddings/oleObject474.bin"/><Relationship Id="rId17" Type="http://schemas.openxmlformats.org/officeDocument/2006/relationships/image" Target="../media/image318.wmf"/><Relationship Id="rId25" Type="http://schemas.openxmlformats.org/officeDocument/2006/relationships/image" Target="../media/image322.wmf"/><Relationship Id="rId33" Type="http://schemas.openxmlformats.org/officeDocument/2006/relationships/oleObject" Target="../embeddings/oleObject484.bin"/><Relationship Id="rId38" Type="http://schemas.openxmlformats.org/officeDocument/2006/relationships/image" Target="../media/image328.wmf"/><Relationship Id="rId46" Type="http://schemas.openxmlformats.org/officeDocument/2006/relationships/image" Target="../media/image332.wmf"/><Relationship Id="rId20" Type="http://schemas.openxmlformats.org/officeDocument/2006/relationships/oleObject" Target="../embeddings/oleObject478.bin"/><Relationship Id="rId41" Type="http://schemas.openxmlformats.org/officeDocument/2006/relationships/oleObject" Target="../embeddings/oleObject488.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494.bin"/><Relationship Id="rId3" Type="http://schemas.openxmlformats.org/officeDocument/2006/relationships/notesSlide" Target="../notesSlides/notesSlide52.xml"/><Relationship Id="rId7" Type="http://schemas.openxmlformats.org/officeDocument/2006/relationships/image" Target="../media/image146.wmf"/><Relationship Id="rId2" Type="http://schemas.openxmlformats.org/officeDocument/2006/relationships/slideLayout" Target="../slideLayouts/slideLayout4.xml"/><Relationship Id="rId1" Type="http://schemas.openxmlformats.org/officeDocument/2006/relationships/vmlDrawing" Target="../drawings/vmlDrawing38.vml"/><Relationship Id="rId6" Type="http://schemas.openxmlformats.org/officeDocument/2006/relationships/oleObject" Target="../embeddings/oleObject493.bin"/><Relationship Id="rId5" Type="http://schemas.openxmlformats.org/officeDocument/2006/relationships/image" Target="../media/image335.wmf"/><Relationship Id="rId4" Type="http://schemas.openxmlformats.org/officeDocument/2006/relationships/oleObject" Target="../embeddings/oleObject492.bin"/><Relationship Id="rId9" Type="http://schemas.openxmlformats.org/officeDocument/2006/relationships/image" Target="../media/image336.wmf"/></Relationships>
</file>

<file path=ppt/slides/_rels/slide58.xml.rels><?xml version="1.0" encoding="UTF-8" standalone="yes"?>
<Relationships xmlns="http://schemas.openxmlformats.org/package/2006/relationships"><Relationship Id="rId13" Type="http://schemas.openxmlformats.org/officeDocument/2006/relationships/image" Target="../media/image341.wmf"/><Relationship Id="rId18" Type="http://schemas.openxmlformats.org/officeDocument/2006/relationships/oleObject" Target="../embeddings/oleObject502.bin"/><Relationship Id="rId26" Type="http://schemas.openxmlformats.org/officeDocument/2006/relationships/oleObject" Target="../embeddings/oleObject506.bin"/><Relationship Id="rId21" Type="http://schemas.openxmlformats.org/officeDocument/2006/relationships/image" Target="../media/image345.wmf"/><Relationship Id="rId34" Type="http://schemas.openxmlformats.org/officeDocument/2006/relationships/oleObject" Target="../embeddings/oleObject510.bin"/><Relationship Id="rId7" Type="http://schemas.openxmlformats.org/officeDocument/2006/relationships/image" Target="../media/image338.wmf"/><Relationship Id="rId12" Type="http://schemas.openxmlformats.org/officeDocument/2006/relationships/oleObject" Target="../embeddings/oleObject499.bin"/><Relationship Id="rId17" Type="http://schemas.openxmlformats.org/officeDocument/2006/relationships/image" Target="../media/image343.wmf"/><Relationship Id="rId25" Type="http://schemas.openxmlformats.org/officeDocument/2006/relationships/image" Target="../media/image347.wmf"/><Relationship Id="rId33" Type="http://schemas.openxmlformats.org/officeDocument/2006/relationships/image" Target="../media/image351.wmf"/><Relationship Id="rId2" Type="http://schemas.openxmlformats.org/officeDocument/2006/relationships/slideLayout" Target="../slideLayouts/slideLayout2.xml"/><Relationship Id="rId16" Type="http://schemas.openxmlformats.org/officeDocument/2006/relationships/oleObject" Target="../embeddings/oleObject501.bin"/><Relationship Id="rId20" Type="http://schemas.openxmlformats.org/officeDocument/2006/relationships/oleObject" Target="../embeddings/oleObject503.bin"/><Relationship Id="rId29" Type="http://schemas.openxmlformats.org/officeDocument/2006/relationships/image" Target="../media/image349.wmf"/><Relationship Id="rId1" Type="http://schemas.openxmlformats.org/officeDocument/2006/relationships/vmlDrawing" Target="../drawings/vmlDrawing39.vml"/><Relationship Id="rId6" Type="http://schemas.openxmlformats.org/officeDocument/2006/relationships/oleObject" Target="../embeddings/oleObject496.bin"/><Relationship Id="rId11" Type="http://schemas.openxmlformats.org/officeDocument/2006/relationships/image" Target="../media/image340.wmf"/><Relationship Id="rId24" Type="http://schemas.openxmlformats.org/officeDocument/2006/relationships/oleObject" Target="../embeddings/oleObject505.bin"/><Relationship Id="rId32" Type="http://schemas.openxmlformats.org/officeDocument/2006/relationships/oleObject" Target="../embeddings/oleObject509.bin"/><Relationship Id="rId37" Type="http://schemas.openxmlformats.org/officeDocument/2006/relationships/image" Target="../media/image353.wmf"/><Relationship Id="rId5" Type="http://schemas.openxmlformats.org/officeDocument/2006/relationships/image" Target="../media/image337.wmf"/><Relationship Id="rId15" Type="http://schemas.openxmlformats.org/officeDocument/2006/relationships/image" Target="../media/image342.wmf"/><Relationship Id="rId23" Type="http://schemas.openxmlformats.org/officeDocument/2006/relationships/image" Target="../media/image346.wmf"/><Relationship Id="rId28" Type="http://schemas.openxmlformats.org/officeDocument/2006/relationships/oleObject" Target="../embeddings/oleObject507.bin"/><Relationship Id="rId36" Type="http://schemas.openxmlformats.org/officeDocument/2006/relationships/oleObject" Target="../embeddings/oleObject511.bin"/><Relationship Id="rId10" Type="http://schemas.openxmlformats.org/officeDocument/2006/relationships/oleObject" Target="../embeddings/oleObject498.bin"/><Relationship Id="rId19" Type="http://schemas.openxmlformats.org/officeDocument/2006/relationships/image" Target="../media/image344.wmf"/><Relationship Id="rId31" Type="http://schemas.openxmlformats.org/officeDocument/2006/relationships/image" Target="../media/image350.wmf"/><Relationship Id="rId4" Type="http://schemas.openxmlformats.org/officeDocument/2006/relationships/oleObject" Target="../embeddings/oleObject495.bin"/><Relationship Id="rId9" Type="http://schemas.openxmlformats.org/officeDocument/2006/relationships/image" Target="../media/image339.wmf"/><Relationship Id="rId14" Type="http://schemas.openxmlformats.org/officeDocument/2006/relationships/oleObject" Target="../embeddings/oleObject500.bin"/><Relationship Id="rId22" Type="http://schemas.openxmlformats.org/officeDocument/2006/relationships/oleObject" Target="../embeddings/oleObject504.bin"/><Relationship Id="rId27" Type="http://schemas.openxmlformats.org/officeDocument/2006/relationships/image" Target="../media/image348.wmf"/><Relationship Id="rId30" Type="http://schemas.openxmlformats.org/officeDocument/2006/relationships/oleObject" Target="../embeddings/oleObject508.bin"/><Relationship Id="rId35" Type="http://schemas.openxmlformats.org/officeDocument/2006/relationships/image" Target="../media/image352.wmf"/><Relationship Id="rId8" Type="http://schemas.openxmlformats.org/officeDocument/2006/relationships/oleObject" Target="../embeddings/oleObject497.bin"/><Relationship Id="rId3"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3" Type="http://schemas.openxmlformats.org/officeDocument/2006/relationships/image" Target="../media/image355.png"/><Relationship Id="rId2" Type="http://schemas.openxmlformats.org/officeDocument/2006/relationships/slideLayout" Target="../slideLayouts/slideLayout2.xml"/><Relationship Id="rId1" Type="http://schemas.openxmlformats.org/officeDocument/2006/relationships/vmlDrawing" Target="../drawings/vmlDrawing40.vml"/><Relationship Id="rId5" Type="http://schemas.openxmlformats.org/officeDocument/2006/relationships/image" Target="../media/image354.wmf"/><Relationship Id="rId4" Type="http://schemas.openxmlformats.org/officeDocument/2006/relationships/oleObject" Target="../embeddings/oleObject512.bin"/></Relationships>
</file>

<file path=ppt/slides/_rels/slide60.xml.rels><?xml version="1.0" encoding="UTF-8" standalone="yes"?>
<Relationships xmlns="http://schemas.openxmlformats.org/package/2006/relationships"><Relationship Id="rId8" Type="http://schemas.openxmlformats.org/officeDocument/2006/relationships/image" Target="../media/image358.wmf"/><Relationship Id="rId3" Type="http://schemas.openxmlformats.org/officeDocument/2006/relationships/oleObject" Target="../embeddings/oleObject513.bin"/><Relationship Id="rId7" Type="http://schemas.openxmlformats.org/officeDocument/2006/relationships/oleObject" Target="../embeddings/oleObject515.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357.wmf"/><Relationship Id="rId5" Type="http://schemas.openxmlformats.org/officeDocument/2006/relationships/oleObject" Target="../embeddings/oleObject514.bin"/><Relationship Id="rId10" Type="http://schemas.openxmlformats.org/officeDocument/2006/relationships/image" Target="../media/image359.wmf"/><Relationship Id="rId4" Type="http://schemas.openxmlformats.org/officeDocument/2006/relationships/image" Target="../media/image356.png"/><Relationship Id="rId9" Type="http://schemas.openxmlformats.org/officeDocument/2006/relationships/oleObject" Target="../embeddings/oleObject516.bin"/></Relationships>
</file>

<file path=ppt/slides/_rels/slide61.xml.rels><?xml version="1.0" encoding="UTF-8" standalone="yes"?>
<Relationships xmlns="http://schemas.openxmlformats.org/package/2006/relationships"><Relationship Id="rId8" Type="http://schemas.openxmlformats.org/officeDocument/2006/relationships/image" Target="../media/image362.wmf"/><Relationship Id="rId13" Type="http://schemas.openxmlformats.org/officeDocument/2006/relationships/oleObject" Target="../embeddings/oleObject522.bin"/><Relationship Id="rId3" Type="http://schemas.openxmlformats.org/officeDocument/2006/relationships/oleObject" Target="../embeddings/oleObject517.bin"/><Relationship Id="rId7" Type="http://schemas.openxmlformats.org/officeDocument/2006/relationships/oleObject" Target="../embeddings/oleObject519.bin"/><Relationship Id="rId12" Type="http://schemas.openxmlformats.org/officeDocument/2006/relationships/image" Target="../media/image364.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361.wmf"/><Relationship Id="rId11" Type="http://schemas.openxmlformats.org/officeDocument/2006/relationships/oleObject" Target="../embeddings/oleObject521.bin"/><Relationship Id="rId5" Type="http://schemas.openxmlformats.org/officeDocument/2006/relationships/oleObject" Target="../embeddings/oleObject518.bin"/><Relationship Id="rId10" Type="http://schemas.openxmlformats.org/officeDocument/2006/relationships/image" Target="../media/image363.png"/><Relationship Id="rId4" Type="http://schemas.openxmlformats.org/officeDocument/2006/relationships/image" Target="../media/image360.png"/><Relationship Id="rId9" Type="http://schemas.openxmlformats.org/officeDocument/2006/relationships/oleObject" Target="../embeddings/oleObject520.bin"/><Relationship Id="rId14" Type="http://schemas.openxmlformats.org/officeDocument/2006/relationships/image" Target="../media/image36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23.bin"/><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image" Target="../media/image366.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526.bin"/><Relationship Id="rId13" Type="http://schemas.openxmlformats.org/officeDocument/2006/relationships/image" Target="../media/image371.wmf"/><Relationship Id="rId18" Type="http://schemas.openxmlformats.org/officeDocument/2006/relationships/oleObject" Target="../embeddings/oleObject531.bin"/><Relationship Id="rId3" Type="http://schemas.openxmlformats.org/officeDocument/2006/relationships/notesSlide" Target="../notesSlides/notesSlide54.xml"/><Relationship Id="rId21" Type="http://schemas.openxmlformats.org/officeDocument/2006/relationships/image" Target="../media/image375.wmf"/><Relationship Id="rId7" Type="http://schemas.openxmlformats.org/officeDocument/2006/relationships/image" Target="../media/image368.wmf"/><Relationship Id="rId12" Type="http://schemas.openxmlformats.org/officeDocument/2006/relationships/oleObject" Target="../embeddings/oleObject528.bin"/><Relationship Id="rId17" Type="http://schemas.openxmlformats.org/officeDocument/2006/relationships/image" Target="../media/image373.wmf"/><Relationship Id="rId2" Type="http://schemas.openxmlformats.org/officeDocument/2006/relationships/slideLayout" Target="../slideLayouts/slideLayout2.xml"/><Relationship Id="rId16" Type="http://schemas.openxmlformats.org/officeDocument/2006/relationships/oleObject" Target="../embeddings/oleObject530.bin"/><Relationship Id="rId20" Type="http://schemas.openxmlformats.org/officeDocument/2006/relationships/oleObject" Target="../embeddings/oleObject532.bin"/><Relationship Id="rId1" Type="http://schemas.openxmlformats.org/officeDocument/2006/relationships/vmlDrawing" Target="../drawings/vmlDrawing44.vml"/><Relationship Id="rId6" Type="http://schemas.openxmlformats.org/officeDocument/2006/relationships/oleObject" Target="../embeddings/oleObject525.bin"/><Relationship Id="rId11" Type="http://schemas.openxmlformats.org/officeDocument/2006/relationships/image" Target="../media/image370.wmf"/><Relationship Id="rId5" Type="http://schemas.openxmlformats.org/officeDocument/2006/relationships/image" Target="../media/image367.wmf"/><Relationship Id="rId15" Type="http://schemas.openxmlformats.org/officeDocument/2006/relationships/image" Target="../media/image372.wmf"/><Relationship Id="rId23" Type="http://schemas.openxmlformats.org/officeDocument/2006/relationships/image" Target="../media/image376.wmf"/><Relationship Id="rId10" Type="http://schemas.openxmlformats.org/officeDocument/2006/relationships/oleObject" Target="../embeddings/oleObject527.bin"/><Relationship Id="rId19" Type="http://schemas.openxmlformats.org/officeDocument/2006/relationships/image" Target="../media/image374.wmf"/><Relationship Id="rId4" Type="http://schemas.openxmlformats.org/officeDocument/2006/relationships/oleObject" Target="../embeddings/oleObject524.bin"/><Relationship Id="rId9" Type="http://schemas.openxmlformats.org/officeDocument/2006/relationships/image" Target="../media/image369.wmf"/><Relationship Id="rId14" Type="http://schemas.openxmlformats.org/officeDocument/2006/relationships/oleObject" Target="../embeddings/oleObject529.bin"/><Relationship Id="rId22" Type="http://schemas.openxmlformats.org/officeDocument/2006/relationships/oleObject" Target="../embeddings/oleObject533.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378.wmf"/><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oleObject" Target="../embeddings/oleObject535.bin"/><Relationship Id="rId5" Type="http://schemas.openxmlformats.org/officeDocument/2006/relationships/image" Target="../media/image377.wmf"/><Relationship Id="rId4" Type="http://schemas.openxmlformats.org/officeDocument/2006/relationships/oleObject" Target="../embeddings/oleObject534.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538.bin"/><Relationship Id="rId13" Type="http://schemas.openxmlformats.org/officeDocument/2006/relationships/image" Target="../media/image383.wmf"/><Relationship Id="rId18" Type="http://schemas.openxmlformats.org/officeDocument/2006/relationships/oleObject" Target="../embeddings/oleObject543.bin"/><Relationship Id="rId3" Type="http://schemas.openxmlformats.org/officeDocument/2006/relationships/notesSlide" Target="../notesSlides/notesSlide56.xml"/><Relationship Id="rId21" Type="http://schemas.openxmlformats.org/officeDocument/2006/relationships/image" Target="../media/image387.wmf"/><Relationship Id="rId7" Type="http://schemas.openxmlformats.org/officeDocument/2006/relationships/image" Target="../media/image380.wmf"/><Relationship Id="rId12" Type="http://schemas.openxmlformats.org/officeDocument/2006/relationships/oleObject" Target="../embeddings/oleObject540.bin"/><Relationship Id="rId17" Type="http://schemas.openxmlformats.org/officeDocument/2006/relationships/image" Target="../media/image385.wmf"/><Relationship Id="rId2" Type="http://schemas.openxmlformats.org/officeDocument/2006/relationships/slideLayout" Target="../slideLayouts/slideLayout2.xml"/><Relationship Id="rId16" Type="http://schemas.openxmlformats.org/officeDocument/2006/relationships/oleObject" Target="../embeddings/oleObject542.bin"/><Relationship Id="rId20" Type="http://schemas.openxmlformats.org/officeDocument/2006/relationships/oleObject" Target="../embeddings/oleObject544.bin"/><Relationship Id="rId1" Type="http://schemas.openxmlformats.org/officeDocument/2006/relationships/vmlDrawing" Target="../drawings/vmlDrawing46.vml"/><Relationship Id="rId6" Type="http://schemas.openxmlformats.org/officeDocument/2006/relationships/oleObject" Target="../embeddings/oleObject537.bin"/><Relationship Id="rId11" Type="http://schemas.openxmlformats.org/officeDocument/2006/relationships/image" Target="../media/image382.wmf"/><Relationship Id="rId5" Type="http://schemas.openxmlformats.org/officeDocument/2006/relationships/image" Target="../media/image379.wmf"/><Relationship Id="rId15" Type="http://schemas.openxmlformats.org/officeDocument/2006/relationships/image" Target="../media/image384.wmf"/><Relationship Id="rId23" Type="http://schemas.openxmlformats.org/officeDocument/2006/relationships/image" Target="../media/image388.wmf"/><Relationship Id="rId10" Type="http://schemas.openxmlformats.org/officeDocument/2006/relationships/oleObject" Target="../embeddings/oleObject539.bin"/><Relationship Id="rId19" Type="http://schemas.openxmlformats.org/officeDocument/2006/relationships/image" Target="../media/image386.wmf"/><Relationship Id="rId4" Type="http://schemas.openxmlformats.org/officeDocument/2006/relationships/oleObject" Target="../embeddings/oleObject536.bin"/><Relationship Id="rId9" Type="http://schemas.openxmlformats.org/officeDocument/2006/relationships/image" Target="../media/image381.wmf"/><Relationship Id="rId14" Type="http://schemas.openxmlformats.org/officeDocument/2006/relationships/oleObject" Target="../embeddings/oleObject541.bin"/><Relationship Id="rId22" Type="http://schemas.openxmlformats.org/officeDocument/2006/relationships/oleObject" Target="../embeddings/oleObject545.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548.bin"/><Relationship Id="rId13" Type="http://schemas.openxmlformats.org/officeDocument/2006/relationships/image" Target="../media/image393.wmf"/><Relationship Id="rId18" Type="http://schemas.openxmlformats.org/officeDocument/2006/relationships/oleObject" Target="../embeddings/oleObject553.bin"/><Relationship Id="rId3" Type="http://schemas.openxmlformats.org/officeDocument/2006/relationships/notesSlide" Target="../notesSlides/notesSlide57.xml"/><Relationship Id="rId21" Type="http://schemas.openxmlformats.org/officeDocument/2006/relationships/image" Target="../media/image386.wmf"/><Relationship Id="rId7" Type="http://schemas.openxmlformats.org/officeDocument/2006/relationships/image" Target="../media/image390.wmf"/><Relationship Id="rId12" Type="http://schemas.openxmlformats.org/officeDocument/2006/relationships/oleObject" Target="../embeddings/oleObject550.bin"/><Relationship Id="rId17" Type="http://schemas.openxmlformats.org/officeDocument/2006/relationships/image" Target="../media/image395.wmf"/><Relationship Id="rId2" Type="http://schemas.openxmlformats.org/officeDocument/2006/relationships/slideLayout" Target="../slideLayouts/slideLayout2.xml"/><Relationship Id="rId16" Type="http://schemas.openxmlformats.org/officeDocument/2006/relationships/oleObject" Target="../embeddings/oleObject552.bin"/><Relationship Id="rId20" Type="http://schemas.openxmlformats.org/officeDocument/2006/relationships/oleObject" Target="../embeddings/oleObject554.bin"/><Relationship Id="rId1" Type="http://schemas.openxmlformats.org/officeDocument/2006/relationships/vmlDrawing" Target="../drawings/vmlDrawing47.vml"/><Relationship Id="rId6" Type="http://schemas.openxmlformats.org/officeDocument/2006/relationships/oleObject" Target="../embeddings/oleObject547.bin"/><Relationship Id="rId11" Type="http://schemas.openxmlformats.org/officeDocument/2006/relationships/image" Target="../media/image392.wmf"/><Relationship Id="rId5" Type="http://schemas.openxmlformats.org/officeDocument/2006/relationships/image" Target="../media/image389.wmf"/><Relationship Id="rId15" Type="http://schemas.openxmlformats.org/officeDocument/2006/relationships/image" Target="../media/image394.wmf"/><Relationship Id="rId23" Type="http://schemas.openxmlformats.org/officeDocument/2006/relationships/image" Target="../media/image387.wmf"/><Relationship Id="rId10" Type="http://schemas.openxmlformats.org/officeDocument/2006/relationships/oleObject" Target="../embeddings/oleObject549.bin"/><Relationship Id="rId19" Type="http://schemas.openxmlformats.org/officeDocument/2006/relationships/image" Target="../media/image385.wmf"/><Relationship Id="rId4" Type="http://schemas.openxmlformats.org/officeDocument/2006/relationships/oleObject" Target="../embeddings/oleObject546.bin"/><Relationship Id="rId9" Type="http://schemas.openxmlformats.org/officeDocument/2006/relationships/image" Target="../media/image391.wmf"/><Relationship Id="rId14" Type="http://schemas.openxmlformats.org/officeDocument/2006/relationships/oleObject" Target="../embeddings/oleObject551.bin"/><Relationship Id="rId22" Type="http://schemas.openxmlformats.org/officeDocument/2006/relationships/oleObject" Target="../embeddings/oleObject555.bin"/></Relationships>
</file>

<file path=ppt/slides/_rels/slide67.xml.rels><?xml version="1.0" encoding="UTF-8" standalone="yes"?>
<Relationships xmlns="http://schemas.openxmlformats.org/package/2006/relationships"><Relationship Id="rId13" Type="http://schemas.openxmlformats.org/officeDocument/2006/relationships/image" Target="../media/image400.wmf"/><Relationship Id="rId18" Type="http://schemas.openxmlformats.org/officeDocument/2006/relationships/oleObject" Target="../embeddings/oleObject563.bin"/><Relationship Id="rId26" Type="http://schemas.openxmlformats.org/officeDocument/2006/relationships/image" Target="../media/image406.wmf"/><Relationship Id="rId21" Type="http://schemas.openxmlformats.org/officeDocument/2006/relationships/oleObject" Target="../embeddings/oleObject565.bin"/><Relationship Id="rId34" Type="http://schemas.openxmlformats.org/officeDocument/2006/relationships/image" Target="../media/image410.wmf"/><Relationship Id="rId7" Type="http://schemas.openxmlformats.org/officeDocument/2006/relationships/image" Target="../media/image397.wmf"/><Relationship Id="rId12" Type="http://schemas.openxmlformats.org/officeDocument/2006/relationships/oleObject" Target="../embeddings/oleObject560.bin"/><Relationship Id="rId17" Type="http://schemas.openxmlformats.org/officeDocument/2006/relationships/image" Target="../media/image402.wmf"/><Relationship Id="rId25" Type="http://schemas.openxmlformats.org/officeDocument/2006/relationships/oleObject" Target="../embeddings/oleObject567.bin"/><Relationship Id="rId33" Type="http://schemas.openxmlformats.org/officeDocument/2006/relationships/oleObject" Target="../embeddings/oleObject571.bin"/><Relationship Id="rId38" Type="http://schemas.openxmlformats.org/officeDocument/2006/relationships/image" Target="../media/image412.wmf"/><Relationship Id="rId2" Type="http://schemas.openxmlformats.org/officeDocument/2006/relationships/slideLayout" Target="../slideLayouts/slideLayout2.xml"/><Relationship Id="rId16" Type="http://schemas.openxmlformats.org/officeDocument/2006/relationships/oleObject" Target="../embeddings/oleObject562.bin"/><Relationship Id="rId20" Type="http://schemas.openxmlformats.org/officeDocument/2006/relationships/image" Target="../media/image403.wmf"/><Relationship Id="rId29" Type="http://schemas.openxmlformats.org/officeDocument/2006/relationships/oleObject" Target="../embeddings/oleObject569.bin"/><Relationship Id="rId1" Type="http://schemas.openxmlformats.org/officeDocument/2006/relationships/vmlDrawing" Target="../drawings/vmlDrawing48.vml"/><Relationship Id="rId6" Type="http://schemas.openxmlformats.org/officeDocument/2006/relationships/oleObject" Target="../embeddings/oleObject557.bin"/><Relationship Id="rId11" Type="http://schemas.openxmlformats.org/officeDocument/2006/relationships/image" Target="../media/image399.wmf"/><Relationship Id="rId24" Type="http://schemas.openxmlformats.org/officeDocument/2006/relationships/image" Target="../media/image405.wmf"/><Relationship Id="rId32" Type="http://schemas.openxmlformats.org/officeDocument/2006/relationships/image" Target="../media/image409.wmf"/><Relationship Id="rId37" Type="http://schemas.openxmlformats.org/officeDocument/2006/relationships/oleObject" Target="../embeddings/oleObject573.bin"/><Relationship Id="rId5" Type="http://schemas.openxmlformats.org/officeDocument/2006/relationships/image" Target="../media/image396.wmf"/><Relationship Id="rId15" Type="http://schemas.openxmlformats.org/officeDocument/2006/relationships/image" Target="../media/image401.wmf"/><Relationship Id="rId23" Type="http://schemas.openxmlformats.org/officeDocument/2006/relationships/oleObject" Target="../embeddings/oleObject566.bin"/><Relationship Id="rId28" Type="http://schemas.openxmlformats.org/officeDocument/2006/relationships/image" Target="../media/image407.wmf"/><Relationship Id="rId36" Type="http://schemas.openxmlformats.org/officeDocument/2006/relationships/image" Target="../media/image411.wmf"/><Relationship Id="rId10" Type="http://schemas.openxmlformats.org/officeDocument/2006/relationships/oleObject" Target="../embeddings/oleObject559.bin"/><Relationship Id="rId19" Type="http://schemas.openxmlformats.org/officeDocument/2006/relationships/oleObject" Target="../embeddings/oleObject564.bin"/><Relationship Id="rId31" Type="http://schemas.openxmlformats.org/officeDocument/2006/relationships/oleObject" Target="../embeddings/oleObject570.bin"/><Relationship Id="rId4" Type="http://schemas.openxmlformats.org/officeDocument/2006/relationships/oleObject" Target="../embeddings/oleObject556.bin"/><Relationship Id="rId9" Type="http://schemas.openxmlformats.org/officeDocument/2006/relationships/image" Target="../media/image398.wmf"/><Relationship Id="rId14" Type="http://schemas.openxmlformats.org/officeDocument/2006/relationships/oleObject" Target="../embeddings/oleObject561.bin"/><Relationship Id="rId22" Type="http://schemas.openxmlformats.org/officeDocument/2006/relationships/image" Target="../media/image404.wmf"/><Relationship Id="rId27" Type="http://schemas.openxmlformats.org/officeDocument/2006/relationships/oleObject" Target="../embeddings/oleObject568.bin"/><Relationship Id="rId30" Type="http://schemas.openxmlformats.org/officeDocument/2006/relationships/image" Target="../media/image408.wmf"/><Relationship Id="rId35" Type="http://schemas.openxmlformats.org/officeDocument/2006/relationships/oleObject" Target="../embeddings/oleObject572.bin"/><Relationship Id="rId8" Type="http://schemas.openxmlformats.org/officeDocument/2006/relationships/oleObject" Target="../embeddings/oleObject558.bin"/><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3" Type="http://schemas.openxmlformats.org/officeDocument/2006/relationships/oleObject" Target="../embeddings/oleObject579.bin"/><Relationship Id="rId18" Type="http://schemas.openxmlformats.org/officeDocument/2006/relationships/image" Target="../media/image417.wmf"/><Relationship Id="rId26" Type="http://schemas.openxmlformats.org/officeDocument/2006/relationships/image" Target="../media/image420.wmf"/><Relationship Id="rId3" Type="http://schemas.openxmlformats.org/officeDocument/2006/relationships/notesSlide" Target="../notesSlides/notesSlide59.xml"/><Relationship Id="rId21" Type="http://schemas.openxmlformats.org/officeDocument/2006/relationships/oleObject" Target="../embeddings/oleObject583.bin"/><Relationship Id="rId34" Type="http://schemas.openxmlformats.org/officeDocument/2006/relationships/image" Target="../media/image424.wmf"/><Relationship Id="rId7" Type="http://schemas.openxmlformats.org/officeDocument/2006/relationships/image" Target="../media/image413.wmf"/><Relationship Id="rId12" Type="http://schemas.openxmlformats.org/officeDocument/2006/relationships/image" Target="../media/image414.wmf"/><Relationship Id="rId17" Type="http://schemas.openxmlformats.org/officeDocument/2006/relationships/oleObject" Target="../embeddings/oleObject581.bin"/><Relationship Id="rId25" Type="http://schemas.openxmlformats.org/officeDocument/2006/relationships/oleObject" Target="../embeddings/oleObject585.bin"/><Relationship Id="rId33" Type="http://schemas.openxmlformats.org/officeDocument/2006/relationships/oleObject" Target="../embeddings/oleObject589.bin"/><Relationship Id="rId2" Type="http://schemas.openxmlformats.org/officeDocument/2006/relationships/slideLayout" Target="../slideLayouts/slideLayout2.xml"/><Relationship Id="rId16" Type="http://schemas.openxmlformats.org/officeDocument/2006/relationships/image" Target="../media/image416.wmf"/><Relationship Id="rId20" Type="http://schemas.openxmlformats.org/officeDocument/2006/relationships/image" Target="../media/image412.wmf"/><Relationship Id="rId29" Type="http://schemas.openxmlformats.org/officeDocument/2006/relationships/oleObject" Target="../embeddings/oleObject587.bin"/><Relationship Id="rId1" Type="http://schemas.openxmlformats.org/officeDocument/2006/relationships/vmlDrawing" Target="../drawings/vmlDrawing49.vml"/><Relationship Id="rId6" Type="http://schemas.openxmlformats.org/officeDocument/2006/relationships/oleObject" Target="../embeddings/oleObject575.bin"/><Relationship Id="rId11" Type="http://schemas.openxmlformats.org/officeDocument/2006/relationships/oleObject" Target="../embeddings/oleObject578.bin"/><Relationship Id="rId24" Type="http://schemas.openxmlformats.org/officeDocument/2006/relationships/image" Target="../media/image419.wmf"/><Relationship Id="rId32" Type="http://schemas.openxmlformats.org/officeDocument/2006/relationships/image" Target="../media/image423.wmf"/><Relationship Id="rId5" Type="http://schemas.openxmlformats.org/officeDocument/2006/relationships/image" Target="../media/image400.wmf"/><Relationship Id="rId15" Type="http://schemas.openxmlformats.org/officeDocument/2006/relationships/oleObject" Target="../embeddings/oleObject580.bin"/><Relationship Id="rId23" Type="http://schemas.openxmlformats.org/officeDocument/2006/relationships/oleObject" Target="../embeddings/oleObject584.bin"/><Relationship Id="rId28" Type="http://schemas.openxmlformats.org/officeDocument/2006/relationships/image" Target="../media/image421.wmf"/><Relationship Id="rId36" Type="http://schemas.openxmlformats.org/officeDocument/2006/relationships/image" Target="../media/image425.wmf"/><Relationship Id="rId10" Type="http://schemas.openxmlformats.org/officeDocument/2006/relationships/oleObject" Target="../embeddings/oleObject577.bin"/><Relationship Id="rId19" Type="http://schemas.openxmlformats.org/officeDocument/2006/relationships/oleObject" Target="../embeddings/oleObject582.bin"/><Relationship Id="rId31" Type="http://schemas.openxmlformats.org/officeDocument/2006/relationships/oleObject" Target="../embeddings/oleObject588.bin"/><Relationship Id="rId4" Type="http://schemas.openxmlformats.org/officeDocument/2006/relationships/oleObject" Target="../embeddings/oleObject574.bin"/><Relationship Id="rId9" Type="http://schemas.openxmlformats.org/officeDocument/2006/relationships/image" Target="../media/image402.wmf"/><Relationship Id="rId14" Type="http://schemas.openxmlformats.org/officeDocument/2006/relationships/image" Target="../media/image415.wmf"/><Relationship Id="rId22" Type="http://schemas.openxmlformats.org/officeDocument/2006/relationships/image" Target="../media/image418.wmf"/><Relationship Id="rId27" Type="http://schemas.openxmlformats.org/officeDocument/2006/relationships/oleObject" Target="../embeddings/oleObject586.bin"/><Relationship Id="rId30" Type="http://schemas.openxmlformats.org/officeDocument/2006/relationships/image" Target="../media/image422.wmf"/><Relationship Id="rId35" Type="http://schemas.openxmlformats.org/officeDocument/2006/relationships/oleObject" Target="../embeddings/oleObject590.bin"/><Relationship Id="rId8" Type="http://schemas.openxmlformats.org/officeDocument/2006/relationships/oleObject" Target="../embeddings/oleObject576.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593.bin"/><Relationship Id="rId13" Type="http://schemas.openxmlformats.org/officeDocument/2006/relationships/image" Target="../media/image429.wmf"/><Relationship Id="rId18" Type="http://schemas.openxmlformats.org/officeDocument/2006/relationships/oleObject" Target="../embeddings/oleObject598.bin"/><Relationship Id="rId3" Type="http://schemas.openxmlformats.org/officeDocument/2006/relationships/notesSlide" Target="../notesSlides/notesSlide60.xml"/><Relationship Id="rId21" Type="http://schemas.openxmlformats.org/officeDocument/2006/relationships/image" Target="../media/image434.png"/><Relationship Id="rId7" Type="http://schemas.openxmlformats.org/officeDocument/2006/relationships/image" Target="../media/image426.wmf"/><Relationship Id="rId12" Type="http://schemas.openxmlformats.org/officeDocument/2006/relationships/oleObject" Target="../embeddings/oleObject595.bin"/><Relationship Id="rId17" Type="http://schemas.openxmlformats.org/officeDocument/2006/relationships/image" Target="../media/image431.wmf"/><Relationship Id="rId2" Type="http://schemas.openxmlformats.org/officeDocument/2006/relationships/slideLayout" Target="../slideLayouts/slideLayout2.xml"/><Relationship Id="rId16" Type="http://schemas.openxmlformats.org/officeDocument/2006/relationships/oleObject" Target="../embeddings/oleObject597.bin"/><Relationship Id="rId20" Type="http://schemas.openxmlformats.org/officeDocument/2006/relationships/image" Target="../media/image433.png"/><Relationship Id="rId1" Type="http://schemas.openxmlformats.org/officeDocument/2006/relationships/vmlDrawing" Target="../drawings/vmlDrawing50.vml"/><Relationship Id="rId6" Type="http://schemas.openxmlformats.org/officeDocument/2006/relationships/oleObject" Target="../embeddings/oleObject592.bin"/><Relationship Id="rId11" Type="http://schemas.openxmlformats.org/officeDocument/2006/relationships/image" Target="../media/image428.wmf"/><Relationship Id="rId5" Type="http://schemas.openxmlformats.org/officeDocument/2006/relationships/image" Target="../media/image421.wmf"/><Relationship Id="rId15" Type="http://schemas.openxmlformats.org/officeDocument/2006/relationships/image" Target="../media/image430.wmf"/><Relationship Id="rId10" Type="http://schemas.openxmlformats.org/officeDocument/2006/relationships/oleObject" Target="../embeddings/oleObject594.bin"/><Relationship Id="rId19" Type="http://schemas.openxmlformats.org/officeDocument/2006/relationships/image" Target="../media/image432.wmf"/><Relationship Id="rId4" Type="http://schemas.openxmlformats.org/officeDocument/2006/relationships/oleObject" Target="../embeddings/oleObject591.bin"/><Relationship Id="rId9" Type="http://schemas.openxmlformats.org/officeDocument/2006/relationships/image" Target="../media/image427.wmf"/><Relationship Id="rId14" Type="http://schemas.openxmlformats.org/officeDocument/2006/relationships/oleObject" Target="../embeddings/oleObject596.bin"/><Relationship Id="rId22" Type="http://schemas.openxmlformats.org/officeDocument/2006/relationships/image" Target="../media/image435.png"/></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601.bin"/><Relationship Id="rId13" Type="http://schemas.openxmlformats.org/officeDocument/2006/relationships/image" Target="../media/image434.wmf"/><Relationship Id="rId18" Type="http://schemas.openxmlformats.org/officeDocument/2006/relationships/oleObject" Target="../embeddings/oleObject598.bin"/><Relationship Id="rId3" Type="http://schemas.openxmlformats.org/officeDocument/2006/relationships/notesSlide" Target="../notesSlides/notesSlide61.xml"/><Relationship Id="rId7" Type="http://schemas.openxmlformats.org/officeDocument/2006/relationships/image" Target="../media/image433.wmf"/><Relationship Id="rId12" Type="http://schemas.openxmlformats.org/officeDocument/2006/relationships/oleObject" Target="../embeddings/oleObject603.bin"/><Relationship Id="rId17" Type="http://schemas.openxmlformats.org/officeDocument/2006/relationships/image" Target="../media/image431.wmf"/><Relationship Id="rId2" Type="http://schemas.openxmlformats.org/officeDocument/2006/relationships/slideLayout" Target="../slideLayouts/slideLayout2.xml"/><Relationship Id="rId16" Type="http://schemas.openxmlformats.org/officeDocument/2006/relationships/oleObject" Target="../embeddings/oleObject597.bin"/><Relationship Id="rId1" Type="http://schemas.openxmlformats.org/officeDocument/2006/relationships/vmlDrawing" Target="../drawings/vmlDrawing51.vml"/><Relationship Id="rId6" Type="http://schemas.openxmlformats.org/officeDocument/2006/relationships/oleObject" Target="../embeddings/oleObject600.bin"/><Relationship Id="rId11" Type="http://schemas.openxmlformats.org/officeDocument/2006/relationships/image" Target="../media/image428.wmf"/><Relationship Id="rId5" Type="http://schemas.openxmlformats.org/officeDocument/2006/relationships/image" Target="../media/image421.wmf"/><Relationship Id="rId15" Type="http://schemas.openxmlformats.org/officeDocument/2006/relationships/image" Target="../media/image430.wmf"/><Relationship Id="rId10" Type="http://schemas.openxmlformats.org/officeDocument/2006/relationships/oleObject" Target="../embeddings/oleObject602.bin"/><Relationship Id="rId19" Type="http://schemas.openxmlformats.org/officeDocument/2006/relationships/image" Target="../media/image432.wmf"/><Relationship Id="rId4" Type="http://schemas.openxmlformats.org/officeDocument/2006/relationships/oleObject" Target="../embeddings/oleObject599.bin"/><Relationship Id="rId9" Type="http://schemas.openxmlformats.org/officeDocument/2006/relationships/image" Target="../media/image427.wmf"/><Relationship Id="rId14" Type="http://schemas.openxmlformats.org/officeDocument/2006/relationships/oleObject" Target="../embeddings/oleObject596.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606.bin"/><Relationship Id="rId13" Type="http://schemas.openxmlformats.org/officeDocument/2006/relationships/image" Target="../media/image439.emf"/><Relationship Id="rId3" Type="http://schemas.openxmlformats.org/officeDocument/2006/relationships/notesSlide" Target="../notesSlides/notesSlide63.xml"/><Relationship Id="rId7" Type="http://schemas.openxmlformats.org/officeDocument/2006/relationships/image" Target="../media/image436.emf"/><Relationship Id="rId12" Type="http://schemas.openxmlformats.org/officeDocument/2006/relationships/oleObject" Target="../embeddings/oleObject608.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605.bin"/><Relationship Id="rId11" Type="http://schemas.openxmlformats.org/officeDocument/2006/relationships/image" Target="../media/image438.emf"/><Relationship Id="rId5" Type="http://schemas.openxmlformats.org/officeDocument/2006/relationships/image" Target="../media/image435.emf"/><Relationship Id="rId10" Type="http://schemas.openxmlformats.org/officeDocument/2006/relationships/oleObject" Target="../embeddings/oleObject607.bin"/><Relationship Id="rId4" Type="http://schemas.openxmlformats.org/officeDocument/2006/relationships/oleObject" Target="../embeddings/oleObject604.bin"/><Relationship Id="rId9" Type="http://schemas.openxmlformats.org/officeDocument/2006/relationships/image" Target="../media/image437.emf"/><Relationship Id="rId14" Type="http://schemas.openxmlformats.org/officeDocument/2006/relationships/image" Target="../media/image440.jpeg"/></Relationships>
</file>

<file path=ppt/slides/_rels/slide73.xml.rels><?xml version="1.0" encoding="UTF-8" standalone="yes"?>
<Relationships xmlns="http://schemas.openxmlformats.org/package/2006/relationships"><Relationship Id="rId8" Type="http://schemas.openxmlformats.org/officeDocument/2006/relationships/image" Target="../media/image443.jpeg"/><Relationship Id="rId3" Type="http://schemas.openxmlformats.org/officeDocument/2006/relationships/notesSlide" Target="../notesSlides/notesSlide64.xml"/><Relationship Id="rId7" Type="http://schemas.openxmlformats.org/officeDocument/2006/relationships/image" Target="../media/image442.emf"/><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oleObject" Target="../embeddings/oleObject610.bin"/><Relationship Id="rId5" Type="http://schemas.openxmlformats.org/officeDocument/2006/relationships/image" Target="../media/image441.emf"/><Relationship Id="rId4" Type="http://schemas.openxmlformats.org/officeDocument/2006/relationships/oleObject" Target="../embeddings/oleObject609.bin"/><Relationship Id="rId9" Type="http://schemas.openxmlformats.org/officeDocument/2006/relationships/image" Target="../media/image444.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5.xml"/><Relationship Id="rId7" Type="http://schemas.openxmlformats.org/officeDocument/2006/relationships/image" Target="../media/image446.emf"/><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oleObject" Target="../embeddings/oleObject612.bin"/><Relationship Id="rId5" Type="http://schemas.openxmlformats.org/officeDocument/2006/relationships/image" Target="../media/image445.emf"/><Relationship Id="rId4" Type="http://schemas.openxmlformats.org/officeDocument/2006/relationships/oleObject" Target="../embeddings/oleObject611.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615.bin"/><Relationship Id="rId13" Type="http://schemas.openxmlformats.org/officeDocument/2006/relationships/image" Target="../media/image451.emf"/><Relationship Id="rId18" Type="http://schemas.openxmlformats.org/officeDocument/2006/relationships/oleObject" Target="../embeddings/oleObject620.bin"/><Relationship Id="rId26" Type="http://schemas.openxmlformats.org/officeDocument/2006/relationships/oleObject" Target="../embeddings/oleObject624.bin"/><Relationship Id="rId3" Type="http://schemas.openxmlformats.org/officeDocument/2006/relationships/notesSlide" Target="../notesSlides/notesSlide66.xml"/><Relationship Id="rId21" Type="http://schemas.openxmlformats.org/officeDocument/2006/relationships/image" Target="../media/image455.emf"/><Relationship Id="rId7" Type="http://schemas.openxmlformats.org/officeDocument/2006/relationships/image" Target="../media/image448.emf"/><Relationship Id="rId12" Type="http://schemas.openxmlformats.org/officeDocument/2006/relationships/oleObject" Target="../embeddings/oleObject617.bin"/><Relationship Id="rId17" Type="http://schemas.openxmlformats.org/officeDocument/2006/relationships/image" Target="../media/image453.emf"/><Relationship Id="rId25" Type="http://schemas.openxmlformats.org/officeDocument/2006/relationships/image" Target="../media/image457.emf"/><Relationship Id="rId2" Type="http://schemas.openxmlformats.org/officeDocument/2006/relationships/slideLayout" Target="../slideLayouts/slideLayout7.xml"/><Relationship Id="rId16" Type="http://schemas.openxmlformats.org/officeDocument/2006/relationships/oleObject" Target="../embeddings/oleObject619.bin"/><Relationship Id="rId20" Type="http://schemas.openxmlformats.org/officeDocument/2006/relationships/oleObject" Target="../embeddings/oleObject621.bin"/><Relationship Id="rId29" Type="http://schemas.openxmlformats.org/officeDocument/2006/relationships/image" Target="../media/image459.emf"/><Relationship Id="rId1" Type="http://schemas.openxmlformats.org/officeDocument/2006/relationships/vmlDrawing" Target="../drawings/vmlDrawing55.vml"/><Relationship Id="rId6" Type="http://schemas.openxmlformats.org/officeDocument/2006/relationships/oleObject" Target="../embeddings/oleObject614.bin"/><Relationship Id="rId11" Type="http://schemas.openxmlformats.org/officeDocument/2006/relationships/image" Target="../media/image450.emf"/><Relationship Id="rId24" Type="http://schemas.openxmlformats.org/officeDocument/2006/relationships/oleObject" Target="../embeddings/oleObject623.bin"/><Relationship Id="rId5" Type="http://schemas.openxmlformats.org/officeDocument/2006/relationships/image" Target="../media/image447.emf"/><Relationship Id="rId15" Type="http://schemas.openxmlformats.org/officeDocument/2006/relationships/image" Target="../media/image452.emf"/><Relationship Id="rId23" Type="http://schemas.openxmlformats.org/officeDocument/2006/relationships/image" Target="../media/image456.emf"/><Relationship Id="rId28" Type="http://schemas.openxmlformats.org/officeDocument/2006/relationships/oleObject" Target="../embeddings/oleObject625.bin"/><Relationship Id="rId10" Type="http://schemas.openxmlformats.org/officeDocument/2006/relationships/oleObject" Target="../embeddings/oleObject616.bin"/><Relationship Id="rId19" Type="http://schemas.openxmlformats.org/officeDocument/2006/relationships/image" Target="../media/image454.emf"/><Relationship Id="rId4" Type="http://schemas.openxmlformats.org/officeDocument/2006/relationships/oleObject" Target="../embeddings/oleObject613.bin"/><Relationship Id="rId9" Type="http://schemas.openxmlformats.org/officeDocument/2006/relationships/image" Target="../media/image449.emf"/><Relationship Id="rId14" Type="http://schemas.openxmlformats.org/officeDocument/2006/relationships/oleObject" Target="../embeddings/oleObject618.bin"/><Relationship Id="rId22" Type="http://schemas.openxmlformats.org/officeDocument/2006/relationships/oleObject" Target="../embeddings/oleObject622.bin"/><Relationship Id="rId27" Type="http://schemas.openxmlformats.org/officeDocument/2006/relationships/image" Target="../media/image458.emf"/></Relationships>
</file>

<file path=ppt/slides/_rels/slide76.xml.rels><?xml version="1.0" encoding="UTF-8" standalone="yes"?>
<Relationships xmlns="http://schemas.openxmlformats.org/package/2006/relationships"><Relationship Id="rId8" Type="http://schemas.openxmlformats.org/officeDocument/2006/relationships/image" Target="../media/image462.wmf"/><Relationship Id="rId13" Type="http://schemas.openxmlformats.org/officeDocument/2006/relationships/oleObject" Target="../embeddings/oleObject631.bin"/><Relationship Id="rId3" Type="http://schemas.openxmlformats.org/officeDocument/2006/relationships/oleObject" Target="../embeddings/oleObject626.bin"/><Relationship Id="rId7" Type="http://schemas.openxmlformats.org/officeDocument/2006/relationships/oleObject" Target="../embeddings/oleObject628.bin"/><Relationship Id="rId12" Type="http://schemas.openxmlformats.org/officeDocument/2006/relationships/image" Target="../media/image464.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461.wmf"/><Relationship Id="rId11" Type="http://schemas.openxmlformats.org/officeDocument/2006/relationships/oleObject" Target="../embeddings/oleObject630.bin"/><Relationship Id="rId5" Type="http://schemas.openxmlformats.org/officeDocument/2006/relationships/oleObject" Target="../embeddings/oleObject627.bin"/><Relationship Id="rId15" Type="http://schemas.openxmlformats.org/officeDocument/2006/relationships/image" Target="../media/image466.png"/><Relationship Id="rId10" Type="http://schemas.openxmlformats.org/officeDocument/2006/relationships/image" Target="../media/image463.wmf"/><Relationship Id="rId4" Type="http://schemas.openxmlformats.org/officeDocument/2006/relationships/image" Target="../media/image460.wmf"/><Relationship Id="rId9" Type="http://schemas.openxmlformats.org/officeDocument/2006/relationships/oleObject" Target="../embeddings/oleObject629.bin"/><Relationship Id="rId14" Type="http://schemas.openxmlformats.org/officeDocument/2006/relationships/image" Target="../media/image465.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32.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468.png"/><Relationship Id="rId5" Type="http://schemas.openxmlformats.org/officeDocument/2006/relationships/oleObject" Target="../embeddings/oleObject633.bin"/><Relationship Id="rId4" Type="http://schemas.openxmlformats.org/officeDocument/2006/relationships/image" Target="../media/image467.png"/></Relationships>
</file>

<file path=ppt/slides/_rels/slide79.xml.rels><?xml version="1.0" encoding="UTF-8" standalone="yes"?>
<Relationships xmlns="http://schemas.openxmlformats.org/package/2006/relationships"><Relationship Id="rId3" Type="http://schemas.openxmlformats.org/officeDocument/2006/relationships/hyperlink" Target="2.5&#30913;&#21147;.ppt#-1,25,&#24187;&#28783;&#29255; 25" TargetMode="External"/><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469.wmf"/><Relationship Id="rId5" Type="http://schemas.openxmlformats.org/officeDocument/2006/relationships/oleObject" Target="../embeddings/oleObject634.bin"/><Relationship Id="rId4" Type="http://schemas.openxmlformats.org/officeDocument/2006/relationships/image" Target="../media/image470.png"/></Relationships>
</file>

<file path=ppt/slides/_rels/slide80.xml.rels><?xml version="1.0" encoding="UTF-8" standalone="yes"?>
<Relationships xmlns="http://schemas.openxmlformats.org/package/2006/relationships"><Relationship Id="rId8" Type="http://schemas.openxmlformats.org/officeDocument/2006/relationships/image" Target="../media/image473.wmf"/><Relationship Id="rId13" Type="http://schemas.openxmlformats.org/officeDocument/2006/relationships/oleObject" Target="../embeddings/oleObject640.bin"/><Relationship Id="rId3" Type="http://schemas.openxmlformats.org/officeDocument/2006/relationships/oleObject" Target="../embeddings/oleObject635.bin"/><Relationship Id="rId7" Type="http://schemas.openxmlformats.org/officeDocument/2006/relationships/oleObject" Target="../embeddings/oleObject637.bin"/><Relationship Id="rId12" Type="http://schemas.openxmlformats.org/officeDocument/2006/relationships/image" Target="../media/image475.wmf"/><Relationship Id="rId17" Type="http://schemas.openxmlformats.org/officeDocument/2006/relationships/hyperlink" Target="2.5&#30913;&#21147;.ppt#-1,25,&#24212;&#29992;&#20030;&#20363;" TargetMode="External"/><Relationship Id="rId2" Type="http://schemas.openxmlformats.org/officeDocument/2006/relationships/slideLayout" Target="../slideLayouts/slideLayout2.xml"/><Relationship Id="rId16" Type="http://schemas.openxmlformats.org/officeDocument/2006/relationships/image" Target="../media/image477.wmf"/><Relationship Id="rId1" Type="http://schemas.openxmlformats.org/officeDocument/2006/relationships/vmlDrawing" Target="../drawings/vmlDrawing59.vml"/><Relationship Id="rId6" Type="http://schemas.openxmlformats.org/officeDocument/2006/relationships/image" Target="../media/image472.wmf"/><Relationship Id="rId11" Type="http://schemas.openxmlformats.org/officeDocument/2006/relationships/oleObject" Target="../embeddings/oleObject639.bin"/><Relationship Id="rId5" Type="http://schemas.openxmlformats.org/officeDocument/2006/relationships/oleObject" Target="../embeddings/oleObject636.bin"/><Relationship Id="rId15" Type="http://schemas.openxmlformats.org/officeDocument/2006/relationships/oleObject" Target="../embeddings/oleObject641.bin"/><Relationship Id="rId10" Type="http://schemas.openxmlformats.org/officeDocument/2006/relationships/image" Target="../media/image474.wmf"/><Relationship Id="rId4" Type="http://schemas.openxmlformats.org/officeDocument/2006/relationships/image" Target="../media/image471.wmf"/><Relationship Id="rId9" Type="http://schemas.openxmlformats.org/officeDocument/2006/relationships/oleObject" Target="../embeddings/oleObject638.bin"/><Relationship Id="rId14" Type="http://schemas.openxmlformats.org/officeDocument/2006/relationships/image" Target="../media/image476.wmf"/></Relationships>
</file>

<file path=ppt/slides/_rels/slide81.xml.rels><?xml version="1.0" encoding="UTF-8" standalone="yes"?>
<Relationships xmlns="http://schemas.openxmlformats.org/package/2006/relationships"><Relationship Id="rId8" Type="http://schemas.openxmlformats.org/officeDocument/2006/relationships/image" Target="../media/image480.wmf"/><Relationship Id="rId13" Type="http://schemas.openxmlformats.org/officeDocument/2006/relationships/image" Target="../media/image482.wmf"/><Relationship Id="rId3" Type="http://schemas.openxmlformats.org/officeDocument/2006/relationships/oleObject" Target="../embeddings/oleObject642.bin"/><Relationship Id="rId7" Type="http://schemas.openxmlformats.org/officeDocument/2006/relationships/oleObject" Target="../embeddings/oleObject644.bin"/><Relationship Id="rId12" Type="http://schemas.openxmlformats.org/officeDocument/2006/relationships/oleObject" Target="../embeddings/oleObject646.bin"/><Relationship Id="rId2" Type="http://schemas.openxmlformats.org/officeDocument/2006/relationships/slideLayout" Target="../slideLayouts/slideLayout16.xml"/><Relationship Id="rId1" Type="http://schemas.openxmlformats.org/officeDocument/2006/relationships/vmlDrawing" Target="../drawings/vmlDrawing60.vml"/><Relationship Id="rId6" Type="http://schemas.openxmlformats.org/officeDocument/2006/relationships/image" Target="../media/image479.wmf"/><Relationship Id="rId11" Type="http://schemas.openxmlformats.org/officeDocument/2006/relationships/image" Target="../media/image483.png"/><Relationship Id="rId5" Type="http://schemas.openxmlformats.org/officeDocument/2006/relationships/oleObject" Target="../embeddings/oleObject643.bin"/><Relationship Id="rId10" Type="http://schemas.openxmlformats.org/officeDocument/2006/relationships/image" Target="../media/image481.wmf"/><Relationship Id="rId4" Type="http://schemas.openxmlformats.org/officeDocument/2006/relationships/image" Target="../media/image478.wmf"/><Relationship Id="rId9" Type="http://schemas.openxmlformats.org/officeDocument/2006/relationships/oleObject" Target="../embeddings/oleObject645.bin"/></Relationships>
</file>

<file path=ppt/slides/_rels/slide82.xml.rels><?xml version="1.0" encoding="UTF-8" standalone="yes"?>
<Relationships xmlns="http://schemas.openxmlformats.org/package/2006/relationships"><Relationship Id="rId8" Type="http://schemas.openxmlformats.org/officeDocument/2006/relationships/image" Target="../media/image486.wmf"/><Relationship Id="rId13" Type="http://schemas.openxmlformats.org/officeDocument/2006/relationships/image" Target="../media/image492.png"/><Relationship Id="rId18" Type="http://schemas.openxmlformats.org/officeDocument/2006/relationships/oleObject" Target="../embeddings/oleObject654.bin"/><Relationship Id="rId3" Type="http://schemas.openxmlformats.org/officeDocument/2006/relationships/oleObject" Target="../embeddings/oleObject647.bin"/><Relationship Id="rId7" Type="http://schemas.openxmlformats.org/officeDocument/2006/relationships/oleObject" Target="../embeddings/oleObject649.bin"/><Relationship Id="rId12" Type="http://schemas.openxmlformats.org/officeDocument/2006/relationships/image" Target="../media/image488.wmf"/><Relationship Id="rId17" Type="http://schemas.openxmlformats.org/officeDocument/2006/relationships/image" Target="../media/image490.wmf"/><Relationship Id="rId2" Type="http://schemas.openxmlformats.org/officeDocument/2006/relationships/slideLayout" Target="../slideLayouts/slideLayout12.xml"/><Relationship Id="rId16" Type="http://schemas.openxmlformats.org/officeDocument/2006/relationships/oleObject" Target="../embeddings/oleObject653.bin"/><Relationship Id="rId1" Type="http://schemas.openxmlformats.org/officeDocument/2006/relationships/vmlDrawing" Target="../drawings/vmlDrawing61.vml"/><Relationship Id="rId6" Type="http://schemas.openxmlformats.org/officeDocument/2006/relationships/image" Target="../media/image485.wmf"/><Relationship Id="rId11" Type="http://schemas.openxmlformats.org/officeDocument/2006/relationships/oleObject" Target="../embeddings/oleObject651.bin"/><Relationship Id="rId5" Type="http://schemas.openxmlformats.org/officeDocument/2006/relationships/oleObject" Target="../embeddings/oleObject648.bin"/><Relationship Id="rId15" Type="http://schemas.openxmlformats.org/officeDocument/2006/relationships/image" Target="../media/image489.wmf"/><Relationship Id="rId10" Type="http://schemas.openxmlformats.org/officeDocument/2006/relationships/image" Target="../media/image487.wmf"/><Relationship Id="rId19" Type="http://schemas.openxmlformats.org/officeDocument/2006/relationships/image" Target="../media/image491.wmf"/><Relationship Id="rId4" Type="http://schemas.openxmlformats.org/officeDocument/2006/relationships/image" Target="../media/image484.wmf"/><Relationship Id="rId9" Type="http://schemas.openxmlformats.org/officeDocument/2006/relationships/oleObject" Target="../embeddings/oleObject650.bin"/><Relationship Id="rId14" Type="http://schemas.openxmlformats.org/officeDocument/2006/relationships/oleObject" Target="../embeddings/oleObject652.bin"/></Relationships>
</file>

<file path=ppt/slides/_rels/slide83.xml.rels><?xml version="1.0" encoding="UTF-8" standalone="yes"?>
<Relationships xmlns="http://schemas.openxmlformats.org/package/2006/relationships"><Relationship Id="rId8" Type="http://schemas.openxmlformats.org/officeDocument/2006/relationships/image" Target="../media/image495.wmf"/><Relationship Id="rId3" Type="http://schemas.openxmlformats.org/officeDocument/2006/relationships/oleObject" Target="../embeddings/oleObject655.bin"/><Relationship Id="rId7" Type="http://schemas.openxmlformats.org/officeDocument/2006/relationships/oleObject" Target="../embeddings/oleObject657.bin"/><Relationship Id="rId2" Type="http://schemas.openxmlformats.org/officeDocument/2006/relationships/slideLayout" Target="../slideLayouts/slideLayout2.xml"/><Relationship Id="rId1" Type="http://schemas.openxmlformats.org/officeDocument/2006/relationships/vmlDrawing" Target="../drawings/vmlDrawing62.vml"/><Relationship Id="rId6" Type="http://schemas.openxmlformats.org/officeDocument/2006/relationships/image" Target="../media/image494.wmf"/><Relationship Id="rId5" Type="http://schemas.openxmlformats.org/officeDocument/2006/relationships/oleObject" Target="../embeddings/oleObject656.bin"/><Relationship Id="rId10" Type="http://schemas.openxmlformats.org/officeDocument/2006/relationships/image" Target="../media/image496.wmf"/><Relationship Id="rId4" Type="http://schemas.openxmlformats.org/officeDocument/2006/relationships/image" Target="../media/image493.wmf"/><Relationship Id="rId9" Type="http://schemas.openxmlformats.org/officeDocument/2006/relationships/oleObject" Target="../embeddings/oleObject658.bin"/></Relationships>
</file>

<file path=ppt/slides/_rels/slide84.xml.rels><?xml version="1.0" encoding="UTF-8" standalone="yes"?>
<Relationships xmlns="http://schemas.openxmlformats.org/package/2006/relationships"><Relationship Id="rId8" Type="http://schemas.openxmlformats.org/officeDocument/2006/relationships/hyperlink" Target="&#31561;&#31163;&#23376;&#20307;&#26680;&#32858;&#21464;dis.MPG" TargetMode="External"/><Relationship Id="rId3" Type="http://schemas.openxmlformats.org/officeDocument/2006/relationships/image" Target="../media/image499.png"/><Relationship Id="rId7" Type="http://schemas.openxmlformats.org/officeDocument/2006/relationships/image" Target="../media/image498.wmf"/><Relationship Id="rId2" Type="http://schemas.openxmlformats.org/officeDocument/2006/relationships/slideLayout" Target="../slideLayouts/slideLayout2.xml"/><Relationship Id="rId1" Type="http://schemas.openxmlformats.org/officeDocument/2006/relationships/vmlDrawing" Target="../drawings/vmlDrawing63.vml"/><Relationship Id="rId6" Type="http://schemas.openxmlformats.org/officeDocument/2006/relationships/oleObject" Target="../embeddings/oleObject660.bin"/><Relationship Id="rId5" Type="http://schemas.openxmlformats.org/officeDocument/2006/relationships/image" Target="../media/image497.wmf"/><Relationship Id="rId4" Type="http://schemas.openxmlformats.org/officeDocument/2006/relationships/oleObject" Target="../embeddings/oleObject659.bin"/></Relationships>
</file>

<file path=ppt/slides/_rels/slide85.xml.rels><?xml version="1.0" encoding="UTF-8" standalone="yes"?>
<Relationships xmlns="http://schemas.openxmlformats.org/package/2006/relationships"><Relationship Id="rId8" Type="http://schemas.openxmlformats.org/officeDocument/2006/relationships/image" Target="../media/image501.emf"/><Relationship Id="rId13" Type="http://schemas.openxmlformats.org/officeDocument/2006/relationships/oleObject" Target="../embeddings/oleObject665.bin"/><Relationship Id="rId3" Type="http://schemas.openxmlformats.org/officeDocument/2006/relationships/notesSlide" Target="../notesSlides/notesSlide67.xml"/><Relationship Id="rId7" Type="http://schemas.openxmlformats.org/officeDocument/2006/relationships/oleObject" Target="../embeddings/oleObject662.bin"/><Relationship Id="rId12" Type="http://schemas.openxmlformats.org/officeDocument/2006/relationships/image" Target="../media/image503.emf"/><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image" Target="../media/image500.emf"/><Relationship Id="rId11" Type="http://schemas.openxmlformats.org/officeDocument/2006/relationships/oleObject" Target="../embeddings/oleObject664.bin"/><Relationship Id="rId5" Type="http://schemas.openxmlformats.org/officeDocument/2006/relationships/oleObject" Target="../embeddings/oleObject661.bin"/><Relationship Id="rId10" Type="http://schemas.openxmlformats.org/officeDocument/2006/relationships/image" Target="../media/image502.emf"/><Relationship Id="rId4" Type="http://schemas.openxmlformats.org/officeDocument/2006/relationships/image" Target="../media/image505.jpeg"/><Relationship Id="rId9" Type="http://schemas.openxmlformats.org/officeDocument/2006/relationships/oleObject" Target="../embeddings/oleObject663.bin"/><Relationship Id="rId14" Type="http://schemas.openxmlformats.org/officeDocument/2006/relationships/image" Target="../media/image504.emf"/></Relationships>
</file>

<file path=ppt/slides/_rels/slide86.xml.rels><?xml version="1.0" encoding="UTF-8" standalone="yes"?>
<Relationships xmlns="http://schemas.openxmlformats.org/package/2006/relationships"><Relationship Id="rId2" Type="http://schemas.openxmlformats.org/officeDocument/2006/relationships/image" Target="../media/image50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667.bin"/><Relationship Id="rId13" Type="http://schemas.openxmlformats.org/officeDocument/2006/relationships/image" Target="../media/image510.emf"/><Relationship Id="rId3" Type="http://schemas.openxmlformats.org/officeDocument/2006/relationships/notesSlide" Target="../notesSlides/notesSlide68.xml"/><Relationship Id="rId7" Type="http://schemas.openxmlformats.org/officeDocument/2006/relationships/image" Target="../media/image512.jpeg"/><Relationship Id="rId12" Type="http://schemas.openxmlformats.org/officeDocument/2006/relationships/oleObject" Target="../embeddings/oleObject669.bin"/><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511.jpeg"/><Relationship Id="rId11" Type="http://schemas.openxmlformats.org/officeDocument/2006/relationships/image" Target="../media/image509.emf"/><Relationship Id="rId5" Type="http://schemas.openxmlformats.org/officeDocument/2006/relationships/image" Target="../media/image507.emf"/><Relationship Id="rId10" Type="http://schemas.openxmlformats.org/officeDocument/2006/relationships/oleObject" Target="../embeddings/oleObject668.bin"/><Relationship Id="rId4" Type="http://schemas.openxmlformats.org/officeDocument/2006/relationships/oleObject" Target="../embeddings/oleObject666.bin"/><Relationship Id="rId9" Type="http://schemas.openxmlformats.org/officeDocument/2006/relationships/image" Target="../media/image508.emf"/></Relationships>
</file>

<file path=ppt/slides/_rels/slide88.xml.rels><?xml version="1.0" encoding="UTF-8" standalone="yes"?>
<Relationships xmlns="http://schemas.openxmlformats.org/package/2006/relationships"><Relationship Id="rId3" Type="http://schemas.openxmlformats.org/officeDocument/2006/relationships/image" Target="../media/image514.jpeg"/><Relationship Id="rId2" Type="http://schemas.openxmlformats.org/officeDocument/2006/relationships/image" Target="../media/image513.png"/><Relationship Id="rId1" Type="http://schemas.openxmlformats.org/officeDocument/2006/relationships/slideLayout" Target="../slideLayouts/slideLayout2.xml"/><Relationship Id="rId6" Type="http://schemas.openxmlformats.org/officeDocument/2006/relationships/hyperlink" Target="http://baike.baidu.com/view/8998.htm" TargetMode="External"/><Relationship Id="rId5" Type="http://schemas.openxmlformats.org/officeDocument/2006/relationships/hyperlink" Target="http://baike.baidu.com/view/24430.htm" TargetMode="External"/><Relationship Id="rId4" Type="http://schemas.openxmlformats.org/officeDocument/2006/relationships/hyperlink" Target="http://baike.baidu.com/view/169144.htm" TargetMode="Externa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image" Target="../media/image516.jpeg"/><Relationship Id="rId5" Type="http://schemas.openxmlformats.org/officeDocument/2006/relationships/image" Target="../media/image515.emf"/><Relationship Id="rId4" Type="http://schemas.openxmlformats.org/officeDocument/2006/relationships/oleObject" Target="../embeddings/oleObject670.bin"/></Relationships>
</file>

<file path=ppt/slides/_rels/slide90.xml.rels><?xml version="1.0" encoding="UTF-8" standalone="yes"?>
<Relationships xmlns="http://schemas.openxmlformats.org/package/2006/relationships"><Relationship Id="rId8" Type="http://schemas.openxmlformats.org/officeDocument/2006/relationships/image" Target="../media/image518.emf"/><Relationship Id="rId3" Type="http://schemas.openxmlformats.org/officeDocument/2006/relationships/notesSlide" Target="../notesSlides/notesSlide70.xml"/><Relationship Id="rId7" Type="http://schemas.openxmlformats.org/officeDocument/2006/relationships/oleObject" Target="../embeddings/oleObject672.bin"/><Relationship Id="rId12" Type="http://schemas.openxmlformats.org/officeDocument/2006/relationships/image" Target="../media/image520.emf"/><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image" Target="../media/image521.jpeg"/><Relationship Id="rId11" Type="http://schemas.openxmlformats.org/officeDocument/2006/relationships/oleObject" Target="../embeddings/oleObject674.bin"/><Relationship Id="rId5" Type="http://schemas.openxmlformats.org/officeDocument/2006/relationships/image" Target="../media/image517.emf"/><Relationship Id="rId10" Type="http://schemas.openxmlformats.org/officeDocument/2006/relationships/image" Target="../media/image519.emf"/><Relationship Id="rId4" Type="http://schemas.openxmlformats.org/officeDocument/2006/relationships/oleObject" Target="../embeddings/oleObject671.bin"/><Relationship Id="rId9" Type="http://schemas.openxmlformats.org/officeDocument/2006/relationships/oleObject" Target="../embeddings/oleObject673.bin"/></Relationships>
</file>

<file path=ppt/slides/_rels/slide91.xml.rels><?xml version="1.0" encoding="UTF-8" standalone="yes"?>
<Relationships xmlns="http://schemas.openxmlformats.org/package/2006/relationships"><Relationship Id="rId8" Type="http://schemas.openxmlformats.org/officeDocument/2006/relationships/image" Target="../media/image524.jpeg"/><Relationship Id="rId3" Type="http://schemas.openxmlformats.org/officeDocument/2006/relationships/notesSlide" Target="../notesSlides/notesSlide71.xml"/><Relationship Id="rId7" Type="http://schemas.openxmlformats.org/officeDocument/2006/relationships/image" Target="../media/image523.emf"/><Relationship Id="rId2" Type="http://schemas.openxmlformats.org/officeDocument/2006/relationships/slideLayout" Target="../slideLayouts/slideLayout7.xml"/><Relationship Id="rId1" Type="http://schemas.openxmlformats.org/officeDocument/2006/relationships/vmlDrawing" Target="../drawings/vmlDrawing68.vml"/><Relationship Id="rId6" Type="http://schemas.openxmlformats.org/officeDocument/2006/relationships/oleObject" Target="../embeddings/oleObject676.bin"/><Relationship Id="rId5" Type="http://schemas.openxmlformats.org/officeDocument/2006/relationships/image" Target="../media/image522.emf"/><Relationship Id="rId4" Type="http://schemas.openxmlformats.org/officeDocument/2006/relationships/oleObject" Target="../embeddings/oleObject675.bin"/></Relationships>
</file>

<file path=ppt/slides/_rels/slide92.xml.rels><?xml version="1.0" encoding="UTF-8" standalone="yes"?>
<Relationships xmlns="http://schemas.openxmlformats.org/package/2006/relationships"><Relationship Id="rId8" Type="http://schemas.openxmlformats.org/officeDocument/2006/relationships/image" Target="../media/image526.emf"/><Relationship Id="rId13" Type="http://schemas.openxmlformats.org/officeDocument/2006/relationships/oleObject" Target="../embeddings/oleObject681.bin"/><Relationship Id="rId3" Type="http://schemas.openxmlformats.org/officeDocument/2006/relationships/notesSlide" Target="../notesSlides/notesSlide72.xml"/><Relationship Id="rId7" Type="http://schemas.openxmlformats.org/officeDocument/2006/relationships/oleObject" Target="../embeddings/oleObject678.bin"/><Relationship Id="rId12" Type="http://schemas.openxmlformats.org/officeDocument/2006/relationships/image" Target="../media/image528.emf"/><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image" Target="../media/image525.emf"/><Relationship Id="rId11" Type="http://schemas.openxmlformats.org/officeDocument/2006/relationships/oleObject" Target="../embeddings/oleObject680.bin"/><Relationship Id="rId5" Type="http://schemas.openxmlformats.org/officeDocument/2006/relationships/oleObject" Target="../embeddings/oleObject677.bin"/><Relationship Id="rId10" Type="http://schemas.openxmlformats.org/officeDocument/2006/relationships/image" Target="../media/image527.emf"/><Relationship Id="rId4" Type="http://schemas.openxmlformats.org/officeDocument/2006/relationships/image" Target="../media/image530.jpeg"/><Relationship Id="rId9" Type="http://schemas.openxmlformats.org/officeDocument/2006/relationships/oleObject" Target="../embeddings/oleObject679.bin"/><Relationship Id="rId14" Type="http://schemas.openxmlformats.org/officeDocument/2006/relationships/image" Target="../media/image529.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media/image533.wmf"/><Relationship Id="rId3" Type="http://schemas.openxmlformats.org/officeDocument/2006/relationships/oleObject" Target="../embeddings/oleObject682.bin"/><Relationship Id="rId7" Type="http://schemas.openxmlformats.org/officeDocument/2006/relationships/oleObject" Target="../embeddings/oleObject684.bin"/><Relationship Id="rId2" Type="http://schemas.openxmlformats.org/officeDocument/2006/relationships/slideLayout" Target="../slideLayouts/slideLayout2.xml"/><Relationship Id="rId1" Type="http://schemas.openxmlformats.org/officeDocument/2006/relationships/vmlDrawing" Target="../drawings/vmlDrawing70.vml"/><Relationship Id="rId6" Type="http://schemas.openxmlformats.org/officeDocument/2006/relationships/image" Target="../media/image532.wmf"/><Relationship Id="rId5" Type="http://schemas.openxmlformats.org/officeDocument/2006/relationships/oleObject" Target="../embeddings/oleObject683.bin"/><Relationship Id="rId4" Type="http://schemas.openxmlformats.org/officeDocument/2006/relationships/image" Target="../media/image531.wmf"/><Relationship Id="rId9" Type="http://schemas.openxmlformats.org/officeDocument/2006/relationships/image" Target="../media/image53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85.bin"/><Relationship Id="rId2" Type="http://schemas.openxmlformats.org/officeDocument/2006/relationships/slideLayout" Target="../slideLayouts/slideLayout2.xml"/><Relationship Id="rId1" Type="http://schemas.openxmlformats.org/officeDocument/2006/relationships/vmlDrawing" Target="../drawings/vmlDrawing71.vml"/><Relationship Id="rId5" Type="http://schemas.openxmlformats.org/officeDocument/2006/relationships/hyperlink" Target="2.5&#30913;&#21147;.ppt#-1,15,&#28041;&#21450;&#21040;&#24102;&#30005;&#31890;&#23376;&#22312;&#30005;&#30913;&#22330;&#20013;&#36816;&#21160;&#30340;&#38382;&#39064;" TargetMode="External"/><Relationship Id="rId4" Type="http://schemas.openxmlformats.org/officeDocument/2006/relationships/image" Target="../media/image535.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545.jpeg"/><Relationship Id="rId13" Type="http://schemas.openxmlformats.org/officeDocument/2006/relationships/oleObject" Target="../embeddings/oleObject690.bin"/><Relationship Id="rId18" Type="http://schemas.openxmlformats.org/officeDocument/2006/relationships/image" Target="../media/image542.emf"/><Relationship Id="rId3" Type="http://schemas.openxmlformats.org/officeDocument/2006/relationships/notesSlide" Target="../notesSlides/notesSlide73.xml"/><Relationship Id="rId21" Type="http://schemas.openxmlformats.org/officeDocument/2006/relationships/oleObject" Target="../embeddings/oleObject694.bin"/><Relationship Id="rId7" Type="http://schemas.openxmlformats.org/officeDocument/2006/relationships/image" Target="../media/image537.emf"/><Relationship Id="rId12" Type="http://schemas.openxmlformats.org/officeDocument/2006/relationships/image" Target="../media/image539.emf"/><Relationship Id="rId17" Type="http://schemas.openxmlformats.org/officeDocument/2006/relationships/oleObject" Target="../embeddings/oleObject692.bin"/><Relationship Id="rId2" Type="http://schemas.openxmlformats.org/officeDocument/2006/relationships/slideLayout" Target="../slideLayouts/slideLayout7.xml"/><Relationship Id="rId16" Type="http://schemas.openxmlformats.org/officeDocument/2006/relationships/image" Target="../media/image541.emf"/><Relationship Id="rId20" Type="http://schemas.openxmlformats.org/officeDocument/2006/relationships/image" Target="../media/image543.emf"/><Relationship Id="rId1" Type="http://schemas.openxmlformats.org/officeDocument/2006/relationships/vmlDrawing" Target="../drawings/vmlDrawing72.vml"/><Relationship Id="rId6" Type="http://schemas.openxmlformats.org/officeDocument/2006/relationships/oleObject" Target="../embeddings/oleObject687.bin"/><Relationship Id="rId11" Type="http://schemas.openxmlformats.org/officeDocument/2006/relationships/oleObject" Target="../embeddings/oleObject689.bin"/><Relationship Id="rId5" Type="http://schemas.openxmlformats.org/officeDocument/2006/relationships/image" Target="../media/image536.emf"/><Relationship Id="rId15" Type="http://schemas.openxmlformats.org/officeDocument/2006/relationships/oleObject" Target="../embeddings/oleObject691.bin"/><Relationship Id="rId10" Type="http://schemas.openxmlformats.org/officeDocument/2006/relationships/image" Target="../media/image538.emf"/><Relationship Id="rId19" Type="http://schemas.openxmlformats.org/officeDocument/2006/relationships/oleObject" Target="../embeddings/oleObject693.bin"/><Relationship Id="rId4" Type="http://schemas.openxmlformats.org/officeDocument/2006/relationships/oleObject" Target="../embeddings/oleObject686.bin"/><Relationship Id="rId9" Type="http://schemas.openxmlformats.org/officeDocument/2006/relationships/oleObject" Target="../embeddings/oleObject688.bin"/><Relationship Id="rId14" Type="http://schemas.openxmlformats.org/officeDocument/2006/relationships/image" Target="../media/image540.emf"/><Relationship Id="rId22" Type="http://schemas.openxmlformats.org/officeDocument/2006/relationships/image" Target="../media/image544.emf"/></Relationships>
</file>

<file path=ppt/slides/_rels/slide99.xml.rels><?xml version="1.0" encoding="UTF-8" standalone="yes"?>
<Relationships xmlns="http://schemas.openxmlformats.org/package/2006/relationships"><Relationship Id="rId8" Type="http://schemas.openxmlformats.org/officeDocument/2006/relationships/image" Target="../media/image548.png"/><Relationship Id="rId3" Type="http://schemas.openxmlformats.org/officeDocument/2006/relationships/notesSlide" Target="../notesSlides/notesSlide74.xml"/><Relationship Id="rId7" Type="http://schemas.openxmlformats.org/officeDocument/2006/relationships/image" Target="../media/image547.emf"/><Relationship Id="rId2" Type="http://schemas.openxmlformats.org/officeDocument/2006/relationships/slideLayout" Target="../slideLayouts/slideLayout7.xml"/><Relationship Id="rId1" Type="http://schemas.openxmlformats.org/officeDocument/2006/relationships/vmlDrawing" Target="../drawings/vmlDrawing73.vml"/><Relationship Id="rId6" Type="http://schemas.openxmlformats.org/officeDocument/2006/relationships/oleObject" Target="../embeddings/oleObject696.bin"/><Relationship Id="rId5" Type="http://schemas.openxmlformats.org/officeDocument/2006/relationships/image" Target="../media/image546.emf"/><Relationship Id="rId4" Type="http://schemas.openxmlformats.org/officeDocument/2006/relationships/oleObject" Target="../embeddings/oleObject695.bin"/></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699.bin"/><Relationship Id="rId13" Type="http://schemas.openxmlformats.org/officeDocument/2006/relationships/image" Target="../media/image553.emf"/><Relationship Id="rId3" Type="http://schemas.openxmlformats.org/officeDocument/2006/relationships/notesSlide" Target="../notesSlides/notesSlide75.xml"/><Relationship Id="rId7" Type="http://schemas.openxmlformats.org/officeDocument/2006/relationships/image" Target="../media/image550.emf"/><Relationship Id="rId12" Type="http://schemas.openxmlformats.org/officeDocument/2006/relationships/oleObject" Target="../embeddings/oleObject701.bin"/><Relationship Id="rId2" Type="http://schemas.openxmlformats.org/officeDocument/2006/relationships/slideLayout" Target="../slideLayouts/slideLayout14.xml"/><Relationship Id="rId1" Type="http://schemas.openxmlformats.org/officeDocument/2006/relationships/vmlDrawing" Target="../drawings/vmlDrawing74.vml"/><Relationship Id="rId6" Type="http://schemas.openxmlformats.org/officeDocument/2006/relationships/oleObject" Target="../embeddings/oleObject698.bin"/><Relationship Id="rId11" Type="http://schemas.openxmlformats.org/officeDocument/2006/relationships/image" Target="../media/image552.emf"/><Relationship Id="rId5" Type="http://schemas.openxmlformats.org/officeDocument/2006/relationships/image" Target="../media/image549.emf"/><Relationship Id="rId10" Type="http://schemas.openxmlformats.org/officeDocument/2006/relationships/oleObject" Target="../embeddings/oleObject700.bin"/><Relationship Id="rId4" Type="http://schemas.openxmlformats.org/officeDocument/2006/relationships/oleObject" Target="../embeddings/oleObject697.bin"/><Relationship Id="rId9" Type="http://schemas.openxmlformats.org/officeDocument/2006/relationships/image" Target="../media/image551.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702.bin"/><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image" Target="../media/image555.wmf"/><Relationship Id="rId5" Type="http://schemas.openxmlformats.org/officeDocument/2006/relationships/oleObject" Target="../embeddings/oleObject703.bin"/><Relationship Id="rId4" Type="http://schemas.openxmlformats.org/officeDocument/2006/relationships/image" Target="../media/image554.wmf"/></Relationships>
</file>

<file path=ppt/slides/_rels/slide103.xml.rels><?xml version="1.0" encoding="UTF-8" standalone="yes"?>
<Relationships xmlns="http://schemas.openxmlformats.org/package/2006/relationships"><Relationship Id="rId2" Type="http://schemas.openxmlformats.org/officeDocument/2006/relationships/image" Target="../media/image55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image" Target="../media/image559.wmf"/><Relationship Id="rId3" Type="http://schemas.openxmlformats.org/officeDocument/2006/relationships/oleObject" Target="../embeddings/oleObject704.bin"/><Relationship Id="rId7" Type="http://schemas.openxmlformats.org/officeDocument/2006/relationships/oleObject" Target="../embeddings/oleObject706.bin"/><Relationship Id="rId2" Type="http://schemas.openxmlformats.org/officeDocument/2006/relationships/slideLayout" Target="../slideLayouts/slideLayout2.xml"/><Relationship Id="rId1" Type="http://schemas.openxmlformats.org/officeDocument/2006/relationships/vmlDrawing" Target="../drawings/vmlDrawing76.vml"/><Relationship Id="rId6" Type="http://schemas.openxmlformats.org/officeDocument/2006/relationships/image" Target="../media/image558.wmf"/><Relationship Id="rId5" Type="http://schemas.openxmlformats.org/officeDocument/2006/relationships/oleObject" Target="../embeddings/oleObject705.bin"/><Relationship Id="rId4" Type="http://schemas.openxmlformats.org/officeDocument/2006/relationships/image" Target="../media/image557.wm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slideLayout" Target="../slideLayouts/slideLayout2.xml"/><Relationship Id="rId1" Type="http://schemas.openxmlformats.org/officeDocument/2006/relationships/vmlDrawing" Target="../drawings/vmlDrawing77.vml"/><Relationship Id="rId5" Type="http://schemas.openxmlformats.org/officeDocument/2006/relationships/image" Target="../media/image560.png"/><Relationship Id="rId4" Type="http://schemas.openxmlformats.org/officeDocument/2006/relationships/oleObject" Target="../embeddings/oleObject707.bin"/></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708.bin"/><Relationship Id="rId2" Type="http://schemas.openxmlformats.org/officeDocument/2006/relationships/slideLayout" Target="../slideLayouts/slideLayout2.xml"/><Relationship Id="rId1" Type="http://schemas.openxmlformats.org/officeDocument/2006/relationships/vmlDrawing" Target="../drawings/vmlDrawing78.vml"/><Relationship Id="rId4" Type="http://schemas.openxmlformats.org/officeDocument/2006/relationships/image" Target="../media/image562.w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hyperlink" Target="http://baike.baidu.com/view/300115.htm"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6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64.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566.png"/><Relationship Id="rId2" Type="http://schemas.openxmlformats.org/officeDocument/2006/relationships/image" Target="../media/image565.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565.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567.png"/><Relationship Id="rId2" Type="http://schemas.openxmlformats.org/officeDocument/2006/relationships/image" Target="../media/image56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569.jpeg"/><Relationship Id="rId2" Type="http://schemas.openxmlformats.org/officeDocument/2006/relationships/image" Target="../media/image568.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70.jpe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710.bin"/><Relationship Id="rId13" Type="http://schemas.openxmlformats.org/officeDocument/2006/relationships/image" Target="../media/image574.emf"/><Relationship Id="rId18" Type="http://schemas.openxmlformats.org/officeDocument/2006/relationships/oleObject" Target="../embeddings/oleObject715.bin"/><Relationship Id="rId3" Type="http://schemas.openxmlformats.org/officeDocument/2006/relationships/image" Target="../media/image579.png"/><Relationship Id="rId21" Type="http://schemas.openxmlformats.org/officeDocument/2006/relationships/image" Target="../media/image578.emf"/><Relationship Id="rId7" Type="http://schemas.openxmlformats.org/officeDocument/2006/relationships/image" Target="../media/image571.emf"/><Relationship Id="rId12" Type="http://schemas.openxmlformats.org/officeDocument/2006/relationships/oleObject" Target="../embeddings/oleObject712.bin"/><Relationship Id="rId17" Type="http://schemas.openxmlformats.org/officeDocument/2006/relationships/image" Target="../media/image576.emf"/><Relationship Id="rId2" Type="http://schemas.openxmlformats.org/officeDocument/2006/relationships/slideLayout" Target="../slideLayouts/slideLayout2.xml"/><Relationship Id="rId16" Type="http://schemas.openxmlformats.org/officeDocument/2006/relationships/oleObject" Target="../embeddings/oleObject714.bin"/><Relationship Id="rId20" Type="http://schemas.openxmlformats.org/officeDocument/2006/relationships/oleObject" Target="../embeddings/oleObject716.bin"/><Relationship Id="rId1" Type="http://schemas.openxmlformats.org/officeDocument/2006/relationships/vmlDrawing" Target="../drawings/vmlDrawing79.vml"/><Relationship Id="rId6" Type="http://schemas.openxmlformats.org/officeDocument/2006/relationships/oleObject" Target="../embeddings/oleObject709.bin"/><Relationship Id="rId11" Type="http://schemas.openxmlformats.org/officeDocument/2006/relationships/image" Target="../media/image573.emf"/><Relationship Id="rId5" Type="http://schemas.openxmlformats.org/officeDocument/2006/relationships/image" Target="../media/image581.png"/><Relationship Id="rId15" Type="http://schemas.openxmlformats.org/officeDocument/2006/relationships/image" Target="../media/image575.emf"/><Relationship Id="rId10" Type="http://schemas.openxmlformats.org/officeDocument/2006/relationships/oleObject" Target="../embeddings/oleObject711.bin"/><Relationship Id="rId19" Type="http://schemas.openxmlformats.org/officeDocument/2006/relationships/image" Target="../media/image577.emf"/><Relationship Id="rId4" Type="http://schemas.openxmlformats.org/officeDocument/2006/relationships/image" Target="../media/image580.png"/><Relationship Id="rId9" Type="http://schemas.openxmlformats.org/officeDocument/2006/relationships/image" Target="../media/image572.emf"/><Relationship Id="rId14" Type="http://schemas.openxmlformats.org/officeDocument/2006/relationships/oleObject" Target="../embeddings/oleObject713.bin"/></Relationships>
</file>

<file path=ppt/slides/_rels/slide122.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579.png"/><Relationship Id="rId1" Type="http://schemas.openxmlformats.org/officeDocument/2006/relationships/slideLayout" Target="../slideLayouts/slideLayout2.xml"/><Relationship Id="rId4" Type="http://schemas.openxmlformats.org/officeDocument/2006/relationships/image" Target="../media/image58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208213" y="260351"/>
            <a:ext cx="7772400" cy="720725"/>
          </a:xfrm>
        </p:spPr>
        <p:txBody>
          <a:bodyPr/>
          <a:lstStyle/>
          <a:p>
            <a:pPr eaLnBrk="1" hangingPunct="1"/>
            <a:r>
              <a:rPr lang="zh-CN" altLang="en-US" sz="4000" dirty="0">
                <a:solidFill>
                  <a:srgbClr val="0000CC"/>
                </a:solidFill>
                <a:ea typeface="楷体_GB2312"/>
                <a:cs typeface="楷体_GB2312"/>
              </a:rPr>
              <a:t>第五章 稳恒磁场</a:t>
            </a:r>
          </a:p>
        </p:txBody>
      </p:sp>
      <p:pic>
        <p:nvPicPr>
          <p:cNvPr id="409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4" y="1341439"/>
            <a:ext cx="5692775"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5"/>
          <p:cNvSpPr txBox="1">
            <a:spLocks noChangeArrowheads="1"/>
          </p:cNvSpPr>
          <p:nvPr/>
        </p:nvSpPr>
        <p:spPr bwMode="auto">
          <a:xfrm>
            <a:off x="5448301" y="5084763"/>
            <a:ext cx="158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t>交叉磁学</a:t>
            </a:r>
          </a:p>
        </p:txBody>
      </p:sp>
      <p:sp>
        <p:nvSpPr>
          <p:cNvPr id="4101" name="Text Box 6"/>
          <p:cNvSpPr txBox="1">
            <a:spLocks noChangeArrowheads="1"/>
          </p:cNvSpPr>
          <p:nvPr/>
        </p:nvSpPr>
        <p:spPr bwMode="auto">
          <a:xfrm>
            <a:off x="2135189" y="5661025"/>
            <a:ext cx="796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b="1">
                <a:solidFill>
                  <a:srgbClr val="FF0000"/>
                </a:solidFill>
              </a:rPr>
              <a:t>磁学：是一门古老而又年轻富有活力的学科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EFDD9CA-1067-4087-91FE-2EF519AE8CC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511" t="13768" r="13452" b="12077"/>
          <a:stretch/>
        </p:blipFill>
        <p:spPr>
          <a:xfrm>
            <a:off x="2045550" y="1030654"/>
            <a:ext cx="3703320" cy="2005148"/>
          </a:xfrm>
          <a:prstGeom prst="rect">
            <a:avLst/>
          </a:prstGeom>
        </p:spPr>
      </p:pic>
      <p:pic>
        <p:nvPicPr>
          <p:cNvPr id="4" name="图片 3">
            <a:extLst>
              <a:ext uri="{FF2B5EF4-FFF2-40B4-BE49-F238E27FC236}">
                <a16:creationId xmlns:a16="http://schemas.microsoft.com/office/drawing/2014/main" id="{6FA69AB9-268F-49B3-A86D-B43B4C66A0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20" t="25714" r="2334" b="11929"/>
          <a:stretch/>
        </p:blipFill>
        <p:spPr>
          <a:xfrm>
            <a:off x="6726070" y="953726"/>
            <a:ext cx="3605348" cy="1745867"/>
          </a:xfrm>
          <a:prstGeom prst="rect">
            <a:avLst/>
          </a:prstGeom>
        </p:spPr>
      </p:pic>
      <p:pic>
        <p:nvPicPr>
          <p:cNvPr id="5" name="图片 4">
            <a:extLst>
              <a:ext uri="{FF2B5EF4-FFF2-40B4-BE49-F238E27FC236}">
                <a16:creationId xmlns:a16="http://schemas.microsoft.com/office/drawing/2014/main" id="{9D9464B8-05A1-4C10-A5CB-560560DDC0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7509" y="3498076"/>
            <a:ext cx="2532562" cy="2215657"/>
          </a:xfrm>
          <a:prstGeom prst="rect">
            <a:avLst/>
          </a:prstGeom>
        </p:spPr>
      </p:pic>
      <p:pic>
        <p:nvPicPr>
          <p:cNvPr id="6" name="图片 5">
            <a:extLst>
              <a:ext uri="{FF2B5EF4-FFF2-40B4-BE49-F238E27FC236}">
                <a16:creationId xmlns:a16="http://schemas.microsoft.com/office/drawing/2014/main" id="{88D5D992-884A-4D77-AA89-2CD30E5F0559}"/>
              </a:ext>
            </a:extLst>
          </p:cNvPr>
          <p:cNvPicPr>
            <a:picLocks noChangeAspect="1"/>
          </p:cNvPicPr>
          <p:nvPr/>
        </p:nvPicPr>
        <p:blipFill>
          <a:blip r:embed="rId5"/>
          <a:stretch>
            <a:fillRect/>
          </a:stretch>
        </p:blipFill>
        <p:spPr>
          <a:xfrm>
            <a:off x="7458792" y="3249576"/>
            <a:ext cx="3078580" cy="2464157"/>
          </a:xfrm>
          <a:prstGeom prst="rect">
            <a:avLst/>
          </a:prstGeom>
        </p:spPr>
      </p:pic>
      <p:pic>
        <p:nvPicPr>
          <p:cNvPr id="2" name="图片 1">
            <a:extLst>
              <a:ext uri="{FF2B5EF4-FFF2-40B4-BE49-F238E27FC236}">
                <a16:creationId xmlns:a16="http://schemas.microsoft.com/office/drawing/2014/main" id="{8728783A-E0F0-4EB9-8170-D2DCFCD2208A}"/>
              </a:ext>
            </a:extLst>
          </p:cNvPr>
          <p:cNvPicPr>
            <a:picLocks noChangeAspect="1"/>
          </p:cNvPicPr>
          <p:nvPr/>
        </p:nvPicPr>
        <p:blipFill>
          <a:blip r:embed="rId6"/>
          <a:stretch>
            <a:fillRect/>
          </a:stretch>
        </p:blipFill>
        <p:spPr>
          <a:xfrm>
            <a:off x="5079470" y="3249576"/>
            <a:ext cx="2033063" cy="2577771"/>
          </a:xfrm>
          <a:prstGeom prst="rect">
            <a:avLst/>
          </a:prstGeom>
        </p:spPr>
      </p:pic>
      <p:sp>
        <p:nvSpPr>
          <p:cNvPr id="7" name="文本框 6">
            <a:extLst>
              <a:ext uri="{FF2B5EF4-FFF2-40B4-BE49-F238E27FC236}">
                <a16:creationId xmlns:a16="http://schemas.microsoft.com/office/drawing/2014/main" id="{7B0BBCFE-0734-4089-B791-9F1946F0B74B}"/>
              </a:ext>
            </a:extLst>
          </p:cNvPr>
          <p:cNvSpPr txBox="1"/>
          <p:nvPr/>
        </p:nvSpPr>
        <p:spPr>
          <a:xfrm>
            <a:off x="3755741" y="276298"/>
            <a:ext cx="4905545" cy="523220"/>
          </a:xfrm>
          <a:prstGeom prst="rect">
            <a:avLst/>
          </a:prstGeom>
          <a:noFill/>
        </p:spPr>
        <p:txBody>
          <a:bodyPr wrap="square" rtlCol="0">
            <a:spAutoFit/>
          </a:bodyPr>
          <a:lstStyle/>
          <a:p>
            <a:r>
              <a:rPr lang="zh-CN" altLang="en-US" sz="2800" dirty="0"/>
              <a:t>基于</a:t>
            </a:r>
            <a:r>
              <a:rPr lang="en-US" altLang="zh-CN" sz="2800" dirty="0"/>
              <a:t>N</a:t>
            </a:r>
            <a:r>
              <a:rPr lang="en-US" altLang="zh-CN" sz="2800" dirty="0">
                <a:latin typeface="Times New Roman" panose="02020603050405020304" pitchFamily="18" charset="0"/>
                <a:cs typeface="Times New Roman" panose="02020603050405020304" pitchFamily="18" charset="0"/>
              </a:rPr>
              <a:t>V</a:t>
            </a:r>
            <a:r>
              <a:rPr lang="zh-CN" altLang="en-US" sz="2800" dirty="0">
                <a:latin typeface="Times New Roman" panose="02020603050405020304" pitchFamily="18" charset="0"/>
                <a:cs typeface="Times New Roman" panose="02020603050405020304" pitchFamily="18" charset="0"/>
              </a:rPr>
              <a:t>色心的量子精密测量</a:t>
            </a:r>
            <a:endParaRPr lang="zh-CN" altLang="en-US" sz="2800" dirty="0"/>
          </a:p>
        </p:txBody>
      </p:sp>
    </p:spTree>
    <p:extLst>
      <p:ext uri="{BB962C8B-B14F-4D97-AF65-F5344CB8AC3E}">
        <p14:creationId xmlns:p14="http://schemas.microsoft.com/office/powerpoint/2010/main" val="334725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1" y="274638"/>
            <a:ext cx="4835525" cy="633412"/>
          </a:xfrm>
        </p:spPr>
        <p:txBody>
          <a:bodyPr/>
          <a:lstStyle/>
          <a:p>
            <a:pPr algn="l" eaLnBrk="1" hangingPunct="1"/>
            <a:r>
              <a:rPr lang="zh-CN" altLang="en-US" sz="4000" dirty="0">
                <a:solidFill>
                  <a:srgbClr val="FF0000"/>
                </a:solidFill>
                <a:ea typeface="隶书" panose="02010509060101010101" pitchFamily="49" charset="-122"/>
              </a:rPr>
              <a:t>磁学的认知</a:t>
            </a:r>
          </a:p>
        </p:txBody>
      </p:sp>
      <p:sp>
        <p:nvSpPr>
          <p:cNvPr id="6147" name="Rectangle 3"/>
          <p:cNvSpPr>
            <a:spLocks noGrp="1" noChangeArrowheads="1"/>
          </p:cNvSpPr>
          <p:nvPr>
            <p:ph type="body" idx="1"/>
          </p:nvPr>
        </p:nvSpPr>
        <p:spPr>
          <a:xfrm>
            <a:off x="1919288" y="1125538"/>
            <a:ext cx="8229600" cy="4525962"/>
          </a:xfrm>
        </p:spPr>
        <p:txBody>
          <a:bodyPr/>
          <a:lstStyle/>
          <a:p>
            <a:pPr eaLnBrk="1" hangingPunct="1"/>
            <a:r>
              <a:rPr lang="zh-CN" altLang="en-US" b="1" dirty="0"/>
              <a:t>磁现象起源：磁石吸铁</a:t>
            </a:r>
          </a:p>
          <a:p>
            <a:pPr eaLnBrk="1" hangingPunct="1"/>
            <a:r>
              <a:rPr lang="zh-CN" altLang="en-US" b="1" dirty="0"/>
              <a:t>磁铁矿：</a:t>
            </a:r>
            <a:r>
              <a:rPr lang="en-US" altLang="zh-CN" b="1" dirty="0"/>
              <a:t>Fe</a:t>
            </a:r>
            <a:r>
              <a:rPr lang="en-US" altLang="zh-CN" b="1" baseline="-25000" dirty="0"/>
              <a:t>3</a:t>
            </a:r>
            <a:r>
              <a:rPr lang="en-US" altLang="zh-CN" b="1" dirty="0"/>
              <a:t>O</a:t>
            </a:r>
            <a:r>
              <a:rPr lang="en-US" altLang="zh-CN" b="1" baseline="-25000" dirty="0"/>
              <a:t>4</a:t>
            </a:r>
            <a:endParaRPr lang="en-US" altLang="zh-CN" b="1" dirty="0"/>
          </a:p>
          <a:p>
            <a:pPr eaLnBrk="1" hangingPunct="1"/>
            <a:r>
              <a:rPr lang="zh-CN" altLang="en-US" b="1" dirty="0"/>
              <a:t>古代：慈石，“石铁之母也。以有慈石，故能引起子。” 东汉高诱</a:t>
            </a:r>
            <a:r>
              <a:rPr lang="en-US" altLang="zh-CN" b="1" dirty="0"/>
              <a:t>《</a:t>
            </a:r>
            <a:r>
              <a:rPr lang="zh-CN" altLang="en-US" b="1" dirty="0"/>
              <a:t>慈石注</a:t>
            </a:r>
            <a:r>
              <a:rPr lang="en-US" altLang="zh-CN" b="1" dirty="0"/>
              <a:t>》</a:t>
            </a:r>
          </a:p>
          <a:p>
            <a:pPr eaLnBrk="1" hangingPunct="1"/>
            <a:r>
              <a:rPr lang="zh-CN" altLang="en-US" b="1" dirty="0"/>
              <a:t>河北磁县，古称慈州，磁州，盛产磁石</a:t>
            </a:r>
          </a:p>
          <a:p>
            <a:pPr eaLnBrk="1" hangingPunct="1"/>
            <a:r>
              <a:rPr lang="zh-CN" altLang="en-US" b="1" dirty="0"/>
              <a:t>东汉 王充：</a:t>
            </a:r>
            <a:r>
              <a:rPr lang="en-US" altLang="zh-CN" b="1" dirty="0"/>
              <a:t>《</a:t>
            </a:r>
            <a:r>
              <a:rPr lang="zh-CN" altLang="en-US" b="1" dirty="0"/>
              <a:t>论衡</a:t>
            </a:r>
            <a:r>
              <a:rPr lang="en-US" altLang="zh-CN" b="1" dirty="0"/>
              <a:t>》“</a:t>
            </a:r>
            <a:r>
              <a:rPr lang="zh-CN" altLang="en-US" b="1" dirty="0"/>
              <a:t>司南勺” 最早磁性指南器具</a:t>
            </a:r>
          </a:p>
          <a:p>
            <a:pPr eaLnBrk="1" hangingPunct="1"/>
            <a:r>
              <a:rPr lang="zh-CN" altLang="en-US" b="1" dirty="0"/>
              <a:t>指南针：四大发明之一</a:t>
            </a:r>
          </a:p>
          <a:p>
            <a:pPr eaLnBrk="1" hangingPunct="1"/>
            <a:endParaRPr lang="en-US" altLang="zh-C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1981200" y="260351"/>
            <a:ext cx="8229600" cy="5865813"/>
          </a:xfrm>
        </p:spPr>
        <p:txBody>
          <a:bodyPr/>
          <a:lstStyle/>
          <a:p>
            <a:pPr eaLnBrk="1" hangingPunct="1"/>
            <a:r>
              <a:rPr lang="zh-CN" altLang="en-US" b="1"/>
              <a:t>十一世纪：北宋：沈括</a:t>
            </a:r>
            <a:r>
              <a:rPr lang="en-US" altLang="zh-CN" b="1"/>
              <a:t>《</a:t>
            </a:r>
            <a:r>
              <a:rPr lang="zh-CN" altLang="en-US" b="1"/>
              <a:t>梦溪笔谈</a:t>
            </a:r>
            <a:r>
              <a:rPr lang="en-US" altLang="zh-CN" b="1"/>
              <a:t>》</a:t>
            </a:r>
            <a:r>
              <a:rPr lang="zh-CN" altLang="en-US" b="1"/>
              <a:t>明确记载指南针：“方家以磁石磨针锋，则能指南，然常微偏东，不会南也。”</a:t>
            </a:r>
          </a:p>
          <a:p>
            <a:pPr eaLnBrk="1" hangingPunct="1"/>
            <a:r>
              <a:rPr lang="zh-CN" altLang="en-US" b="1"/>
              <a:t>十二世纪：以指南针航海</a:t>
            </a:r>
          </a:p>
          <a:p>
            <a:pPr eaLnBrk="1" hangingPunct="1"/>
            <a:r>
              <a:rPr lang="zh-CN" altLang="en-US" b="1"/>
              <a:t>十三世纪：西方在北宋</a:t>
            </a:r>
            <a:r>
              <a:rPr lang="en-US" altLang="zh-CN" b="1"/>
              <a:t>200</a:t>
            </a:r>
            <a:r>
              <a:rPr lang="zh-CN" altLang="en-US" b="1"/>
              <a:t>年后才有类似记载</a:t>
            </a:r>
          </a:p>
          <a:p>
            <a:pPr eaLnBrk="1" hangingPunct="1"/>
            <a:r>
              <a:rPr lang="zh-CN" altLang="en-US" b="1"/>
              <a:t>近代：铁磁物质充磁（励磁），冰箱封条</a:t>
            </a:r>
          </a:p>
          <a:p>
            <a:pPr eaLnBrk="1" hangingPunct="1"/>
            <a:r>
              <a:rPr lang="zh-CN" altLang="en-US" b="1"/>
              <a:t>磁铁两端引铁屑，中部不引 </a:t>
            </a:r>
          </a:p>
          <a:p>
            <a:pPr eaLnBrk="1" hangingPunct="1"/>
            <a:r>
              <a:rPr lang="zh-CN" altLang="en-US" b="1"/>
              <a:t>两端：磁极，中部：中性区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9"/>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063751" y="836614"/>
            <a:ext cx="3241675" cy="2560637"/>
          </a:xfrm>
          <a:noFill/>
        </p:spPr>
      </p:pic>
      <p:pic>
        <p:nvPicPr>
          <p:cNvPr id="12291" name="Picture 12"/>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a:xfrm>
            <a:off x="6096000" y="549276"/>
            <a:ext cx="4356100" cy="3159125"/>
          </a:xfrm>
          <a:noFill/>
        </p:spPr>
      </p:pic>
      <p:sp>
        <p:nvSpPr>
          <p:cNvPr id="12292" name="Text Box 17"/>
          <p:cNvSpPr txBox="1">
            <a:spLocks noChangeArrowheads="1"/>
          </p:cNvSpPr>
          <p:nvPr/>
        </p:nvSpPr>
        <p:spPr bwMode="auto">
          <a:xfrm>
            <a:off x="2351089" y="3573463"/>
            <a:ext cx="311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两端吸引，中部不吸</a:t>
            </a:r>
          </a:p>
        </p:txBody>
      </p:sp>
      <p:sp>
        <p:nvSpPr>
          <p:cNvPr id="12293" name="Text Box 18"/>
          <p:cNvSpPr txBox="1">
            <a:spLocks noChangeArrowheads="1"/>
          </p:cNvSpPr>
          <p:nvPr/>
        </p:nvSpPr>
        <p:spPr bwMode="auto">
          <a:xfrm>
            <a:off x="7032625" y="3933825"/>
            <a:ext cx="302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ea typeface="隶书" panose="02010509060101010101" pitchFamily="49" charset="-122"/>
              </a:rPr>
              <a:t>地球是大磁铁</a:t>
            </a:r>
          </a:p>
        </p:txBody>
      </p:sp>
      <p:sp>
        <p:nvSpPr>
          <p:cNvPr id="12294" name="Text Box 19"/>
          <p:cNvSpPr txBox="1">
            <a:spLocks noChangeArrowheads="1"/>
          </p:cNvSpPr>
          <p:nvPr/>
        </p:nvSpPr>
        <p:spPr bwMode="auto">
          <a:xfrm>
            <a:off x="1730375" y="4103689"/>
            <a:ext cx="37353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ea typeface="隶书" panose="02010509060101010101" pitchFamily="49" charset="-122"/>
              </a:rPr>
              <a:t>地球磁场：可能是地球内部液态铁流动产生的</a:t>
            </a:r>
          </a:p>
        </p:txBody>
      </p:sp>
      <p:sp>
        <p:nvSpPr>
          <p:cNvPr id="12295" name="Text Box 20"/>
          <p:cNvSpPr txBox="1">
            <a:spLocks noChangeArrowheads="1"/>
          </p:cNvSpPr>
          <p:nvPr/>
        </p:nvSpPr>
        <p:spPr bwMode="auto">
          <a:xfrm>
            <a:off x="5375275" y="4652963"/>
            <a:ext cx="4770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ea typeface="隶书" panose="02010509060101010101" pitchFamily="49" charset="-122"/>
              </a:rPr>
              <a:t>地球磁极：经过一定时间会逆转</a:t>
            </a:r>
          </a:p>
        </p:txBody>
      </p:sp>
      <p:sp>
        <p:nvSpPr>
          <p:cNvPr id="12296" name="Text Box 21"/>
          <p:cNvSpPr txBox="1">
            <a:spLocks noChangeArrowheads="1"/>
          </p:cNvSpPr>
          <p:nvPr/>
        </p:nvSpPr>
        <p:spPr bwMode="auto">
          <a:xfrm>
            <a:off x="2566988" y="5373688"/>
            <a:ext cx="698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ea typeface="隶书" panose="02010509060101010101" pitchFamily="49" charset="-122"/>
              </a:rPr>
              <a:t>磁场：强</a:t>
            </a:r>
            <a:r>
              <a:rPr lang="en-US" altLang="zh-CN" sz="2400">
                <a:solidFill>
                  <a:srgbClr val="FF0000"/>
                </a:solidFill>
                <a:ea typeface="隶书" panose="02010509060101010101" pitchFamily="49" charset="-122"/>
              </a:rPr>
              <a:t>——</a:t>
            </a:r>
            <a:r>
              <a:rPr lang="zh-CN" altLang="en-US" sz="2400">
                <a:solidFill>
                  <a:srgbClr val="0000CC"/>
                </a:solidFill>
                <a:ea typeface="隶书" panose="02010509060101010101" pitchFamily="49" charset="-122"/>
              </a:rPr>
              <a:t>弱</a:t>
            </a:r>
            <a:r>
              <a:rPr lang="en-US" altLang="zh-CN" sz="2400">
                <a:solidFill>
                  <a:srgbClr val="0000CC"/>
                </a:solidFill>
                <a:ea typeface="隶书" panose="02010509060101010101" pitchFamily="49" charset="-122"/>
              </a:rPr>
              <a:t>——</a:t>
            </a:r>
            <a:r>
              <a:rPr lang="zh-CN" altLang="en-US" sz="2400">
                <a:solidFill>
                  <a:srgbClr val="0000CC"/>
                </a:solidFill>
                <a:ea typeface="隶书" panose="02010509060101010101" pitchFamily="49" charset="-122"/>
              </a:rPr>
              <a:t>无（反转）</a:t>
            </a:r>
            <a:r>
              <a:rPr lang="en-US" altLang="zh-CN" sz="2400">
                <a:solidFill>
                  <a:srgbClr val="0000CC"/>
                </a:solidFill>
                <a:ea typeface="隶书" panose="02010509060101010101" pitchFamily="49" charset="-122"/>
              </a:rPr>
              <a:t>——</a:t>
            </a:r>
            <a:r>
              <a:rPr lang="zh-CN" altLang="en-US" sz="2400">
                <a:solidFill>
                  <a:srgbClr val="0000CC"/>
                </a:solidFill>
                <a:ea typeface="隶书" panose="02010509060101010101" pitchFamily="49" charset="-122"/>
              </a:rPr>
              <a:t>弱</a:t>
            </a:r>
            <a:r>
              <a:rPr lang="en-US" altLang="zh-CN" sz="2400">
                <a:solidFill>
                  <a:srgbClr val="FF0000"/>
                </a:solidFill>
                <a:ea typeface="隶书" panose="02010509060101010101" pitchFamily="49" charset="-122"/>
              </a:rPr>
              <a:t>——</a:t>
            </a:r>
            <a:r>
              <a:rPr lang="zh-CN" altLang="en-US" sz="2400">
                <a:solidFill>
                  <a:srgbClr val="FF0000"/>
                </a:solidFill>
                <a:ea typeface="隶书" panose="02010509060101010101" pitchFamily="49" charset="-122"/>
              </a:rPr>
              <a:t>强</a:t>
            </a:r>
          </a:p>
        </p:txBody>
      </p:sp>
      <p:sp>
        <p:nvSpPr>
          <p:cNvPr id="12297" name="Text Box 22"/>
          <p:cNvSpPr txBox="1">
            <a:spLocks noChangeArrowheads="1"/>
          </p:cNvSpPr>
          <p:nvPr/>
        </p:nvSpPr>
        <p:spPr bwMode="auto">
          <a:xfrm>
            <a:off x="4205288" y="6038850"/>
            <a:ext cx="4392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0000CC"/>
                </a:solidFill>
                <a:ea typeface="隶书" panose="02010509060101010101" pitchFamily="49" charset="-122"/>
              </a:rPr>
              <a:t>恐龙灭绝的可能原因之一</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274638"/>
            <a:ext cx="8229600" cy="633412"/>
          </a:xfrm>
        </p:spPr>
        <p:txBody>
          <a:bodyPr/>
          <a:lstStyle/>
          <a:p>
            <a:pPr eaLnBrk="1" hangingPunct="1"/>
            <a:r>
              <a:rPr lang="zh-CN" altLang="en-US" sz="4000"/>
              <a:t>地磁的作用</a:t>
            </a:r>
          </a:p>
        </p:txBody>
      </p:sp>
      <p:pic>
        <p:nvPicPr>
          <p:cNvPr id="14339" name="Picture 5" descr="6148227036243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550" y="1133476"/>
            <a:ext cx="4186238"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7" descr="05071415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0375" y="998538"/>
            <a:ext cx="40513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11" descr="u=1976500334,3290569291&amp;fm=0&amp;gp=40">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1551" y="4103689"/>
            <a:ext cx="3375025"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13" descr="u=3896864132,2485609220&amp;fm=0&amp;gp=40">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0863" y="4194176"/>
            <a:ext cx="355600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xfrm>
            <a:off x="1981200" y="274638"/>
            <a:ext cx="8229600" cy="417512"/>
          </a:xfrm>
        </p:spPr>
        <p:txBody>
          <a:bodyPr/>
          <a:lstStyle/>
          <a:p>
            <a:pPr eaLnBrk="1" hangingPunct="1"/>
            <a:r>
              <a:rPr lang="zh-CN" altLang="en-US" sz="4000">
                <a:solidFill>
                  <a:srgbClr val="0000CC"/>
                </a:solidFill>
              </a:rPr>
              <a:t>悬挂磁铁</a:t>
            </a:r>
            <a:r>
              <a:rPr lang="zh-CN" altLang="en-US" sz="4000"/>
              <a:t>：偏转</a:t>
            </a:r>
          </a:p>
        </p:txBody>
      </p:sp>
      <p:pic>
        <p:nvPicPr>
          <p:cNvPr id="1638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40013" y="1412875"/>
            <a:ext cx="3960812" cy="3424238"/>
          </a:xfrm>
          <a:noFill/>
        </p:spPr>
      </p:pic>
      <p:sp>
        <p:nvSpPr>
          <p:cNvPr id="16388" name="Text Box 7"/>
          <p:cNvSpPr txBox="1">
            <a:spLocks noChangeArrowheads="1"/>
          </p:cNvSpPr>
          <p:nvPr/>
        </p:nvSpPr>
        <p:spPr bwMode="auto">
          <a:xfrm>
            <a:off x="7032625" y="1773239"/>
            <a:ext cx="32400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rPr>
              <a:t>指北：北极（</a:t>
            </a:r>
            <a:r>
              <a:rPr lang="en-US" altLang="zh-CN" sz="2400">
                <a:solidFill>
                  <a:srgbClr val="FF0000"/>
                </a:solidFill>
              </a:rPr>
              <a:t>N</a:t>
            </a:r>
            <a:r>
              <a:rPr lang="zh-CN" altLang="en-US" sz="2400">
                <a:solidFill>
                  <a:srgbClr val="FF0000"/>
                </a:solidFill>
              </a:rPr>
              <a:t>）</a:t>
            </a:r>
          </a:p>
          <a:p>
            <a:pPr eaLnBrk="1" hangingPunct="1">
              <a:spcBef>
                <a:spcPct val="50000"/>
              </a:spcBef>
              <a:buFontTx/>
              <a:buNone/>
            </a:pPr>
            <a:r>
              <a:rPr lang="zh-CN" altLang="en-US" sz="2400">
                <a:solidFill>
                  <a:srgbClr val="FF0000"/>
                </a:solidFill>
              </a:rPr>
              <a:t>指南：南极（</a:t>
            </a:r>
            <a:r>
              <a:rPr lang="en-US" altLang="zh-CN" sz="2400">
                <a:solidFill>
                  <a:srgbClr val="FF0000"/>
                </a:solidFill>
              </a:rPr>
              <a:t>S</a:t>
            </a:r>
            <a:r>
              <a:rPr lang="zh-CN" altLang="en-US" sz="2400">
                <a:solidFill>
                  <a:srgbClr val="FF0000"/>
                </a:solidFill>
              </a:rPr>
              <a:t>）</a:t>
            </a:r>
          </a:p>
        </p:txBody>
      </p:sp>
      <p:sp>
        <p:nvSpPr>
          <p:cNvPr id="16389" name="Text Box 8"/>
          <p:cNvSpPr txBox="1">
            <a:spLocks noChangeArrowheads="1"/>
          </p:cNvSpPr>
          <p:nvPr/>
        </p:nvSpPr>
        <p:spPr bwMode="auto">
          <a:xfrm>
            <a:off x="7175501" y="3141664"/>
            <a:ext cx="14398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CC"/>
                </a:solidFill>
              </a:rPr>
              <a:t>同性相斥</a:t>
            </a:r>
          </a:p>
          <a:p>
            <a:pPr eaLnBrk="1" hangingPunct="1">
              <a:spcBef>
                <a:spcPct val="50000"/>
              </a:spcBef>
              <a:buFontTx/>
              <a:buNone/>
            </a:pPr>
            <a:r>
              <a:rPr lang="zh-CN" altLang="en-US" sz="2400" b="1">
                <a:solidFill>
                  <a:srgbClr val="0000CC"/>
                </a:solidFill>
              </a:rPr>
              <a:t>异性相吸</a:t>
            </a:r>
          </a:p>
        </p:txBody>
      </p:sp>
      <p:sp>
        <p:nvSpPr>
          <p:cNvPr id="16390" name="Text Box 9"/>
          <p:cNvSpPr txBox="1">
            <a:spLocks noChangeArrowheads="1"/>
          </p:cNvSpPr>
          <p:nvPr/>
        </p:nvSpPr>
        <p:spPr bwMode="auto">
          <a:xfrm>
            <a:off x="6527800" y="4437064"/>
            <a:ext cx="4140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chemeClr val="hlink"/>
                </a:solidFill>
              </a:rPr>
              <a:t>地磁场：</a:t>
            </a:r>
            <a:r>
              <a:rPr lang="en-US" altLang="zh-CN" sz="2400" b="1">
                <a:solidFill>
                  <a:schemeClr val="hlink"/>
                </a:solidFill>
              </a:rPr>
              <a:t>N</a:t>
            </a:r>
            <a:r>
              <a:rPr lang="zh-CN" altLang="en-US" sz="2400" b="1">
                <a:solidFill>
                  <a:schemeClr val="hlink"/>
                </a:solidFill>
              </a:rPr>
              <a:t>极在地理南极附近</a:t>
            </a:r>
          </a:p>
          <a:p>
            <a:pPr eaLnBrk="1" hangingPunct="1">
              <a:spcBef>
                <a:spcPct val="50000"/>
              </a:spcBef>
              <a:buFontTx/>
              <a:buNone/>
            </a:pPr>
            <a:r>
              <a:rPr lang="zh-CN" altLang="en-US" sz="2400" b="1">
                <a:solidFill>
                  <a:schemeClr val="hlink"/>
                </a:solidFill>
              </a:rPr>
              <a:t>               </a:t>
            </a:r>
            <a:r>
              <a:rPr lang="en-US" altLang="zh-CN" sz="2400" b="1">
                <a:solidFill>
                  <a:schemeClr val="hlink"/>
                </a:solidFill>
              </a:rPr>
              <a:t>S</a:t>
            </a:r>
            <a:r>
              <a:rPr lang="zh-CN" altLang="en-US" sz="2400" b="1">
                <a:solidFill>
                  <a:schemeClr val="hlink"/>
                </a:solidFill>
              </a:rPr>
              <a:t>极在地理北极附近</a:t>
            </a:r>
          </a:p>
        </p:txBody>
      </p:sp>
      <p:sp>
        <p:nvSpPr>
          <p:cNvPr id="16391" name="Text Box 10"/>
          <p:cNvSpPr txBox="1">
            <a:spLocks noChangeArrowheads="1"/>
          </p:cNvSpPr>
          <p:nvPr/>
        </p:nvSpPr>
        <p:spPr bwMode="auto">
          <a:xfrm>
            <a:off x="2208214" y="5516563"/>
            <a:ext cx="3438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0000CC"/>
                </a:solidFill>
              </a:rPr>
              <a:t>结论：电、磁相似</a:t>
            </a:r>
          </a:p>
        </p:txBody>
      </p:sp>
      <p:sp>
        <p:nvSpPr>
          <p:cNvPr id="16392" name="Text Box 11"/>
          <p:cNvSpPr txBox="1">
            <a:spLocks noChangeArrowheads="1"/>
          </p:cNvSpPr>
          <p:nvPr/>
        </p:nvSpPr>
        <p:spPr bwMode="auto">
          <a:xfrm>
            <a:off x="6726238" y="5499100"/>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chemeClr val="hlink"/>
                </a:solidFill>
              </a:rPr>
              <a:t>历史：电、磁研究分开</a:t>
            </a:r>
          </a:p>
        </p:txBody>
      </p:sp>
      <p:sp>
        <p:nvSpPr>
          <p:cNvPr id="16393" name="Text Box 12"/>
          <p:cNvSpPr txBox="1">
            <a:spLocks noChangeArrowheads="1"/>
          </p:cNvSpPr>
          <p:nvPr/>
        </p:nvSpPr>
        <p:spPr bwMode="auto">
          <a:xfrm>
            <a:off x="2424114" y="6092825"/>
            <a:ext cx="6416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FF0000"/>
                </a:solidFill>
              </a:rPr>
              <a:t>十九世纪 ：重要发现：认识到两者不可分</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6401F-BB49-4E52-ADD1-FC89E232AE1B}"/>
              </a:ext>
            </a:extLst>
          </p:cNvPr>
          <p:cNvSpPr>
            <a:spLocks noGrp="1"/>
          </p:cNvSpPr>
          <p:nvPr>
            <p:ph type="title"/>
          </p:nvPr>
        </p:nvSpPr>
        <p:spPr/>
        <p:txBody>
          <a:bodyPr/>
          <a:lstStyle/>
          <a:p>
            <a:r>
              <a:rPr lang="zh-CN" altLang="en-US" dirty="0"/>
              <a:t>奥斯特与安培：电与磁</a:t>
            </a:r>
          </a:p>
        </p:txBody>
      </p:sp>
      <p:sp>
        <p:nvSpPr>
          <p:cNvPr id="3" name="内容占位符 2">
            <a:extLst>
              <a:ext uri="{FF2B5EF4-FFF2-40B4-BE49-F238E27FC236}">
                <a16:creationId xmlns:a16="http://schemas.microsoft.com/office/drawing/2014/main" id="{0EC0B16F-E627-4F7F-983B-F42C932050A1}"/>
              </a:ext>
            </a:extLst>
          </p:cNvPr>
          <p:cNvSpPr>
            <a:spLocks noGrp="1"/>
          </p:cNvSpPr>
          <p:nvPr>
            <p:ph idx="1"/>
          </p:nvPr>
        </p:nvSpPr>
        <p:spPr>
          <a:xfrm>
            <a:off x="1640506" y="1718811"/>
            <a:ext cx="8775975" cy="4275475"/>
          </a:xfrm>
        </p:spPr>
        <p:txBody>
          <a:bodyPr/>
          <a:lstStyle/>
          <a:p>
            <a:r>
              <a:rPr lang="en-US" altLang="zh-CN" sz="1800" dirty="0"/>
              <a:t>1820</a:t>
            </a:r>
            <a:r>
              <a:rPr lang="zh-CN" altLang="en-US" sz="1800" dirty="0"/>
              <a:t>年</a:t>
            </a:r>
            <a:r>
              <a:rPr lang="en-US" altLang="zh-CN" sz="1800" dirty="0"/>
              <a:t>4</a:t>
            </a:r>
            <a:r>
              <a:rPr lang="zh-CN" altLang="en-US" sz="1800" dirty="0"/>
              <a:t>月，丹麦物理学家奥斯特在一次讲课中，他偶然地把导线放置在一个指南针的上方，通电时磁针转动了。（</a:t>
            </a:r>
            <a:r>
              <a:rPr lang="zh-CN" altLang="en-US" sz="1800" dirty="0">
                <a:solidFill>
                  <a:srgbClr val="FF0000"/>
                </a:solidFill>
              </a:rPr>
              <a:t>家中演示</a:t>
            </a:r>
            <a:r>
              <a:rPr lang="zh-CN" altLang="en-US" sz="1800" dirty="0"/>
              <a:t>）</a:t>
            </a:r>
            <a:endParaRPr lang="en-US" altLang="zh-CN" sz="1800" dirty="0"/>
          </a:p>
          <a:p>
            <a:r>
              <a:rPr lang="en-US" altLang="zh-CN" sz="1800" dirty="0"/>
              <a:t>1820</a:t>
            </a:r>
            <a:r>
              <a:rPr lang="zh-CN" altLang="en-US" sz="1800" dirty="0"/>
              <a:t>年</a:t>
            </a:r>
            <a:r>
              <a:rPr lang="en-US" altLang="zh-CN" sz="1800" dirty="0"/>
              <a:t>7</a:t>
            </a:r>
            <a:r>
              <a:rPr lang="zh-CN" altLang="en-US" sz="1800" dirty="0"/>
              <a:t>月</a:t>
            </a:r>
            <a:r>
              <a:rPr lang="en-US" altLang="zh-CN" sz="1800" dirty="0"/>
              <a:t>21</a:t>
            </a:r>
            <a:r>
              <a:rPr lang="zh-CN" altLang="en-US" sz="1800" dirty="0"/>
              <a:t>日，奥斯特经过一系列研究后，宣布发现了电流的磁效应，首次揭示了电与磁的联系。（</a:t>
            </a:r>
            <a:r>
              <a:rPr lang="zh-CN" altLang="en-US" sz="1800" dirty="0">
                <a:solidFill>
                  <a:srgbClr val="FF0000"/>
                </a:solidFill>
              </a:rPr>
              <a:t>没有解释机理</a:t>
            </a:r>
            <a:r>
              <a:rPr lang="zh-CN" altLang="en-US" sz="1800" dirty="0"/>
              <a:t>）</a:t>
            </a:r>
            <a:endParaRPr lang="en-US" altLang="zh-CN" sz="1800" dirty="0"/>
          </a:p>
          <a:p>
            <a:r>
              <a:rPr lang="en-US" altLang="zh-CN" sz="1800" dirty="0"/>
              <a:t>1820</a:t>
            </a:r>
            <a:r>
              <a:rPr lang="zh-CN" altLang="en-US" sz="1800" dirty="0"/>
              <a:t>年</a:t>
            </a:r>
            <a:r>
              <a:rPr lang="en-US" altLang="zh-CN" sz="1800" dirty="0"/>
              <a:t>9</a:t>
            </a:r>
            <a:r>
              <a:rPr lang="zh-CN" altLang="en-US" sz="1800" dirty="0"/>
              <a:t>月</a:t>
            </a:r>
            <a:r>
              <a:rPr lang="en-US" altLang="zh-CN" sz="1800" dirty="0"/>
              <a:t>11</a:t>
            </a:r>
            <a:r>
              <a:rPr lang="zh-CN" altLang="en-US" sz="1800" dirty="0"/>
              <a:t>日，阿喇果在法国科学院介绍了这一成果，安培从中受到极大的启发；</a:t>
            </a:r>
            <a:endParaRPr lang="en-US" altLang="zh-CN" sz="1800" dirty="0"/>
          </a:p>
          <a:p>
            <a:r>
              <a:rPr lang="en-US" altLang="zh-CN" sz="1800" dirty="0"/>
              <a:t>1820</a:t>
            </a:r>
            <a:r>
              <a:rPr lang="zh-CN" altLang="en-US" sz="1800" dirty="0"/>
              <a:t>年</a:t>
            </a:r>
            <a:r>
              <a:rPr lang="en-US" altLang="zh-CN" sz="1800" dirty="0"/>
              <a:t>9</a:t>
            </a:r>
            <a:r>
              <a:rPr lang="zh-CN" altLang="en-US" sz="1800" dirty="0"/>
              <a:t>月</a:t>
            </a:r>
            <a:r>
              <a:rPr lang="en-US" altLang="zh-CN" sz="1800" dirty="0"/>
              <a:t>18</a:t>
            </a:r>
            <a:r>
              <a:rPr lang="zh-CN" altLang="en-US" sz="1800" dirty="0"/>
              <a:t>日，安培在法国科学院报告了他的关于平行载流导线之间相互作用的研究；</a:t>
            </a:r>
            <a:endParaRPr lang="en-US" altLang="zh-CN" sz="1800" dirty="0"/>
          </a:p>
          <a:p>
            <a:r>
              <a:rPr lang="en-US" altLang="zh-CN" sz="1800" dirty="0"/>
              <a:t>1820</a:t>
            </a:r>
            <a:r>
              <a:rPr lang="zh-CN" altLang="en-US" sz="1800" dirty="0"/>
              <a:t>年</a:t>
            </a:r>
            <a:r>
              <a:rPr lang="en-US" altLang="zh-CN" sz="1800" dirty="0"/>
              <a:t>10</a:t>
            </a:r>
            <a:r>
              <a:rPr lang="zh-CN" altLang="en-US" sz="1800" dirty="0"/>
              <a:t>月</a:t>
            </a:r>
            <a:r>
              <a:rPr lang="en-US" altLang="zh-CN" sz="1800" dirty="0"/>
              <a:t>30</a:t>
            </a:r>
            <a:r>
              <a:rPr lang="zh-CN" altLang="en-US" sz="1800" dirty="0"/>
              <a:t>日，毕奥和萨伐尔发表了载流长直导线对磁极作用反比于距离</a:t>
            </a:r>
            <a:r>
              <a:rPr lang="en-US" altLang="zh-CN" sz="1800" dirty="0"/>
              <a:t>r</a:t>
            </a:r>
            <a:r>
              <a:rPr lang="zh-CN" altLang="en-US" sz="1800" dirty="0"/>
              <a:t>的实验结果。</a:t>
            </a:r>
            <a:endParaRPr lang="en-US" altLang="zh-CN" sz="1800" dirty="0"/>
          </a:p>
          <a:p>
            <a:r>
              <a:rPr lang="en-US" altLang="zh-CN" sz="1600" i="1" dirty="0">
                <a:latin typeface="Times New Roman" panose="02020603050405020304" pitchFamily="18" charset="0"/>
                <a:cs typeface="Times New Roman" panose="02020603050405020304" pitchFamily="18" charset="0"/>
              </a:rPr>
              <a:t>Ampere’s force law</a:t>
            </a:r>
            <a:r>
              <a:rPr lang="en-US" altLang="zh-CN" sz="1600" dirty="0">
                <a:latin typeface="Times New Roman" panose="02020603050405020304" pitchFamily="18" charset="0"/>
                <a:cs typeface="Times New Roman" panose="02020603050405020304" pitchFamily="18" charset="0"/>
              </a:rPr>
              <a:t> which he formulated in </a:t>
            </a:r>
            <a:r>
              <a:rPr lang="en-US" altLang="zh-CN" sz="1600" i="1" dirty="0">
                <a:latin typeface="Times New Roman" panose="02020603050405020304" pitchFamily="18" charset="0"/>
                <a:cs typeface="Times New Roman" panose="02020603050405020304" pitchFamily="18" charset="0"/>
              </a:rPr>
              <a:t>1823</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In </a:t>
            </a:r>
            <a:r>
              <a:rPr lang="en-US" altLang="zh-CN" sz="1600" i="1" dirty="0">
                <a:latin typeface="Times New Roman" panose="02020603050405020304" pitchFamily="18" charset="0"/>
                <a:cs typeface="Times New Roman" panose="02020603050405020304" pitchFamily="18" charset="0"/>
              </a:rPr>
              <a:t>1826</a:t>
            </a:r>
            <a:r>
              <a:rPr lang="en-US" altLang="zh-CN" sz="1600" dirty="0">
                <a:latin typeface="Times New Roman" panose="02020603050405020304" pitchFamily="18" charset="0"/>
                <a:cs typeface="Times New Roman" panose="02020603050405020304" pitchFamily="18" charset="0"/>
              </a:rPr>
              <a:t>, Ampere’s work </a:t>
            </a:r>
            <a:r>
              <a:rPr lang="en-US" altLang="zh-CN" sz="1600" i="1" dirty="0">
                <a:latin typeface="Times New Roman" panose="02020603050405020304" pitchFamily="18" charset="0"/>
                <a:cs typeface="Times New Roman" panose="02020603050405020304" pitchFamily="18" charset="0"/>
              </a:rPr>
              <a:t>Memoir on the Mathematical Theory of Electrodynamic Phenomena, Uniquely Deduced from Experience</a:t>
            </a:r>
            <a:r>
              <a:rPr lang="en-US" altLang="zh-CN" sz="1600" dirty="0">
                <a:latin typeface="Times New Roman" panose="02020603050405020304" pitchFamily="18" charset="0"/>
                <a:cs typeface="Times New Roman" panose="02020603050405020304" pitchFamily="18" charset="0"/>
              </a:rPr>
              <a:t> was published. </a:t>
            </a:r>
          </a:p>
        </p:txBody>
      </p:sp>
    </p:spTree>
    <p:extLst>
      <p:ext uri="{BB962C8B-B14F-4D97-AF65-F5344CB8AC3E}">
        <p14:creationId xmlns:p14="http://schemas.microsoft.com/office/powerpoint/2010/main" val="652361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990850" y="1"/>
            <a:ext cx="2540000" cy="593725"/>
          </a:xfrm>
        </p:spPr>
        <p:txBody>
          <a:bodyPr/>
          <a:lstStyle/>
          <a:p>
            <a:pPr algn="l" eaLnBrk="1" hangingPunct="1"/>
            <a:r>
              <a:rPr lang="zh-CN" altLang="en-US" sz="3600">
                <a:solidFill>
                  <a:srgbClr val="0000CC"/>
                </a:solidFill>
                <a:ea typeface="隶书" panose="02010509060101010101" pitchFamily="49" charset="-122"/>
              </a:rPr>
              <a:t>奥斯特实验</a:t>
            </a:r>
          </a:p>
        </p:txBody>
      </p:sp>
      <p:pic>
        <p:nvPicPr>
          <p:cNvPr id="18435"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8364538" y="279401"/>
            <a:ext cx="2303462" cy="1719263"/>
          </a:xfrm>
          <a:noFill/>
        </p:spPr>
      </p:pic>
      <p:pic>
        <p:nvPicPr>
          <p:cNvPr id="18436"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870575" y="1042988"/>
            <a:ext cx="2592388" cy="411162"/>
          </a:xfrm>
          <a:noFill/>
        </p:spPr>
      </p:pic>
      <p:sp>
        <p:nvSpPr>
          <p:cNvPr id="18437" name="Text Box 8"/>
          <p:cNvSpPr txBox="1">
            <a:spLocks noChangeArrowheads="1"/>
          </p:cNvSpPr>
          <p:nvPr/>
        </p:nvSpPr>
        <p:spPr bwMode="auto">
          <a:xfrm>
            <a:off x="2946400" y="1719264"/>
            <a:ext cx="37655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0000CC"/>
                </a:solidFill>
              </a:rPr>
              <a:t>无电流：沿南北取向</a:t>
            </a:r>
          </a:p>
          <a:p>
            <a:pPr eaLnBrk="1" hangingPunct="1">
              <a:spcBef>
                <a:spcPct val="0"/>
              </a:spcBef>
              <a:buFontTx/>
              <a:buNone/>
            </a:pPr>
            <a:r>
              <a:rPr lang="zh-CN" altLang="en-US" sz="1800">
                <a:solidFill>
                  <a:srgbClr val="0000CC"/>
                </a:solidFill>
              </a:rPr>
              <a:t>有电流：偏转</a:t>
            </a:r>
          </a:p>
          <a:p>
            <a:pPr eaLnBrk="1" hangingPunct="1">
              <a:spcBef>
                <a:spcPct val="0"/>
              </a:spcBef>
              <a:buFontTx/>
              <a:buNone/>
            </a:pPr>
            <a:r>
              <a:rPr lang="zh-CN" altLang="en-US" sz="1800">
                <a:solidFill>
                  <a:srgbClr val="FF0000"/>
                </a:solidFill>
              </a:rPr>
              <a:t>电流方向不同，偏转方向也不同</a:t>
            </a:r>
          </a:p>
        </p:txBody>
      </p:sp>
      <p:sp>
        <p:nvSpPr>
          <p:cNvPr id="18438" name="Text Box 9"/>
          <p:cNvSpPr txBox="1">
            <a:spLocks noChangeArrowheads="1"/>
          </p:cNvSpPr>
          <p:nvPr/>
        </p:nvSpPr>
        <p:spPr bwMode="auto">
          <a:xfrm>
            <a:off x="7175501" y="1989138"/>
            <a:ext cx="2506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0000CC"/>
                </a:solidFill>
              </a:rPr>
              <a:t>电流对磁铁有作用力</a:t>
            </a:r>
          </a:p>
        </p:txBody>
      </p:sp>
      <p:sp>
        <p:nvSpPr>
          <p:cNvPr id="18439" name="Line 10"/>
          <p:cNvSpPr>
            <a:spLocks noChangeShapeType="1"/>
          </p:cNvSpPr>
          <p:nvPr/>
        </p:nvSpPr>
        <p:spPr bwMode="auto">
          <a:xfrm>
            <a:off x="5781676" y="2168525"/>
            <a:ext cx="1223963"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11" name="Picture 4" descr="EH21-732图奥斯特"/>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1" y="1"/>
            <a:ext cx="155257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5" descr="奥斯特实验图"/>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0738" y="2663826"/>
            <a:ext cx="3084512"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3"/>
          <p:cNvSpPr txBox="1">
            <a:spLocks noChangeArrowheads="1"/>
          </p:cNvSpPr>
          <p:nvPr/>
        </p:nvSpPr>
        <p:spPr bwMode="auto">
          <a:xfrm>
            <a:off x="5330825" y="2663826"/>
            <a:ext cx="5130800" cy="1979613"/>
          </a:xfrm>
          <a:prstGeom prst="rect">
            <a:avLst/>
          </a:prstGeom>
          <a:noFill/>
          <a:ln w="9525">
            <a:noFill/>
            <a:miter lim="800000"/>
            <a:headEnd/>
            <a:tailEnd/>
          </a:ln>
        </p:spPr>
        <p:txBody>
          <a:bodyPr/>
          <a:lstStyle/>
          <a:p>
            <a:pPr marL="342900" indent="-342900" eaLnBrk="1" hangingPunct="1">
              <a:lnSpc>
                <a:spcPct val="90000"/>
              </a:lnSpc>
              <a:spcBef>
                <a:spcPct val="20000"/>
              </a:spcBef>
              <a:buFontTx/>
              <a:buChar char="•"/>
              <a:defRPr/>
            </a:pPr>
            <a:r>
              <a:rPr lang="zh-CN" altLang="en-US" sz="2000" b="1" kern="0" dirty="0">
                <a:solidFill>
                  <a:srgbClr val="0000CC"/>
                </a:solidFill>
                <a:latin typeface="+mn-ea"/>
                <a:ea typeface="+mn-ea"/>
              </a:rPr>
              <a:t>长直通电导线与之平行放置的磁针受力偏转</a:t>
            </a:r>
            <a:r>
              <a:rPr lang="en-US" altLang="zh-CN" sz="2000" b="1" kern="0" dirty="0">
                <a:solidFill>
                  <a:srgbClr val="0000CC"/>
                </a:solidFill>
                <a:latin typeface="+mn-ea"/>
                <a:ea typeface="+mn-ea"/>
              </a:rPr>
              <a:t>——</a:t>
            </a:r>
            <a:r>
              <a:rPr lang="zh-CN" altLang="en-US" sz="2000" b="1" kern="0" dirty="0">
                <a:solidFill>
                  <a:srgbClr val="0000CC"/>
                </a:solidFill>
                <a:latin typeface="+mn-ea"/>
                <a:ea typeface="+mn-ea"/>
              </a:rPr>
              <a:t>电流的磁效应</a:t>
            </a:r>
          </a:p>
          <a:p>
            <a:pPr marL="342900" indent="-342900" eaLnBrk="1" hangingPunct="1">
              <a:lnSpc>
                <a:spcPct val="90000"/>
              </a:lnSpc>
              <a:spcBef>
                <a:spcPct val="20000"/>
              </a:spcBef>
              <a:buFontTx/>
              <a:buChar char="•"/>
              <a:defRPr/>
            </a:pPr>
            <a:r>
              <a:rPr lang="zh-CN" altLang="en-US" sz="2000" b="1" kern="0" dirty="0">
                <a:solidFill>
                  <a:srgbClr val="FF0000"/>
                </a:solidFill>
                <a:latin typeface="+mn-ea"/>
                <a:ea typeface="+mn-ea"/>
              </a:rPr>
              <a:t>磁针是在水平面内偏转的</a:t>
            </a:r>
            <a:r>
              <a:rPr lang="en-US" altLang="zh-CN" sz="2000" b="1" kern="0" dirty="0">
                <a:solidFill>
                  <a:srgbClr val="FF0000"/>
                </a:solidFill>
                <a:latin typeface="+mn-ea"/>
                <a:ea typeface="+mn-ea"/>
              </a:rPr>
              <a:t>——</a:t>
            </a:r>
            <a:r>
              <a:rPr lang="zh-CN" altLang="en-US" sz="2000" b="1" kern="0" dirty="0">
                <a:solidFill>
                  <a:srgbClr val="FF0000"/>
                </a:solidFill>
                <a:latin typeface="+mn-ea"/>
                <a:ea typeface="+mn-ea"/>
              </a:rPr>
              <a:t>横向力</a:t>
            </a:r>
          </a:p>
          <a:p>
            <a:pPr marL="342900" indent="-342900" eaLnBrk="1" hangingPunct="1">
              <a:lnSpc>
                <a:spcPct val="90000"/>
              </a:lnSpc>
              <a:spcBef>
                <a:spcPct val="20000"/>
              </a:spcBef>
              <a:buFontTx/>
              <a:buChar char="•"/>
              <a:defRPr/>
            </a:pPr>
            <a:r>
              <a:rPr lang="zh-CN" altLang="en-US" sz="2000" b="1" kern="0" dirty="0">
                <a:solidFill>
                  <a:srgbClr val="003300"/>
                </a:solidFill>
                <a:latin typeface="+mn-ea"/>
                <a:ea typeface="+mn-ea"/>
              </a:rPr>
              <a:t>突破了非接触物体之间只存在有心力的观念</a:t>
            </a:r>
            <a:r>
              <a:rPr lang="en-US" altLang="zh-CN" sz="2000" b="1" kern="0" dirty="0">
                <a:solidFill>
                  <a:srgbClr val="003300"/>
                </a:solidFill>
                <a:latin typeface="+mn-ea"/>
                <a:ea typeface="+mn-ea"/>
              </a:rPr>
              <a:t>——</a:t>
            </a:r>
            <a:r>
              <a:rPr lang="zh-CN" altLang="en-US" sz="2000" b="1" kern="0" dirty="0">
                <a:solidFill>
                  <a:srgbClr val="003300"/>
                </a:solidFill>
                <a:latin typeface="+mn-ea"/>
                <a:ea typeface="+mn-ea"/>
              </a:rPr>
              <a:t>拓宽了作用力的类型</a:t>
            </a:r>
            <a:endParaRPr lang="en-US" altLang="zh-CN" sz="2000" b="1" kern="0" dirty="0">
              <a:solidFill>
                <a:srgbClr val="003300"/>
              </a:solidFill>
              <a:latin typeface="+mn-ea"/>
              <a:ea typeface="+mn-ea"/>
            </a:endParaRPr>
          </a:p>
          <a:p>
            <a:pPr marL="342900" indent="-342900" eaLnBrk="1" hangingPunct="1">
              <a:lnSpc>
                <a:spcPct val="90000"/>
              </a:lnSpc>
              <a:spcBef>
                <a:spcPct val="20000"/>
              </a:spcBef>
              <a:defRPr/>
            </a:pPr>
            <a:r>
              <a:rPr lang="en-US" altLang="zh-CN" sz="2000" b="1" kern="0" dirty="0">
                <a:solidFill>
                  <a:srgbClr val="003300"/>
                </a:solidFill>
                <a:latin typeface="+mn-ea"/>
                <a:ea typeface="+mn-ea"/>
              </a:rPr>
              <a:t>	</a:t>
            </a:r>
            <a:r>
              <a:rPr lang="zh-CN" altLang="en-US" sz="2000" b="1" kern="0" dirty="0">
                <a:solidFill>
                  <a:srgbClr val="003300"/>
                </a:solidFill>
                <a:latin typeface="+mn-ea"/>
                <a:ea typeface="+mn-ea"/>
              </a:rPr>
              <a:t>铜针不能偏转</a:t>
            </a:r>
          </a:p>
        </p:txBody>
      </p:sp>
      <p:sp>
        <p:nvSpPr>
          <p:cNvPr id="15" name="Rectangle 3"/>
          <p:cNvSpPr txBox="1">
            <a:spLocks noChangeArrowheads="1"/>
          </p:cNvSpPr>
          <p:nvPr/>
        </p:nvSpPr>
        <p:spPr bwMode="auto">
          <a:xfrm>
            <a:off x="1730376" y="5184776"/>
            <a:ext cx="3851275" cy="1414463"/>
          </a:xfrm>
          <a:prstGeom prst="rect">
            <a:avLst/>
          </a:prstGeom>
          <a:noFill/>
          <a:ln w="9525">
            <a:noFill/>
            <a:miter lim="800000"/>
            <a:headEnd/>
            <a:tailEnd/>
          </a:ln>
        </p:spPr>
        <p:txBody>
          <a:bodyPr/>
          <a:lstStyle/>
          <a:p>
            <a:pPr marL="342900" indent="-342900" eaLnBrk="1" hangingPunct="1">
              <a:lnSpc>
                <a:spcPct val="90000"/>
              </a:lnSpc>
              <a:spcBef>
                <a:spcPct val="20000"/>
              </a:spcBef>
              <a:defRPr/>
            </a:pPr>
            <a:r>
              <a:rPr lang="zh-CN" altLang="en-US" b="1" kern="0" dirty="0">
                <a:solidFill>
                  <a:srgbClr val="0000CC"/>
                </a:solidFill>
                <a:latin typeface="+mn-ea"/>
                <a:ea typeface="+mn-ea"/>
              </a:rPr>
              <a:t>意义</a:t>
            </a:r>
            <a:endParaRPr lang="en-US" altLang="zh-CN" b="1" kern="0" dirty="0">
              <a:solidFill>
                <a:srgbClr val="0000CC"/>
              </a:solidFill>
              <a:latin typeface="+mn-ea"/>
              <a:ea typeface="+mn-ea"/>
            </a:endParaRPr>
          </a:p>
          <a:p>
            <a:pPr marL="342900" indent="-342900" eaLnBrk="1" hangingPunct="1">
              <a:lnSpc>
                <a:spcPct val="90000"/>
              </a:lnSpc>
              <a:spcBef>
                <a:spcPct val="20000"/>
              </a:spcBef>
              <a:buFontTx/>
              <a:buChar char="•"/>
              <a:defRPr/>
            </a:pPr>
            <a:r>
              <a:rPr lang="zh-CN" altLang="en-US" sz="1600" kern="0" dirty="0">
                <a:solidFill>
                  <a:srgbClr val="0000CC"/>
                </a:solidFill>
                <a:latin typeface="+mn-ea"/>
                <a:ea typeface="+mn-ea"/>
              </a:rPr>
              <a:t>揭示了电现象与磁现象的联系</a:t>
            </a:r>
          </a:p>
          <a:p>
            <a:pPr marL="342900" indent="-342900" eaLnBrk="1" hangingPunct="1">
              <a:lnSpc>
                <a:spcPct val="90000"/>
              </a:lnSpc>
              <a:spcBef>
                <a:spcPct val="20000"/>
              </a:spcBef>
              <a:buFontTx/>
              <a:buChar char="•"/>
              <a:defRPr/>
            </a:pPr>
            <a:r>
              <a:rPr lang="zh-CN" altLang="en-US" sz="1600" kern="0" dirty="0">
                <a:solidFill>
                  <a:srgbClr val="0000CC"/>
                </a:solidFill>
                <a:latin typeface="+mn-ea"/>
                <a:ea typeface="+mn-ea"/>
              </a:rPr>
              <a:t>宣告电磁学作为一个统一学科诞生</a:t>
            </a:r>
          </a:p>
          <a:p>
            <a:pPr marL="342900" indent="-342900" eaLnBrk="1" hangingPunct="1">
              <a:lnSpc>
                <a:spcPct val="90000"/>
              </a:lnSpc>
              <a:spcBef>
                <a:spcPct val="20000"/>
              </a:spcBef>
              <a:buFontTx/>
              <a:buChar char="•"/>
              <a:defRPr/>
            </a:pPr>
            <a:r>
              <a:rPr lang="zh-CN" altLang="en-US" sz="1600" kern="0" dirty="0">
                <a:solidFill>
                  <a:srgbClr val="0000CC"/>
                </a:solidFill>
                <a:latin typeface="+mn-ea"/>
                <a:ea typeface="+mn-ea"/>
              </a:rPr>
              <a:t>历史性的突破</a:t>
            </a:r>
          </a:p>
          <a:p>
            <a:pPr marL="342900" indent="-342900" eaLnBrk="1" hangingPunct="1">
              <a:lnSpc>
                <a:spcPct val="90000"/>
              </a:lnSpc>
              <a:spcBef>
                <a:spcPct val="20000"/>
              </a:spcBef>
              <a:buFontTx/>
              <a:buChar char="•"/>
              <a:defRPr/>
            </a:pPr>
            <a:r>
              <a:rPr lang="zh-CN" altLang="en-US" sz="1600" kern="0" dirty="0">
                <a:solidFill>
                  <a:srgbClr val="0000CC"/>
                </a:solidFill>
                <a:latin typeface="+mn-ea"/>
                <a:ea typeface="+mn-ea"/>
              </a:rPr>
              <a:t>此后迎来了电磁学蓬勃发展的高潮</a:t>
            </a:r>
          </a:p>
        </p:txBody>
      </p:sp>
      <p:sp>
        <p:nvSpPr>
          <p:cNvPr id="16" name="矩形 15"/>
          <p:cNvSpPr/>
          <p:nvPr/>
        </p:nvSpPr>
        <p:spPr>
          <a:xfrm>
            <a:off x="5691188" y="5184775"/>
            <a:ext cx="4572000" cy="1200150"/>
          </a:xfrm>
          <a:prstGeom prst="rect">
            <a:avLst/>
          </a:prstGeom>
        </p:spPr>
        <p:txBody>
          <a:bodyPr>
            <a:spAutoFit/>
          </a:bodyPr>
          <a:lstStyle/>
          <a:p>
            <a:pPr algn="just" eaLnBrk="1" hangingPunct="1">
              <a:buFont typeface="Wingdings" pitchFamily="2" charset="2"/>
              <a:buNone/>
              <a:defRPr/>
            </a:pPr>
            <a:r>
              <a:rPr lang="zh-CN" altLang="en-US" b="1" dirty="0">
                <a:solidFill>
                  <a:srgbClr val="000066"/>
                </a:solidFill>
                <a:latin typeface="+mj-ea"/>
                <a:ea typeface="+mj-ea"/>
              </a:rPr>
              <a:t>安培写道：“奥斯特先生</a:t>
            </a:r>
            <a:r>
              <a:rPr lang="en-US" altLang="zh-CN" b="1" dirty="0">
                <a:solidFill>
                  <a:srgbClr val="000066"/>
                </a:solidFill>
                <a:latin typeface="+mj-ea"/>
                <a:ea typeface="+mj-ea"/>
              </a:rPr>
              <a:t>……</a:t>
            </a:r>
            <a:r>
              <a:rPr lang="zh-CN" altLang="en-US" b="1" dirty="0">
                <a:solidFill>
                  <a:srgbClr val="000066"/>
                </a:solidFill>
                <a:latin typeface="+mj-ea"/>
                <a:ea typeface="+mj-ea"/>
              </a:rPr>
              <a:t>已经永远把他的名字和一个新纪元联系在一起了”．</a:t>
            </a:r>
          </a:p>
          <a:p>
            <a:pPr algn="just" eaLnBrk="1" hangingPunct="1">
              <a:buFont typeface="Wingdings" pitchFamily="2" charset="2"/>
              <a:buNone/>
              <a:defRPr/>
            </a:pPr>
            <a:r>
              <a:rPr lang="zh-CN" altLang="en-US" b="1" dirty="0">
                <a:solidFill>
                  <a:srgbClr val="660033"/>
                </a:solidFill>
                <a:latin typeface="+mj-ea"/>
                <a:ea typeface="+mj-ea"/>
              </a:rPr>
              <a:t>法拉第评论说：“它突然打开了科学中一个一直是黑暗的领域的大门，使其充满光明”</a:t>
            </a:r>
            <a:endParaRPr lang="zh-CN" altLang="en-US" dirty="0">
              <a:latin typeface="+mj-ea"/>
              <a:ea typeface="+mj-ea"/>
            </a:endParaRPr>
          </a:p>
        </p:txBody>
      </p:sp>
      <p:sp>
        <p:nvSpPr>
          <p:cNvPr id="13" name="Rectangle 2"/>
          <p:cNvSpPr txBox="1">
            <a:spLocks noChangeArrowheads="1"/>
          </p:cNvSpPr>
          <p:nvPr/>
        </p:nvSpPr>
        <p:spPr bwMode="auto">
          <a:xfrm>
            <a:off x="5781675" y="233364"/>
            <a:ext cx="2540000" cy="593725"/>
          </a:xfrm>
          <a:prstGeom prst="rect">
            <a:avLst/>
          </a:prstGeom>
          <a:noFill/>
          <a:ln w="9525">
            <a:noFill/>
            <a:miter lim="800000"/>
            <a:headEnd/>
            <a:tailEnd/>
          </a:ln>
        </p:spPr>
        <p:txBody>
          <a:bodyPr anchor="ctr"/>
          <a:lstStyle/>
          <a:p>
            <a:pPr eaLnBrk="1" hangingPunct="1">
              <a:defRPr/>
            </a:pPr>
            <a:r>
              <a:rPr lang="zh-CN" altLang="en-US" sz="1600" kern="0" dirty="0">
                <a:solidFill>
                  <a:srgbClr val="0000CC"/>
                </a:solidFill>
                <a:latin typeface="+mn-ea"/>
                <a:ea typeface="+mn-ea"/>
                <a:cs typeface="+mj-cs"/>
              </a:rPr>
              <a:t>康德哲学：自然力的统一</a:t>
            </a:r>
          </a:p>
        </p:txBody>
      </p:sp>
      <p:sp>
        <p:nvSpPr>
          <p:cNvPr id="17" name="Rectangle 2"/>
          <p:cNvSpPr txBox="1">
            <a:spLocks noChangeArrowheads="1"/>
          </p:cNvSpPr>
          <p:nvPr/>
        </p:nvSpPr>
        <p:spPr bwMode="auto">
          <a:xfrm>
            <a:off x="3170238" y="503239"/>
            <a:ext cx="2520950" cy="593725"/>
          </a:xfrm>
          <a:prstGeom prst="rect">
            <a:avLst/>
          </a:prstGeom>
          <a:noFill/>
          <a:ln w="9525">
            <a:noFill/>
            <a:miter lim="800000"/>
            <a:headEnd/>
            <a:tailEnd/>
          </a:ln>
        </p:spPr>
        <p:txBody>
          <a:bodyPr anchor="ctr"/>
          <a:lstStyle/>
          <a:p>
            <a:pPr eaLnBrk="1" hangingPunct="1">
              <a:defRPr/>
            </a:pPr>
            <a:r>
              <a:rPr lang="zh-CN" altLang="en-US" sz="1600" kern="0" dirty="0">
                <a:solidFill>
                  <a:srgbClr val="0000CC"/>
                </a:solidFill>
                <a:latin typeface="+mn-ea"/>
                <a:ea typeface="+mn-ea"/>
                <a:cs typeface="+mj-cs"/>
              </a:rPr>
              <a:t>库仑：静电、静磁，磁电没有联系。</a:t>
            </a:r>
          </a:p>
        </p:txBody>
      </p:sp>
      <p:sp>
        <p:nvSpPr>
          <p:cNvPr id="18" name="Rectangle 2"/>
          <p:cNvSpPr txBox="1">
            <a:spLocks noChangeArrowheads="1"/>
          </p:cNvSpPr>
          <p:nvPr/>
        </p:nvSpPr>
        <p:spPr bwMode="auto">
          <a:xfrm>
            <a:off x="5916613" y="728663"/>
            <a:ext cx="2519362" cy="360362"/>
          </a:xfrm>
          <a:prstGeom prst="rect">
            <a:avLst/>
          </a:prstGeom>
          <a:noFill/>
          <a:ln w="9525">
            <a:noFill/>
            <a:miter lim="800000"/>
            <a:headEnd/>
            <a:tailEnd/>
          </a:ln>
        </p:spPr>
        <p:txBody>
          <a:bodyPr anchor="ctr"/>
          <a:lstStyle/>
          <a:p>
            <a:pPr eaLnBrk="1" hangingPunct="1">
              <a:defRPr/>
            </a:pPr>
            <a:r>
              <a:rPr lang="zh-CN" altLang="en-US" sz="1600" kern="0" dirty="0">
                <a:solidFill>
                  <a:srgbClr val="0000CC"/>
                </a:solidFill>
                <a:latin typeface="+mn-ea"/>
                <a:ea typeface="+mn-ea"/>
                <a:cs typeface="+mj-cs"/>
              </a:rPr>
              <a:t>非静电、非静磁？</a:t>
            </a:r>
          </a:p>
        </p:txBody>
      </p:sp>
      <p:sp>
        <p:nvSpPr>
          <p:cNvPr id="18448" name="矩形 18"/>
          <p:cNvSpPr>
            <a:spLocks noChangeArrowheads="1"/>
          </p:cNvSpPr>
          <p:nvPr/>
        </p:nvSpPr>
        <p:spPr bwMode="auto">
          <a:xfrm>
            <a:off x="5781676" y="1493839"/>
            <a:ext cx="3014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a:latin typeface="Symbol" panose="05050102010706020507" pitchFamily="18" charset="2"/>
              </a:rPr>
              <a:t>《</a:t>
            </a:r>
            <a:r>
              <a:rPr lang="zh-CN" altLang="en-US" sz="1800">
                <a:latin typeface="Symbol" panose="05050102010706020507" pitchFamily="18" charset="2"/>
              </a:rPr>
              <a:t>论磁针的电流撞击实验</a:t>
            </a:r>
            <a:r>
              <a:rPr lang="en-US" altLang="zh-CN" sz="1800">
                <a:latin typeface="Symbol" panose="05050102010706020507" pitchFamily="18" charset="2"/>
              </a:rPr>
              <a:t>》</a:t>
            </a:r>
            <a:endParaRPr lang="zh-CN" altLang="en-US" sz="1800">
              <a:latin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Effect transition="in" filter="blinds(horizontal)">
                                      <p:cBhvr>
                                        <p:cTn id="19" dur="500"/>
                                        <p:tgtEl>
                                          <p:spTgt spid="14">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4">
                                            <p:txEl>
                                              <p:pRg st="1" end="1"/>
                                            </p:txEl>
                                          </p:spTgt>
                                        </p:tgtEl>
                                        <p:attrNameLst>
                                          <p:attrName>style.visibility</p:attrName>
                                        </p:attrNameLst>
                                      </p:cBhvr>
                                      <p:to>
                                        <p:strVal val="visible"/>
                                      </p:to>
                                    </p:set>
                                    <p:animEffect transition="in" filter="blinds(horizontal)">
                                      <p:cBhvr>
                                        <p:cTn id="24" dur="500"/>
                                        <p:tgtEl>
                                          <p:spTgt spid="14">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animEffect transition="in" filter="blinds(horizontal)">
                                      <p:cBhvr>
                                        <p:cTn id="29" dur="500"/>
                                        <p:tgtEl>
                                          <p:spTgt spid="14">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4">
                                            <p:txEl>
                                              <p:pRg st="3" end="3"/>
                                            </p:txEl>
                                          </p:spTgt>
                                        </p:tgtEl>
                                        <p:attrNameLst>
                                          <p:attrName>style.visibility</p:attrName>
                                        </p:attrNameLst>
                                      </p:cBhvr>
                                      <p:to>
                                        <p:strVal val="visible"/>
                                      </p:to>
                                    </p:set>
                                    <p:animEffect transition="in" filter="blinds(horizontal)">
                                      <p:cBhvr>
                                        <p:cTn id="34" dur="500"/>
                                        <p:tgtEl>
                                          <p:spTgt spid="14">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animEffect transition="in" filter="blinds(horizontal)">
                                      <p:cBhvr>
                                        <p:cTn id="39" dur="500"/>
                                        <p:tgtEl>
                                          <p:spTgt spid="15">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5">
                                            <p:txEl>
                                              <p:pRg st="1" end="1"/>
                                            </p:txEl>
                                          </p:spTgt>
                                        </p:tgtEl>
                                        <p:attrNameLst>
                                          <p:attrName>style.visibility</p:attrName>
                                        </p:attrNameLst>
                                      </p:cBhvr>
                                      <p:to>
                                        <p:strVal val="visible"/>
                                      </p:to>
                                    </p:set>
                                    <p:animEffect transition="in" filter="blinds(horizontal)">
                                      <p:cBhvr>
                                        <p:cTn id="44" dur="500"/>
                                        <p:tgtEl>
                                          <p:spTgt spid="15">
                                            <p:txEl>
                                              <p:pRg st="1" end="1"/>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5">
                                            <p:txEl>
                                              <p:pRg st="2" end="2"/>
                                            </p:txEl>
                                          </p:spTgt>
                                        </p:tgtEl>
                                        <p:attrNameLst>
                                          <p:attrName>style.visibility</p:attrName>
                                        </p:attrNameLst>
                                      </p:cBhvr>
                                      <p:to>
                                        <p:strVal val="visible"/>
                                      </p:to>
                                    </p:set>
                                    <p:animEffect transition="in" filter="blinds(horizontal)">
                                      <p:cBhvr>
                                        <p:cTn id="49" dur="500"/>
                                        <p:tgtEl>
                                          <p:spTgt spid="15">
                                            <p:txEl>
                                              <p:pRg st="2" end="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
                                            <p:txEl>
                                              <p:pRg st="3" end="3"/>
                                            </p:txEl>
                                          </p:spTgt>
                                        </p:tgtEl>
                                        <p:attrNameLst>
                                          <p:attrName>style.visibility</p:attrName>
                                        </p:attrNameLst>
                                      </p:cBhvr>
                                      <p:to>
                                        <p:strVal val="visible"/>
                                      </p:to>
                                    </p:set>
                                    <p:animEffect transition="in" filter="blinds(horizontal)">
                                      <p:cBhvr>
                                        <p:cTn id="54" dur="500"/>
                                        <p:tgtEl>
                                          <p:spTgt spid="15">
                                            <p:txEl>
                                              <p:pRg st="3" end="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5">
                                            <p:txEl>
                                              <p:pRg st="4" end="4"/>
                                            </p:txEl>
                                          </p:spTgt>
                                        </p:tgtEl>
                                        <p:attrNameLst>
                                          <p:attrName>style.visibility</p:attrName>
                                        </p:attrNameLst>
                                      </p:cBhvr>
                                      <p:to>
                                        <p:strVal val="visible"/>
                                      </p:to>
                                    </p:set>
                                    <p:animEffect transition="in" filter="blinds(horizontal)">
                                      <p:cBhvr>
                                        <p:cTn id="59"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2" autoUpdateAnimBg="0"/>
      <p:bldP spid="15"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016500" y="279401"/>
            <a:ext cx="5373688" cy="777875"/>
          </a:xfrm>
        </p:spPr>
        <p:txBody>
          <a:bodyPr/>
          <a:lstStyle/>
          <a:p>
            <a:pPr eaLnBrk="1" hangingPunct="1"/>
            <a:r>
              <a:rPr lang="zh-CN" altLang="en-US" sz="3200">
                <a:solidFill>
                  <a:srgbClr val="0000CC"/>
                </a:solidFill>
                <a:ea typeface="隶书" panose="02010509060101010101" pitchFamily="49" charset="-122"/>
              </a:rPr>
              <a:t>电流与电流间是否有作用力？</a:t>
            </a:r>
          </a:p>
        </p:txBody>
      </p:sp>
      <p:pic>
        <p:nvPicPr>
          <p:cNvPr id="20483"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951538" y="1196975"/>
            <a:ext cx="3827462" cy="3987800"/>
          </a:xfrm>
          <a:noFill/>
        </p:spPr>
      </p:pic>
      <p:sp>
        <p:nvSpPr>
          <p:cNvPr id="20484" name="Text Box 6"/>
          <p:cNvSpPr txBox="1">
            <a:spLocks noChangeArrowheads="1"/>
          </p:cNvSpPr>
          <p:nvPr/>
        </p:nvSpPr>
        <p:spPr bwMode="auto">
          <a:xfrm>
            <a:off x="7086601" y="2033588"/>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楷体_GB2312"/>
                <a:cs typeface="楷体_GB2312"/>
              </a:rPr>
              <a:t>有作用力！</a:t>
            </a:r>
          </a:p>
        </p:txBody>
      </p:sp>
      <p:sp>
        <p:nvSpPr>
          <p:cNvPr id="20485" name="Text Box 7"/>
          <p:cNvSpPr txBox="1">
            <a:spLocks noChangeArrowheads="1"/>
          </p:cNvSpPr>
          <p:nvPr/>
        </p:nvSpPr>
        <p:spPr bwMode="auto">
          <a:xfrm>
            <a:off x="6996113" y="2754314"/>
            <a:ext cx="18716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楷体_GB2312"/>
                <a:cs typeface="楷体_GB2312"/>
              </a:rPr>
              <a:t>同向相吸，</a:t>
            </a:r>
            <a:r>
              <a:rPr lang="zh-CN" altLang="en-US" sz="2400">
                <a:solidFill>
                  <a:srgbClr val="0000CC"/>
                </a:solidFill>
                <a:ea typeface="楷体_GB2312"/>
                <a:cs typeface="楷体_GB2312"/>
              </a:rPr>
              <a:t>异向相斥</a:t>
            </a:r>
          </a:p>
        </p:txBody>
      </p:sp>
      <p:sp>
        <p:nvSpPr>
          <p:cNvPr id="20486" name="Text Box 11"/>
          <p:cNvSpPr txBox="1">
            <a:spLocks noChangeArrowheads="1"/>
          </p:cNvSpPr>
          <p:nvPr/>
        </p:nvSpPr>
        <p:spPr bwMode="auto">
          <a:xfrm>
            <a:off x="2630488" y="908051"/>
            <a:ext cx="2506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0000CC"/>
                </a:solidFill>
              </a:rPr>
              <a:t>磁铁对电流有作用力？</a:t>
            </a:r>
          </a:p>
        </p:txBody>
      </p:sp>
      <p:pic>
        <p:nvPicPr>
          <p:cNvPr id="2048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1403351"/>
            <a:ext cx="4248150"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Text Box 14"/>
          <p:cNvSpPr txBox="1">
            <a:spLocks noChangeArrowheads="1"/>
          </p:cNvSpPr>
          <p:nvPr/>
        </p:nvSpPr>
        <p:spPr bwMode="auto">
          <a:xfrm>
            <a:off x="2586039" y="4373563"/>
            <a:ext cx="3095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0000CC"/>
                </a:solidFill>
              </a:rPr>
              <a:t>磁铁对电流也有作用力！</a:t>
            </a:r>
          </a:p>
        </p:txBody>
      </p:sp>
      <p:sp>
        <p:nvSpPr>
          <p:cNvPr id="20489" name="矩形 9"/>
          <p:cNvSpPr>
            <a:spLocks noChangeArrowheads="1"/>
          </p:cNvSpPr>
          <p:nvPr/>
        </p:nvSpPr>
        <p:spPr bwMode="auto">
          <a:xfrm>
            <a:off x="2451101" y="5543550"/>
            <a:ext cx="2646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chemeClr val="tx2"/>
                </a:solidFill>
                <a:latin typeface="Times New Roman" panose="02020603050405020304" pitchFamily="18" charset="0"/>
                <a:ea typeface="华文中宋" panose="02010600040101010101" pitchFamily="2" charset="-122"/>
              </a:rPr>
              <a:t>Arago    </a:t>
            </a:r>
            <a:r>
              <a:rPr lang="zh-CN" altLang="en-US" sz="1800" b="1">
                <a:solidFill>
                  <a:schemeClr val="tx2"/>
                </a:solidFill>
                <a:latin typeface="Times New Roman" panose="02020603050405020304" pitchFamily="18" charset="0"/>
                <a:ea typeface="华文中宋" panose="02010600040101010101" pitchFamily="2" charset="-122"/>
              </a:rPr>
              <a:t>钢片被电流磁化</a:t>
            </a:r>
            <a:endParaRPr lang="zh-CN" altLang="en-US" sz="1800">
              <a:latin typeface="Symbol" panose="05050102010706020507"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l" eaLnBrk="1" hangingPunct="1"/>
            <a:r>
              <a:rPr lang="zh-CN" altLang="en-US" sz="3200">
                <a:ea typeface="隶书" panose="02010509060101010101" pitchFamily="49" charset="-122"/>
              </a:rPr>
              <a:t>螺线管：</a:t>
            </a:r>
          </a:p>
        </p:txBody>
      </p:sp>
      <p:pic>
        <p:nvPicPr>
          <p:cNvPr id="22531" name="Picture 3"/>
          <p:cNvPicPr>
            <a:picLocks noGrp="1" noChangeAspect="1" noChangeArrowheads="1"/>
          </p:cNvPicPr>
          <p:nvPr>
            <p:ph type="body" idx="4294967295"/>
          </p:nvPr>
        </p:nvPicPr>
        <p:blipFill>
          <a:blip r:embed="rId3">
            <a:extLst>
              <a:ext uri="{28A0092B-C50C-407E-A947-70E740481C1C}">
                <a14:useLocalDpi xmlns:a14="http://schemas.microsoft.com/office/drawing/2010/main" val="0"/>
              </a:ext>
            </a:extLst>
          </a:blip>
          <a:srcRect/>
          <a:stretch>
            <a:fillRect/>
          </a:stretch>
        </p:blipFill>
        <p:spPr>
          <a:xfrm>
            <a:off x="5591176" y="404814"/>
            <a:ext cx="4691063" cy="2471737"/>
          </a:xfrm>
        </p:spPr>
      </p:pic>
      <p:pic>
        <p:nvPicPr>
          <p:cNvPr id="22532" name="Picture 4"/>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6600826" y="2997200"/>
            <a:ext cx="3419475" cy="3341688"/>
          </a:xfrm>
          <a:noFill/>
        </p:spPr>
      </p:pic>
      <p:sp>
        <p:nvSpPr>
          <p:cNvPr id="22533" name="Text Box 6"/>
          <p:cNvSpPr txBox="1">
            <a:spLocks noChangeArrowheads="1"/>
          </p:cNvSpPr>
          <p:nvPr/>
        </p:nvSpPr>
        <p:spPr bwMode="auto">
          <a:xfrm>
            <a:off x="2063750" y="2420939"/>
            <a:ext cx="3600450"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00CC"/>
                </a:solidFill>
                <a:latin typeface="隶书" panose="02010509060101010101" pitchFamily="49" charset="-122"/>
                <a:ea typeface="隶书" panose="02010509060101010101" pitchFamily="49" charset="-122"/>
              </a:rPr>
              <a:t>通电螺线管类似磁铁</a:t>
            </a:r>
          </a:p>
          <a:p>
            <a:pPr eaLnBrk="1" hangingPunct="1">
              <a:spcBef>
                <a:spcPct val="50000"/>
              </a:spcBef>
              <a:buFontTx/>
              <a:buNone/>
            </a:pPr>
            <a:r>
              <a:rPr lang="zh-CN" altLang="en-US" sz="2800">
                <a:solidFill>
                  <a:srgbClr val="0000CC"/>
                </a:solidFill>
                <a:latin typeface="隶书" panose="02010509060101010101" pitchFamily="49" charset="-122"/>
                <a:ea typeface="隶书" panose="02010509060101010101" pitchFamily="49" charset="-122"/>
              </a:rPr>
              <a:t>右手定则：弯曲四指沿电流环绕方向，拇指指向为</a:t>
            </a:r>
            <a:r>
              <a:rPr lang="en-US" altLang="zh-CN" sz="2800">
                <a:solidFill>
                  <a:srgbClr val="0000CC"/>
                </a:solidFill>
                <a:latin typeface="隶书" panose="02010509060101010101" pitchFamily="49" charset="-122"/>
                <a:ea typeface="隶书" panose="02010509060101010101" pitchFamily="49" charset="-122"/>
              </a:rPr>
              <a:t>N</a:t>
            </a:r>
            <a:r>
              <a:rPr lang="zh-CN" altLang="en-US" sz="2800">
                <a:solidFill>
                  <a:srgbClr val="0000CC"/>
                </a:solidFill>
                <a:latin typeface="隶书" panose="02010509060101010101" pitchFamily="49" charset="-122"/>
                <a:ea typeface="隶书" panose="02010509060101010101" pitchFamily="49" charset="-122"/>
              </a:rPr>
              <a:t>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1" y="274639"/>
            <a:ext cx="2386013" cy="561975"/>
          </a:xfrm>
        </p:spPr>
        <p:txBody>
          <a:bodyPr/>
          <a:lstStyle/>
          <a:p>
            <a:pPr eaLnBrk="1" hangingPunct="1"/>
            <a:r>
              <a:rPr lang="zh-CN" altLang="en-US" sz="3600">
                <a:ea typeface="隶书" panose="02010509060101010101" pitchFamily="49" charset="-122"/>
              </a:rPr>
              <a:t>磁场</a:t>
            </a:r>
          </a:p>
        </p:txBody>
      </p:sp>
      <p:sp>
        <p:nvSpPr>
          <p:cNvPr id="26627" name="Rectangle 3"/>
          <p:cNvSpPr>
            <a:spLocks noGrp="1" noChangeArrowheads="1"/>
          </p:cNvSpPr>
          <p:nvPr>
            <p:ph type="body" idx="1"/>
          </p:nvPr>
        </p:nvSpPr>
        <p:spPr>
          <a:xfrm>
            <a:off x="1992313" y="1052514"/>
            <a:ext cx="8229600" cy="2376487"/>
          </a:xfrm>
        </p:spPr>
        <p:txBody>
          <a:bodyPr/>
          <a:lstStyle/>
          <a:p>
            <a:pPr eaLnBrk="1" hangingPunct="1"/>
            <a:r>
              <a:rPr lang="zh-CN" altLang="en-US">
                <a:solidFill>
                  <a:srgbClr val="FF0000"/>
                </a:solidFill>
                <a:ea typeface="楷体_GB2312"/>
                <a:cs typeface="楷体_GB2312"/>
              </a:rPr>
              <a:t>与电荷间相互作用类比：</a:t>
            </a:r>
          </a:p>
          <a:p>
            <a:pPr eaLnBrk="1" hangingPunct="1"/>
            <a:r>
              <a:rPr lang="zh-CN" altLang="en-US">
                <a:solidFill>
                  <a:srgbClr val="FF0000"/>
                </a:solidFill>
                <a:ea typeface="楷体_GB2312"/>
                <a:cs typeface="楷体_GB2312"/>
              </a:rPr>
              <a:t>电流间或磁极间相互作用通过磁场来传递</a:t>
            </a:r>
          </a:p>
          <a:p>
            <a:pPr eaLnBrk="1" hangingPunct="1"/>
            <a:r>
              <a:rPr lang="zh-CN" altLang="en-US">
                <a:solidFill>
                  <a:srgbClr val="FF0000"/>
                </a:solidFill>
                <a:ea typeface="楷体_GB2312"/>
                <a:cs typeface="楷体_GB2312"/>
              </a:rPr>
              <a:t>磁场的基本性质：对于任何置于其中的其它磁极或电流施加作用力</a:t>
            </a:r>
          </a:p>
        </p:txBody>
      </p:sp>
      <p:sp>
        <p:nvSpPr>
          <p:cNvPr id="26628" name="Text Box 4"/>
          <p:cNvSpPr txBox="1">
            <a:spLocks noChangeArrowheads="1"/>
          </p:cNvSpPr>
          <p:nvPr/>
        </p:nvSpPr>
        <p:spPr bwMode="auto">
          <a:xfrm>
            <a:off x="2566989" y="3933826"/>
            <a:ext cx="115252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磁铁</a:t>
            </a:r>
          </a:p>
          <a:p>
            <a:pPr eaLnBrk="1" hangingPunct="1">
              <a:spcBef>
                <a:spcPct val="50000"/>
              </a:spcBef>
              <a:buFontTx/>
              <a:buNone/>
            </a:pPr>
            <a:r>
              <a:rPr lang="zh-CN" altLang="en-US" sz="2800">
                <a:solidFill>
                  <a:srgbClr val="FF0000"/>
                </a:solidFill>
                <a:ea typeface="隶书" panose="02010509060101010101" pitchFamily="49" charset="-122"/>
              </a:rPr>
              <a:t>电流</a:t>
            </a:r>
          </a:p>
        </p:txBody>
      </p:sp>
      <p:sp>
        <p:nvSpPr>
          <p:cNvPr id="26629" name="Text Box 5"/>
          <p:cNvSpPr txBox="1">
            <a:spLocks noChangeArrowheads="1"/>
          </p:cNvSpPr>
          <p:nvPr/>
        </p:nvSpPr>
        <p:spPr bwMode="auto">
          <a:xfrm>
            <a:off x="4943476" y="3860800"/>
            <a:ext cx="792163"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400">
                <a:solidFill>
                  <a:srgbClr val="0000CC"/>
                </a:solidFill>
                <a:ea typeface="隶书" panose="02010509060101010101" pitchFamily="49" charset="-122"/>
              </a:rPr>
              <a:t>磁场</a:t>
            </a:r>
          </a:p>
        </p:txBody>
      </p:sp>
      <p:sp>
        <p:nvSpPr>
          <p:cNvPr id="26630" name="Text Box 6"/>
          <p:cNvSpPr txBox="1">
            <a:spLocks noChangeArrowheads="1"/>
          </p:cNvSpPr>
          <p:nvPr/>
        </p:nvSpPr>
        <p:spPr bwMode="auto">
          <a:xfrm>
            <a:off x="7248526" y="3933826"/>
            <a:ext cx="115252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磁铁</a:t>
            </a:r>
          </a:p>
          <a:p>
            <a:pPr eaLnBrk="1" hangingPunct="1">
              <a:spcBef>
                <a:spcPct val="50000"/>
              </a:spcBef>
              <a:buFontTx/>
              <a:buNone/>
            </a:pPr>
            <a:r>
              <a:rPr lang="zh-CN" altLang="en-US" sz="2800">
                <a:solidFill>
                  <a:srgbClr val="FF0000"/>
                </a:solidFill>
                <a:ea typeface="隶书" panose="02010509060101010101" pitchFamily="49" charset="-122"/>
              </a:rPr>
              <a:t>电流</a:t>
            </a:r>
          </a:p>
        </p:txBody>
      </p:sp>
      <p:sp>
        <p:nvSpPr>
          <p:cNvPr id="26631" name="Line 7"/>
          <p:cNvSpPr>
            <a:spLocks noChangeShapeType="1"/>
          </p:cNvSpPr>
          <p:nvPr/>
        </p:nvSpPr>
        <p:spPr bwMode="auto">
          <a:xfrm>
            <a:off x="3432176" y="4221163"/>
            <a:ext cx="14398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2" name="Line 8"/>
          <p:cNvSpPr>
            <a:spLocks noChangeShapeType="1"/>
          </p:cNvSpPr>
          <p:nvPr/>
        </p:nvSpPr>
        <p:spPr bwMode="auto">
          <a:xfrm>
            <a:off x="3432176" y="4868863"/>
            <a:ext cx="14398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3" name="Line 9"/>
          <p:cNvSpPr>
            <a:spLocks noChangeShapeType="1"/>
          </p:cNvSpPr>
          <p:nvPr/>
        </p:nvSpPr>
        <p:spPr bwMode="auto">
          <a:xfrm>
            <a:off x="5880101" y="4221163"/>
            <a:ext cx="14398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4" name="Line 10"/>
          <p:cNvSpPr>
            <a:spLocks noChangeShapeType="1"/>
          </p:cNvSpPr>
          <p:nvPr/>
        </p:nvSpPr>
        <p:spPr bwMode="auto">
          <a:xfrm>
            <a:off x="5880101" y="4868863"/>
            <a:ext cx="14398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5" name="Text Box 11"/>
          <p:cNvSpPr txBox="1">
            <a:spLocks noChangeArrowheads="1"/>
          </p:cNvSpPr>
          <p:nvPr/>
        </p:nvSpPr>
        <p:spPr bwMode="auto">
          <a:xfrm>
            <a:off x="4872038" y="3644901"/>
            <a:ext cx="1511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可交叉</a:t>
            </a:r>
          </a:p>
        </p:txBody>
      </p:sp>
      <p:sp>
        <p:nvSpPr>
          <p:cNvPr id="26636" name="Text Box 12"/>
          <p:cNvSpPr txBox="1">
            <a:spLocks noChangeArrowheads="1"/>
          </p:cNvSpPr>
          <p:nvPr/>
        </p:nvSpPr>
        <p:spPr bwMode="auto">
          <a:xfrm>
            <a:off x="2278857" y="5634246"/>
            <a:ext cx="6913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0000CC"/>
                </a:solidFill>
              </a:rPr>
              <a:t>通过螺线管与磁棒间相似性：磁铁和电流本源上是否一致？</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1" y="274639"/>
            <a:ext cx="3827463" cy="490537"/>
          </a:xfrm>
        </p:spPr>
        <p:txBody>
          <a:bodyPr/>
          <a:lstStyle/>
          <a:p>
            <a:pPr algn="l" eaLnBrk="1" hangingPunct="1"/>
            <a:r>
              <a:rPr lang="zh-CN" altLang="en-US" sz="4000" dirty="0">
                <a:solidFill>
                  <a:srgbClr val="0000CC"/>
                </a:solidFill>
              </a:rPr>
              <a:t>安培环流假说</a:t>
            </a:r>
            <a:r>
              <a:rPr lang="zh-CN" altLang="en-US" sz="4000" dirty="0"/>
              <a:t>：</a:t>
            </a:r>
          </a:p>
        </p:txBody>
      </p:sp>
      <p:sp>
        <p:nvSpPr>
          <p:cNvPr id="28675" name="Text Box 5"/>
          <p:cNvSpPr txBox="1">
            <a:spLocks noChangeArrowheads="1"/>
          </p:cNvSpPr>
          <p:nvPr/>
        </p:nvSpPr>
        <p:spPr bwMode="auto">
          <a:xfrm>
            <a:off x="2298701" y="3176588"/>
            <a:ext cx="79216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电流</a:t>
            </a:r>
          </a:p>
          <a:p>
            <a:pPr eaLnBrk="1" hangingPunct="1">
              <a:spcBef>
                <a:spcPct val="50000"/>
              </a:spcBef>
              <a:buFontTx/>
              <a:buNone/>
            </a:pPr>
            <a:r>
              <a:rPr lang="zh-CN" altLang="en-US" sz="1800">
                <a:solidFill>
                  <a:srgbClr val="FF0000"/>
                </a:solidFill>
              </a:rPr>
              <a:t>磁铁</a:t>
            </a:r>
          </a:p>
        </p:txBody>
      </p:sp>
      <p:sp>
        <p:nvSpPr>
          <p:cNvPr id="28676" name="Text Box 6"/>
          <p:cNvSpPr txBox="1">
            <a:spLocks noChangeArrowheads="1"/>
          </p:cNvSpPr>
          <p:nvPr/>
        </p:nvSpPr>
        <p:spPr bwMode="auto">
          <a:xfrm>
            <a:off x="2946400" y="3392488"/>
            <a:ext cx="2520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的本源是电荷的运动。</a:t>
            </a:r>
          </a:p>
        </p:txBody>
      </p:sp>
      <p:sp>
        <p:nvSpPr>
          <p:cNvPr id="28677" name="Text Box 7"/>
          <p:cNvSpPr txBox="1">
            <a:spLocks noChangeArrowheads="1"/>
          </p:cNvSpPr>
          <p:nvPr/>
        </p:nvSpPr>
        <p:spPr bwMode="auto">
          <a:xfrm>
            <a:off x="2586038" y="3968751"/>
            <a:ext cx="4392612"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库仑相互作用：运动、静止电荷都有</a:t>
            </a:r>
          </a:p>
          <a:p>
            <a:pPr eaLnBrk="1" hangingPunct="1">
              <a:spcBef>
                <a:spcPct val="50000"/>
              </a:spcBef>
              <a:buFontTx/>
              <a:buNone/>
            </a:pPr>
            <a:r>
              <a:rPr lang="zh-CN" altLang="en-US" sz="1800">
                <a:solidFill>
                  <a:srgbClr val="0000CC"/>
                </a:solidFill>
              </a:rPr>
              <a:t>磁相互作用：仅运动电荷有</a:t>
            </a:r>
          </a:p>
        </p:txBody>
      </p:sp>
      <p:sp>
        <p:nvSpPr>
          <p:cNvPr id="28678" name="Text Box 8"/>
          <p:cNvSpPr txBox="1">
            <a:spLocks noChangeArrowheads="1"/>
          </p:cNvSpPr>
          <p:nvPr/>
        </p:nvSpPr>
        <p:spPr bwMode="auto">
          <a:xfrm>
            <a:off x="5899151" y="3536951"/>
            <a:ext cx="7921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电流</a:t>
            </a:r>
          </a:p>
        </p:txBody>
      </p:sp>
      <p:sp>
        <p:nvSpPr>
          <p:cNvPr id="28679" name="Text Box 9"/>
          <p:cNvSpPr txBox="1">
            <a:spLocks noChangeArrowheads="1"/>
          </p:cNvSpPr>
          <p:nvPr/>
        </p:nvSpPr>
        <p:spPr bwMode="auto">
          <a:xfrm>
            <a:off x="8923338" y="3536951"/>
            <a:ext cx="792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电流</a:t>
            </a:r>
          </a:p>
        </p:txBody>
      </p:sp>
      <p:sp>
        <p:nvSpPr>
          <p:cNvPr id="28680" name="Text Box 10"/>
          <p:cNvSpPr txBox="1">
            <a:spLocks noChangeArrowheads="1"/>
          </p:cNvSpPr>
          <p:nvPr/>
        </p:nvSpPr>
        <p:spPr bwMode="auto">
          <a:xfrm>
            <a:off x="7412038" y="3536951"/>
            <a:ext cx="792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磁场</a:t>
            </a:r>
          </a:p>
        </p:txBody>
      </p:sp>
      <p:sp>
        <p:nvSpPr>
          <p:cNvPr id="28681" name="Line 11"/>
          <p:cNvSpPr>
            <a:spLocks noChangeShapeType="1"/>
          </p:cNvSpPr>
          <p:nvPr/>
        </p:nvSpPr>
        <p:spPr bwMode="auto">
          <a:xfrm>
            <a:off x="6546850" y="3752850"/>
            <a:ext cx="863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2" name="Line 12"/>
          <p:cNvSpPr>
            <a:spLocks noChangeShapeType="1"/>
          </p:cNvSpPr>
          <p:nvPr/>
        </p:nvSpPr>
        <p:spPr bwMode="auto">
          <a:xfrm>
            <a:off x="7986713" y="3752850"/>
            <a:ext cx="86360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3" name="Text Box 13"/>
          <p:cNvSpPr txBox="1">
            <a:spLocks noChangeArrowheads="1"/>
          </p:cNvSpPr>
          <p:nvPr/>
        </p:nvSpPr>
        <p:spPr bwMode="auto">
          <a:xfrm>
            <a:off x="6330950" y="3105151"/>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运动电荷间的相互作用：</a:t>
            </a:r>
          </a:p>
        </p:txBody>
      </p:sp>
      <p:pic>
        <p:nvPicPr>
          <p:cNvPr id="28684" name="Picture 4" descr="ne2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638" y="0"/>
            <a:ext cx="45720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5" name="矩形 16"/>
          <p:cNvSpPr>
            <a:spLocks noChangeArrowheads="1"/>
          </p:cNvSpPr>
          <p:nvPr/>
        </p:nvSpPr>
        <p:spPr bwMode="auto">
          <a:xfrm>
            <a:off x="2135189" y="1358900"/>
            <a:ext cx="79216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FontTx/>
              <a:buNone/>
            </a:pPr>
            <a:r>
              <a:rPr lang="zh-CN" altLang="en-US" sz="2400" b="1">
                <a:solidFill>
                  <a:srgbClr val="003300"/>
                </a:solidFill>
                <a:latin typeface="Symbol" panose="05050102010706020507" pitchFamily="18" charset="2"/>
                <a:ea typeface="华文新魏" panose="02010800040101010101" pitchFamily="2" charset="-122"/>
              </a:rPr>
              <a:t>所谓</a:t>
            </a:r>
            <a:r>
              <a:rPr lang="zh-CN" altLang="en-US" sz="2400" b="1">
                <a:solidFill>
                  <a:srgbClr val="003300"/>
                </a:solidFill>
                <a:latin typeface="Times New Roman" panose="02020603050405020304" pitchFamily="18" charset="0"/>
                <a:ea typeface="华文新魏" panose="02010800040101010101" pitchFamily="2" charset="-122"/>
              </a:rPr>
              <a:t>“</a:t>
            </a:r>
            <a:r>
              <a:rPr lang="zh-CN" altLang="en-US" sz="2400" b="1">
                <a:solidFill>
                  <a:srgbClr val="003300"/>
                </a:solidFill>
                <a:latin typeface="Symbol" panose="05050102010706020507" pitchFamily="18" charset="2"/>
                <a:ea typeface="华文新魏" panose="02010800040101010101" pitchFamily="2" charset="-122"/>
              </a:rPr>
              <a:t>分子</a:t>
            </a:r>
            <a:r>
              <a:rPr lang="zh-CN" altLang="en-US" sz="2400" b="1">
                <a:solidFill>
                  <a:srgbClr val="003300"/>
                </a:solidFill>
                <a:latin typeface="Times New Roman" panose="02020603050405020304" pitchFamily="18" charset="0"/>
                <a:ea typeface="华文新魏" panose="02010800040101010101" pitchFamily="2" charset="-122"/>
              </a:rPr>
              <a:t>”</a:t>
            </a:r>
            <a:r>
              <a:rPr lang="zh-CN" altLang="en-US" sz="2400" b="1">
                <a:solidFill>
                  <a:srgbClr val="003300"/>
                </a:solidFill>
                <a:latin typeface="Symbol" panose="05050102010706020507" pitchFamily="18" charset="2"/>
                <a:ea typeface="华文新魏" panose="02010800040101010101" pitchFamily="2" charset="-122"/>
              </a:rPr>
              <a:t>，是指构成物质的基元，当时对物质结构和分子、原子的认识还很肤浅</a:t>
            </a:r>
            <a:r>
              <a:rPr lang="zh-CN" altLang="en-US" sz="2400" b="1">
                <a:latin typeface="Symbol" panose="05050102010706020507" pitchFamily="18" charset="2"/>
              </a:rPr>
              <a:t> </a:t>
            </a:r>
          </a:p>
          <a:p>
            <a:pPr eaLnBrk="1" hangingPunct="1">
              <a:lnSpc>
                <a:spcPct val="90000"/>
              </a:lnSpc>
              <a:spcBef>
                <a:spcPct val="0"/>
              </a:spcBef>
              <a:buFontTx/>
              <a:buNone/>
            </a:pPr>
            <a:r>
              <a:rPr lang="zh-CN" altLang="en-US" sz="2400" b="1">
                <a:solidFill>
                  <a:srgbClr val="000099"/>
                </a:solidFill>
                <a:latin typeface="Symbol" panose="05050102010706020507" pitchFamily="18" charset="2"/>
                <a:ea typeface="华文新魏" panose="02010800040101010101" pitchFamily="2" charset="-122"/>
              </a:rPr>
              <a:t>每个分子都有电流环绕着，当分子排列整齐时，它们的电流合起来就可以满足磁棒的磁性所需要的电流</a:t>
            </a:r>
            <a:r>
              <a:rPr lang="zh-CN" altLang="en-US" sz="2400" b="1">
                <a:latin typeface="Symbol" panose="05050102010706020507" pitchFamily="18" charset="2"/>
              </a:rPr>
              <a:t> </a:t>
            </a:r>
          </a:p>
          <a:p>
            <a:pPr eaLnBrk="1" hangingPunct="1">
              <a:lnSpc>
                <a:spcPct val="90000"/>
              </a:lnSpc>
              <a:spcBef>
                <a:spcPct val="0"/>
              </a:spcBef>
              <a:buFontTx/>
              <a:buNone/>
            </a:pPr>
            <a:r>
              <a:rPr lang="zh-CN" altLang="en-US" sz="2400" b="1">
                <a:solidFill>
                  <a:srgbClr val="003300"/>
                </a:solidFill>
                <a:latin typeface="Symbol" panose="05050102010706020507" pitchFamily="18" charset="2"/>
                <a:ea typeface="华文新魏" panose="02010800040101010101" pitchFamily="2" charset="-122"/>
              </a:rPr>
              <a:t>磁化可视为使物质中的分子电流排列整齐显示出总体效果</a:t>
            </a:r>
          </a:p>
        </p:txBody>
      </p:sp>
      <p:sp>
        <p:nvSpPr>
          <p:cNvPr id="28686" name="矩形 17"/>
          <p:cNvSpPr>
            <a:spLocks noChangeArrowheads="1"/>
          </p:cNvSpPr>
          <p:nvPr/>
        </p:nvSpPr>
        <p:spPr bwMode="auto">
          <a:xfrm>
            <a:off x="2362200" y="1003300"/>
            <a:ext cx="2082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a:solidFill>
                  <a:srgbClr val="0000CC"/>
                </a:solidFill>
              </a:rPr>
              <a:t>1822</a:t>
            </a:r>
            <a:r>
              <a:rPr lang="zh-CN" altLang="en-US" sz="1800">
                <a:solidFill>
                  <a:srgbClr val="0000CC"/>
                </a:solidFill>
              </a:rPr>
              <a:t>年法国安培</a:t>
            </a:r>
            <a:r>
              <a:rPr lang="zh-CN" altLang="en-US" sz="1800">
                <a:solidFill>
                  <a:srgbClr val="000000"/>
                </a:solidFill>
              </a:rPr>
              <a:t>：</a:t>
            </a:r>
            <a:endParaRPr lang="zh-CN" altLang="en-US" sz="1800">
              <a:latin typeface="Symbol" panose="05050102010706020507" pitchFamily="18" charset="2"/>
            </a:endParaRPr>
          </a:p>
        </p:txBody>
      </p:sp>
      <p:sp>
        <p:nvSpPr>
          <p:cNvPr id="19" name="Rectangle 2"/>
          <p:cNvSpPr txBox="1">
            <a:spLocks noChangeArrowheads="1"/>
          </p:cNvSpPr>
          <p:nvPr/>
        </p:nvSpPr>
        <p:spPr bwMode="auto">
          <a:xfrm>
            <a:off x="1955800" y="4643438"/>
            <a:ext cx="7772400" cy="2057400"/>
          </a:xfrm>
          <a:prstGeom prst="rect">
            <a:avLst/>
          </a:prstGeom>
          <a:noFill/>
          <a:ln w="9525">
            <a:noFill/>
            <a:miter lim="800000"/>
            <a:headEnd/>
            <a:tailEnd/>
          </a:ln>
        </p:spPr>
        <p:txBody>
          <a:bodyPr/>
          <a:lstStyle/>
          <a:p>
            <a:pPr marL="342900" indent="-342900" eaLnBrk="1" hangingPunct="1">
              <a:spcBef>
                <a:spcPct val="20000"/>
              </a:spcBef>
              <a:buFontTx/>
              <a:buChar char="•"/>
              <a:defRPr/>
            </a:pPr>
            <a:r>
              <a:rPr lang="zh-CN" altLang="en-US" sz="2400" b="1" kern="0" dirty="0">
                <a:solidFill>
                  <a:srgbClr val="000099"/>
                </a:solidFill>
                <a:latin typeface="+mn-lt"/>
                <a:ea typeface="华文新魏" pitchFamily="2" charset="-122"/>
              </a:rPr>
              <a:t>以</a:t>
            </a:r>
            <a:r>
              <a:rPr lang="zh-CN" altLang="en-US" sz="2400" b="1" kern="0" dirty="0">
                <a:solidFill>
                  <a:srgbClr val="000099"/>
                </a:solidFill>
                <a:latin typeface="Times New Roman" pitchFamily="18" charset="0"/>
                <a:ea typeface="华文新魏" pitchFamily="2" charset="-122"/>
              </a:rPr>
              <a:t>“</a:t>
            </a:r>
            <a:r>
              <a:rPr lang="zh-CN" altLang="en-US" sz="2400" b="1" kern="0" dirty="0">
                <a:solidFill>
                  <a:srgbClr val="000099"/>
                </a:solidFill>
                <a:latin typeface="+mn-lt"/>
                <a:ea typeface="华文新魏" pitchFamily="2" charset="-122"/>
              </a:rPr>
              <a:t>分子电流</a:t>
            </a:r>
            <a:r>
              <a:rPr lang="zh-CN" altLang="en-US" sz="2400" b="1" kern="0" dirty="0">
                <a:solidFill>
                  <a:srgbClr val="000099"/>
                </a:solidFill>
                <a:latin typeface="Times New Roman" pitchFamily="18" charset="0"/>
                <a:ea typeface="华文新魏" pitchFamily="2" charset="-122"/>
              </a:rPr>
              <a:t>”</a:t>
            </a:r>
            <a:r>
              <a:rPr lang="zh-CN" altLang="en-US" sz="2400" b="1" kern="0" dirty="0">
                <a:solidFill>
                  <a:srgbClr val="000099"/>
                </a:solidFill>
                <a:latin typeface="+mn-lt"/>
                <a:ea typeface="华文新魏" pitchFamily="2" charset="-122"/>
              </a:rPr>
              <a:t>取代磁荷</a:t>
            </a:r>
          </a:p>
          <a:p>
            <a:pPr marL="342900" indent="-342900" eaLnBrk="1" hangingPunct="1">
              <a:spcBef>
                <a:spcPct val="20000"/>
              </a:spcBef>
              <a:defRPr/>
            </a:pPr>
            <a:r>
              <a:rPr lang="zh-CN" altLang="en-US" sz="2400" b="1" kern="0" dirty="0">
                <a:solidFill>
                  <a:srgbClr val="000099"/>
                </a:solidFill>
                <a:latin typeface="+mn-lt"/>
                <a:ea typeface="华文新魏" pitchFamily="2" charset="-122"/>
              </a:rPr>
              <a:t>      </a:t>
            </a:r>
            <a:r>
              <a:rPr lang="en-US" altLang="zh-CN" sz="2400" b="1" kern="0" dirty="0">
                <a:solidFill>
                  <a:srgbClr val="000099"/>
                </a:solidFill>
                <a:latin typeface="Times New Roman" pitchFamily="18" charset="0"/>
                <a:ea typeface="华文新魏" pitchFamily="2" charset="-122"/>
              </a:rPr>
              <a:t>——</a:t>
            </a:r>
            <a:r>
              <a:rPr lang="zh-CN" altLang="en-US" sz="2400" b="1" kern="0" dirty="0">
                <a:solidFill>
                  <a:srgbClr val="000099"/>
                </a:solidFill>
                <a:latin typeface="+mn-lt"/>
                <a:ea typeface="华文新魏" pitchFamily="2" charset="-122"/>
              </a:rPr>
              <a:t>能解释磁棒与载流螺线管的等效性</a:t>
            </a:r>
          </a:p>
          <a:p>
            <a:pPr marL="342900" indent="-342900" eaLnBrk="1" hangingPunct="1">
              <a:spcBef>
                <a:spcPct val="20000"/>
              </a:spcBef>
              <a:buFontTx/>
              <a:buChar char="•"/>
              <a:defRPr/>
            </a:pPr>
            <a:r>
              <a:rPr lang="zh-CN" altLang="en-US" sz="2400" b="1" kern="0" dirty="0">
                <a:solidFill>
                  <a:srgbClr val="660033"/>
                </a:solidFill>
                <a:latin typeface="+mn-lt"/>
                <a:ea typeface="华文新魏" pitchFamily="2" charset="-122"/>
              </a:rPr>
              <a:t>可将种种磁相互作用归结为电流之间的相互作用</a:t>
            </a:r>
          </a:p>
          <a:p>
            <a:pPr marL="342900" indent="-342900" eaLnBrk="1" hangingPunct="1">
              <a:spcBef>
                <a:spcPct val="20000"/>
              </a:spcBef>
              <a:buFontTx/>
              <a:buChar char="•"/>
              <a:defRPr/>
            </a:pPr>
            <a:r>
              <a:rPr lang="zh-CN" altLang="en-US" sz="2400" b="1" kern="0" dirty="0">
                <a:solidFill>
                  <a:srgbClr val="000099"/>
                </a:solidFill>
                <a:latin typeface="+mn-lt"/>
                <a:ea typeface="华文新魏" pitchFamily="2" charset="-122"/>
              </a:rPr>
              <a:t>提出寻找任意</a:t>
            </a:r>
            <a:r>
              <a:rPr lang="zh-CN" altLang="en-US" sz="2400" b="1" kern="0" dirty="0">
                <a:solidFill>
                  <a:srgbClr val="FF0000"/>
                </a:solidFill>
                <a:latin typeface="+mn-lt"/>
                <a:ea typeface="华文新魏" pitchFamily="2" charset="-122"/>
              </a:rPr>
              <a:t>两个电流元</a:t>
            </a:r>
            <a:r>
              <a:rPr lang="zh-CN" altLang="en-US" sz="2400" b="1" kern="0" dirty="0">
                <a:solidFill>
                  <a:srgbClr val="000099"/>
                </a:solidFill>
                <a:latin typeface="+mn-lt"/>
                <a:ea typeface="华文新魏" pitchFamily="2" charset="-122"/>
              </a:rPr>
              <a:t>之间作用力的定量规律</a:t>
            </a:r>
            <a:r>
              <a:rPr lang="en-US" altLang="zh-CN" sz="2400" b="1" kern="0" dirty="0">
                <a:solidFill>
                  <a:srgbClr val="000099"/>
                </a:solidFill>
                <a:latin typeface="Times New Roman" pitchFamily="18" charset="0"/>
                <a:ea typeface="华文新魏" pitchFamily="2" charset="-122"/>
              </a:rPr>
              <a:t>——</a:t>
            </a:r>
            <a:r>
              <a:rPr lang="zh-CN" altLang="en-US" sz="2400" b="1" kern="0" dirty="0">
                <a:solidFill>
                  <a:srgbClr val="000099"/>
                </a:solidFill>
                <a:latin typeface="+mn-lt"/>
                <a:ea typeface="华文新魏" pitchFamily="2" charset="-122"/>
              </a:rPr>
              <a:t>即可解决磁相互作用的问题</a:t>
            </a:r>
            <a:endParaRPr lang="zh-CN" altLang="en-US" sz="2400" b="1" kern="0" dirty="0">
              <a:solidFill>
                <a:srgbClr val="003300"/>
              </a:solidFill>
              <a:latin typeface="+mn-lt"/>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linds(horizontal)">
                                      <p:cBhvr>
                                        <p:cTn id="7" dur="500"/>
                                        <p:tgtEl>
                                          <p:spTgt spid="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linds(horizontal)">
                                      <p:cBhvr>
                                        <p:cTn id="12" dur="500"/>
                                        <p:tgtEl>
                                          <p:spTgt spid="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blinds(horizontal)">
                                      <p:cBhvr>
                                        <p:cTn id="17" dur="500"/>
                                        <p:tgtEl>
                                          <p:spTgt spid="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blinds(horizontal)">
                                      <p:cBhvr>
                                        <p:cTn id="22"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981200" y="274638"/>
            <a:ext cx="8229600" cy="588962"/>
          </a:xfrm>
        </p:spPr>
        <p:txBody>
          <a:bodyPr/>
          <a:lstStyle/>
          <a:p>
            <a:pPr eaLnBrk="1" hangingPunct="1"/>
            <a:r>
              <a:rPr lang="zh-CN" altLang="en-US" sz="4000"/>
              <a:t>安培示零实验</a:t>
            </a:r>
          </a:p>
        </p:txBody>
      </p:sp>
      <p:pic>
        <p:nvPicPr>
          <p:cNvPr id="30723" name="Picture 5" descr="200777101743335"/>
          <p:cNvPicPr>
            <a:picLocks noChangeAspect="1" noChangeArrowheads="1"/>
          </p:cNvPicPr>
          <p:nvPr/>
        </p:nvPicPr>
        <p:blipFill>
          <a:blip r:embed="rId3">
            <a:extLst>
              <a:ext uri="{28A0092B-C50C-407E-A947-70E740481C1C}">
                <a14:useLocalDpi xmlns:a14="http://schemas.microsoft.com/office/drawing/2010/main" val="0"/>
              </a:ext>
            </a:extLst>
          </a:blip>
          <a:srcRect b="8173"/>
          <a:stretch>
            <a:fillRect/>
          </a:stretch>
        </p:blipFill>
        <p:spPr bwMode="auto">
          <a:xfrm>
            <a:off x="1730375" y="908050"/>
            <a:ext cx="2871788"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 Box 6"/>
          <p:cNvSpPr txBox="1">
            <a:spLocks noChangeArrowheads="1"/>
          </p:cNvSpPr>
          <p:nvPr/>
        </p:nvSpPr>
        <p:spPr bwMode="auto">
          <a:xfrm>
            <a:off x="2000251" y="5678489"/>
            <a:ext cx="238601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无定向秤</a:t>
            </a:r>
            <a:endParaRPr lang="en-US" altLang="zh-CN" sz="1800">
              <a:latin typeface="Symbol" panose="05050102010706020507" pitchFamily="18" charset="2"/>
            </a:endParaRPr>
          </a:p>
          <a:p>
            <a:pPr algn="ctr" eaLnBrk="1" hangingPunct="1">
              <a:spcBef>
                <a:spcPct val="50000"/>
              </a:spcBef>
              <a:buFontTx/>
              <a:buNone/>
            </a:pPr>
            <a:r>
              <a:rPr lang="zh-CN" altLang="en-US" sz="1800">
                <a:latin typeface="Symbol" panose="05050102010706020507" pitchFamily="18" charset="2"/>
              </a:rPr>
              <a:t>随遇平衡</a:t>
            </a:r>
          </a:p>
        </p:txBody>
      </p:sp>
      <p:pic>
        <p:nvPicPr>
          <p:cNvPr id="30725" name="Picture 11" descr="DSC00203"/>
          <p:cNvPicPr>
            <a:picLocks noChangeAspect="1" noChangeArrowheads="1"/>
          </p:cNvPicPr>
          <p:nvPr/>
        </p:nvPicPr>
        <p:blipFill>
          <a:blip r:embed="rId4">
            <a:lum bright="34000" contrast="10000"/>
            <a:extLst>
              <a:ext uri="{28A0092B-C50C-407E-A947-70E740481C1C}">
                <a14:useLocalDpi xmlns:a14="http://schemas.microsoft.com/office/drawing/2010/main" val="0"/>
              </a:ext>
            </a:extLst>
          </a:blip>
          <a:srcRect l="22145" t="2399" r="2768" b="1845"/>
          <a:stretch>
            <a:fillRect/>
          </a:stretch>
        </p:blipFill>
        <p:spPr bwMode="auto">
          <a:xfrm>
            <a:off x="4835860" y="1223756"/>
            <a:ext cx="4883150" cy="466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txBox="1">
            <a:spLocks noChangeArrowheads="1"/>
          </p:cNvSpPr>
          <p:nvPr/>
        </p:nvSpPr>
        <p:spPr bwMode="auto">
          <a:xfrm>
            <a:off x="1524001" y="188913"/>
            <a:ext cx="8937625" cy="2303462"/>
          </a:xfrm>
          <a:prstGeom prst="rect">
            <a:avLst/>
          </a:prstGeom>
          <a:noFill/>
          <a:ln w="9525">
            <a:noFill/>
            <a:miter lim="800000"/>
            <a:headEnd/>
            <a:tailEnd/>
          </a:ln>
        </p:spPr>
        <p:txBody>
          <a:bodyPr/>
          <a:lstStyle/>
          <a:p>
            <a:pPr eaLnBrk="1" hangingPunct="1">
              <a:lnSpc>
                <a:spcPct val="90000"/>
              </a:lnSpc>
              <a:spcBef>
                <a:spcPct val="20000"/>
              </a:spcBef>
              <a:defRPr/>
            </a:pPr>
            <a:r>
              <a:rPr lang="zh-CN" altLang="en-US" sz="2400" kern="0" dirty="0">
                <a:latin typeface="华文中宋" pitchFamily="2" charset="-122"/>
                <a:ea typeface="华文中宋" pitchFamily="2" charset="-122"/>
              </a:rPr>
              <a:t>实验一：</a:t>
            </a:r>
          </a:p>
          <a:p>
            <a:pPr lvl="1" eaLnBrk="1" hangingPunct="1">
              <a:lnSpc>
                <a:spcPct val="90000"/>
              </a:lnSpc>
              <a:spcBef>
                <a:spcPct val="20000"/>
              </a:spcBef>
              <a:defRPr/>
            </a:pPr>
            <a:r>
              <a:rPr lang="zh-CN" altLang="en-US" sz="2400" kern="0" dirty="0">
                <a:latin typeface="华文中宋" pitchFamily="2" charset="-122"/>
                <a:ea typeface="华文中宋" pitchFamily="2" charset="-122"/>
              </a:rPr>
              <a:t>用</a:t>
            </a:r>
            <a:r>
              <a:rPr lang="zh-CN" altLang="en-US" sz="2400" kern="0" dirty="0">
                <a:solidFill>
                  <a:srgbClr val="FF0000"/>
                </a:solidFill>
                <a:latin typeface="华文中宋" pitchFamily="2" charset="-122"/>
                <a:ea typeface="华文中宋" pitchFamily="2" charset="-122"/>
              </a:rPr>
              <a:t>对折导线</a:t>
            </a:r>
            <a:r>
              <a:rPr lang="zh-CN" altLang="en-US" sz="2400" kern="0" dirty="0">
                <a:latin typeface="华文中宋" pitchFamily="2" charset="-122"/>
                <a:ea typeface="华文中宋" pitchFamily="2" charset="-122"/>
              </a:rPr>
              <a:t>，在其中通以大小相等、方向相反的电流．</a:t>
            </a:r>
          </a:p>
          <a:p>
            <a:pPr lvl="1" eaLnBrk="1" hangingPunct="1">
              <a:lnSpc>
                <a:spcPct val="90000"/>
              </a:lnSpc>
              <a:spcBef>
                <a:spcPct val="20000"/>
              </a:spcBef>
              <a:defRPr/>
            </a:pPr>
            <a:r>
              <a:rPr lang="zh-CN" altLang="en-US" sz="2400" kern="0" dirty="0">
                <a:latin typeface="华文中宋" pitchFamily="2" charset="-122"/>
                <a:ea typeface="华文中宋" pitchFamily="2" charset="-122"/>
              </a:rPr>
              <a:t>把它移近无定向秤附近的不同部位，观察无定向秤的反应</a:t>
            </a:r>
          </a:p>
          <a:p>
            <a:pPr lvl="1" eaLnBrk="1" hangingPunct="1">
              <a:lnSpc>
                <a:spcPct val="90000"/>
              </a:lnSpc>
              <a:spcBef>
                <a:spcPct val="20000"/>
              </a:spcBef>
              <a:defRPr/>
            </a:pPr>
            <a:r>
              <a:rPr lang="zh-CN" altLang="en-US" sz="2400" kern="0" dirty="0">
                <a:solidFill>
                  <a:srgbClr val="FF0000"/>
                </a:solidFill>
                <a:latin typeface="华文中宋" pitchFamily="2" charset="-122"/>
                <a:ea typeface="华文中宋" pitchFamily="2" charset="-122"/>
              </a:rPr>
              <a:t>结果：无定向秤不动</a:t>
            </a:r>
          </a:p>
          <a:p>
            <a:pPr lvl="1" eaLnBrk="1" hangingPunct="1">
              <a:lnSpc>
                <a:spcPct val="90000"/>
              </a:lnSpc>
              <a:spcBef>
                <a:spcPct val="20000"/>
              </a:spcBef>
              <a:defRPr/>
            </a:pPr>
            <a:r>
              <a:rPr lang="zh-CN" altLang="en-US" sz="2400" kern="0" dirty="0">
                <a:solidFill>
                  <a:srgbClr val="000066"/>
                </a:solidFill>
                <a:latin typeface="华文中宋" pitchFamily="2" charset="-122"/>
                <a:ea typeface="华文中宋" pitchFamily="2" charset="-122"/>
              </a:rPr>
              <a:t>说明：当电流反向时，它产生的作用力也反向</a:t>
            </a:r>
          </a:p>
        </p:txBody>
      </p:sp>
      <p:sp>
        <p:nvSpPr>
          <p:cNvPr id="5" name="Rectangle 3"/>
          <p:cNvSpPr txBox="1">
            <a:spLocks noChangeArrowheads="1"/>
          </p:cNvSpPr>
          <p:nvPr/>
        </p:nvSpPr>
        <p:spPr bwMode="auto">
          <a:xfrm>
            <a:off x="1685926" y="3024189"/>
            <a:ext cx="4410075" cy="2205037"/>
          </a:xfrm>
          <a:prstGeom prst="rect">
            <a:avLst/>
          </a:prstGeom>
          <a:noFill/>
          <a:ln w="9525">
            <a:noFill/>
            <a:miter lim="800000"/>
            <a:headEnd/>
            <a:tailEnd/>
          </a:ln>
        </p:spPr>
        <p:txBody>
          <a:bodyPr/>
          <a:lstStyle/>
          <a:p>
            <a:pPr eaLnBrk="1" hangingPunct="1">
              <a:lnSpc>
                <a:spcPct val="90000"/>
              </a:lnSpc>
              <a:spcBef>
                <a:spcPct val="20000"/>
              </a:spcBef>
              <a:defRPr/>
            </a:pPr>
            <a:r>
              <a:rPr lang="zh-CN" altLang="en-US" sz="2800" b="1" kern="0" dirty="0">
                <a:latin typeface="宋体" pitchFamily="2" charset="-122"/>
                <a:ea typeface="+mn-ea"/>
              </a:rPr>
              <a:t>实验二：</a:t>
            </a:r>
          </a:p>
          <a:p>
            <a:pPr lvl="1" eaLnBrk="1" hangingPunct="1">
              <a:lnSpc>
                <a:spcPct val="90000"/>
              </a:lnSpc>
              <a:spcBef>
                <a:spcPct val="20000"/>
              </a:spcBef>
              <a:defRPr/>
            </a:pPr>
            <a:r>
              <a:rPr lang="zh-CN" altLang="en-US" sz="2400" b="1" kern="0" dirty="0">
                <a:latin typeface="Times New Roman" pitchFamily="18" charset="0"/>
                <a:ea typeface="+mn-ea"/>
              </a:rPr>
              <a:t>用载流曲折线对无定向秤作用，结果与载流直导线的作用一样</a:t>
            </a:r>
          </a:p>
          <a:p>
            <a:pPr lvl="1" eaLnBrk="1" hangingPunct="1">
              <a:lnSpc>
                <a:spcPct val="90000"/>
              </a:lnSpc>
              <a:spcBef>
                <a:spcPct val="20000"/>
              </a:spcBef>
              <a:defRPr/>
            </a:pPr>
            <a:r>
              <a:rPr lang="zh-CN" altLang="en-US" sz="2400" b="1" kern="0" dirty="0">
                <a:latin typeface="宋体" pitchFamily="2" charset="-122"/>
                <a:ea typeface="+mn-ea"/>
              </a:rPr>
              <a:t>说明电流元具有矢量性</a:t>
            </a:r>
            <a:r>
              <a:rPr lang="en-US" altLang="zh-CN" sz="2400" b="1" kern="0" dirty="0">
                <a:latin typeface="宋体" pitchFamily="2" charset="-122"/>
                <a:ea typeface="+mn-ea"/>
              </a:rPr>
              <a:t>,</a:t>
            </a:r>
            <a:r>
              <a:rPr lang="zh-CN" altLang="en-US" sz="2400" b="1" kern="0" dirty="0">
                <a:latin typeface="宋体" pitchFamily="2" charset="-122"/>
                <a:ea typeface="+mn-ea"/>
              </a:rPr>
              <a:t>表为</a:t>
            </a:r>
            <a:r>
              <a:rPr lang="zh-CN" altLang="en-US" sz="2400" kern="0" dirty="0">
                <a:latin typeface="+mn-lt"/>
                <a:ea typeface="+mn-ea"/>
              </a:rPr>
              <a:t> </a:t>
            </a:r>
            <a:endParaRPr lang="zh-CN" altLang="en-US" sz="2400" b="1" kern="0" dirty="0">
              <a:latin typeface="Times New Roman" pitchFamily="18" charset="0"/>
              <a:ea typeface="华文中宋" pitchFamily="2" charset="-122"/>
            </a:endParaRPr>
          </a:p>
        </p:txBody>
      </p:sp>
      <p:sp>
        <p:nvSpPr>
          <p:cNvPr id="6" name="Text Box 11"/>
          <p:cNvSpPr txBox="1">
            <a:spLocks noChangeArrowheads="1"/>
          </p:cNvSpPr>
          <p:nvPr/>
        </p:nvSpPr>
        <p:spPr bwMode="auto">
          <a:xfrm>
            <a:off x="6005514" y="2889251"/>
            <a:ext cx="4662487"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folHlink"/>
              </a:buClr>
              <a:buSzPct val="75000"/>
              <a:buFontTx/>
              <a:buNone/>
            </a:pPr>
            <a:r>
              <a:rPr lang="zh-CN" altLang="en-US" sz="2800" b="1">
                <a:latin typeface="宋体" panose="02010600030101010101" pitchFamily="2" charset="-122"/>
              </a:rPr>
              <a:t>实验三：</a:t>
            </a:r>
          </a:p>
          <a:p>
            <a:pPr lvl="1" eaLnBrk="1" hangingPunct="1">
              <a:lnSpc>
                <a:spcPct val="90000"/>
              </a:lnSpc>
              <a:buClr>
                <a:schemeClr val="folHlink"/>
              </a:buClr>
              <a:buSzPct val="70000"/>
              <a:buFontTx/>
              <a:buNone/>
            </a:pPr>
            <a:r>
              <a:rPr lang="zh-CN" altLang="en-US" sz="1800" b="1">
                <a:solidFill>
                  <a:srgbClr val="0000FF"/>
                </a:solidFill>
                <a:latin typeface="Times New Roman" panose="02020603050405020304" pitchFamily="18" charset="0"/>
              </a:rPr>
              <a:t>只允许圆弧形导体沿其切线方 </a:t>
            </a:r>
          </a:p>
          <a:p>
            <a:pPr lvl="1" eaLnBrk="1" hangingPunct="1">
              <a:lnSpc>
                <a:spcPct val="90000"/>
              </a:lnSpc>
              <a:buClr>
                <a:schemeClr val="folHlink"/>
              </a:buClr>
              <a:buSzPct val="70000"/>
              <a:buFontTx/>
              <a:buNone/>
            </a:pPr>
            <a:r>
              <a:rPr lang="zh-CN" altLang="en-US" sz="1800" b="1">
                <a:solidFill>
                  <a:srgbClr val="0000FF"/>
                </a:solidFill>
                <a:latin typeface="Times New Roman" panose="02020603050405020304" pitchFamily="18" charset="0"/>
              </a:rPr>
              <a:t>  向运动而不允许圆弧形导体沿   </a:t>
            </a:r>
          </a:p>
          <a:p>
            <a:pPr lvl="1" eaLnBrk="1" hangingPunct="1">
              <a:lnSpc>
                <a:spcPct val="90000"/>
              </a:lnSpc>
              <a:buClr>
                <a:schemeClr val="folHlink"/>
              </a:buClr>
              <a:buSzPct val="70000"/>
              <a:buFontTx/>
              <a:buNone/>
            </a:pPr>
            <a:r>
              <a:rPr lang="zh-CN" altLang="en-US" sz="1800" b="1">
                <a:solidFill>
                  <a:srgbClr val="0000FF"/>
                </a:solidFill>
                <a:latin typeface="Times New Roman" panose="02020603050405020304" pitchFamily="18" charset="0"/>
              </a:rPr>
              <a:t>  着与其垂直的方向运动 </a:t>
            </a:r>
            <a:r>
              <a:rPr lang="zh-CN" altLang="en-US" sz="1800" b="1">
                <a:solidFill>
                  <a:srgbClr val="FF0000"/>
                </a:solidFill>
                <a:latin typeface="Times New Roman" panose="02020603050405020304" pitchFamily="18" charset="0"/>
              </a:rPr>
              <a:t>检验各种载流线圈对其作用力</a:t>
            </a:r>
          </a:p>
          <a:p>
            <a:pPr lvl="1" eaLnBrk="1" hangingPunct="1">
              <a:lnSpc>
                <a:spcPct val="90000"/>
              </a:lnSpc>
              <a:buClr>
                <a:schemeClr val="folHlink"/>
              </a:buClr>
              <a:buSzPct val="70000"/>
              <a:buFontTx/>
              <a:buNone/>
            </a:pPr>
            <a:r>
              <a:rPr lang="zh-CN" altLang="en-US" sz="1800" b="1">
                <a:latin typeface="Times New Roman" panose="02020603050405020304" pitchFamily="18" charset="0"/>
              </a:rPr>
              <a:t>结果：圆弧导体不动</a:t>
            </a:r>
          </a:p>
          <a:p>
            <a:pPr lvl="1" eaLnBrk="1" hangingPunct="1">
              <a:lnSpc>
                <a:spcPct val="90000"/>
              </a:lnSpc>
              <a:buClr>
                <a:schemeClr val="folHlink"/>
              </a:buClr>
              <a:buSzPct val="70000"/>
              <a:buFontTx/>
              <a:buNone/>
            </a:pPr>
            <a:r>
              <a:rPr lang="zh-CN" altLang="en-US" sz="1800" b="1">
                <a:latin typeface="宋体" panose="02010600030101010101" pitchFamily="2" charset="-122"/>
              </a:rPr>
              <a:t>说明：作用在电流元上的力是与它垂直的</a:t>
            </a:r>
            <a:r>
              <a:rPr lang="en-US" altLang="zh-CN" sz="1800" b="1">
                <a:latin typeface="Times New Roman" panose="02020603050405020304" pitchFamily="18" charset="0"/>
              </a:rPr>
              <a:t>——</a:t>
            </a:r>
            <a:r>
              <a:rPr lang="zh-CN" altLang="en-US" sz="1800" b="1">
                <a:latin typeface="宋体" panose="02010600030101010101" pitchFamily="2" charset="-122"/>
              </a:rPr>
              <a:t>横向力</a:t>
            </a:r>
            <a:r>
              <a:rPr lang="zh-CN" altLang="en-US" b="1">
                <a:latin typeface="Times New Roman" panose="02020603050405020304" pitchFamily="18" charset="0"/>
              </a:rPr>
              <a:t> </a:t>
            </a:r>
          </a:p>
        </p:txBody>
      </p:sp>
      <p:graphicFrame>
        <p:nvGraphicFramePr>
          <p:cNvPr id="38914" name="Object 2"/>
          <p:cNvGraphicFramePr>
            <a:graphicFrameLocks noChangeAspect="1"/>
          </p:cNvGraphicFramePr>
          <p:nvPr/>
        </p:nvGraphicFramePr>
        <p:xfrm>
          <a:off x="6477000" y="5724525"/>
          <a:ext cx="4191000" cy="895350"/>
        </p:xfrm>
        <a:graphic>
          <a:graphicData uri="http://schemas.openxmlformats.org/presentationml/2006/ole">
            <mc:AlternateContent xmlns:mc="http://schemas.openxmlformats.org/markup-compatibility/2006">
              <mc:Choice xmlns:v="urn:schemas-microsoft-com:vml" Requires="v">
                <p:oleObj spid="_x0000_s32827" r:id="rId3" imgW="1879600" imgH="393700" progId="Equation.3">
                  <p:embed/>
                </p:oleObj>
              </mc:Choice>
              <mc:Fallback>
                <p:oleObj r:id="rId3" imgW="18796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5724525"/>
                        <a:ext cx="41910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2" name="Object 0"/>
          <p:cNvGraphicFramePr>
            <a:graphicFrameLocks noChangeAspect="1"/>
          </p:cNvGraphicFramePr>
          <p:nvPr/>
        </p:nvGraphicFramePr>
        <p:xfrm>
          <a:off x="3081338" y="5634038"/>
          <a:ext cx="1600200" cy="539750"/>
        </p:xfrm>
        <a:graphic>
          <a:graphicData uri="http://schemas.openxmlformats.org/presentationml/2006/ole">
            <mc:AlternateContent xmlns:mc="http://schemas.openxmlformats.org/markup-compatibility/2006">
              <mc:Choice xmlns:v="urn:schemas-microsoft-com:vml" Requires="v">
                <p:oleObj spid="_x0000_s32828" r:id="rId5" imgW="723586" imgH="241195" progId="Equation.3">
                  <p:embed/>
                </p:oleObj>
              </mc:Choice>
              <mc:Fallback>
                <p:oleObj r:id="rId5" imgW="723586" imgH="241195" progId="Equation.3">
                  <p:embed/>
                  <p:pic>
                    <p:nvPicPr>
                      <p:cNvPr id="0"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1338" y="5634038"/>
                        <a:ext cx="16002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6" name="Object 10"/>
          <p:cNvGraphicFramePr>
            <a:graphicFrameLocks noChangeAspect="1"/>
          </p:cNvGraphicFramePr>
          <p:nvPr/>
        </p:nvGraphicFramePr>
        <p:xfrm>
          <a:off x="2990850" y="2259014"/>
          <a:ext cx="4679950" cy="536575"/>
        </p:xfrm>
        <a:graphic>
          <a:graphicData uri="http://schemas.openxmlformats.org/presentationml/2006/ole">
            <mc:AlternateContent xmlns:mc="http://schemas.openxmlformats.org/markup-compatibility/2006">
              <mc:Choice xmlns:v="urn:schemas-microsoft-com:vml" Requires="v">
                <p:oleObj spid="_x0000_s32829" name="公式" r:id="rId7" imgW="1879600" imgH="215900" progId="Equation.3">
                  <p:embed/>
                </p:oleObj>
              </mc:Choice>
              <mc:Fallback>
                <p:oleObj name="公式" r:id="rId7" imgW="1879600" imgH="2159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0850" y="2259014"/>
                        <a:ext cx="46799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4586"/>
                                        </p:tgtEl>
                                        <p:attrNameLst>
                                          <p:attrName>style.visibility</p:attrName>
                                        </p:attrNameLst>
                                      </p:cBhvr>
                                      <p:to>
                                        <p:strVal val="visible"/>
                                      </p:to>
                                    </p:set>
                                    <p:animEffect transition="in" filter="blinds(horizontal)">
                                      <p:cBhvr>
                                        <p:cTn id="32" dur="500"/>
                                        <p:tgtEl>
                                          <p:spTgt spid="245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blinds(horizontal)">
                                      <p:cBhvr>
                                        <p:cTn id="37" dur="500"/>
                                        <p:tgtEl>
                                          <p:spTgt spid="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blinds(horizontal)">
                                      <p:cBhvr>
                                        <p:cTn id="42" dur="500"/>
                                        <p:tgtEl>
                                          <p:spTgt spid="5">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blinds(horizontal)">
                                      <p:cBhvr>
                                        <p:cTn id="47" dur="500"/>
                                        <p:tgtEl>
                                          <p:spTgt spid="5">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3891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6">
                                            <p:txEl>
                                              <p:pRg st="0" end="0"/>
                                            </p:txEl>
                                          </p:spTgt>
                                        </p:tgtEl>
                                        <p:attrNameLst>
                                          <p:attrName>style.visibility</p:attrName>
                                        </p:attrNameLst>
                                      </p:cBhvr>
                                      <p:to>
                                        <p:strVal val="visible"/>
                                      </p:to>
                                    </p:set>
                                    <p:animEffect transition="in" filter="blinds(horizontal)">
                                      <p:cBhvr>
                                        <p:cTn id="56" dur="500"/>
                                        <p:tgtEl>
                                          <p:spTgt spid="6">
                                            <p:txEl>
                                              <p:pRg st="0" end="0"/>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6">
                                            <p:txEl>
                                              <p:pRg st="1" end="1"/>
                                            </p:txEl>
                                          </p:spTgt>
                                        </p:tgtEl>
                                        <p:attrNameLst>
                                          <p:attrName>style.visibility</p:attrName>
                                        </p:attrNameLst>
                                      </p:cBhvr>
                                      <p:to>
                                        <p:strVal val="visible"/>
                                      </p:to>
                                    </p:set>
                                    <p:animEffect transition="in" filter="blinds(horizontal)">
                                      <p:cBhvr>
                                        <p:cTn id="61" dur="500"/>
                                        <p:tgtEl>
                                          <p:spTgt spid="6">
                                            <p:txEl>
                                              <p:pRg st="1" end="1"/>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6">
                                            <p:txEl>
                                              <p:pRg st="2" end="2"/>
                                            </p:txEl>
                                          </p:spTgt>
                                        </p:tgtEl>
                                        <p:attrNameLst>
                                          <p:attrName>style.visibility</p:attrName>
                                        </p:attrNameLst>
                                      </p:cBhvr>
                                      <p:to>
                                        <p:strVal val="visible"/>
                                      </p:to>
                                    </p:set>
                                    <p:animEffect transition="in" filter="blinds(horizontal)">
                                      <p:cBhvr>
                                        <p:cTn id="66" dur="500"/>
                                        <p:tgtEl>
                                          <p:spTgt spid="6">
                                            <p:txEl>
                                              <p:pRg st="2" end="2"/>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6">
                                            <p:txEl>
                                              <p:pRg st="3" end="3"/>
                                            </p:txEl>
                                          </p:spTgt>
                                        </p:tgtEl>
                                        <p:attrNameLst>
                                          <p:attrName>style.visibility</p:attrName>
                                        </p:attrNameLst>
                                      </p:cBhvr>
                                      <p:to>
                                        <p:strVal val="visible"/>
                                      </p:to>
                                    </p:set>
                                    <p:animEffect transition="in" filter="blinds(horizontal)">
                                      <p:cBhvr>
                                        <p:cTn id="71" dur="500"/>
                                        <p:tgtEl>
                                          <p:spTgt spid="6">
                                            <p:txEl>
                                              <p:pRg st="3" end="3"/>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6">
                                            <p:txEl>
                                              <p:pRg st="4" end="4"/>
                                            </p:txEl>
                                          </p:spTgt>
                                        </p:tgtEl>
                                        <p:attrNameLst>
                                          <p:attrName>style.visibility</p:attrName>
                                        </p:attrNameLst>
                                      </p:cBhvr>
                                      <p:to>
                                        <p:strVal val="visible"/>
                                      </p:to>
                                    </p:set>
                                    <p:animEffect transition="in" filter="blinds(horizontal)">
                                      <p:cBhvr>
                                        <p:cTn id="76" dur="500"/>
                                        <p:tgtEl>
                                          <p:spTgt spid="6">
                                            <p:txEl>
                                              <p:pRg st="4" end="4"/>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6">
                                            <p:txEl>
                                              <p:pRg st="5" end="5"/>
                                            </p:txEl>
                                          </p:spTgt>
                                        </p:tgtEl>
                                        <p:attrNameLst>
                                          <p:attrName>style.visibility</p:attrName>
                                        </p:attrNameLst>
                                      </p:cBhvr>
                                      <p:to>
                                        <p:strVal val="visible"/>
                                      </p:to>
                                    </p:set>
                                    <p:animEffect transition="in" filter="blinds(horizontal)">
                                      <p:cBhvr>
                                        <p:cTn id="81" dur="500"/>
                                        <p:tgtEl>
                                          <p:spTgt spid="6">
                                            <p:txEl>
                                              <p:pRg st="5" end="5"/>
                                            </p:txEl>
                                          </p:spTgt>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3" presetClass="entr" presetSubtype="10" fill="hold" nodeType="clickEffect">
                                  <p:stCondLst>
                                    <p:cond delay="0"/>
                                  </p:stCondLst>
                                  <p:childTnLst>
                                    <p:set>
                                      <p:cBhvr>
                                        <p:cTn id="85" dur="1" fill="hold">
                                          <p:stCondLst>
                                            <p:cond delay="0"/>
                                          </p:stCondLst>
                                        </p:cTn>
                                        <p:tgtEl>
                                          <p:spTgt spid="38914"/>
                                        </p:tgtEl>
                                        <p:attrNameLst>
                                          <p:attrName>style.visibility</p:attrName>
                                        </p:attrNameLst>
                                      </p:cBhvr>
                                      <p:to>
                                        <p:strVal val="visible"/>
                                      </p:to>
                                    </p:set>
                                    <p:animEffect transition="in" filter="blinds(horizontal)">
                                      <p:cBhvr>
                                        <p:cTn id="86" dur="500"/>
                                        <p:tgtEl>
                                          <p:spTgt spid="38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utoUpdateAnimBg="0"/>
      <p:bldP spid="5" grpId="0" build="p" bldLvl="5" autoUpdateAnimBg="0"/>
      <p:bldP spid="6"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000250" y="188913"/>
            <a:ext cx="4878388" cy="5791200"/>
          </a:xfrm>
          <a:prstGeom prst="rect">
            <a:avLst/>
          </a:prstGeom>
          <a:noFill/>
          <a:ln w="9525">
            <a:noFill/>
            <a:miter lim="800000"/>
            <a:headEnd/>
            <a:tailEnd/>
          </a:ln>
        </p:spPr>
        <p:txBody>
          <a:bodyPr/>
          <a:lstStyle/>
          <a:p>
            <a:pPr marL="342900" indent="-342900" algn="just" eaLnBrk="1" hangingPunct="1">
              <a:spcBef>
                <a:spcPct val="20000"/>
              </a:spcBef>
              <a:buClr>
                <a:srgbClr val="660033"/>
              </a:buClr>
              <a:buFontTx/>
              <a:buChar char="•"/>
              <a:defRPr/>
            </a:pPr>
            <a:r>
              <a:rPr lang="zh-CN" altLang="en-US" sz="3600" b="1" kern="0">
                <a:solidFill>
                  <a:srgbClr val="660033"/>
                </a:solidFill>
                <a:latin typeface="宋体" pitchFamily="2" charset="-122"/>
                <a:ea typeface="+mn-ea"/>
              </a:rPr>
              <a:t>实验四</a:t>
            </a:r>
            <a:r>
              <a:rPr lang="zh-CN" altLang="en-US" sz="3600" b="1" kern="0">
                <a:solidFill>
                  <a:srgbClr val="660033"/>
                </a:solidFill>
                <a:latin typeface="Times New Roman" pitchFamily="18" charset="0"/>
                <a:ea typeface="华文新魏" pitchFamily="2" charset="-122"/>
              </a:rPr>
              <a:t> </a:t>
            </a:r>
          </a:p>
          <a:p>
            <a:pPr marL="742950" lvl="1" indent="-285750" algn="just" eaLnBrk="1" hangingPunct="1">
              <a:spcBef>
                <a:spcPct val="20000"/>
              </a:spcBef>
              <a:buClr>
                <a:srgbClr val="660033"/>
              </a:buClr>
              <a:buFontTx/>
              <a:buChar char="–"/>
              <a:defRPr/>
            </a:pPr>
            <a:r>
              <a:rPr lang="zh-CN" altLang="en-US" sz="2800" b="1" kern="0">
                <a:latin typeface="Times New Roman" pitchFamily="18" charset="0"/>
                <a:ea typeface="+mn-ea"/>
              </a:rPr>
              <a:t>圆线圈</a:t>
            </a:r>
            <a:r>
              <a:rPr lang="en-US" altLang="zh-CN" sz="2800" b="1" kern="0">
                <a:latin typeface="Times New Roman" pitchFamily="18" charset="0"/>
                <a:ea typeface="+mn-ea"/>
              </a:rPr>
              <a:t>A</a:t>
            </a:r>
            <a:r>
              <a:rPr lang="zh-CN" altLang="en-US" sz="2800" b="1" kern="0">
                <a:latin typeface="Times New Roman" pitchFamily="18" charset="0"/>
                <a:ea typeface="+mn-ea"/>
              </a:rPr>
              <a:t>、</a:t>
            </a:r>
            <a:r>
              <a:rPr lang="en-US" altLang="zh-CN" sz="2800" b="1" kern="0">
                <a:latin typeface="Times New Roman" pitchFamily="18" charset="0"/>
                <a:ea typeface="+mn-ea"/>
              </a:rPr>
              <a:t>B</a:t>
            </a:r>
            <a:r>
              <a:rPr lang="zh-CN" altLang="en-US" sz="2800" b="1" kern="0">
                <a:latin typeface="Times New Roman" pitchFamily="18" charset="0"/>
                <a:ea typeface="+mn-ea"/>
              </a:rPr>
              <a:t>、、</a:t>
            </a:r>
            <a:r>
              <a:rPr lang="en-US" altLang="zh-CN" sz="2800" b="1" kern="0">
                <a:latin typeface="Times New Roman" pitchFamily="18" charset="0"/>
                <a:ea typeface="+mn-ea"/>
              </a:rPr>
              <a:t>C</a:t>
            </a:r>
            <a:r>
              <a:rPr lang="zh-CN" altLang="en-US" sz="2800" b="1" kern="0">
                <a:latin typeface="Times New Roman" pitchFamily="18" charset="0"/>
                <a:ea typeface="+mn-ea"/>
              </a:rPr>
              <a:t>线度之比为</a:t>
            </a:r>
            <a:r>
              <a:rPr lang="en-US" altLang="zh-CN" sz="2800" b="1" kern="0">
                <a:latin typeface="Times New Roman" pitchFamily="18" charset="0"/>
                <a:ea typeface="+mn-ea"/>
              </a:rPr>
              <a:t>1/n</a:t>
            </a:r>
            <a:r>
              <a:rPr lang="zh-CN" altLang="en-US" sz="2800" b="1" kern="0">
                <a:latin typeface="Times New Roman" pitchFamily="18" charset="0"/>
                <a:ea typeface="+mn-ea"/>
              </a:rPr>
              <a:t>：</a:t>
            </a:r>
            <a:r>
              <a:rPr lang="en-US" altLang="zh-CN" sz="2800" b="1" kern="0">
                <a:latin typeface="Times New Roman" pitchFamily="18" charset="0"/>
                <a:ea typeface="+mn-ea"/>
              </a:rPr>
              <a:t>1</a:t>
            </a:r>
            <a:r>
              <a:rPr lang="zh-CN" altLang="en-US" sz="2800" b="1" kern="0">
                <a:latin typeface="Times New Roman" pitchFamily="18" charset="0"/>
                <a:ea typeface="+mn-ea"/>
              </a:rPr>
              <a:t>：</a:t>
            </a:r>
            <a:r>
              <a:rPr lang="en-US" altLang="zh-CN" sz="2800" b="1" kern="0">
                <a:latin typeface="Times New Roman" pitchFamily="18" charset="0"/>
                <a:ea typeface="+mn-ea"/>
              </a:rPr>
              <a:t>n</a:t>
            </a:r>
            <a:r>
              <a:rPr lang="zh-CN" altLang="en-US" sz="2800" b="1" kern="0">
                <a:latin typeface="Times New Roman" pitchFamily="18" charset="0"/>
                <a:ea typeface="+mn-ea"/>
              </a:rPr>
              <a:t>，</a:t>
            </a:r>
            <a:r>
              <a:rPr lang="en-US" altLang="zh-CN" sz="2800" b="1" kern="0">
                <a:latin typeface="Times New Roman" pitchFamily="18" charset="0"/>
                <a:ea typeface="+mn-ea"/>
              </a:rPr>
              <a:t>A</a:t>
            </a:r>
            <a:r>
              <a:rPr lang="zh-CN" altLang="en-US" sz="2800" b="1" kern="0">
                <a:latin typeface="Times New Roman" pitchFamily="18" charset="0"/>
                <a:ea typeface="+mn-ea"/>
              </a:rPr>
              <a:t>与</a:t>
            </a:r>
            <a:r>
              <a:rPr lang="en-US" altLang="zh-CN" sz="2800" b="1" kern="0">
                <a:latin typeface="Times New Roman" pitchFamily="18" charset="0"/>
                <a:ea typeface="+mn-ea"/>
              </a:rPr>
              <a:t>B</a:t>
            </a:r>
            <a:r>
              <a:rPr lang="zh-CN" altLang="en-US" sz="2800" b="1" kern="0">
                <a:latin typeface="Times New Roman" pitchFamily="18" charset="0"/>
                <a:ea typeface="+mn-ea"/>
              </a:rPr>
              <a:t>的距离以及线圈</a:t>
            </a:r>
            <a:r>
              <a:rPr lang="en-US" altLang="zh-CN" sz="2800" b="1" kern="0">
                <a:latin typeface="Times New Roman" pitchFamily="18" charset="0"/>
                <a:ea typeface="+mn-ea"/>
              </a:rPr>
              <a:t>B</a:t>
            </a:r>
            <a:r>
              <a:rPr lang="zh-CN" altLang="en-US" sz="2800" b="1" kern="0">
                <a:latin typeface="Times New Roman" pitchFamily="18" charset="0"/>
                <a:ea typeface="+mn-ea"/>
              </a:rPr>
              <a:t>与</a:t>
            </a:r>
            <a:r>
              <a:rPr lang="en-US" altLang="zh-CN" sz="2800" b="1" kern="0">
                <a:latin typeface="Times New Roman" pitchFamily="18" charset="0"/>
                <a:ea typeface="+mn-ea"/>
              </a:rPr>
              <a:t>C</a:t>
            </a:r>
            <a:r>
              <a:rPr lang="zh-CN" altLang="en-US" sz="2800" b="1" kern="0">
                <a:latin typeface="Times New Roman" pitchFamily="18" charset="0"/>
                <a:ea typeface="+mn-ea"/>
              </a:rPr>
              <a:t>的距离比为</a:t>
            </a:r>
            <a:r>
              <a:rPr lang="en-US" altLang="zh-CN" sz="2800" b="1" kern="0">
                <a:latin typeface="Times New Roman" pitchFamily="18" charset="0"/>
                <a:ea typeface="+mn-ea"/>
              </a:rPr>
              <a:t>1</a:t>
            </a:r>
            <a:r>
              <a:rPr lang="zh-CN" altLang="en-US" sz="2800" b="1" kern="0">
                <a:latin typeface="Times New Roman" pitchFamily="18" charset="0"/>
                <a:ea typeface="+mn-ea"/>
              </a:rPr>
              <a:t>：</a:t>
            </a:r>
            <a:r>
              <a:rPr lang="en-US" altLang="zh-CN" sz="2800" b="1" kern="0">
                <a:latin typeface="Times New Roman" pitchFamily="18" charset="0"/>
                <a:ea typeface="+mn-ea"/>
              </a:rPr>
              <a:t>n</a:t>
            </a:r>
            <a:r>
              <a:rPr lang="zh-CN" altLang="en-US" sz="2800" b="1" kern="0">
                <a:latin typeface="Times New Roman" pitchFamily="18" charset="0"/>
                <a:ea typeface="+mn-ea"/>
              </a:rPr>
              <a:t>， </a:t>
            </a:r>
            <a:r>
              <a:rPr lang="en-US" altLang="zh-CN" sz="2800" b="1" kern="0">
                <a:latin typeface="Times New Roman" pitchFamily="18" charset="0"/>
                <a:ea typeface="+mn-ea"/>
              </a:rPr>
              <a:t>A</a:t>
            </a:r>
            <a:r>
              <a:rPr lang="zh-CN" altLang="en-US" sz="2800" b="1" kern="0">
                <a:latin typeface="宋体" pitchFamily="2" charset="-122"/>
                <a:ea typeface="+mn-ea"/>
              </a:rPr>
              <a:t>与</a:t>
            </a:r>
            <a:r>
              <a:rPr lang="en-US" altLang="zh-CN" sz="2800" b="1" kern="0">
                <a:latin typeface="Times New Roman" pitchFamily="18" charset="0"/>
                <a:ea typeface="+mn-ea"/>
              </a:rPr>
              <a:t>C</a:t>
            </a:r>
            <a:r>
              <a:rPr lang="zh-CN" altLang="en-US" sz="2800" b="1" kern="0">
                <a:latin typeface="宋体" pitchFamily="2" charset="-122"/>
                <a:ea typeface="+mn-ea"/>
              </a:rPr>
              <a:t>固定，并串联，其中电流相同，线圈</a:t>
            </a:r>
            <a:r>
              <a:rPr lang="en-US" altLang="zh-CN" sz="2800" b="1" kern="0">
                <a:latin typeface="Times New Roman" pitchFamily="18" charset="0"/>
                <a:ea typeface="+mn-ea"/>
              </a:rPr>
              <a:t>B</a:t>
            </a:r>
            <a:r>
              <a:rPr lang="zh-CN" altLang="en-US" sz="2800" b="1" kern="0">
                <a:latin typeface="宋体" pitchFamily="2" charset="-122"/>
                <a:ea typeface="+mn-ea"/>
              </a:rPr>
              <a:t>可以活动，通以另一电流</a:t>
            </a:r>
          </a:p>
          <a:p>
            <a:pPr marL="742950" lvl="1" indent="-285750" algn="just" eaLnBrk="1" hangingPunct="1">
              <a:spcBef>
                <a:spcPct val="20000"/>
              </a:spcBef>
              <a:buClr>
                <a:srgbClr val="660033"/>
              </a:buClr>
              <a:buFontTx/>
              <a:buChar char="–"/>
              <a:defRPr/>
            </a:pPr>
            <a:r>
              <a:rPr lang="zh-CN" altLang="en-US" sz="2800" b="1" kern="0">
                <a:latin typeface="宋体" pitchFamily="2" charset="-122"/>
                <a:ea typeface="+mn-ea"/>
              </a:rPr>
              <a:t>结果：</a:t>
            </a:r>
            <a:r>
              <a:rPr lang="en-US" altLang="zh-CN" sz="2800" b="1" kern="0">
                <a:latin typeface="宋体" pitchFamily="2" charset="-122"/>
                <a:ea typeface="+mn-ea"/>
              </a:rPr>
              <a:t>B</a:t>
            </a:r>
            <a:r>
              <a:rPr lang="zh-CN" altLang="en-US" sz="2800" b="1" kern="0">
                <a:latin typeface="宋体" pitchFamily="2" charset="-122"/>
                <a:ea typeface="+mn-ea"/>
              </a:rPr>
              <a:t>不动</a:t>
            </a:r>
          </a:p>
          <a:p>
            <a:pPr marL="742950" lvl="1" indent="-285750" algn="just" eaLnBrk="1" hangingPunct="1">
              <a:spcBef>
                <a:spcPct val="20000"/>
              </a:spcBef>
              <a:buClr>
                <a:srgbClr val="660033"/>
              </a:buClr>
              <a:buFontTx/>
              <a:buChar char="–"/>
              <a:defRPr/>
            </a:pPr>
            <a:r>
              <a:rPr lang="zh-CN" altLang="en-US" sz="2800" b="1" kern="0">
                <a:latin typeface="宋体" pitchFamily="2" charset="-122"/>
                <a:ea typeface="+mn-ea"/>
              </a:rPr>
              <a:t>结论：</a:t>
            </a:r>
            <a:r>
              <a:rPr lang="zh-CN" altLang="en-US" sz="2800" b="1" kern="0">
                <a:solidFill>
                  <a:srgbClr val="660033"/>
                </a:solidFill>
                <a:latin typeface="Times New Roman" pitchFamily="18" charset="0"/>
                <a:ea typeface="+mn-ea"/>
              </a:rPr>
              <a:t>所有几何线度增加同一倍数时，作用力的大小不变</a:t>
            </a:r>
            <a:endParaRPr lang="zh-CN" altLang="en-US" sz="2800" b="1" kern="0" dirty="0">
              <a:solidFill>
                <a:srgbClr val="660033"/>
              </a:solidFill>
              <a:latin typeface="Times New Roman" pitchFamily="18" charset="0"/>
              <a:ea typeface="+mn-ea"/>
            </a:endParaRPr>
          </a:p>
        </p:txBody>
      </p:sp>
      <p:graphicFrame>
        <p:nvGraphicFramePr>
          <p:cNvPr id="39937" name="Object 1"/>
          <p:cNvGraphicFramePr>
            <a:graphicFrameLocks noChangeAspect="1"/>
          </p:cNvGraphicFramePr>
          <p:nvPr/>
        </p:nvGraphicFramePr>
        <p:xfrm>
          <a:off x="7761288" y="3068638"/>
          <a:ext cx="2514600" cy="1054100"/>
        </p:xfrm>
        <a:graphic>
          <a:graphicData uri="http://schemas.openxmlformats.org/presentationml/2006/ole">
            <mc:AlternateContent xmlns:mc="http://schemas.openxmlformats.org/markup-compatibility/2006">
              <mc:Choice xmlns:v="urn:schemas-microsoft-com:vml" Requires="v">
                <p:oleObj spid="_x0000_s33831" name="Equation" r:id="rId3" imgW="1054100" imgH="431800" progId="Equation.3">
                  <p:embed/>
                </p:oleObj>
              </mc:Choice>
              <mc:Fallback>
                <p:oleObj name="Equation" r:id="rId3" imgW="1054100" imgH="4318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1288" y="3068638"/>
                        <a:ext cx="2514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38" name="Object 2"/>
          <p:cNvGraphicFramePr>
            <a:graphicFrameLocks noChangeAspect="1"/>
          </p:cNvGraphicFramePr>
          <p:nvPr/>
        </p:nvGraphicFramePr>
        <p:xfrm>
          <a:off x="7913689" y="4287839"/>
          <a:ext cx="2454275" cy="1355725"/>
        </p:xfrm>
        <a:graphic>
          <a:graphicData uri="http://schemas.openxmlformats.org/presentationml/2006/ole">
            <mc:AlternateContent xmlns:mc="http://schemas.openxmlformats.org/markup-compatibility/2006">
              <mc:Choice xmlns:v="urn:schemas-microsoft-com:vml" Requires="v">
                <p:oleObj spid="_x0000_s33832" name="Equation" r:id="rId5" imgW="1218671" imgH="672808" progId="Equation.3">
                  <p:embed/>
                </p:oleObj>
              </mc:Choice>
              <mc:Fallback>
                <p:oleObj name="Equation" r:id="rId5" imgW="1218671" imgH="672808"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3689" y="4287839"/>
                        <a:ext cx="2454275"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39937"/>
                                        </p:tgtEl>
                                        <p:attrNameLst>
                                          <p:attrName>style.visibility</p:attrName>
                                        </p:attrNameLst>
                                      </p:cBhvr>
                                      <p:to>
                                        <p:strVal val="visible"/>
                                      </p:to>
                                    </p:set>
                                    <p:anim calcmode="lin" valueType="num">
                                      <p:cBhvr additive="base">
                                        <p:cTn id="27" dur="500" fill="hold"/>
                                        <p:tgtEl>
                                          <p:spTgt spid="39937"/>
                                        </p:tgtEl>
                                        <p:attrNameLst>
                                          <p:attrName>ppt_x</p:attrName>
                                        </p:attrNameLst>
                                      </p:cBhvr>
                                      <p:tavLst>
                                        <p:tav tm="0">
                                          <p:val>
                                            <p:strVal val="1+#ppt_w/2"/>
                                          </p:val>
                                        </p:tav>
                                        <p:tav tm="100000">
                                          <p:val>
                                            <p:strVal val="#ppt_x"/>
                                          </p:val>
                                        </p:tav>
                                      </p:tavLst>
                                    </p:anim>
                                    <p:anim calcmode="lin" valueType="num">
                                      <p:cBhvr additive="base">
                                        <p:cTn id="28" dur="500" fill="hold"/>
                                        <p:tgtEl>
                                          <p:spTgt spid="39937"/>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9938"/>
                                        </p:tgtEl>
                                        <p:attrNameLst>
                                          <p:attrName>style.visibility</p:attrName>
                                        </p:attrNameLst>
                                      </p:cBhvr>
                                      <p:to>
                                        <p:strVal val="visible"/>
                                      </p:to>
                                    </p:set>
                                    <p:animEffect transition="in" filter="blinds(horizontal)">
                                      <p:cBhvr>
                                        <p:cTn id="33" dur="500"/>
                                        <p:tgtEl>
                                          <p:spTgt spid="39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992314" y="188913"/>
            <a:ext cx="3455987" cy="576262"/>
          </a:xfrm>
        </p:spPr>
        <p:txBody>
          <a:bodyPr/>
          <a:lstStyle/>
          <a:p>
            <a:pPr eaLnBrk="1" hangingPunct="1"/>
            <a:r>
              <a:rPr lang="zh-CN" altLang="en-US" sz="3200">
                <a:solidFill>
                  <a:srgbClr val="0000CC"/>
                </a:solidFill>
                <a:ea typeface="隶书" panose="02010509060101010101" pitchFamily="49" charset="-122"/>
              </a:rPr>
              <a:t>安培定律</a:t>
            </a:r>
          </a:p>
        </p:txBody>
      </p:sp>
      <p:sp>
        <p:nvSpPr>
          <p:cNvPr id="34819" name="Text Box 6"/>
          <p:cNvSpPr txBox="1">
            <a:spLocks noChangeArrowheads="1"/>
          </p:cNvSpPr>
          <p:nvPr/>
        </p:nvSpPr>
        <p:spPr bwMode="auto">
          <a:xfrm>
            <a:off x="2063751" y="981076"/>
            <a:ext cx="1368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稳恒电流</a:t>
            </a:r>
          </a:p>
        </p:txBody>
      </p:sp>
      <p:sp>
        <p:nvSpPr>
          <p:cNvPr id="34820" name="Text Box 7"/>
          <p:cNvSpPr txBox="1">
            <a:spLocks noChangeArrowheads="1"/>
          </p:cNvSpPr>
          <p:nvPr/>
        </p:nvSpPr>
        <p:spPr bwMode="auto">
          <a:xfrm>
            <a:off x="3863976" y="981076"/>
            <a:ext cx="1368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闭合回路</a:t>
            </a:r>
          </a:p>
        </p:txBody>
      </p:sp>
      <p:sp>
        <p:nvSpPr>
          <p:cNvPr id="34821" name="Text Box 8"/>
          <p:cNvSpPr txBox="1">
            <a:spLocks noChangeArrowheads="1"/>
          </p:cNvSpPr>
          <p:nvPr/>
        </p:nvSpPr>
        <p:spPr bwMode="auto">
          <a:xfrm>
            <a:off x="5951539" y="765175"/>
            <a:ext cx="1368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形壮、大小、位置</a:t>
            </a:r>
          </a:p>
        </p:txBody>
      </p:sp>
      <p:sp>
        <p:nvSpPr>
          <p:cNvPr id="34822" name="Text Box 9"/>
          <p:cNvSpPr txBox="1">
            <a:spLocks noChangeArrowheads="1"/>
          </p:cNvSpPr>
          <p:nvPr/>
        </p:nvSpPr>
        <p:spPr bwMode="auto">
          <a:xfrm>
            <a:off x="7967664" y="981076"/>
            <a:ext cx="1368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问题复杂化</a:t>
            </a:r>
          </a:p>
        </p:txBody>
      </p:sp>
      <p:sp>
        <p:nvSpPr>
          <p:cNvPr id="34823" name="Line 10"/>
          <p:cNvSpPr>
            <a:spLocks noChangeShapeType="1"/>
          </p:cNvSpPr>
          <p:nvPr/>
        </p:nvSpPr>
        <p:spPr bwMode="auto">
          <a:xfrm>
            <a:off x="3143251" y="1196975"/>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4" name="Line 11"/>
          <p:cNvSpPr>
            <a:spLocks noChangeShapeType="1"/>
          </p:cNvSpPr>
          <p:nvPr/>
        </p:nvSpPr>
        <p:spPr bwMode="auto">
          <a:xfrm>
            <a:off x="5087939" y="1196975"/>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5" name="Line 12"/>
          <p:cNvSpPr>
            <a:spLocks noChangeShapeType="1"/>
          </p:cNvSpPr>
          <p:nvPr/>
        </p:nvSpPr>
        <p:spPr bwMode="auto">
          <a:xfrm>
            <a:off x="7175501" y="1196975"/>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6" name="Text Box 13"/>
          <p:cNvSpPr txBox="1">
            <a:spLocks noChangeArrowheads="1"/>
          </p:cNvSpPr>
          <p:nvPr/>
        </p:nvSpPr>
        <p:spPr bwMode="auto">
          <a:xfrm>
            <a:off x="1992314" y="1989138"/>
            <a:ext cx="2663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电流元：</a:t>
            </a:r>
            <a:r>
              <a:rPr lang="zh-CN" altLang="en-US" sz="1800">
                <a:solidFill>
                  <a:srgbClr val="0000CC"/>
                </a:solidFill>
              </a:rPr>
              <a:t>不能孤立存在</a:t>
            </a:r>
          </a:p>
        </p:txBody>
      </p:sp>
      <p:sp>
        <p:nvSpPr>
          <p:cNvPr id="34827" name="Line 17"/>
          <p:cNvSpPr>
            <a:spLocks noChangeShapeType="1"/>
          </p:cNvSpPr>
          <p:nvPr/>
        </p:nvSpPr>
        <p:spPr bwMode="auto">
          <a:xfrm>
            <a:off x="8570914" y="1763713"/>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8" name="Line 18"/>
          <p:cNvSpPr>
            <a:spLocks noChangeShapeType="1"/>
          </p:cNvSpPr>
          <p:nvPr/>
        </p:nvSpPr>
        <p:spPr bwMode="auto">
          <a:xfrm>
            <a:off x="7535864" y="3141663"/>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9" name="Line 19"/>
          <p:cNvSpPr>
            <a:spLocks noChangeShapeType="1"/>
          </p:cNvSpPr>
          <p:nvPr/>
        </p:nvSpPr>
        <p:spPr bwMode="auto">
          <a:xfrm flipV="1">
            <a:off x="7535863" y="1719264"/>
            <a:ext cx="1035050" cy="141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20"/>
          <p:cNvSpPr>
            <a:spLocks noChangeShapeType="1"/>
          </p:cNvSpPr>
          <p:nvPr/>
        </p:nvSpPr>
        <p:spPr bwMode="auto">
          <a:xfrm>
            <a:off x="8570913" y="1763713"/>
            <a:ext cx="0" cy="1008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831" name="Object 21"/>
          <p:cNvGraphicFramePr>
            <a:graphicFrameLocks noChangeAspect="1"/>
          </p:cNvGraphicFramePr>
          <p:nvPr/>
        </p:nvGraphicFramePr>
        <p:xfrm>
          <a:off x="7535864" y="2079625"/>
          <a:ext cx="522287" cy="446088"/>
        </p:xfrm>
        <a:graphic>
          <a:graphicData uri="http://schemas.openxmlformats.org/presentationml/2006/ole">
            <mc:AlternateContent xmlns:mc="http://schemas.openxmlformats.org/markup-compatibility/2006">
              <mc:Choice xmlns:v="urn:schemas-microsoft-com:vml" Requires="v">
                <p:oleObj spid="_x0000_s35105" name="Equation" r:id="rId4" imgW="177646" imgH="228402" progId="Equation.DSMT4">
                  <p:embed/>
                </p:oleObj>
              </mc:Choice>
              <mc:Fallback>
                <p:oleObj name="Equation" r:id="rId4" imgW="177646" imgH="228402" progId="Equation.DSMT4">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5864" y="2079625"/>
                        <a:ext cx="522287"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2" name="Object 22"/>
          <p:cNvGraphicFramePr>
            <a:graphicFrameLocks noChangeAspect="1"/>
          </p:cNvGraphicFramePr>
          <p:nvPr/>
        </p:nvGraphicFramePr>
        <p:xfrm>
          <a:off x="7634288" y="3135313"/>
          <a:ext cx="596900" cy="495300"/>
        </p:xfrm>
        <a:graphic>
          <a:graphicData uri="http://schemas.openxmlformats.org/presentationml/2006/ole">
            <mc:AlternateContent xmlns:mc="http://schemas.openxmlformats.org/markup-compatibility/2006">
              <mc:Choice xmlns:v="urn:schemas-microsoft-com:vml" Requires="v">
                <p:oleObj spid="_x0000_s35106" name="Equation" r:id="rId6" imgW="203024" imgH="253780" progId="Equation.DSMT4">
                  <p:embed/>
                </p:oleObj>
              </mc:Choice>
              <mc:Fallback>
                <p:oleObj name="Equation" r:id="rId6" imgW="203024" imgH="253780" progId="Equation.DSMT4">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34288" y="3135313"/>
                        <a:ext cx="5969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3" name="Object 23"/>
          <p:cNvGraphicFramePr>
            <a:graphicFrameLocks noChangeAspect="1"/>
          </p:cNvGraphicFramePr>
          <p:nvPr/>
        </p:nvGraphicFramePr>
        <p:xfrm>
          <a:off x="8975726" y="1808163"/>
          <a:ext cx="633413" cy="495300"/>
        </p:xfrm>
        <a:graphic>
          <a:graphicData uri="http://schemas.openxmlformats.org/presentationml/2006/ole">
            <mc:AlternateContent xmlns:mc="http://schemas.openxmlformats.org/markup-compatibility/2006">
              <mc:Choice xmlns:v="urn:schemas-microsoft-com:vml" Requires="v">
                <p:oleObj spid="_x0000_s35107" name="Equation" r:id="rId8" imgW="215713" imgH="253780" progId="Equation.DSMT4">
                  <p:embed/>
                </p:oleObj>
              </mc:Choice>
              <mc:Fallback>
                <p:oleObj name="Equation" r:id="rId8" imgW="215713" imgH="253780"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75726" y="1808163"/>
                        <a:ext cx="63341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4" name="Object 24"/>
          <p:cNvGraphicFramePr>
            <a:graphicFrameLocks noChangeAspect="1"/>
          </p:cNvGraphicFramePr>
          <p:nvPr/>
        </p:nvGraphicFramePr>
        <p:xfrm>
          <a:off x="8661400" y="2573338"/>
          <a:ext cx="857250" cy="495300"/>
        </p:xfrm>
        <a:graphic>
          <a:graphicData uri="http://schemas.openxmlformats.org/presentationml/2006/ole">
            <mc:AlternateContent xmlns:mc="http://schemas.openxmlformats.org/markup-compatibility/2006">
              <mc:Choice xmlns:v="urn:schemas-microsoft-com:vml" Requires="v">
                <p:oleObj spid="_x0000_s35108" name="Equation" r:id="rId10" imgW="291973" imgH="253890" progId="Equation.DSMT4">
                  <p:embed/>
                </p:oleObj>
              </mc:Choice>
              <mc:Fallback>
                <p:oleObj name="Equation" r:id="rId10" imgW="291973" imgH="253890" progId="Equation.DSMT4">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61400" y="2573338"/>
                        <a:ext cx="8572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5" name="Object 25"/>
          <p:cNvGraphicFramePr>
            <a:graphicFrameLocks noChangeAspect="1"/>
          </p:cNvGraphicFramePr>
          <p:nvPr/>
        </p:nvGraphicFramePr>
        <p:xfrm>
          <a:off x="7805739" y="2663825"/>
          <a:ext cx="447675" cy="446088"/>
        </p:xfrm>
        <a:graphic>
          <a:graphicData uri="http://schemas.openxmlformats.org/presentationml/2006/ole">
            <mc:AlternateContent xmlns:mc="http://schemas.openxmlformats.org/markup-compatibility/2006">
              <mc:Choice xmlns:v="urn:schemas-microsoft-com:vml" Requires="v">
                <p:oleObj spid="_x0000_s35109" name="Equation" r:id="rId12" imgW="152334" imgH="228501" progId="Equation.DSMT4">
                  <p:embed/>
                </p:oleObj>
              </mc:Choice>
              <mc:Fallback>
                <p:oleObj name="Equation" r:id="rId12" imgW="152334" imgH="228501" progId="Equation.DSMT4">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05739" y="2663825"/>
                        <a:ext cx="44767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6" name="Object 26"/>
          <p:cNvGraphicFramePr>
            <a:graphicFrameLocks noChangeAspect="1"/>
          </p:cNvGraphicFramePr>
          <p:nvPr/>
        </p:nvGraphicFramePr>
        <p:xfrm>
          <a:off x="2000250" y="2573338"/>
          <a:ext cx="857250" cy="495300"/>
        </p:xfrm>
        <a:graphic>
          <a:graphicData uri="http://schemas.openxmlformats.org/presentationml/2006/ole">
            <mc:AlternateContent xmlns:mc="http://schemas.openxmlformats.org/markup-compatibility/2006">
              <mc:Choice xmlns:v="urn:schemas-microsoft-com:vml" Requires="v">
                <p:oleObj spid="_x0000_s35110" name="Equation" r:id="rId14" imgW="291973" imgH="253890" progId="Equation.DSMT4">
                  <p:embed/>
                </p:oleObj>
              </mc:Choice>
              <mc:Fallback>
                <p:oleObj name="Equation" r:id="rId14" imgW="291973" imgH="253890"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0250" y="2573338"/>
                        <a:ext cx="8572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37" name="Text Box 27"/>
          <p:cNvSpPr txBox="1">
            <a:spLocks noChangeArrowheads="1"/>
          </p:cNvSpPr>
          <p:nvPr/>
        </p:nvSpPr>
        <p:spPr bwMode="auto">
          <a:xfrm>
            <a:off x="2900364" y="2619376"/>
            <a:ext cx="2663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：电流元</a:t>
            </a:r>
            <a:r>
              <a:rPr lang="en-US" altLang="zh-CN" sz="1800"/>
              <a:t>1</a:t>
            </a:r>
            <a:r>
              <a:rPr lang="zh-CN" altLang="en-US" sz="1800"/>
              <a:t>给</a:t>
            </a:r>
            <a:r>
              <a:rPr lang="en-US" altLang="zh-CN" sz="1800"/>
              <a:t>2 </a:t>
            </a:r>
            <a:r>
              <a:rPr lang="zh-CN" altLang="en-US" sz="1800"/>
              <a:t>力</a:t>
            </a:r>
            <a:endParaRPr lang="zh-CN" altLang="en-US" sz="1800">
              <a:solidFill>
                <a:srgbClr val="0000CC"/>
              </a:solidFill>
            </a:endParaRPr>
          </a:p>
        </p:txBody>
      </p:sp>
      <p:graphicFrame>
        <p:nvGraphicFramePr>
          <p:cNvPr id="34838" name="Object 28"/>
          <p:cNvGraphicFramePr>
            <a:graphicFrameLocks noChangeAspect="1"/>
          </p:cNvGraphicFramePr>
          <p:nvPr/>
        </p:nvGraphicFramePr>
        <p:xfrm>
          <a:off x="1955800" y="3203576"/>
          <a:ext cx="3055938" cy="841375"/>
        </p:xfrm>
        <a:graphic>
          <a:graphicData uri="http://schemas.openxmlformats.org/presentationml/2006/ole">
            <mc:AlternateContent xmlns:mc="http://schemas.openxmlformats.org/markup-compatibility/2006">
              <mc:Choice xmlns:v="urn:schemas-microsoft-com:vml" Requires="v">
                <p:oleObj spid="_x0000_s35111" name="Equation" r:id="rId15" imgW="1040948" imgH="431613" progId="Equation.DSMT4">
                  <p:embed/>
                </p:oleObj>
              </mc:Choice>
              <mc:Fallback>
                <p:oleObj name="Equation" r:id="rId15" imgW="1040948" imgH="431613"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55800" y="3203576"/>
                        <a:ext cx="3055938"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9" name="Object 29"/>
          <p:cNvGraphicFramePr>
            <a:graphicFrameLocks noChangeAspect="1"/>
          </p:cNvGraphicFramePr>
          <p:nvPr/>
        </p:nvGraphicFramePr>
        <p:xfrm>
          <a:off x="1909763" y="4194175"/>
          <a:ext cx="857250" cy="495300"/>
        </p:xfrm>
        <a:graphic>
          <a:graphicData uri="http://schemas.openxmlformats.org/presentationml/2006/ole">
            <mc:AlternateContent xmlns:mc="http://schemas.openxmlformats.org/markup-compatibility/2006">
              <mc:Choice xmlns:v="urn:schemas-microsoft-com:vml" Requires="v">
                <p:oleObj spid="_x0000_s35112" name="Equation" r:id="rId17" imgW="291973" imgH="253890" progId="Equation.DSMT4">
                  <p:embed/>
                </p:oleObj>
              </mc:Choice>
              <mc:Fallback>
                <p:oleObj name="Equation" r:id="rId17" imgW="291973" imgH="253890" progId="Equation.DSMT4">
                  <p:embed/>
                  <p:pic>
                    <p:nvPicPr>
                      <p:cNvPr id="0"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9763" y="4194175"/>
                        <a:ext cx="8572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0" name="Text Box 30"/>
          <p:cNvSpPr txBox="1">
            <a:spLocks noChangeArrowheads="1"/>
          </p:cNvSpPr>
          <p:nvPr/>
        </p:nvSpPr>
        <p:spPr bwMode="auto">
          <a:xfrm>
            <a:off x="2674939" y="4238626"/>
            <a:ext cx="328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：与两电流元的取向有关</a:t>
            </a:r>
          </a:p>
        </p:txBody>
      </p:sp>
      <p:sp>
        <p:nvSpPr>
          <p:cNvPr id="34841" name="Text Box 31"/>
          <p:cNvSpPr txBox="1">
            <a:spLocks noChangeArrowheads="1"/>
          </p:cNvSpPr>
          <p:nvPr/>
        </p:nvSpPr>
        <p:spPr bwMode="auto">
          <a:xfrm>
            <a:off x="2090738" y="4824413"/>
            <a:ext cx="1395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0000"/>
                </a:solidFill>
              </a:rPr>
              <a:t>A</a:t>
            </a:r>
            <a:r>
              <a:rPr lang="zh-CN" altLang="en-US" sz="1800">
                <a:solidFill>
                  <a:srgbClr val="FF0000"/>
                </a:solidFill>
              </a:rPr>
              <a:t>：共面</a:t>
            </a:r>
          </a:p>
        </p:txBody>
      </p:sp>
      <p:sp>
        <p:nvSpPr>
          <p:cNvPr id="34842" name="Text Box 32"/>
          <p:cNvSpPr txBox="1">
            <a:spLocks noChangeArrowheads="1"/>
          </p:cNvSpPr>
          <p:nvPr/>
        </p:nvSpPr>
        <p:spPr bwMode="auto">
          <a:xfrm>
            <a:off x="7851776" y="3878263"/>
            <a:ext cx="13954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rPr>
              <a:t>共面</a:t>
            </a:r>
          </a:p>
        </p:txBody>
      </p:sp>
      <p:graphicFrame>
        <p:nvGraphicFramePr>
          <p:cNvPr id="34843" name="Object 33"/>
          <p:cNvGraphicFramePr>
            <a:graphicFrameLocks noChangeAspect="1"/>
          </p:cNvGraphicFramePr>
          <p:nvPr/>
        </p:nvGraphicFramePr>
        <p:xfrm>
          <a:off x="3530600" y="4824413"/>
          <a:ext cx="2273300" cy="444500"/>
        </p:xfrm>
        <a:graphic>
          <a:graphicData uri="http://schemas.openxmlformats.org/presentationml/2006/ole">
            <mc:AlternateContent xmlns:mc="http://schemas.openxmlformats.org/markup-compatibility/2006">
              <mc:Choice xmlns:v="urn:schemas-microsoft-com:vml" Requires="v">
                <p:oleObj spid="_x0000_s35113" name="Equation" r:id="rId19" imgW="774364" imgH="228501" progId="Equation.DSMT4">
                  <p:embed/>
                </p:oleObj>
              </mc:Choice>
              <mc:Fallback>
                <p:oleObj name="Equation" r:id="rId19" imgW="774364" imgH="228501" progId="Equation.DSMT4">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30600" y="4824413"/>
                        <a:ext cx="2273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4" name="Object 35"/>
          <p:cNvGraphicFramePr>
            <a:graphicFrameLocks noChangeAspect="1"/>
          </p:cNvGraphicFramePr>
          <p:nvPr/>
        </p:nvGraphicFramePr>
        <p:xfrm>
          <a:off x="3557588" y="5499101"/>
          <a:ext cx="1377950" cy="493713"/>
        </p:xfrm>
        <a:graphic>
          <a:graphicData uri="http://schemas.openxmlformats.org/presentationml/2006/ole">
            <mc:AlternateContent xmlns:mc="http://schemas.openxmlformats.org/markup-compatibility/2006">
              <mc:Choice xmlns:v="urn:schemas-microsoft-com:vml" Requires="v">
                <p:oleObj spid="_x0000_s35114" name="Equation" r:id="rId21" imgW="469696" imgH="253890" progId="Equation.DSMT4">
                  <p:embed/>
                </p:oleObj>
              </mc:Choice>
              <mc:Fallback>
                <p:oleObj name="Equation" r:id="rId21" imgW="469696" imgH="253890" progId="Equation.DSMT4">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57588" y="5499101"/>
                        <a:ext cx="1377950"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5" name="Object 36"/>
          <p:cNvGraphicFramePr>
            <a:graphicFrameLocks noChangeAspect="1"/>
          </p:cNvGraphicFramePr>
          <p:nvPr/>
        </p:nvGraphicFramePr>
        <p:xfrm>
          <a:off x="5330825" y="5543551"/>
          <a:ext cx="1155700" cy="442913"/>
        </p:xfrm>
        <a:graphic>
          <a:graphicData uri="http://schemas.openxmlformats.org/presentationml/2006/ole">
            <mc:AlternateContent xmlns:mc="http://schemas.openxmlformats.org/markup-compatibility/2006">
              <mc:Choice xmlns:v="urn:schemas-microsoft-com:vml" Requires="v">
                <p:oleObj spid="_x0000_s35115" name="Equation" r:id="rId23" imgW="393529" imgH="228501" progId="Equation.DSMT4">
                  <p:embed/>
                </p:oleObj>
              </mc:Choice>
              <mc:Fallback>
                <p:oleObj name="Equation" r:id="rId23" imgW="393529" imgH="228501" progId="Equation.DSMT4">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30825" y="5543551"/>
                        <a:ext cx="11557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6" name="Object 37"/>
          <p:cNvGraphicFramePr>
            <a:graphicFrameLocks noChangeAspect="1"/>
          </p:cNvGraphicFramePr>
          <p:nvPr/>
        </p:nvGraphicFramePr>
        <p:xfrm>
          <a:off x="7040563" y="5454651"/>
          <a:ext cx="1528762" cy="442913"/>
        </p:xfrm>
        <a:graphic>
          <a:graphicData uri="http://schemas.openxmlformats.org/presentationml/2006/ole">
            <mc:AlternateContent xmlns:mc="http://schemas.openxmlformats.org/markup-compatibility/2006">
              <mc:Choice xmlns:v="urn:schemas-microsoft-com:vml" Requires="v">
                <p:oleObj spid="_x0000_s35116" name="Equation" r:id="rId25" imgW="520700" imgH="228600" progId="Equation.DSMT4">
                  <p:embed/>
                </p:oleObj>
              </mc:Choice>
              <mc:Fallback>
                <p:oleObj name="Equation" r:id="rId25" imgW="520700" imgH="228600" progId="Equation.DSMT4">
                  <p:embed/>
                  <p:pic>
                    <p:nvPicPr>
                      <p:cNvPr id="0" name="Object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40563" y="5454651"/>
                        <a:ext cx="1528762"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7" name="Object 38"/>
          <p:cNvGraphicFramePr>
            <a:graphicFrameLocks noChangeAspect="1"/>
          </p:cNvGraphicFramePr>
          <p:nvPr/>
        </p:nvGraphicFramePr>
        <p:xfrm>
          <a:off x="3411538" y="6129338"/>
          <a:ext cx="1490662" cy="493712"/>
        </p:xfrm>
        <a:graphic>
          <a:graphicData uri="http://schemas.openxmlformats.org/presentationml/2006/ole">
            <mc:AlternateContent xmlns:mc="http://schemas.openxmlformats.org/markup-compatibility/2006">
              <mc:Choice xmlns:v="urn:schemas-microsoft-com:vml" Requires="v">
                <p:oleObj spid="_x0000_s35117" name="Equation" r:id="rId27" imgW="507780" imgH="253890" progId="Equation.DSMT4">
                  <p:embed/>
                </p:oleObj>
              </mc:Choice>
              <mc:Fallback>
                <p:oleObj name="Equation" r:id="rId27" imgW="507780" imgH="253890" progId="Equation.DSMT4">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411538" y="6129338"/>
                        <a:ext cx="1490662"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8" name="Object 39"/>
          <p:cNvGraphicFramePr>
            <a:graphicFrameLocks noChangeAspect="1"/>
          </p:cNvGraphicFramePr>
          <p:nvPr/>
        </p:nvGraphicFramePr>
        <p:xfrm>
          <a:off x="5141913" y="6038851"/>
          <a:ext cx="1714500" cy="442913"/>
        </p:xfrm>
        <a:graphic>
          <a:graphicData uri="http://schemas.openxmlformats.org/presentationml/2006/ole">
            <mc:AlternateContent xmlns:mc="http://schemas.openxmlformats.org/markup-compatibility/2006">
              <mc:Choice xmlns:v="urn:schemas-microsoft-com:vml" Requires="v">
                <p:oleObj spid="_x0000_s35118" name="Equation" r:id="rId29" imgW="583947" imgH="228501" progId="Equation.DSMT4">
                  <p:embed/>
                </p:oleObj>
              </mc:Choice>
              <mc:Fallback>
                <p:oleObj name="Equation" r:id="rId29" imgW="583947" imgH="228501" progId="Equation.DSMT4">
                  <p:embed/>
                  <p:pic>
                    <p:nvPicPr>
                      <p:cNvPr id="0" name="Object 3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41913" y="6038851"/>
                        <a:ext cx="17145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49" name="Object 40"/>
          <p:cNvGraphicFramePr>
            <a:graphicFrameLocks noChangeAspect="1"/>
          </p:cNvGraphicFramePr>
          <p:nvPr/>
        </p:nvGraphicFramePr>
        <p:xfrm>
          <a:off x="6996113" y="6084888"/>
          <a:ext cx="1751012" cy="442912"/>
        </p:xfrm>
        <a:graphic>
          <a:graphicData uri="http://schemas.openxmlformats.org/presentationml/2006/ole">
            <mc:AlternateContent xmlns:mc="http://schemas.openxmlformats.org/markup-compatibility/2006">
              <mc:Choice xmlns:v="urn:schemas-microsoft-com:vml" Requires="v">
                <p:oleObj spid="_x0000_s35119" name="Equation" r:id="rId31" imgW="596900" imgH="228600" progId="Equation.DSMT4">
                  <p:embed/>
                </p:oleObj>
              </mc:Choice>
              <mc:Fallback>
                <p:oleObj name="Equation" r:id="rId31" imgW="596900" imgH="228600" progId="Equation.DSMT4">
                  <p:embed/>
                  <p:pic>
                    <p:nvPicPr>
                      <p:cNvPr id="0" name="Object 4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996113" y="6084888"/>
                        <a:ext cx="17510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35"/>
          <p:cNvSpPr>
            <a:spLocks noChangeArrowheads="1"/>
          </p:cNvSpPr>
          <p:nvPr/>
        </p:nvSpPr>
        <p:spPr bwMode="auto">
          <a:xfrm>
            <a:off x="6816725" y="773113"/>
            <a:ext cx="3151188" cy="1441450"/>
          </a:xfrm>
          <a:prstGeom prst="parallelogram">
            <a:avLst>
              <a:gd name="adj" fmla="val 54653"/>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36867" name="Line 11"/>
          <p:cNvSpPr>
            <a:spLocks noChangeShapeType="1"/>
          </p:cNvSpPr>
          <p:nvPr/>
        </p:nvSpPr>
        <p:spPr bwMode="auto">
          <a:xfrm>
            <a:off x="7265989" y="2033588"/>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68" name="Line 13"/>
          <p:cNvSpPr>
            <a:spLocks noChangeShapeType="1"/>
          </p:cNvSpPr>
          <p:nvPr/>
        </p:nvSpPr>
        <p:spPr bwMode="auto">
          <a:xfrm flipV="1">
            <a:off x="5826125" y="2214564"/>
            <a:ext cx="1035050" cy="141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69" name="Object 15"/>
          <p:cNvGraphicFramePr>
            <a:graphicFrameLocks noChangeAspect="1"/>
          </p:cNvGraphicFramePr>
          <p:nvPr/>
        </p:nvGraphicFramePr>
        <p:xfrm>
          <a:off x="7716839" y="1089025"/>
          <a:ext cx="522287" cy="446088"/>
        </p:xfrm>
        <a:graphic>
          <a:graphicData uri="http://schemas.openxmlformats.org/presentationml/2006/ole">
            <mc:AlternateContent xmlns:mc="http://schemas.openxmlformats.org/markup-compatibility/2006">
              <mc:Choice xmlns:v="urn:schemas-microsoft-com:vml" Requires="v">
                <p:oleObj spid="_x0000_s37243" name="Equation" r:id="rId4" imgW="177646" imgH="228402" progId="Equation.DSMT4">
                  <p:embed/>
                </p:oleObj>
              </mc:Choice>
              <mc:Fallback>
                <p:oleObj name="Equation" r:id="rId4" imgW="177646" imgH="228402" progId="Equation.DSMT4">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6839" y="1089025"/>
                        <a:ext cx="522287"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16"/>
          <p:cNvGraphicFramePr>
            <a:graphicFrameLocks noChangeAspect="1"/>
          </p:cNvGraphicFramePr>
          <p:nvPr/>
        </p:nvGraphicFramePr>
        <p:xfrm>
          <a:off x="8166100" y="1719263"/>
          <a:ext cx="596900" cy="495300"/>
        </p:xfrm>
        <a:graphic>
          <a:graphicData uri="http://schemas.openxmlformats.org/presentationml/2006/ole">
            <mc:AlternateContent xmlns:mc="http://schemas.openxmlformats.org/markup-compatibility/2006">
              <mc:Choice xmlns:v="urn:schemas-microsoft-com:vml" Requires="v">
                <p:oleObj spid="_x0000_s37244" name="Equation" r:id="rId6" imgW="203024" imgH="253780" progId="Equation.DSMT4">
                  <p:embed/>
                </p:oleObj>
              </mc:Choice>
              <mc:Fallback>
                <p:oleObj name="Equation" r:id="rId6" imgW="203024" imgH="253780" progId="Equation.DSMT4">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6100" y="1719263"/>
                        <a:ext cx="5969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1" name="Object 17"/>
          <p:cNvGraphicFramePr>
            <a:graphicFrameLocks noChangeAspect="1"/>
          </p:cNvGraphicFramePr>
          <p:nvPr/>
        </p:nvGraphicFramePr>
        <p:xfrm>
          <a:off x="9831388" y="188913"/>
          <a:ext cx="633412" cy="495300"/>
        </p:xfrm>
        <a:graphic>
          <a:graphicData uri="http://schemas.openxmlformats.org/presentationml/2006/ole">
            <mc:AlternateContent xmlns:mc="http://schemas.openxmlformats.org/markup-compatibility/2006">
              <mc:Choice xmlns:v="urn:schemas-microsoft-com:vml" Requires="v">
                <p:oleObj spid="_x0000_s37245" name="Equation" r:id="rId8" imgW="215713" imgH="253780" progId="Equation.DSMT4">
                  <p:embed/>
                </p:oleObj>
              </mc:Choice>
              <mc:Fallback>
                <p:oleObj name="Equation" r:id="rId8" imgW="215713" imgH="253780"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31388" y="188913"/>
                        <a:ext cx="6334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18"/>
          <p:cNvGraphicFramePr>
            <a:graphicFrameLocks noChangeAspect="1"/>
          </p:cNvGraphicFramePr>
          <p:nvPr/>
        </p:nvGraphicFramePr>
        <p:xfrm>
          <a:off x="8661400" y="1449388"/>
          <a:ext cx="857250" cy="495300"/>
        </p:xfrm>
        <a:graphic>
          <a:graphicData uri="http://schemas.openxmlformats.org/presentationml/2006/ole">
            <mc:AlternateContent xmlns:mc="http://schemas.openxmlformats.org/markup-compatibility/2006">
              <mc:Choice xmlns:v="urn:schemas-microsoft-com:vml" Requires="v">
                <p:oleObj spid="_x0000_s37246" name="Equation" r:id="rId10" imgW="291973" imgH="253890" progId="Equation.DSMT4">
                  <p:embed/>
                </p:oleObj>
              </mc:Choice>
              <mc:Fallback>
                <p:oleObj name="Equation" r:id="rId10" imgW="291973" imgH="25389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61400" y="1449388"/>
                        <a:ext cx="8572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3" name="Object 19"/>
          <p:cNvGraphicFramePr>
            <a:graphicFrameLocks noChangeAspect="1"/>
          </p:cNvGraphicFramePr>
          <p:nvPr/>
        </p:nvGraphicFramePr>
        <p:xfrm>
          <a:off x="8661401" y="323850"/>
          <a:ext cx="485775" cy="446088"/>
        </p:xfrm>
        <a:graphic>
          <a:graphicData uri="http://schemas.openxmlformats.org/presentationml/2006/ole">
            <mc:AlternateContent xmlns:mc="http://schemas.openxmlformats.org/markup-compatibility/2006">
              <mc:Choice xmlns:v="urn:schemas-microsoft-com:vml" Requires="v">
                <p:oleObj spid="_x0000_s37247" name="Equation" r:id="rId12" imgW="165028" imgH="228501" progId="Equation.DSMT4">
                  <p:embed/>
                </p:oleObj>
              </mc:Choice>
              <mc:Fallback>
                <p:oleObj name="Equation" r:id="rId12" imgW="165028" imgH="228501"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61401" y="323850"/>
                        <a:ext cx="48577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4" name="Object 22"/>
          <p:cNvGraphicFramePr>
            <a:graphicFrameLocks noChangeAspect="1"/>
          </p:cNvGraphicFramePr>
          <p:nvPr/>
        </p:nvGraphicFramePr>
        <p:xfrm>
          <a:off x="2778126" y="925514"/>
          <a:ext cx="2309813" cy="446087"/>
        </p:xfrm>
        <a:graphic>
          <a:graphicData uri="http://schemas.openxmlformats.org/presentationml/2006/ole">
            <mc:AlternateContent xmlns:mc="http://schemas.openxmlformats.org/markup-compatibility/2006">
              <mc:Choice xmlns:v="urn:schemas-microsoft-com:vml" Requires="v">
                <p:oleObj spid="_x0000_s37248" name="Equation" r:id="rId14" imgW="787400" imgH="228600" progId="Equation.DSMT4">
                  <p:embed/>
                </p:oleObj>
              </mc:Choice>
              <mc:Fallback>
                <p:oleObj name="Equation" r:id="rId14" imgW="787400" imgH="228600" progId="Equation.DSMT4">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78126" y="925514"/>
                        <a:ext cx="2309813"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5" name="Text Box 25"/>
          <p:cNvSpPr txBox="1">
            <a:spLocks noChangeArrowheads="1"/>
          </p:cNvSpPr>
          <p:nvPr/>
        </p:nvSpPr>
        <p:spPr bwMode="auto">
          <a:xfrm>
            <a:off x="1909764" y="233363"/>
            <a:ext cx="26114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0000"/>
                </a:solidFill>
              </a:rPr>
              <a:t>B</a:t>
            </a:r>
            <a:r>
              <a:rPr lang="zh-CN" altLang="en-US" sz="1800">
                <a:solidFill>
                  <a:srgbClr val="FF0000"/>
                </a:solidFill>
              </a:rPr>
              <a:t>：非共面，普遍情形</a:t>
            </a:r>
          </a:p>
        </p:txBody>
      </p:sp>
      <p:sp>
        <p:nvSpPr>
          <p:cNvPr id="36876" name="Text Box 26"/>
          <p:cNvSpPr txBox="1">
            <a:spLocks noChangeArrowheads="1"/>
          </p:cNvSpPr>
          <p:nvPr/>
        </p:nvSpPr>
        <p:spPr bwMode="auto">
          <a:xfrm>
            <a:off x="7716838" y="2573338"/>
            <a:ext cx="1395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rPr>
              <a:t>普遍</a:t>
            </a:r>
          </a:p>
        </p:txBody>
      </p:sp>
      <p:graphicFrame>
        <p:nvGraphicFramePr>
          <p:cNvPr id="36877" name="Object 28"/>
          <p:cNvGraphicFramePr>
            <a:graphicFrameLocks noChangeAspect="1"/>
          </p:cNvGraphicFramePr>
          <p:nvPr/>
        </p:nvGraphicFramePr>
        <p:xfrm>
          <a:off x="2762251" y="1449388"/>
          <a:ext cx="1528763" cy="493712"/>
        </p:xfrm>
        <a:graphic>
          <a:graphicData uri="http://schemas.openxmlformats.org/presentationml/2006/ole">
            <mc:AlternateContent xmlns:mc="http://schemas.openxmlformats.org/markup-compatibility/2006">
              <mc:Choice xmlns:v="urn:schemas-microsoft-com:vml" Requires="v">
                <p:oleObj spid="_x0000_s37249" name="Equation" r:id="rId16" imgW="520474" imgH="253890" progId="Equation.DSMT4">
                  <p:embed/>
                </p:oleObj>
              </mc:Choice>
              <mc:Fallback>
                <p:oleObj name="Equation" r:id="rId16" imgW="520474" imgH="253890" progId="Equation.DSMT4">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62251" y="1449388"/>
                        <a:ext cx="1528763"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8" name="Object 29"/>
          <p:cNvGraphicFramePr>
            <a:graphicFrameLocks noChangeAspect="1"/>
          </p:cNvGraphicFramePr>
          <p:nvPr/>
        </p:nvGraphicFramePr>
        <p:xfrm>
          <a:off x="3756025" y="1898651"/>
          <a:ext cx="1193800" cy="442913"/>
        </p:xfrm>
        <a:graphic>
          <a:graphicData uri="http://schemas.openxmlformats.org/presentationml/2006/ole">
            <mc:AlternateContent xmlns:mc="http://schemas.openxmlformats.org/markup-compatibility/2006">
              <mc:Choice xmlns:v="urn:schemas-microsoft-com:vml" Requires="v">
                <p:oleObj spid="_x0000_s37250" name="Equation" r:id="rId18" imgW="406224" imgH="228501" progId="Equation.DSMT4">
                  <p:embed/>
                </p:oleObj>
              </mc:Choice>
              <mc:Fallback>
                <p:oleObj name="Equation" r:id="rId18" imgW="406224" imgH="228501" progId="Equation.DSMT4">
                  <p:embed/>
                  <p:pic>
                    <p:nvPicPr>
                      <p:cNvPr id="0" name="Object 2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56025" y="1898651"/>
                        <a:ext cx="1193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9" name="Object 30"/>
          <p:cNvGraphicFramePr>
            <a:graphicFrameLocks noChangeAspect="1"/>
          </p:cNvGraphicFramePr>
          <p:nvPr/>
        </p:nvGraphicFramePr>
        <p:xfrm>
          <a:off x="3800476" y="2438401"/>
          <a:ext cx="1528763" cy="442913"/>
        </p:xfrm>
        <a:graphic>
          <a:graphicData uri="http://schemas.openxmlformats.org/presentationml/2006/ole">
            <mc:AlternateContent xmlns:mc="http://schemas.openxmlformats.org/markup-compatibility/2006">
              <mc:Choice xmlns:v="urn:schemas-microsoft-com:vml" Requires="v">
                <p:oleObj spid="_x0000_s37251" name="Equation" r:id="rId20" imgW="520700" imgH="228600" progId="Equation.DSMT4">
                  <p:embed/>
                </p:oleObj>
              </mc:Choice>
              <mc:Fallback>
                <p:oleObj name="Equation" r:id="rId20" imgW="520700" imgH="228600" progId="Equation.DSMT4">
                  <p:embed/>
                  <p:pic>
                    <p:nvPicPr>
                      <p:cNvPr id="0" name="Object 3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00476" y="2438401"/>
                        <a:ext cx="152876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0" name="Object 32"/>
          <p:cNvGraphicFramePr>
            <a:graphicFrameLocks noChangeAspect="1"/>
          </p:cNvGraphicFramePr>
          <p:nvPr/>
        </p:nvGraphicFramePr>
        <p:xfrm>
          <a:off x="3963988" y="3519488"/>
          <a:ext cx="1751012" cy="442912"/>
        </p:xfrm>
        <a:graphic>
          <a:graphicData uri="http://schemas.openxmlformats.org/presentationml/2006/ole">
            <mc:AlternateContent xmlns:mc="http://schemas.openxmlformats.org/markup-compatibility/2006">
              <mc:Choice xmlns:v="urn:schemas-microsoft-com:vml" Requires="v">
                <p:oleObj spid="_x0000_s37252" name="Equation" r:id="rId22" imgW="596900" imgH="228600" progId="Equation.DSMT4">
                  <p:embed/>
                </p:oleObj>
              </mc:Choice>
              <mc:Fallback>
                <p:oleObj name="Equation" r:id="rId22" imgW="596900" imgH="228600" progId="Equation.DSMT4">
                  <p:embed/>
                  <p:pic>
                    <p:nvPicPr>
                      <p:cNvPr id="0" name="Object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63988" y="3519488"/>
                        <a:ext cx="17510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1" name="Object 33"/>
          <p:cNvGraphicFramePr>
            <a:graphicFrameLocks noChangeAspect="1"/>
          </p:cNvGraphicFramePr>
          <p:nvPr/>
        </p:nvGraphicFramePr>
        <p:xfrm>
          <a:off x="4025901" y="4059238"/>
          <a:ext cx="1751013" cy="442912"/>
        </p:xfrm>
        <a:graphic>
          <a:graphicData uri="http://schemas.openxmlformats.org/presentationml/2006/ole">
            <mc:AlternateContent xmlns:mc="http://schemas.openxmlformats.org/markup-compatibility/2006">
              <mc:Choice xmlns:v="urn:schemas-microsoft-com:vml" Requires="v">
                <p:oleObj spid="_x0000_s37253" name="Equation" r:id="rId24" imgW="596900" imgH="228600" progId="Equation.DSMT4">
                  <p:embed/>
                </p:oleObj>
              </mc:Choice>
              <mc:Fallback>
                <p:oleObj name="Equation" r:id="rId24" imgW="596900" imgH="228600" progId="Equation.DSMT4">
                  <p:embed/>
                  <p:pic>
                    <p:nvPicPr>
                      <p:cNvPr id="0" name="Object 3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25901" y="4059238"/>
                        <a:ext cx="17510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2" name="Line 36"/>
          <p:cNvSpPr>
            <a:spLocks noChangeShapeType="1"/>
          </p:cNvSpPr>
          <p:nvPr/>
        </p:nvSpPr>
        <p:spPr bwMode="auto">
          <a:xfrm flipV="1">
            <a:off x="8661400" y="323850"/>
            <a:ext cx="1079500" cy="584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3" name="Line 37"/>
          <p:cNvSpPr>
            <a:spLocks noChangeShapeType="1"/>
          </p:cNvSpPr>
          <p:nvPr/>
        </p:nvSpPr>
        <p:spPr bwMode="auto">
          <a:xfrm flipH="1">
            <a:off x="7265988" y="908050"/>
            <a:ext cx="1395412" cy="112553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4" name="Line 38"/>
          <p:cNvSpPr>
            <a:spLocks noChangeShapeType="1"/>
          </p:cNvSpPr>
          <p:nvPr/>
        </p:nvSpPr>
        <p:spPr bwMode="auto">
          <a:xfrm>
            <a:off x="8661400" y="908050"/>
            <a:ext cx="1079500"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5" name="Line 39"/>
          <p:cNvSpPr>
            <a:spLocks noChangeShapeType="1"/>
          </p:cNvSpPr>
          <p:nvPr/>
        </p:nvSpPr>
        <p:spPr bwMode="auto">
          <a:xfrm flipV="1">
            <a:off x="8661400" y="279400"/>
            <a:ext cx="0" cy="62865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6" name="Line 40"/>
          <p:cNvSpPr>
            <a:spLocks noChangeShapeType="1"/>
          </p:cNvSpPr>
          <p:nvPr/>
        </p:nvSpPr>
        <p:spPr bwMode="auto">
          <a:xfrm>
            <a:off x="8661401" y="908050"/>
            <a:ext cx="404813" cy="630238"/>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87" name="Object 41"/>
          <p:cNvGraphicFramePr>
            <a:graphicFrameLocks noChangeAspect="1"/>
          </p:cNvGraphicFramePr>
          <p:nvPr/>
        </p:nvGraphicFramePr>
        <p:xfrm>
          <a:off x="7491414" y="1677989"/>
          <a:ext cx="447675" cy="446087"/>
        </p:xfrm>
        <a:graphic>
          <a:graphicData uri="http://schemas.openxmlformats.org/presentationml/2006/ole">
            <mc:AlternateContent xmlns:mc="http://schemas.openxmlformats.org/markup-compatibility/2006">
              <mc:Choice xmlns:v="urn:schemas-microsoft-com:vml" Requires="v">
                <p:oleObj spid="_x0000_s37254" name="Equation" r:id="rId26" imgW="152334" imgH="228501" progId="Equation.DSMT4">
                  <p:embed/>
                </p:oleObj>
              </mc:Choice>
              <mc:Fallback>
                <p:oleObj name="Equation" r:id="rId26" imgW="152334" imgH="228501" progId="Equation.DSMT4">
                  <p:embed/>
                  <p:pic>
                    <p:nvPicPr>
                      <p:cNvPr id="0" name="Object 4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91414" y="1677989"/>
                        <a:ext cx="447675"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8" name="Object 42"/>
          <p:cNvGraphicFramePr>
            <a:graphicFrameLocks noChangeAspect="1"/>
          </p:cNvGraphicFramePr>
          <p:nvPr/>
        </p:nvGraphicFramePr>
        <p:xfrm>
          <a:off x="7626351" y="819151"/>
          <a:ext cx="485775" cy="296863"/>
        </p:xfrm>
        <a:graphic>
          <a:graphicData uri="http://schemas.openxmlformats.org/presentationml/2006/ole">
            <mc:AlternateContent xmlns:mc="http://schemas.openxmlformats.org/markup-compatibility/2006">
              <mc:Choice xmlns:v="urn:schemas-microsoft-com:vml" Requires="v">
                <p:oleObj spid="_x0000_s37255" name="Equation" r:id="rId28" imgW="164957" imgH="152268" progId="Equation.DSMT4">
                  <p:embed/>
                </p:oleObj>
              </mc:Choice>
              <mc:Fallback>
                <p:oleObj name="Equation" r:id="rId28" imgW="164957" imgH="152268" progId="Equation.DSMT4">
                  <p:embed/>
                  <p:pic>
                    <p:nvPicPr>
                      <p:cNvPr id="0" name="Object 4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626351" y="819151"/>
                        <a:ext cx="485775"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9" name="Line 44"/>
          <p:cNvSpPr>
            <a:spLocks noChangeShapeType="1"/>
          </p:cNvSpPr>
          <p:nvPr/>
        </p:nvSpPr>
        <p:spPr bwMode="auto">
          <a:xfrm>
            <a:off x="8661400" y="323850"/>
            <a:ext cx="10795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0" name="Line 45"/>
          <p:cNvSpPr>
            <a:spLocks noChangeShapeType="1"/>
          </p:cNvSpPr>
          <p:nvPr/>
        </p:nvSpPr>
        <p:spPr bwMode="auto">
          <a:xfrm>
            <a:off x="9740900" y="279400"/>
            <a:ext cx="0" cy="62865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6891" name="Object 46"/>
          <p:cNvGraphicFramePr>
            <a:graphicFrameLocks noChangeAspect="1"/>
          </p:cNvGraphicFramePr>
          <p:nvPr/>
        </p:nvGraphicFramePr>
        <p:xfrm>
          <a:off x="2778125" y="3068638"/>
          <a:ext cx="1416050" cy="493712"/>
        </p:xfrm>
        <a:graphic>
          <a:graphicData uri="http://schemas.openxmlformats.org/presentationml/2006/ole">
            <mc:AlternateContent xmlns:mc="http://schemas.openxmlformats.org/markup-compatibility/2006">
              <mc:Choice xmlns:v="urn:schemas-microsoft-com:vml" Requires="v">
                <p:oleObj spid="_x0000_s37256" name="Equation" r:id="rId30" imgW="482391" imgH="253890" progId="Equation.DSMT4">
                  <p:embed/>
                </p:oleObj>
              </mc:Choice>
              <mc:Fallback>
                <p:oleObj name="Equation" r:id="rId30" imgW="482391" imgH="253890" progId="Equation.DSMT4">
                  <p:embed/>
                  <p:pic>
                    <p:nvPicPr>
                      <p:cNvPr id="0" name="Object 4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778125" y="3068638"/>
                        <a:ext cx="141605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92" name="Object 47"/>
          <p:cNvGraphicFramePr>
            <a:graphicFrameLocks noChangeAspect="1"/>
          </p:cNvGraphicFramePr>
          <p:nvPr/>
        </p:nvGraphicFramePr>
        <p:xfrm>
          <a:off x="2046288" y="4959351"/>
          <a:ext cx="5067300" cy="836613"/>
        </p:xfrm>
        <a:graphic>
          <a:graphicData uri="http://schemas.openxmlformats.org/presentationml/2006/ole">
            <mc:AlternateContent xmlns:mc="http://schemas.openxmlformats.org/markup-compatibility/2006">
              <mc:Choice xmlns:v="urn:schemas-microsoft-com:vml" Requires="v">
                <p:oleObj spid="_x0000_s37257" name="Equation" r:id="rId32" imgW="1727200" imgH="431800" progId="Equation.DSMT4">
                  <p:embed/>
                </p:oleObj>
              </mc:Choice>
              <mc:Fallback>
                <p:oleObj name="Equation" r:id="rId32" imgW="1727200" imgH="431800" progId="Equation.DSMT4">
                  <p:embed/>
                  <p:pic>
                    <p:nvPicPr>
                      <p:cNvPr id="0" name="Object 4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046288" y="4959351"/>
                        <a:ext cx="5067300"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3" name="Text Box 48"/>
          <p:cNvSpPr txBox="1">
            <a:spLocks noChangeArrowheads="1"/>
          </p:cNvSpPr>
          <p:nvPr/>
        </p:nvSpPr>
        <p:spPr bwMode="auto">
          <a:xfrm>
            <a:off x="2809875" y="6038851"/>
            <a:ext cx="11255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方向在</a:t>
            </a:r>
          </a:p>
        </p:txBody>
      </p:sp>
      <p:graphicFrame>
        <p:nvGraphicFramePr>
          <p:cNvPr id="36894" name="Object 49"/>
          <p:cNvGraphicFramePr>
            <a:graphicFrameLocks noChangeAspect="1"/>
          </p:cNvGraphicFramePr>
          <p:nvPr/>
        </p:nvGraphicFramePr>
        <p:xfrm>
          <a:off x="7086601" y="5994401"/>
          <a:ext cx="633413" cy="493713"/>
        </p:xfrm>
        <a:graphic>
          <a:graphicData uri="http://schemas.openxmlformats.org/presentationml/2006/ole">
            <mc:AlternateContent xmlns:mc="http://schemas.openxmlformats.org/markup-compatibility/2006">
              <mc:Choice xmlns:v="urn:schemas-microsoft-com:vml" Requires="v">
                <p:oleObj spid="_x0000_s37258" name="Equation" r:id="rId34" imgW="215713" imgH="253780" progId="Equation.DSMT4">
                  <p:embed/>
                </p:oleObj>
              </mc:Choice>
              <mc:Fallback>
                <p:oleObj name="Equation" r:id="rId34" imgW="215713" imgH="253780" progId="Equation.DSMT4">
                  <p:embed/>
                  <p:pic>
                    <p:nvPicPr>
                      <p:cNvPr id="0" name="Object 4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086601" y="5994401"/>
                        <a:ext cx="633413"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95" name="Object 50"/>
          <p:cNvGraphicFramePr>
            <a:graphicFrameLocks noChangeAspect="1"/>
          </p:cNvGraphicFramePr>
          <p:nvPr/>
        </p:nvGraphicFramePr>
        <p:xfrm>
          <a:off x="4540251" y="5994401"/>
          <a:ext cx="595313" cy="493713"/>
        </p:xfrm>
        <a:graphic>
          <a:graphicData uri="http://schemas.openxmlformats.org/presentationml/2006/ole">
            <mc:AlternateContent xmlns:mc="http://schemas.openxmlformats.org/markup-compatibility/2006">
              <mc:Choice xmlns:v="urn:schemas-microsoft-com:vml" Requires="v">
                <p:oleObj spid="_x0000_s37259" name="Equation" r:id="rId36" imgW="203024" imgH="253780" progId="Equation.DSMT4">
                  <p:embed/>
                </p:oleObj>
              </mc:Choice>
              <mc:Fallback>
                <p:oleObj name="Equation" r:id="rId36" imgW="203024" imgH="253780" progId="Equation.DSMT4">
                  <p:embed/>
                  <p:pic>
                    <p:nvPicPr>
                      <p:cNvPr id="0" name="Object 5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540251" y="5994401"/>
                        <a:ext cx="595313"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96" name="Object 51"/>
          <p:cNvGraphicFramePr>
            <a:graphicFrameLocks noChangeAspect="1"/>
          </p:cNvGraphicFramePr>
          <p:nvPr/>
        </p:nvGraphicFramePr>
        <p:xfrm>
          <a:off x="1955800" y="5949950"/>
          <a:ext cx="857250" cy="495300"/>
        </p:xfrm>
        <a:graphic>
          <a:graphicData uri="http://schemas.openxmlformats.org/presentationml/2006/ole">
            <mc:AlternateContent xmlns:mc="http://schemas.openxmlformats.org/markup-compatibility/2006">
              <mc:Choice xmlns:v="urn:schemas-microsoft-com:vml" Requires="v">
                <p:oleObj spid="_x0000_s37260" name="Equation" r:id="rId38" imgW="291973" imgH="253890" progId="Equation.DSMT4">
                  <p:embed/>
                </p:oleObj>
              </mc:Choice>
              <mc:Fallback>
                <p:oleObj name="Equation" r:id="rId38" imgW="291973" imgH="253890" progId="Equation.DSMT4">
                  <p:embed/>
                  <p:pic>
                    <p:nvPicPr>
                      <p:cNvPr id="0" name="Object 5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955800" y="5949950"/>
                        <a:ext cx="85725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7" name="Text Box 52"/>
          <p:cNvSpPr txBox="1">
            <a:spLocks noChangeArrowheads="1"/>
          </p:cNvSpPr>
          <p:nvPr/>
        </p:nvSpPr>
        <p:spPr bwMode="auto">
          <a:xfrm>
            <a:off x="4160838" y="6084888"/>
            <a:ext cx="4048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和</a:t>
            </a:r>
          </a:p>
        </p:txBody>
      </p:sp>
      <p:sp>
        <p:nvSpPr>
          <p:cNvPr id="36898" name="Text Box 53"/>
          <p:cNvSpPr txBox="1">
            <a:spLocks noChangeArrowheads="1"/>
          </p:cNvSpPr>
          <p:nvPr/>
        </p:nvSpPr>
        <p:spPr bwMode="auto">
          <a:xfrm>
            <a:off x="5195889" y="5994401"/>
            <a:ext cx="11255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平面内</a:t>
            </a:r>
          </a:p>
        </p:txBody>
      </p:sp>
      <p:graphicFrame>
        <p:nvGraphicFramePr>
          <p:cNvPr id="36899" name="Object 54"/>
          <p:cNvGraphicFramePr>
            <a:graphicFrameLocks noChangeAspect="1"/>
          </p:cNvGraphicFramePr>
          <p:nvPr/>
        </p:nvGraphicFramePr>
        <p:xfrm>
          <a:off x="6051550" y="6038851"/>
          <a:ext cx="484188" cy="296863"/>
        </p:xfrm>
        <a:graphic>
          <a:graphicData uri="http://schemas.openxmlformats.org/presentationml/2006/ole">
            <mc:AlternateContent xmlns:mc="http://schemas.openxmlformats.org/markup-compatibility/2006">
              <mc:Choice xmlns:v="urn:schemas-microsoft-com:vml" Requires="v">
                <p:oleObj spid="_x0000_s37261" name="Equation" r:id="rId40" imgW="164957" imgH="152268" progId="Equation.DSMT4">
                  <p:embed/>
                </p:oleObj>
              </mc:Choice>
              <mc:Fallback>
                <p:oleObj name="Equation" r:id="rId40" imgW="164957" imgH="152268" progId="Equation.DSMT4">
                  <p:embed/>
                  <p:pic>
                    <p:nvPicPr>
                      <p:cNvPr id="0" name="Object 54"/>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051550" y="6038851"/>
                        <a:ext cx="484188"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00" name="Text Box 55"/>
          <p:cNvSpPr txBox="1">
            <a:spLocks noChangeArrowheads="1"/>
          </p:cNvSpPr>
          <p:nvPr/>
        </p:nvSpPr>
        <p:spPr bwMode="auto">
          <a:xfrm>
            <a:off x="7716839" y="6038851"/>
            <a:ext cx="8096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垂直</a:t>
            </a:r>
          </a:p>
        </p:txBody>
      </p:sp>
      <p:graphicFrame>
        <p:nvGraphicFramePr>
          <p:cNvPr id="36901" name="Object 56"/>
          <p:cNvGraphicFramePr>
            <a:graphicFrameLocks noChangeAspect="1"/>
          </p:cNvGraphicFramePr>
          <p:nvPr/>
        </p:nvGraphicFramePr>
        <p:xfrm>
          <a:off x="3649664" y="5973763"/>
          <a:ext cx="484187" cy="444500"/>
        </p:xfrm>
        <a:graphic>
          <a:graphicData uri="http://schemas.openxmlformats.org/presentationml/2006/ole">
            <mc:AlternateContent xmlns:mc="http://schemas.openxmlformats.org/markup-compatibility/2006">
              <mc:Choice xmlns:v="urn:schemas-microsoft-com:vml" Requires="v">
                <p:oleObj spid="_x0000_s37262" name="Equation" r:id="rId42" imgW="165028" imgH="228501" progId="Equation.DSMT4">
                  <p:embed/>
                </p:oleObj>
              </mc:Choice>
              <mc:Fallback>
                <p:oleObj name="Equation" r:id="rId42" imgW="165028" imgH="228501" progId="Equation.DSMT4">
                  <p:embed/>
                  <p:pic>
                    <p:nvPicPr>
                      <p:cNvPr id="0" name="Object 56"/>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3649664" y="5973763"/>
                        <a:ext cx="484187"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02" name="Line 57"/>
          <p:cNvSpPr>
            <a:spLocks noChangeShapeType="1"/>
          </p:cNvSpPr>
          <p:nvPr/>
        </p:nvSpPr>
        <p:spPr bwMode="auto">
          <a:xfrm flipV="1">
            <a:off x="8075613" y="233363"/>
            <a:ext cx="0" cy="855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4"/>
          <p:cNvGraphicFramePr>
            <a:graphicFrameLocks noGrp="1" noChangeAspect="1"/>
          </p:cNvGraphicFramePr>
          <p:nvPr>
            <p:ph/>
          </p:nvPr>
        </p:nvGraphicFramePr>
        <p:xfrm>
          <a:off x="3770314" y="819151"/>
          <a:ext cx="4173537" cy="1216025"/>
        </p:xfrm>
        <a:graphic>
          <a:graphicData uri="http://schemas.openxmlformats.org/presentationml/2006/ole">
            <mc:AlternateContent xmlns:mc="http://schemas.openxmlformats.org/markup-compatibility/2006">
              <mc:Choice xmlns:v="urn:schemas-microsoft-com:vml" Requires="v">
                <p:oleObj spid="_x0000_s38951" name="Equation" r:id="rId4" imgW="1612900" imgH="469900" progId="Equation.DSMT4">
                  <p:embed/>
                </p:oleObj>
              </mc:Choice>
              <mc:Fallback>
                <p:oleObj name="Equation" r:id="rId4" imgW="1612900" imgH="4699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0314" y="819151"/>
                        <a:ext cx="4173537"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5" name="Object 6"/>
          <p:cNvGraphicFramePr>
            <a:graphicFrameLocks noChangeAspect="1"/>
          </p:cNvGraphicFramePr>
          <p:nvPr/>
        </p:nvGraphicFramePr>
        <p:xfrm>
          <a:off x="3486151" y="2079625"/>
          <a:ext cx="1795463" cy="1047750"/>
        </p:xfrm>
        <a:graphic>
          <a:graphicData uri="http://schemas.openxmlformats.org/presentationml/2006/ole">
            <mc:AlternateContent xmlns:mc="http://schemas.openxmlformats.org/markup-compatibility/2006">
              <mc:Choice xmlns:v="urn:schemas-microsoft-com:vml" Requires="v">
                <p:oleObj spid="_x0000_s38952" name="Equation" r:id="rId6" imgW="482391" imgH="393529" progId="Equation.DSMT4">
                  <p:embed/>
                </p:oleObj>
              </mc:Choice>
              <mc:Fallback>
                <p:oleObj name="Equation" r:id="rId6" imgW="482391" imgH="393529"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6151" y="2079625"/>
                        <a:ext cx="1795463"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6" name="Text Box 7"/>
          <p:cNvSpPr txBox="1">
            <a:spLocks noChangeArrowheads="1"/>
          </p:cNvSpPr>
          <p:nvPr/>
        </p:nvSpPr>
        <p:spPr bwMode="auto">
          <a:xfrm>
            <a:off x="2674938" y="3968750"/>
            <a:ext cx="72009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latin typeface="隶书" panose="02010509060101010101" pitchFamily="49" charset="-122"/>
                <a:ea typeface="隶书" panose="02010509060101010101" pitchFamily="49" charset="-122"/>
              </a:rPr>
              <a:t>全面反映了电流元</a:t>
            </a:r>
            <a:r>
              <a:rPr lang="en-US" altLang="zh-CN" sz="2800">
                <a:solidFill>
                  <a:srgbClr val="FF0000"/>
                </a:solidFill>
                <a:latin typeface="隶书" panose="02010509060101010101" pitchFamily="49" charset="-122"/>
                <a:ea typeface="隶书" panose="02010509060101010101" pitchFamily="49" charset="-122"/>
              </a:rPr>
              <a:t>1</a:t>
            </a:r>
            <a:r>
              <a:rPr lang="zh-CN" altLang="en-US" sz="2800">
                <a:solidFill>
                  <a:srgbClr val="FF0000"/>
                </a:solidFill>
                <a:latin typeface="隶书" panose="02010509060101010101" pitchFamily="49" charset="-122"/>
                <a:ea typeface="隶书" panose="02010509060101010101" pitchFamily="49" charset="-122"/>
              </a:rPr>
              <a:t>给电流元</a:t>
            </a:r>
            <a:r>
              <a:rPr lang="en-US" altLang="zh-CN" sz="2800">
                <a:solidFill>
                  <a:srgbClr val="FF0000"/>
                </a:solidFill>
                <a:latin typeface="隶书" panose="02010509060101010101" pitchFamily="49" charset="-122"/>
                <a:ea typeface="隶书" panose="02010509060101010101" pitchFamily="49" charset="-122"/>
              </a:rPr>
              <a:t>2</a:t>
            </a:r>
            <a:r>
              <a:rPr lang="zh-CN" altLang="en-US" sz="2800">
                <a:solidFill>
                  <a:srgbClr val="FF0000"/>
                </a:solidFill>
                <a:latin typeface="隶书" panose="02010509060101010101" pitchFamily="49" charset="-122"/>
                <a:ea typeface="隶书" panose="02010509060101010101" pitchFamily="49" charset="-122"/>
              </a:rPr>
              <a:t>的作用力，即安培定律。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2"/>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1955801" y="1538289"/>
            <a:ext cx="3597275" cy="1017587"/>
          </a:xfrm>
          <a:noFill/>
        </p:spPr>
      </p:pic>
      <p:pic>
        <p:nvPicPr>
          <p:cNvPr id="40963" name="Picture 14"/>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7015164" y="2535239"/>
            <a:ext cx="2352675" cy="314325"/>
          </a:xfrm>
          <a:noFill/>
        </p:spPr>
      </p:pic>
      <p:pic>
        <p:nvPicPr>
          <p:cNvPr id="40964" name="Picture 3"/>
          <p:cNvPicPr>
            <a:picLocks noGrp="1" noChangeAspect="1" noChangeArrowheads="1"/>
          </p:cNvPicPr>
          <p:nvPr>
            <p:ph type="body" idx="4294967295"/>
          </p:nvPr>
        </p:nvPicPr>
        <p:blipFill>
          <a:blip r:embed="rId6">
            <a:extLst>
              <a:ext uri="{28A0092B-C50C-407E-A947-70E740481C1C}">
                <a14:useLocalDpi xmlns:a14="http://schemas.microsoft.com/office/drawing/2010/main" val="0"/>
              </a:ext>
            </a:extLst>
          </a:blip>
          <a:srcRect/>
          <a:stretch>
            <a:fillRect/>
          </a:stretch>
        </p:blipFill>
        <p:spPr>
          <a:xfrm>
            <a:off x="5961063" y="549276"/>
            <a:ext cx="4176712" cy="2297113"/>
          </a:xfrm>
        </p:spPr>
      </p:pic>
      <p:sp>
        <p:nvSpPr>
          <p:cNvPr id="40965" name="Text Box 22"/>
          <p:cNvSpPr txBox="1">
            <a:spLocks noChangeArrowheads="1"/>
          </p:cNvSpPr>
          <p:nvPr/>
        </p:nvSpPr>
        <p:spPr bwMode="auto">
          <a:xfrm>
            <a:off x="2630488" y="638176"/>
            <a:ext cx="256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安培定律的一般形式：</a:t>
            </a:r>
          </a:p>
        </p:txBody>
      </p:sp>
      <p:graphicFrame>
        <p:nvGraphicFramePr>
          <p:cNvPr id="41985" name="Object 1"/>
          <p:cNvGraphicFramePr>
            <a:graphicFrameLocks noChangeAspect="1"/>
          </p:cNvGraphicFramePr>
          <p:nvPr/>
        </p:nvGraphicFramePr>
        <p:xfrm>
          <a:off x="1955801" y="2843214"/>
          <a:ext cx="4441825" cy="974725"/>
        </p:xfrm>
        <a:graphic>
          <a:graphicData uri="http://schemas.openxmlformats.org/presentationml/2006/ole">
            <mc:AlternateContent xmlns:mc="http://schemas.openxmlformats.org/markup-compatibility/2006">
              <mc:Choice xmlns:v="urn:schemas-microsoft-com:vml" Requires="v">
                <p:oleObj spid="_x0000_s40985" name="Equation" r:id="rId7" imgW="1790700" imgH="393700" progId="Equation.3">
                  <p:embed/>
                </p:oleObj>
              </mc:Choice>
              <mc:Fallback>
                <p:oleObj name="Equation" r:id="rId7" imgW="1790700" imgH="3937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5801" y="2843214"/>
                        <a:ext cx="444182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10"/>
          <p:cNvSpPr txBox="1">
            <a:spLocks noChangeArrowheads="1"/>
          </p:cNvSpPr>
          <p:nvPr/>
        </p:nvSpPr>
        <p:spPr bwMode="auto">
          <a:xfrm>
            <a:off x="1865313" y="4329114"/>
            <a:ext cx="80772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Clr>
                <a:srgbClr val="660033"/>
              </a:buClr>
              <a:buSzPct val="75000"/>
              <a:buFontTx/>
              <a:buNone/>
            </a:pPr>
            <a:r>
              <a:rPr lang="zh-CN" altLang="en-US" sz="2800" b="1">
                <a:solidFill>
                  <a:srgbClr val="FF0000"/>
                </a:solidFill>
                <a:latin typeface="Times New Roman" panose="02020603050405020304" pitchFamily="18" charset="0"/>
                <a:ea typeface="华文中宋" panose="02010600040101010101" pitchFamily="2" charset="-122"/>
              </a:rPr>
              <a:t>被</a:t>
            </a:r>
            <a:r>
              <a:rPr lang="en-US" altLang="zh-CN" sz="2800" b="1">
                <a:solidFill>
                  <a:srgbClr val="FF0000"/>
                </a:solidFill>
                <a:latin typeface="Times New Roman" panose="02020603050405020304" pitchFamily="18" charset="0"/>
                <a:ea typeface="华文中宋" panose="02010600040101010101" pitchFamily="2" charset="-122"/>
              </a:rPr>
              <a:t>Maxwell</a:t>
            </a:r>
            <a:r>
              <a:rPr lang="zh-CN" altLang="en-US" sz="2800" b="1">
                <a:solidFill>
                  <a:srgbClr val="FF0000"/>
                </a:solidFill>
                <a:latin typeface="Times New Roman" panose="02020603050405020304" pitchFamily="18" charset="0"/>
                <a:ea typeface="华文中宋" panose="02010600040101010101" pitchFamily="2" charset="-122"/>
              </a:rPr>
              <a:t>誉为“科学中最光辉的成就之一”</a:t>
            </a:r>
          </a:p>
          <a:p>
            <a:pPr algn="just" eaLnBrk="1" hangingPunct="1">
              <a:buClr>
                <a:srgbClr val="660033"/>
              </a:buClr>
              <a:buSzPct val="75000"/>
              <a:buFontTx/>
              <a:buNone/>
            </a:pPr>
            <a:r>
              <a:rPr lang="en-US" altLang="zh-CN" sz="2800" b="1">
                <a:solidFill>
                  <a:srgbClr val="FF0000"/>
                </a:solidFill>
                <a:latin typeface="Times New Roman" panose="02020603050405020304" pitchFamily="18" charset="0"/>
                <a:ea typeface="华文中宋" panose="02010600040101010101" pitchFamily="2" charset="-122"/>
              </a:rPr>
              <a:t>Ampere</a:t>
            </a:r>
            <a:r>
              <a:rPr lang="zh-CN" altLang="en-US" sz="2800" b="1">
                <a:solidFill>
                  <a:srgbClr val="FF0000"/>
                </a:solidFill>
                <a:latin typeface="Times New Roman" panose="02020603050405020304" pitchFamily="18" charset="0"/>
                <a:ea typeface="华文中宋" panose="02010600040101010101" pitchFamily="2" charset="-122"/>
              </a:rPr>
              <a:t>本人则被誉为“电学中的</a:t>
            </a:r>
            <a:r>
              <a:rPr lang="en-US" altLang="zh-CN" sz="2800" b="1">
                <a:solidFill>
                  <a:srgbClr val="FF0000"/>
                </a:solidFill>
                <a:latin typeface="Times New Roman" panose="02020603050405020304" pitchFamily="18" charset="0"/>
                <a:ea typeface="华文中宋" panose="02010600040101010101" pitchFamily="2" charset="-122"/>
              </a:rPr>
              <a:t>Newton</a:t>
            </a:r>
            <a:r>
              <a:rPr lang="en-US" altLang="zh-CN" sz="2800" b="1">
                <a:solidFill>
                  <a:srgbClr val="FF0000"/>
                </a:solidFill>
                <a:latin typeface="Times New Roman" panose="02020603050405020304" pitchFamily="18" charset="0"/>
              </a:rPr>
              <a:t>”</a:t>
            </a:r>
            <a:endParaRPr lang="zh-CN" altLang="en-US" sz="2800" b="1">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5"/>
                                        </p:tgtEl>
                                        <p:attrNameLst>
                                          <p:attrName>style.visibility</p:attrName>
                                        </p:attrNameLst>
                                      </p:cBhvr>
                                      <p:to>
                                        <p:strVal val="visible"/>
                                      </p:to>
                                    </p:set>
                                    <p:animEffect transition="in" filter="blinds(horizontal)">
                                      <p:cBhvr>
                                        <p:cTn id="7" dur="500"/>
                                        <p:tgtEl>
                                          <p:spTgt spid="419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blinds(horizontal)">
                                      <p:cBhvr>
                                        <p:cTn id="17"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Grp="1" noChangeAspect="1"/>
          </p:cNvGraphicFramePr>
          <p:nvPr>
            <p:ph/>
          </p:nvPr>
        </p:nvGraphicFramePr>
        <p:xfrm>
          <a:off x="2586039" y="1179514"/>
          <a:ext cx="4173537" cy="1216025"/>
        </p:xfrm>
        <a:graphic>
          <a:graphicData uri="http://schemas.openxmlformats.org/presentationml/2006/ole">
            <mc:AlternateContent xmlns:mc="http://schemas.openxmlformats.org/markup-compatibility/2006">
              <mc:Choice xmlns:v="urn:schemas-microsoft-com:vml" Requires="v">
                <p:oleObj spid="_x0000_s43160" name="Equation" r:id="rId4" imgW="1612900" imgH="469900" progId="Equation.DSMT4">
                  <p:embed/>
                </p:oleObj>
              </mc:Choice>
              <mc:Fallback>
                <p:oleObj name="Equation" r:id="rId4" imgW="1612900" imgH="4699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9" y="1179514"/>
                        <a:ext cx="4173537"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1" name="Text Box 4"/>
          <p:cNvSpPr txBox="1">
            <a:spLocks noChangeArrowheads="1"/>
          </p:cNvSpPr>
          <p:nvPr/>
        </p:nvSpPr>
        <p:spPr bwMode="auto">
          <a:xfrm>
            <a:off x="2270125" y="279401"/>
            <a:ext cx="7200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latin typeface="隶书" panose="02010509060101010101" pitchFamily="49" charset="-122"/>
                <a:ea typeface="隶书" panose="02010509060101010101" pitchFamily="49" charset="-122"/>
              </a:rPr>
              <a:t>例：求平行电流元间的相互作用力。</a:t>
            </a:r>
          </a:p>
        </p:txBody>
      </p:sp>
      <p:sp>
        <p:nvSpPr>
          <p:cNvPr id="43012" name="Line 5"/>
          <p:cNvSpPr>
            <a:spLocks noChangeShapeType="1"/>
          </p:cNvSpPr>
          <p:nvPr/>
        </p:nvSpPr>
        <p:spPr bwMode="auto">
          <a:xfrm flipV="1">
            <a:off x="7896225" y="819151"/>
            <a:ext cx="0" cy="13049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3" name="Line 6"/>
          <p:cNvSpPr>
            <a:spLocks noChangeShapeType="1"/>
          </p:cNvSpPr>
          <p:nvPr/>
        </p:nvSpPr>
        <p:spPr bwMode="auto">
          <a:xfrm flipV="1">
            <a:off x="9921875" y="863601"/>
            <a:ext cx="0" cy="13049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4" name="Line 7"/>
          <p:cNvSpPr>
            <a:spLocks noChangeShapeType="1"/>
          </p:cNvSpPr>
          <p:nvPr/>
        </p:nvSpPr>
        <p:spPr bwMode="auto">
          <a:xfrm>
            <a:off x="7896225" y="1449388"/>
            <a:ext cx="2025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3015" name="Object 8"/>
          <p:cNvGraphicFramePr>
            <a:graphicFrameLocks noChangeAspect="1"/>
          </p:cNvGraphicFramePr>
          <p:nvPr/>
        </p:nvGraphicFramePr>
        <p:xfrm>
          <a:off x="7131050" y="1042988"/>
          <a:ext cx="819150" cy="488950"/>
        </p:xfrm>
        <a:graphic>
          <a:graphicData uri="http://schemas.openxmlformats.org/presentationml/2006/ole">
            <mc:AlternateContent xmlns:mc="http://schemas.openxmlformats.org/markup-compatibility/2006">
              <mc:Choice xmlns:v="urn:schemas-microsoft-com:vml" Requires="v">
                <p:oleObj spid="_x0000_s43161" name="Equation" r:id="rId6" imgW="304536" imgH="253780" progId="Equation.DSMT4">
                  <p:embed/>
                </p:oleObj>
              </mc:Choice>
              <mc:Fallback>
                <p:oleObj name="Equation" r:id="rId6" imgW="304536" imgH="2537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1050" y="1042988"/>
                        <a:ext cx="81915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6" name="Object 9"/>
          <p:cNvGraphicFramePr>
            <a:graphicFrameLocks noChangeAspect="1"/>
          </p:cNvGraphicFramePr>
          <p:nvPr/>
        </p:nvGraphicFramePr>
        <p:xfrm>
          <a:off x="8616950" y="908051"/>
          <a:ext cx="661988" cy="608013"/>
        </p:xfrm>
        <a:graphic>
          <a:graphicData uri="http://schemas.openxmlformats.org/presentationml/2006/ole">
            <mc:AlternateContent xmlns:mc="http://schemas.openxmlformats.org/markup-compatibility/2006">
              <mc:Choice xmlns:v="urn:schemas-microsoft-com:vml" Requires="v">
                <p:oleObj spid="_x0000_s43162" name="Equation" r:id="rId8" imgW="177646" imgH="228402" progId="Equation.DSMT4">
                  <p:embed/>
                </p:oleObj>
              </mc:Choice>
              <mc:Fallback>
                <p:oleObj name="Equation" r:id="rId8" imgW="177646" imgH="228402"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16950" y="908051"/>
                        <a:ext cx="661988"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7" name="Object 10"/>
          <p:cNvGraphicFramePr>
            <a:graphicFrameLocks noChangeAspect="1"/>
          </p:cNvGraphicFramePr>
          <p:nvPr/>
        </p:nvGraphicFramePr>
        <p:xfrm>
          <a:off x="9485314" y="368300"/>
          <a:ext cx="885825" cy="488950"/>
        </p:xfrm>
        <a:graphic>
          <a:graphicData uri="http://schemas.openxmlformats.org/presentationml/2006/ole">
            <mc:AlternateContent xmlns:mc="http://schemas.openxmlformats.org/markup-compatibility/2006">
              <mc:Choice xmlns:v="urn:schemas-microsoft-com:vml" Requires="v">
                <p:oleObj spid="_x0000_s43163" name="Equation" r:id="rId10" imgW="330057" imgH="253890" progId="Equation.DSMT4">
                  <p:embed/>
                </p:oleObj>
              </mc:Choice>
              <mc:Fallback>
                <p:oleObj name="Equation" r:id="rId10" imgW="330057" imgH="25389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85314" y="368300"/>
                        <a:ext cx="88582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8" name="Line 11"/>
          <p:cNvSpPr>
            <a:spLocks noChangeShapeType="1"/>
          </p:cNvSpPr>
          <p:nvPr/>
        </p:nvSpPr>
        <p:spPr bwMode="auto">
          <a:xfrm>
            <a:off x="7896225" y="1719263"/>
            <a:ext cx="4953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9" name="Line 12"/>
          <p:cNvSpPr>
            <a:spLocks noChangeShapeType="1"/>
          </p:cNvSpPr>
          <p:nvPr/>
        </p:nvSpPr>
        <p:spPr bwMode="auto">
          <a:xfrm flipH="1">
            <a:off x="9382125" y="1719263"/>
            <a:ext cx="5397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3020" name="Object 13"/>
          <p:cNvGraphicFramePr>
            <a:graphicFrameLocks noChangeAspect="1"/>
          </p:cNvGraphicFramePr>
          <p:nvPr/>
        </p:nvGraphicFramePr>
        <p:xfrm>
          <a:off x="9201151" y="1763713"/>
          <a:ext cx="785813" cy="488950"/>
        </p:xfrm>
        <a:graphic>
          <a:graphicData uri="http://schemas.openxmlformats.org/presentationml/2006/ole">
            <mc:AlternateContent xmlns:mc="http://schemas.openxmlformats.org/markup-compatibility/2006">
              <mc:Choice xmlns:v="urn:schemas-microsoft-com:vml" Requires="v">
                <p:oleObj spid="_x0000_s43164" name="Equation" r:id="rId12" imgW="291973" imgH="253890" progId="Equation.DSMT4">
                  <p:embed/>
                </p:oleObj>
              </mc:Choice>
              <mc:Fallback>
                <p:oleObj name="Equation" r:id="rId12" imgW="291973" imgH="25389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01151" y="1763713"/>
                        <a:ext cx="7858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1" name="Object 14"/>
          <p:cNvGraphicFramePr>
            <a:graphicFrameLocks noChangeAspect="1"/>
          </p:cNvGraphicFramePr>
          <p:nvPr/>
        </p:nvGraphicFramePr>
        <p:xfrm>
          <a:off x="7940676" y="1719263"/>
          <a:ext cx="785813" cy="488950"/>
        </p:xfrm>
        <a:graphic>
          <a:graphicData uri="http://schemas.openxmlformats.org/presentationml/2006/ole">
            <mc:AlternateContent xmlns:mc="http://schemas.openxmlformats.org/markup-compatibility/2006">
              <mc:Choice xmlns:v="urn:schemas-microsoft-com:vml" Requires="v">
                <p:oleObj spid="_x0000_s43165" name="Equation" r:id="rId14" imgW="291973" imgH="253890" progId="Equation.DSMT4">
                  <p:embed/>
                </p:oleObj>
              </mc:Choice>
              <mc:Fallback>
                <p:oleObj name="Equation" r:id="rId14" imgW="291973" imgH="253890"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40676" y="1719263"/>
                        <a:ext cx="7858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2" name="Object 15"/>
          <p:cNvGraphicFramePr>
            <a:graphicFrameLocks noChangeAspect="1"/>
          </p:cNvGraphicFramePr>
          <p:nvPr/>
        </p:nvGraphicFramePr>
        <p:xfrm>
          <a:off x="2809876" y="2573338"/>
          <a:ext cx="2924175" cy="1117600"/>
        </p:xfrm>
        <a:graphic>
          <a:graphicData uri="http://schemas.openxmlformats.org/presentationml/2006/ole">
            <mc:AlternateContent xmlns:mc="http://schemas.openxmlformats.org/markup-compatibility/2006">
              <mc:Choice xmlns:v="urn:schemas-microsoft-com:vml" Requires="v">
                <p:oleObj spid="_x0000_s43166" name="Equation" r:id="rId16" imgW="1129810" imgH="431613" progId="Equation.DSMT4">
                  <p:embed/>
                </p:oleObj>
              </mc:Choice>
              <mc:Fallback>
                <p:oleObj name="Equation" r:id="rId16" imgW="1129810" imgH="431613"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09876" y="2573338"/>
                        <a:ext cx="2924175"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3" name="Object 16"/>
          <p:cNvGraphicFramePr>
            <a:graphicFrameLocks noChangeAspect="1"/>
          </p:cNvGraphicFramePr>
          <p:nvPr/>
        </p:nvGraphicFramePr>
        <p:xfrm>
          <a:off x="2900363" y="3924301"/>
          <a:ext cx="2038350" cy="657225"/>
        </p:xfrm>
        <a:graphic>
          <a:graphicData uri="http://schemas.openxmlformats.org/presentationml/2006/ole">
            <mc:AlternateContent xmlns:mc="http://schemas.openxmlformats.org/markup-compatibility/2006">
              <mc:Choice xmlns:v="urn:schemas-microsoft-com:vml" Requires="v">
                <p:oleObj spid="_x0000_s43167" name="Equation" r:id="rId18" imgW="787058" imgH="253890" progId="Equation.DSMT4">
                  <p:embed/>
                </p:oleObj>
              </mc:Choice>
              <mc:Fallback>
                <p:oleObj name="Equation" r:id="rId18" imgW="787058" imgH="253890" progId="Equation.DSMT4">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00363" y="3924301"/>
                        <a:ext cx="203835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Object 2"/>
          <p:cNvGraphicFramePr>
            <a:graphicFrameLocks noGrp="1" noChangeAspect="1"/>
          </p:cNvGraphicFramePr>
          <p:nvPr>
            <p:ph/>
          </p:nvPr>
        </p:nvGraphicFramePr>
        <p:xfrm>
          <a:off x="2586039" y="1179514"/>
          <a:ext cx="4173537" cy="1216025"/>
        </p:xfrm>
        <a:graphic>
          <a:graphicData uri="http://schemas.openxmlformats.org/presentationml/2006/ole">
            <mc:AlternateContent xmlns:mc="http://schemas.openxmlformats.org/markup-compatibility/2006">
              <mc:Choice xmlns:v="urn:schemas-microsoft-com:vml" Requires="v">
                <p:oleObj spid="_x0000_s45266" name="Equation" r:id="rId4" imgW="1612900" imgH="469900" progId="Equation.DSMT4">
                  <p:embed/>
                </p:oleObj>
              </mc:Choice>
              <mc:Fallback>
                <p:oleObj name="Equation" r:id="rId4" imgW="1612900" imgH="4699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9" y="1179514"/>
                        <a:ext cx="4173537"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9" name="Text Box 3"/>
          <p:cNvSpPr txBox="1">
            <a:spLocks noChangeArrowheads="1"/>
          </p:cNvSpPr>
          <p:nvPr/>
        </p:nvSpPr>
        <p:spPr bwMode="auto">
          <a:xfrm>
            <a:off x="2270125" y="279401"/>
            <a:ext cx="7200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latin typeface="隶书" panose="02010509060101010101" pitchFamily="49" charset="-122"/>
                <a:ea typeface="隶书" panose="02010509060101010101" pitchFamily="49" charset="-122"/>
              </a:rPr>
              <a:t>例：求垂直电流元间的相互作用力。</a:t>
            </a:r>
          </a:p>
        </p:txBody>
      </p:sp>
      <p:sp>
        <p:nvSpPr>
          <p:cNvPr id="45060" name="Line 5"/>
          <p:cNvSpPr>
            <a:spLocks noChangeShapeType="1"/>
          </p:cNvSpPr>
          <p:nvPr/>
        </p:nvSpPr>
        <p:spPr bwMode="auto">
          <a:xfrm flipV="1">
            <a:off x="9921875" y="863601"/>
            <a:ext cx="0" cy="13049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1" name="Line 6"/>
          <p:cNvSpPr>
            <a:spLocks noChangeShapeType="1"/>
          </p:cNvSpPr>
          <p:nvPr/>
        </p:nvSpPr>
        <p:spPr bwMode="auto">
          <a:xfrm>
            <a:off x="7896225" y="1449388"/>
            <a:ext cx="2025650" cy="0"/>
          </a:xfrm>
          <a:prstGeom prst="line">
            <a:avLst/>
          </a:prstGeom>
          <a:noFill/>
          <a:ln w="9525"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5062" name="Object 7"/>
          <p:cNvGraphicFramePr>
            <a:graphicFrameLocks noChangeAspect="1"/>
          </p:cNvGraphicFramePr>
          <p:nvPr/>
        </p:nvGraphicFramePr>
        <p:xfrm>
          <a:off x="7716838" y="908050"/>
          <a:ext cx="819150" cy="488950"/>
        </p:xfrm>
        <a:graphic>
          <a:graphicData uri="http://schemas.openxmlformats.org/presentationml/2006/ole">
            <mc:AlternateContent xmlns:mc="http://schemas.openxmlformats.org/markup-compatibility/2006">
              <mc:Choice xmlns:v="urn:schemas-microsoft-com:vml" Requires="v">
                <p:oleObj spid="_x0000_s45267" name="Equation" r:id="rId6" imgW="304536" imgH="253780" progId="Equation.DSMT4">
                  <p:embed/>
                </p:oleObj>
              </mc:Choice>
              <mc:Fallback>
                <p:oleObj name="Equation" r:id="rId6" imgW="304536" imgH="2537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16838" y="908050"/>
                        <a:ext cx="81915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3" name="Object 8"/>
          <p:cNvGraphicFramePr>
            <a:graphicFrameLocks noChangeAspect="1"/>
          </p:cNvGraphicFramePr>
          <p:nvPr/>
        </p:nvGraphicFramePr>
        <p:xfrm>
          <a:off x="8796339" y="908051"/>
          <a:ext cx="661987" cy="608013"/>
        </p:xfrm>
        <a:graphic>
          <a:graphicData uri="http://schemas.openxmlformats.org/presentationml/2006/ole">
            <mc:AlternateContent xmlns:mc="http://schemas.openxmlformats.org/markup-compatibility/2006">
              <mc:Choice xmlns:v="urn:schemas-microsoft-com:vml" Requires="v">
                <p:oleObj spid="_x0000_s45268" name="Equation" r:id="rId8" imgW="177646" imgH="228402" progId="Equation.DSMT4">
                  <p:embed/>
                </p:oleObj>
              </mc:Choice>
              <mc:Fallback>
                <p:oleObj name="Equation" r:id="rId8" imgW="177646" imgH="228402"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96339" y="908051"/>
                        <a:ext cx="661987"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4" name="Object 9"/>
          <p:cNvGraphicFramePr>
            <a:graphicFrameLocks noChangeAspect="1"/>
          </p:cNvGraphicFramePr>
          <p:nvPr/>
        </p:nvGraphicFramePr>
        <p:xfrm>
          <a:off x="9485314" y="368300"/>
          <a:ext cx="885825" cy="488950"/>
        </p:xfrm>
        <a:graphic>
          <a:graphicData uri="http://schemas.openxmlformats.org/presentationml/2006/ole">
            <mc:AlternateContent xmlns:mc="http://schemas.openxmlformats.org/markup-compatibility/2006">
              <mc:Choice xmlns:v="urn:schemas-microsoft-com:vml" Requires="v">
                <p:oleObj spid="_x0000_s45269" name="Equation" r:id="rId10" imgW="330057" imgH="253890" progId="Equation.DSMT4">
                  <p:embed/>
                </p:oleObj>
              </mc:Choice>
              <mc:Fallback>
                <p:oleObj name="Equation" r:id="rId10" imgW="330057" imgH="25389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85314" y="368300"/>
                        <a:ext cx="88582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5" name="Object 12"/>
          <p:cNvGraphicFramePr>
            <a:graphicFrameLocks noChangeAspect="1"/>
          </p:cNvGraphicFramePr>
          <p:nvPr/>
        </p:nvGraphicFramePr>
        <p:xfrm>
          <a:off x="9605963" y="1584325"/>
          <a:ext cx="785812" cy="488950"/>
        </p:xfrm>
        <a:graphic>
          <a:graphicData uri="http://schemas.openxmlformats.org/presentationml/2006/ole">
            <mc:AlternateContent xmlns:mc="http://schemas.openxmlformats.org/markup-compatibility/2006">
              <mc:Choice xmlns:v="urn:schemas-microsoft-com:vml" Requires="v">
                <p:oleObj spid="_x0000_s45270" name="Equation" r:id="rId12" imgW="291973" imgH="253890" progId="Equation.DSMT4">
                  <p:embed/>
                </p:oleObj>
              </mc:Choice>
              <mc:Fallback>
                <p:oleObj name="Equation" r:id="rId12" imgW="291973" imgH="25389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605963" y="1584325"/>
                        <a:ext cx="7858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6" name="Object 13"/>
          <p:cNvGraphicFramePr>
            <a:graphicFrameLocks noChangeAspect="1"/>
          </p:cNvGraphicFramePr>
          <p:nvPr/>
        </p:nvGraphicFramePr>
        <p:xfrm>
          <a:off x="7896226" y="2124075"/>
          <a:ext cx="785813" cy="488950"/>
        </p:xfrm>
        <a:graphic>
          <a:graphicData uri="http://schemas.openxmlformats.org/presentationml/2006/ole">
            <mc:AlternateContent xmlns:mc="http://schemas.openxmlformats.org/markup-compatibility/2006">
              <mc:Choice xmlns:v="urn:schemas-microsoft-com:vml" Requires="v">
                <p:oleObj spid="_x0000_s45271" name="Equation" r:id="rId14" imgW="291973" imgH="253890" progId="Equation.DSMT4">
                  <p:embed/>
                </p:oleObj>
              </mc:Choice>
              <mc:Fallback>
                <p:oleObj name="Equation" r:id="rId14" imgW="291973" imgH="25389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96226" y="2124075"/>
                        <a:ext cx="7858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7" name="Object 14"/>
          <p:cNvGraphicFramePr>
            <a:graphicFrameLocks noChangeAspect="1"/>
          </p:cNvGraphicFramePr>
          <p:nvPr/>
        </p:nvGraphicFramePr>
        <p:xfrm>
          <a:off x="3644900" y="3330575"/>
          <a:ext cx="1346200" cy="592138"/>
        </p:xfrm>
        <a:graphic>
          <a:graphicData uri="http://schemas.openxmlformats.org/presentationml/2006/ole">
            <mc:AlternateContent xmlns:mc="http://schemas.openxmlformats.org/markup-compatibility/2006">
              <mc:Choice xmlns:v="urn:schemas-microsoft-com:vml" Requires="v">
                <p:oleObj spid="_x0000_s45272" name="Equation" r:id="rId16" imgW="520700" imgH="228600" progId="Equation.DSMT4">
                  <p:embed/>
                </p:oleObj>
              </mc:Choice>
              <mc:Fallback>
                <p:oleObj name="Equation" r:id="rId16" imgW="520700" imgH="228600"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44900" y="3330575"/>
                        <a:ext cx="1346200"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8" name="Line 16"/>
          <p:cNvSpPr>
            <a:spLocks noChangeShapeType="1"/>
          </p:cNvSpPr>
          <p:nvPr/>
        </p:nvSpPr>
        <p:spPr bwMode="auto">
          <a:xfrm>
            <a:off x="7896225" y="1449388"/>
            <a:ext cx="630238"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69" name="Line 17"/>
          <p:cNvSpPr>
            <a:spLocks noChangeShapeType="1"/>
          </p:cNvSpPr>
          <p:nvPr/>
        </p:nvSpPr>
        <p:spPr bwMode="auto">
          <a:xfrm>
            <a:off x="8121650" y="1447800"/>
            <a:ext cx="0" cy="5857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5070" name="Group 21"/>
          <p:cNvGrpSpPr>
            <a:grpSpLocks/>
          </p:cNvGrpSpPr>
          <p:nvPr/>
        </p:nvGrpSpPr>
        <p:grpSpPr bwMode="auto">
          <a:xfrm>
            <a:off x="9786938" y="1314451"/>
            <a:ext cx="271462" cy="271463"/>
            <a:chOff x="3730" y="2387"/>
            <a:chExt cx="171" cy="171"/>
          </a:xfrm>
        </p:grpSpPr>
        <p:sp>
          <p:nvSpPr>
            <p:cNvPr id="45077" name="Oval 18"/>
            <p:cNvSpPr>
              <a:spLocks noChangeArrowheads="1"/>
            </p:cNvSpPr>
            <p:nvPr/>
          </p:nvSpPr>
          <p:spPr bwMode="auto">
            <a:xfrm>
              <a:off x="3730" y="2387"/>
              <a:ext cx="171" cy="17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5078" name="Oval 20"/>
            <p:cNvSpPr>
              <a:spLocks noChangeArrowheads="1"/>
            </p:cNvSpPr>
            <p:nvPr/>
          </p:nvSpPr>
          <p:spPr bwMode="auto">
            <a:xfrm>
              <a:off x="3787" y="2443"/>
              <a:ext cx="57" cy="57"/>
            </a:xfrm>
            <a:prstGeom prst="ellipse">
              <a:avLst/>
            </a:prstGeom>
            <a:solidFill>
              <a:schemeClr val="tx2"/>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graphicFrame>
        <p:nvGraphicFramePr>
          <p:cNvPr id="45071" name="Object 22"/>
          <p:cNvGraphicFramePr>
            <a:graphicFrameLocks noChangeAspect="1"/>
          </p:cNvGraphicFramePr>
          <p:nvPr/>
        </p:nvGraphicFramePr>
        <p:xfrm>
          <a:off x="3665538" y="2393951"/>
          <a:ext cx="1808162" cy="657225"/>
        </p:xfrm>
        <a:graphic>
          <a:graphicData uri="http://schemas.openxmlformats.org/presentationml/2006/ole">
            <mc:AlternateContent xmlns:mc="http://schemas.openxmlformats.org/markup-compatibility/2006">
              <mc:Choice xmlns:v="urn:schemas-microsoft-com:vml" Requires="v">
                <p:oleObj spid="_x0000_s45273" name="Equation" r:id="rId18" imgW="698197" imgH="253890" progId="Equation.DSMT4">
                  <p:embed/>
                </p:oleObj>
              </mc:Choice>
              <mc:Fallback>
                <p:oleObj name="Equation" r:id="rId18" imgW="698197" imgH="253890" progId="Equation.DSMT4">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65538" y="2393951"/>
                        <a:ext cx="1808162"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2" name="Object 23"/>
          <p:cNvGraphicFramePr>
            <a:graphicFrameLocks noChangeAspect="1"/>
          </p:cNvGraphicFramePr>
          <p:nvPr/>
        </p:nvGraphicFramePr>
        <p:xfrm>
          <a:off x="2451100" y="4014789"/>
          <a:ext cx="4205288" cy="1216025"/>
        </p:xfrm>
        <a:graphic>
          <a:graphicData uri="http://schemas.openxmlformats.org/presentationml/2006/ole">
            <mc:AlternateContent xmlns:mc="http://schemas.openxmlformats.org/markup-compatibility/2006">
              <mc:Choice xmlns:v="urn:schemas-microsoft-com:vml" Requires="v">
                <p:oleObj spid="_x0000_s45274" name="Equation" r:id="rId20" imgW="1625600" imgH="469900" progId="Equation.DSMT4">
                  <p:embed/>
                </p:oleObj>
              </mc:Choice>
              <mc:Fallback>
                <p:oleObj name="Equation" r:id="rId20" imgW="1625600" imgH="469900" progId="Equation.DSMT4">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51100" y="4014789"/>
                        <a:ext cx="4205288"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3" name="Object 24"/>
          <p:cNvGraphicFramePr>
            <a:graphicFrameLocks noChangeAspect="1"/>
          </p:cNvGraphicFramePr>
          <p:nvPr/>
        </p:nvGraphicFramePr>
        <p:xfrm>
          <a:off x="7265988" y="4149725"/>
          <a:ext cx="2589212" cy="533400"/>
        </p:xfrm>
        <a:graphic>
          <a:graphicData uri="http://schemas.openxmlformats.org/presentationml/2006/ole">
            <mc:AlternateContent xmlns:mc="http://schemas.openxmlformats.org/markup-compatibility/2006">
              <mc:Choice xmlns:v="urn:schemas-microsoft-com:vml" Requires="v">
                <p:oleObj spid="_x0000_s45275" name="Equation" r:id="rId22" imgW="1231366" imgH="253890" progId="Equation.DSMT4">
                  <p:embed/>
                </p:oleObj>
              </mc:Choice>
              <mc:Fallback>
                <p:oleObj name="Equation" r:id="rId22" imgW="1231366" imgH="253890" progId="Equation.DSMT4">
                  <p:embed/>
                  <p:pic>
                    <p:nvPicPr>
                      <p:cNvPr id="0"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65988" y="4149725"/>
                        <a:ext cx="25892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4" name="Object 25"/>
          <p:cNvGraphicFramePr>
            <a:graphicFrameLocks noChangeAspect="1"/>
          </p:cNvGraphicFramePr>
          <p:nvPr/>
        </p:nvGraphicFramePr>
        <p:xfrm>
          <a:off x="2630489" y="5319713"/>
          <a:ext cx="2924175" cy="1117600"/>
        </p:xfrm>
        <a:graphic>
          <a:graphicData uri="http://schemas.openxmlformats.org/presentationml/2006/ole">
            <mc:AlternateContent xmlns:mc="http://schemas.openxmlformats.org/markup-compatibility/2006">
              <mc:Choice xmlns:v="urn:schemas-microsoft-com:vml" Requires="v">
                <p:oleObj spid="_x0000_s45276" name="Equation" r:id="rId24" imgW="1129810" imgH="431613" progId="Equation.DSMT4">
                  <p:embed/>
                </p:oleObj>
              </mc:Choice>
              <mc:Fallback>
                <p:oleObj name="Equation" r:id="rId24" imgW="1129810" imgH="431613" progId="Equation.DSMT4">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630489" y="5319713"/>
                        <a:ext cx="2924175"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75" name="Text Box 26"/>
          <p:cNvSpPr txBox="1">
            <a:spLocks noChangeArrowheads="1"/>
          </p:cNvSpPr>
          <p:nvPr/>
        </p:nvSpPr>
        <p:spPr bwMode="auto">
          <a:xfrm>
            <a:off x="2720976" y="6129338"/>
            <a:ext cx="1304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方向向下</a:t>
            </a:r>
          </a:p>
        </p:txBody>
      </p:sp>
      <p:sp>
        <p:nvSpPr>
          <p:cNvPr id="45076" name="Text Box 27"/>
          <p:cNvSpPr txBox="1">
            <a:spLocks noChangeArrowheads="1"/>
          </p:cNvSpPr>
          <p:nvPr/>
        </p:nvSpPr>
        <p:spPr bwMode="auto">
          <a:xfrm>
            <a:off x="5691189" y="4868863"/>
            <a:ext cx="47704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rPr>
              <a:t>结论：电流元间不满足牛顿第三定律，实际中，不存在孤立的稳恒电流元。沿回路积分，回路作用力总与反作用力大小相等，方向相反。</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Grp="1" noChangeAspect="1"/>
          </p:cNvGraphicFramePr>
          <p:nvPr>
            <p:ph sz="half" idx="1"/>
          </p:nvPr>
        </p:nvGraphicFramePr>
        <p:xfrm>
          <a:off x="2630488" y="863601"/>
          <a:ext cx="3960812" cy="1154113"/>
        </p:xfrm>
        <a:graphic>
          <a:graphicData uri="http://schemas.openxmlformats.org/presentationml/2006/ole">
            <mc:AlternateContent xmlns:mc="http://schemas.openxmlformats.org/markup-compatibility/2006">
              <mc:Choice xmlns:v="urn:schemas-microsoft-com:vml" Requires="v">
                <p:oleObj spid="_x0000_s47365" name="Equation" r:id="rId4" imgW="1612900" imgH="469900" progId="Equation.DSMT4">
                  <p:embed/>
                </p:oleObj>
              </mc:Choice>
              <mc:Fallback>
                <p:oleObj name="Equation" r:id="rId4" imgW="1612900" imgH="4699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0488" y="863601"/>
                        <a:ext cx="3960812" cy="1154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7" name="Text Box 3"/>
          <p:cNvSpPr txBox="1">
            <a:spLocks noChangeArrowheads="1"/>
          </p:cNvSpPr>
          <p:nvPr/>
        </p:nvSpPr>
        <p:spPr bwMode="auto">
          <a:xfrm>
            <a:off x="2270125" y="279400"/>
            <a:ext cx="558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电流强度单位：安培的定义的绝对测量</a:t>
            </a:r>
          </a:p>
        </p:txBody>
      </p:sp>
      <p:sp>
        <p:nvSpPr>
          <p:cNvPr id="47108" name="Line 4"/>
          <p:cNvSpPr>
            <a:spLocks noChangeShapeType="1"/>
          </p:cNvSpPr>
          <p:nvPr/>
        </p:nvSpPr>
        <p:spPr bwMode="auto">
          <a:xfrm flipV="1">
            <a:off x="7896225" y="819151"/>
            <a:ext cx="0" cy="13049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09" name="Line 5"/>
          <p:cNvSpPr>
            <a:spLocks noChangeShapeType="1"/>
          </p:cNvSpPr>
          <p:nvPr/>
        </p:nvSpPr>
        <p:spPr bwMode="auto">
          <a:xfrm flipV="1">
            <a:off x="9921875" y="863601"/>
            <a:ext cx="0" cy="13049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0" name="Line 6"/>
          <p:cNvSpPr>
            <a:spLocks noChangeShapeType="1"/>
          </p:cNvSpPr>
          <p:nvPr/>
        </p:nvSpPr>
        <p:spPr bwMode="auto">
          <a:xfrm>
            <a:off x="7896225" y="1449388"/>
            <a:ext cx="20256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111" name="Object 7"/>
          <p:cNvGraphicFramePr>
            <a:graphicFrameLocks noChangeAspect="1"/>
          </p:cNvGraphicFramePr>
          <p:nvPr/>
        </p:nvGraphicFramePr>
        <p:xfrm>
          <a:off x="7131050" y="1042988"/>
          <a:ext cx="819150" cy="488950"/>
        </p:xfrm>
        <a:graphic>
          <a:graphicData uri="http://schemas.openxmlformats.org/presentationml/2006/ole">
            <mc:AlternateContent xmlns:mc="http://schemas.openxmlformats.org/markup-compatibility/2006">
              <mc:Choice xmlns:v="urn:schemas-microsoft-com:vml" Requires="v">
                <p:oleObj spid="_x0000_s47366" name="Equation" r:id="rId6" imgW="304536" imgH="253780" progId="Equation.DSMT4">
                  <p:embed/>
                </p:oleObj>
              </mc:Choice>
              <mc:Fallback>
                <p:oleObj name="Equation" r:id="rId6" imgW="304536" imgH="2537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1050" y="1042988"/>
                        <a:ext cx="81915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2" name="Object 8"/>
          <p:cNvGraphicFramePr>
            <a:graphicFrameLocks noChangeAspect="1"/>
          </p:cNvGraphicFramePr>
          <p:nvPr/>
        </p:nvGraphicFramePr>
        <p:xfrm>
          <a:off x="8616950" y="908051"/>
          <a:ext cx="661988" cy="608013"/>
        </p:xfrm>
        <a:graphic>
          <a:graphicData uri="http://schemas.openxmlformats.org/presentationml/2006/ole">
            <mc:AlternateContent xmlns:mc="http://schemas.openxmlformats.org/markup-compatibility/2006">
              <mc:Choice xmlns:v="urn:schemas-microsoft-com:vml" Requires="v">
                <p:oleObj spid="_x0000_s47367" name="Equation" r:id="rId8" imgW="177646" imgH="228402" progId="Equation.DSMT4">
                  <p:embed/>
                </p:oleObj>
              </mc:Choice>
              <mc:Fallback>
                <p:oleObj name="Equation" r:id="rId8" imgW="177646" imgH="228402"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16950" y="908051"/>
                        <a:ext cx="661988"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3" name="Object 9"/>
          <p:cNvGraphicFramePr>
            <a:graphicFrameLocks noChangeAspect="1"/>
          </p:cNvGraphicFramePr>
          <p:nvPr/>
        </p:nvGraphicFramePr>
        <p:xfrm>
          <a:off x="9485314" y="368300"/>
          <a:ext cx="885825" cy="488950"/>
        </p:xfrm>
        <a:graphic>
          <a:graphicData uri="http://schemas.openxmlformats.org/presentationml/2006/ole">
            <mc:AlternateContent xmlns:mc="http://schemas.openxmlformats.org/markup-compatibility/2006">
              <mc:Choice xmlns:v="urn:schemas-microsoft-com:vml" Requires="v">
                <p:oleObj spid="_x0000_s47368" name="Equation" r:id="rId10" imgW="330057" imgH="253890" progId="Equation.DSMT4">
                  <p:embed/>
                </p:oleObj>
              </mc:Choice>
              <mc:Fallback>
                <p:oleObj name="Equation" r:id="rId10" imgW="330057" imgH="25389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85314" y="368300"/>
                        <a:ext cx="88582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4" name="Line 10"/>
          <p:cNvSpPr>
            <a:spLocks noChangeShapeType="1"/>
          </p:cNvSpPr>
          <p:nvPr/>
        </p:nvSpPr>
        <p:spPr bwMode="auto">
          <a:xfrm>
            <a:off x="7896225" y="1719263"/>
            <a:ext cx="4953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5" name="Line 11"/>
          <p:cNvSpPr>
            <a:spLocks noChangeShapeType="1"/>
          </p:cNvSpPr>
          <p:nvPr/>
        </p:nvSpPr>
        <p:spPr bwMode="auto">
          <a:xfrm flipH="1">
            <a:off x="9382125" y="1719263"/>
            <a:ext cx="5397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116" name="Object 12"/>
          <p:cNvGraphicFramePr>
            <a:graphicFrameLocks noChangeAspect="1"/>
          </p:cNvGraphicFramePr>
          <p:nvPr/>
        </p:nvGraphicFramePr>
        <p:xfrm>
          <a:off x="9201151" y="1763713"/>
          <a:ext cx="785813" cy="488950"/>
        </p:xfrm>
        <a:graphic>
          <a:graphicData uri="http://schemas.openxmlformats.org/presentationml/2006/ole">
            <mc:AlternateContent xmlns:mc="http://schemas.openxmlformats.org/markup-compatibility/2006">
              <mc:Choice xmlns:v="urn:schemas-microsoft-com:vml" Requires="v">
                <p:oleObj spid="_x0000_s47369" name="Equation" r:id="rId12" imgW="291973" imgH="253890" progId="Equation.DSMT4">
                  <p:embed/>
                </p:oleObj>
              </mc:Choice>
              <mc:Fallback>
                <p:oleObj name="Equation" r:id="rId12" imgW="291973" imgH="25389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01151" y="1763713"/>
                        <a:ext cx="7858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7" name="Object 13"/>
          <p:cNvGraphicFramePr>
            <a:graphicFrameLocks noChangeAspect="1"/>
          </p:cNvGraphicFramePr>
          <p:nvPr/>
        </p:nvGraphicFramePr>
        <p:xfrm>
          <a:off x="7940676" y="1719263"/>
          <a:ext cx="785813" cy="488950"/>
        </p:xfrm>
        <a:graphic>
          <a:graphicData uri="http://schemas.openxmlformats.org/presentationml/2006/ole">
            <mc:AlternateContent xmlns:mc="http://schemas.openxmlformats.org/markup-compatibility/2006">
              <mc:Choice xmlns:v="urn:schemas-microsoft-com:vml" Requires="v">
                <p:oleObj spid="_x0000_s47370" name="Equation" r:id="rId14" imgW="291973" imgH="253890" progId="Equation.DSMT4">
                  <p:embed/>
                </p:oleObj>
              </mc:Choice>
              <mc:Fallback>
                <p:oleObj name="Equation" r:id="rId14" imgW="291973" imgH="25389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40676" y="1719263"/>
                        <a:ext cx="7858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8" name="Object 17"/>
          <p:cNvGraphicFramePr>
            <a:graphicFrameLocks noChangeAspect="1"/>
          </p:cNvGraphicFramePr>
          <p:nvPr/>
        </p:nvGraphicFramePr>
        <p:xfrm>
          <a:off x="2809876" y="2079626"/>
          <a:ext cx="1249363" cy="1019175"/>
        </p:xfrm>
        <a:graphic>
          <a:graphicData uri="http://schemas.openxmlformats.org/presentationml/2006/ole">
            <mc:AlternateContent xmlns:mc="http://schemas.openxmlformats.org/markup-compatibility/2006">
              <mc:Choice xmlns:v="urn:schemas-microsoft-com:vml" Requires="v">
                <p:oleObj spid="_x0000_s47371" name="Equation" r:id="rId16" imgW="482391" imgH="393529" progId="Equation.DSMT4">
                  <p:embed/>
                </p:oleObj>
              </mc:Choice>
              <mc:Fallback>
                <p:oleObj name="Equation" r:id="rId16" imgW="482391" imgH="393529"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09876" y="2079626"/>
                        <a:ext cx="1249363"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9" name="Object 18"/>
          <p:cNvGraphicFramePr>
            <a:graphicFrameLocks noChangeAspect="1"/>
          </p:cNvGraphicFramePr>
          <p:nvPr/>
        </p:nvGraphicFramePr>
        <p:xfrm>
          <a:off x="5151439" y="2303464"/>
          <a:ext cx="2300287" cy="623887"/>
        </p:xfrm>
        <a:graphic>
          <a:graphicData uri="http://schemas.openxmlformats.org/presentationml/2006/ole">
            <mc:AlternateContent xmlns:mc="http://schemas.openxmlformats.org/markup-compatibility/2006">
              <mc:Choice xmlns:v="urn:schemas-microsoft-com:vml" Requires="v">
                <p:oleObj spid="_x0000_s47372" name="Equation" r:id="rId18" imgW="888614" imgH="241195" progId="Equation.DSMT4">
                  <p:embed/>
                </p:oleObj>
              </mc:Choice>
              <mc:Fallback>
                <p:oleObj name="Equation" r:id="rId18" imgW="888614" imgH="241195" progId="Equation.DSMT4">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51439" y="2303464"/>
                        <a:ext cx="2300287"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0" name="Object 23"/>
          <p:cNvGraphicFramePr>
            <a:graphicFrameLocks noGrp="1" noChangeAspect="1"/>
          </p:cNvGraphicFramePr>
          <p:nvPr>
            <p:ph sz="half" idx="2"/>
          </p:nvPr>
        </p:nvGraphicFramePr>
        <p:xfrm>
          <a:off x="4791076" y="3024188"/>
          <a:ext cx="2925763" cy="1117600"/>
        </p:xfrm>
        <a:graphic>
          <a:graphicData uri="http://schemas.openxmlformats.org/presentationml/2006/ole">
            <mc:AlternateContent xmlns:mc="http://schemas.openxmlformats.org/markup-compatibility/2006">
              <mc:Choice xmlns:v="urn:schemas-microsoft-com:vml" Requires="v">
                <p:oleObj spid="_x0000_s47373" name="Equation" r:id="rId20" imgW="1129810" imgH="431613" progId="Equation.DSMT4">
                  <p:embed/>
                </p:oleObj>
              </mc:Choice>
              <mc:Fallback>
                <p:oleObj name="Equation" r:id="rId20" imgW="1129810" imgH="431613" progId="Equation.DSMT4">
                  <p:embed/>
                  <p:pic>
                    <p:nvPicPr>
                      <p:cNvPr id="0"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91076" y="3024188"/>
                        <a:ext cx="2925763"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21" name="Text Box 26"/>
          <p:cNvSpPr txBox="1">
            <a:spLocks noChangeArrowheads="1"/>
          </p:cNvSpPr>
          <p:nvPr/>
        </p:nvSpPr>
        <p:spPr bwMode="auto">
          <a:xfrm>
            <a:off x="2630488" y="3473451"/>
            <a:ext cx="153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平行导线：</a:t>
            </a:r>
          </a:p>
        </p:txBody>
      </p:sp>
      <p:graphicFrame>
        <p:nvGraphicFramePr>
          <p:cNvPr id="47122" name="Object 27"/>
          <p:cNvGraphicFramePr>
            <a:graphicFrameLocks noChangeAspect="1"/>
          </p:cNvGraphicFramePr>
          <p:nvPr/>
        </p:nvGraphicFramePr>
        <p:xfrm>
          <a:off x="2765425" y="4598988"/>
          <a:ext cx="2235200" cy="590550"/>
        </p:xfrm>
        <a:graphic>
          <a:graphicData uri="http://schemas.openxmlformats.org/presentationml/2006/ole">
            <mc:AlternateContent xmlns:mc="http://schemas.openxmlformats.org/markup-compatibility/2006">
              <mc:Choice xmlns:v="urn:schemas-microsoft-com:vml" Requires="v">
                <p:oleObj spid="_x0000_s47374" name="Equation" r:id="rId22" imgW="863225" imgH="228501" progId="Equation.DSMT4">
                  <p:embed/>
                </p:oleObj>
              </mc:Choice>
              <mc:Fallback>
                <p:oleObj name="Equation" r:id="rId22" imgW="863225" imgH="228501" progId="Equation.DSMT4">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65425" y="4598988"/>
                        <a:ext cx="223520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3" name="Object 28"/>
          <p:cNvGraphicFramePr>
            <a:graphicFrameLocks noChangeAspect="1"/>
          </p:cNvGraphicFramePr>
          <p:nvPr/>
        </p:nvGraphicFramePr>
        <p:xfrm>
          <a:off x="5556251" y="4103689"/>
          <a:ext cx="4403725" cy="1184275"/>
        </p:xfrm>
        <a:graphic>
          <a:graphicData uri="http://schemas.openxmlformats.org/presentationml/2006/ole">
            <mc:AlternateContent xmlns:mc="http://schemas.openxmlformats.org/markup-compatibility/2006">
              <mc:Choice xmlns:v="urn:schemas-microsoft-com:vml" Requires="v">
                <p:oleObj spid="_x0000_s47375" name="Equation" r:id="rId24" imgW="1701800" imgH="457200" progId="Equation.DSMT4">
                  <p:embed/>
                </p:oleObj>
              </mc:Choice>
              <mc:Fallback>
                <p:oleObj name="Equation" r:id="rId24" imgW="1701800" imgH="457200" progId="Equation.DSMT4">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556251" y="4103689"/>
                        <a:ext cx="4403725" cy="1184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4" name="Object 29"/>
          <p:cNvGraphicFramePr>
            <a:graphicFrameLocks noChangeAspect="1"/>
          </p:cNvGraphicFramePr>
          <p:nvPr/>
        </p:nvGraphicFramePr>
        <p:xfrm>
          <a:off x="2674938" y="5273675"/>
          <a:ext cx="1439862" cy="996950"/>
        </p:xfrm>
        <a:graphic>
          <a:graphicData uri="http://schemas.openxmlformats.org/presentationml/2006/ole">
            <mc:AlternateContent xmlns:mc="http://schemas.openxmlformats.org/markup-compatibility/2006">
              <mc:Choice xmlns:v="urn:schemas-microsoft-com:vml" Requires="v">
                <p:oleObj spid="_x0000_s47376" name="Equation" r:id="rId26" imgW="660400" imgH="457200" progId="Equation.DSMT4">
                  <p:embed/>
                </p:oleObj>
              </mc:Choice>
              <mc:Fallback>
                <p:oleObj name="Equation" r:id="rId26" imgW="660400" imgH="457200" progId="Equation.DSMT4">
                  <p:embed/>
                  <p:pic>
                    <p:nvPicPr>
                      <p:cNvPr id="0" name="Object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674938" y="5273675"/>
                        <a:ext cx="1439862"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5" name="Object 30"/>
          <p:cNvGraphicFramePr>
            <a:graphicFrameLocks noChangeAspect="1"/>
          </p:cNvGraphicFramePr>
          <p:nvPr/>
        </p:nvGraphicFramePr>
        <p:xfrm>
          <a:off x="4565651" y="5634038"/>
          <a:ext cx="942975" cy="387350"/>
        </p:xfrm>
        <a:graphic>
          <a:graphicData uri="http://schemas.openxmlformats.org/presentationml/2006/ole">
            <mc:AlternateContent xmlns:mc="http://schemas.openxmlformats.org/markup-compatibility/2006">
              <mc:Choice xmlns:v="urn:schemas-microsoft-com:vml" Requires="v">
                <p:oleObj spid="_x0000_s47377" name="Equation" r:id="rId28" imgW="431425" imgH="177646" progId="Equation.DSMT4">
                  <p:embed/>
                </p:oleObj>
              </mc:Choice>
              <mc:Fallback>
                <p:oleObj name="Equation" r:id="rId28" imgW="431425" imgH="177646" progId="Equation.DSMT4">
                  <p:embed/>
                  <p:pic>
                    <p:nvPicPr>
                      <p:cNvPr id="0"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565651" y="5634038"/>
                        <a:ext cx="942975"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26" name="Object 31"/>
          <p:cNvGraphicFramePr>
            <a:graphicFrameLocks noChangeAspect="1"/>
          </p:cNvGraphicFramePr>
          <p:nvPr/>
        </p:nvGraphicFramePr>
        <p:xfrm>
          <a:off x="6005514" y="5499100"/>
          <a:ext cx="3089275" cy="623888"/>
        </p:xfrm>
        <a:graphic>
          <a:graphicData uri="http://schemas.openxmlformats.org/presentationml/2006/ole">
            <mc:AlternateContent xmlns:mc="http://schemas.openxmlformats.org/markup-compatibility/2006">
              <mc:Choice xmlns:v="urn:schemas-microsoft-com:vml" Requires="v">
                <p:oleObj spid="_x0000_s47378" name="Equation" r:id="rId30" imgW="1193800" imgH="241300" progId="Equation.DSMT4">
                  <p:embed/>
                </p:oleObj>
              </mc:Choice>
              <mc:Fallback>
                <p:oleObj name="Equation" r:id="rId30" imgW="1193800" imgH="241300" progId="Equation.DSMT4">
                  <p:embed/>
                  <p:pic>
                    <p:nvPicPr>
                      <p:cNvPr id="0" name="Object 3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005514" y="5499100"/>
                        <a:ext cx="3089275"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17"/>
          <p:cNvGraphicFramePr>
            <a:graphicFrameLocks noChangeAspect="1"/>
          </p:cNvGraphicFramePr>
          <p:nvPr/>
        </p:nvGraphicFramePr>
        <p:xfrm>
          <a:off x="2405063" y="1"/>
          <a:ext cx="1612900" cy="525463"/>
        </p:xfrm>
        <a:graphic>
          <a:graphicData uri="http://schemas.openxmlformats.org/presentationml/2006/ole">
            <mc:AlternateContent xmlns:mc="http://schemas.openxmlformats.org/markup-compatibility/2006">
              <mc:Choice xmlns:v="urn:schemas-microsoft-com:vml" Requires="v">
                <p:oleObj spid="_x0000_s49231" name="Equation" r:id="rId4" imgW="622030" imgH="203112" progId="Equation.DSMT4">
                  <p:embed/>
                </p:oleObj>
              </mc:Choice>
              <mc:Fallback>
                <p:oleObj name="Equation" r:id="rId4" imgW="622030" imgH="203112" progId="Equation.DSMT4">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5063" y="1"/>
                        <a:ext cx="16129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5" name="Object 20"/>
          <p:cNvGraphicFramePr>
            <a:graphicFrameLocks noChangeAspect="1"/>
          </p:cNvGraphicFramePr>
          <p:nvPr/>
        </p:nvGraphicFramePr>
        <p:xfrm>
          <a:off x="1909764" y="2609850"/>
          <a:ext cx="4238625" cy="623888"/>
        </p:xfrm>
        <a:graphic>
          <a:graphicData uri="http://schemas.openxmlformats.org/presentationml/2006/ole">
            <mc:AlternateContent xmlns:mc="http://schemas.openxmlformats.org/markup-compatibility/2006">
              <mc:Choice xmlns:v="urn:schemas-microsoft-com:vml" Requires="v">
                <p:oleObj spid="_x0000_s49232" name="Equation" r:id="rId6" imgW="1638300" imgH="241300" progId="Equation.DSMT4">
                  <p:embed/>
                </p:oleObj>
              </mc:Choice>
              <mc:Fallback>
                <p:oleObj name="Equation" r:id="rId6" imgW="1638300" imgH="24130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9764" y="2609850"/>
                        <a:ext cx="4238625"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6" name="Object 23"/>
          <p:cNvGraphicFramePr>
            <a:graphicFrameLocks noChangeAspect="1"/>
          </p:cNvGraphicFramePr>
          <p:nvPr/>
        </p:nvGraphicFramePr>
        <p:xfrm>
          <a:off x="2270125" y="900113"/>
          <a:ext cx="3549650" cy="1281112"/>
        </p:xfrm>
        <a:graphic>
          <a:graphicData uri="http://schemas.openxmlformats.org/presentationml/2006/ole">
            <mc:AlternateContent xmlns:mc="http://schemas.openxmlformats.org/markup-compatibility/2006">
              <mc:Choice xmlns:v="urn:schemas-microsoft-com:vml" Requires="v">
                <p:oleObj spid="_x0000_s49233" name="Equation" r:id="rId8" imgW="1371600" imgH="495300" progId="Equation.DSMT4">
                  <p:embed/>
                </p:oleObj>
              </mc:Choice>
              <mc:Fallback>
                <p:oleObj name="Equation" r:id="rId8" imgW="1371600" imgH="495300"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70125" y="900113"/>
                        <a:ext cx="3549650" cy="1281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7" name="Oval 25"/>
          <p:cNvSpPr>
            <a:spLocks noChangeArrowheads="1"/>
          </p:cNvSpPr>
          <p:nvPr/>
        </p:nvSpPr>
        <p:spPr bwMode="auto">
          <a:xfrm>
            <a:off x="9183688" y="3600451"/>
            <a:ext cx="811212" cy="3603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58" name="Oval 26"/>
          <p:cNvSpPr>
            <a:spLocks noChangeArrowheads="1"/>
          </p:cNvSpPr>
          <p:nvPr/>
        </p:nvSpPr>
        <p:spPr bwMode="auto">
          <a:xfrm>
            <a:off x="9093200" y="4186238"/>
            <a:ext cx="1081088" cy="360362"/>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59" name="Oval 27"/>
          <p:cNvSpPr>
            <a:spLocks noChangeArrowheads="1"/>
          </p:cNvSpPr>
          <p:nvPr/>
        </p:nvSpPr>
        <p:spPr bwMode="auto">
          <a:xfrm>
            <a:off x="9048750" y="3060701"/>
            <a:ext cx="1081088" cy="360363"/>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60" name="AutoShape 28"/>
          <p:cNvSpPr>
            <a:spLocks noChangeArrowheads="1"/>
          </p:cNvSpPr>
          <p:nvPr/>
        </p:nvSpPr>
        <p:spPr bwMode="auto">
          <a:xfrm>
            <a:off x="6708776" y="1665289"/>
            <a:ext cx="900113" cy="1304925"/>
          </a:xfrm>
          <a:prstGeom prst="pentag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61" name="AutoShape 29"/>
          <p:cNvSpPr>
            <a:spLocks noChangeArrowheads="1"/>
          </p:cNvSpPr>
          <p:nvPr/>
        </p:nvSpPr>
        <p:spPr bwMode="auto">
          <a:xfrm>
            <a:off x="9183688" y="1665289"/>
            <a:ext cx="900112" cy="1304925"/>
          </a:xfrm>
          <a:prstGeom prst="pentag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62" name="Line 30"/>
          <p:cNvSpPr>
            <a:spLocks noChangeShapeType="1"/>
          </p:cNvSpPr>
          <p:nvPr/>
        </p:nvSpPr>
        <p:spPr bwMode="auto">
          <a:xfrm>
            <a:off x="8328025" y="765175"/>
            <a:ext cx="0" cy="42751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3" name="Line 31"/>
          <p:cNvSpPr>
            <a:spLocks noChangeShapeType="1"/>
          </p:cNvSpPr>
          <p:nvPr/>
        </p:nvSpPr>
        <p:spPr bwMode="auto">
          <a:xfrm>
            <a:off x="7878763" y="5040313"/>
            <a:ext cx="944562"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4" name="Line 32"/>
          <p:cNvSpPr>
            <a:spLocks noChangeShapeType="1"/>
          </p:cNvSpPr>
          <p:nvPr/>
        </p:nvSpPr>
        <p:spPr bwMode="auto">
          <a:xfrm flipH="1">
            <a:off x="7158039" y="765176"/>
            <a:ext cx="1169987" cy="900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5" name="Line 33"/>
          <p:cNvSpPr>
            <a:spLocks noChangeShapeType="1"/>
          </p:cNvSpPr>
          <p:nvPr/>
        </p:nvSpPr>
        <p:spPr bwMode="auto">
          <a:xfrm>
            <a:off x="8328026" y="765176"/>
            <a:ext cx="1306513" cy="900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6" name="Line 34"/>
          <p:cNvSpPr>
            <a:spLocks noChangeShapeType="1"/>
          </p:cNvSpPr>
          <p:nvPr/>
        </p:nvSpPr>
        <p:spPr bwMode="auto">
          <a:xfrm>
            <a:off x="9588500" y="2970213"/>
            <a:ext cx="0" cy="811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35"/>
          <p:cNvSpPr>
            <a:spLocks noChangeShapeType="1"/>
          </p:cNvSpPr>
          <p:nvPr/>
        </p:nvSpPr>
        <p:spPr bwMode="auto">
          <a:xfrm flipH="1">
            <a:off x="9183688" y="3509963"/>
            <a:ext cx="404812" cy="271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8" name="Line 36"/>
          <p:cNvSpPr>
            <a:spLocks noChangeShapeType="1"/>
          </p:cNvSpPr>
          <p:nvPr/>
        </p:nvSpPr>
        <p:spPr bwMode="auto">
          <a:xfrm>
            <a:off x="9588501" y="3509963"/>
            <a:ext cx="404813" cy="271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9169" name="Group 39"/>
          <p:cNvGrpSpPr>
            <a:grpSpLocks/>
          </p:cNvGrpSpPr>
          <p:nvPr/>
        </p:nvGrpSpPr>
        <p:grpSpPr bwMode="auto">
          <a:xfrm>
            <a:off x="6978651" y="2205039"/>
            <a:ext cx="358775" cy="765175"/>
            <a:chOff x="2767" y="3152"/>
            <a:chExt cx="226" cy="482"/>
          </a:xfrm>
        </p:grpSpPr>
        <p:sp>
          <p:nvSpPr>
            <p:cNvPr id="49178" name="Rectangle 37"/>
            <p:cNvSpPr>
              <a:spLocks noChangeArrowheads="1"/>
            </p:cNvSpPr>
            <p:nvPr/>
          </p:nvSpPr>
          <p:spPr bwMode="auto">
            <a:xfrm>
              <a:off x="2767" y="3294"/>
              <a:ext cx="226" cy="340"/>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79" name="Rectangle 38"/>
            <p:cNvSpPr>
              <a:spLocks noChangeArrowheads="1"/>
            </p:cNvSpPr>
            <p:nvPr/>
          </p:nvSpPr>
          <p:spPr bwMode="auto">
            <a:xfrm>
              <a:off x="2823" y="3152"/>
              <a:ext cx="114" cy="141"/>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sp>
        <p:nvSpPr>
          <p:cNvPr id="49170" name="Text Box 40"/>
          <p:cNvSpPr txBox="1">
            <a:spLocks noChangeArrowheads="1"/>
          </p:cNvSpPr>
          <p:nvPr/>
        </p:nvSpPr>
        <p:spPr bwMode="auto">
          <a:xfrm>
            <a:off x="10128250" y="30607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0000CC"/>
                </a:solidFill>
              </a:rPr>
              <a:t>A</a:t>
            </a:r>
          </a:p>
        </p:txBody>
      </p:sp>
      <p:sp>
        <p:nvSpPr>
          <p:cNvPr id="49171" name="Text Box 41"/>
          <p:cNvSpPr txBox="1">
            <a:spLocks noChangeArrowheads="1"/>
          </p:cNvSpPr>
          <p:nvPr/>
        </p:nvSpPr>
        <p:spPr bwMode="auto">
          <a:xfrm>
            <a:off x="10128250" y="41402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00"/>
                </a:solidFill>
              </a:rPr>
              <a:t>B</a:t>
            </a:r>
          </a:p>
        </p:txBody>
      </p:sp>
      <p:sp>
        <p:nvSpPr>
          <p:cNvPr id="49172" name="Text Box 42"/>
          <p:cNvSpPr txBox="1">
            <a:spLocks noChangeArrowheads="1"/>
          </p:cNvSpPr>
          <p:nvPr/>
        </p:nvSpPr>
        <p:spPr bwMode="auto">
          <a:xfrm>
            <a:off x="10128250" y="360045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chemeClr val="folHlink"/>
                </a:solidFill>
              </a:rPr>
              <a:t>C</a:t>
            </a:r>
          </a:p>
        </p:txBody>
      </p:sp>
      <p:sp>
        <p:nvSpPr>
          <p:cNvPr id="49173" name="Text Box 43"/>
          <p:cNvSpPr txBox="1">
            <a:spLocks noChangeArrowheads="1"/>
          </p:cNvSpPr>
          <p:nvPr/>
        </p:nvSpPr>
        <p:spPr bwMode="auto">
          <a:xfrm>
            <a:off x="7608889" y="0"/>
            <a:ext cx="16652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solidFill>
                  <a:srgbClr val="FF0000"/>
                </a:solidFill>
              </a:rPr>
              <a:t>安培秤</a:t>
            </a:r>
          </a:p>
        </p:txBody>
      </p:sp>
      <p:sp>
        <p:nvSpPr>
          <p:cNvPr id="49174" name="Text Box 47"/>
          <p:cNvSpPr txBox="1">
            <a:spLocks noChangeArrowheads="1"/>
          </p:cNvSpPr>
          <p:nvPr/>
        </p:nvSpPr>
        <p:spPr bwMode="auto">
          <a:xfrm>
            <a:off x="2000251" y="3465513"/>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真空中的磁导率</a:t>
            </a:r>
          </a:p>
        </p:txBody>
      </p:sp>
      <p:sp>
        <p:nvSpPr>
          <p:cNvPr id="49175" name="Rectangle 48"/>
          <p:cNvSpPr>
            <a:spLocks noChangeArrowheads="1"/>
          </p:cNvSpPr>
          <p:nvPr/>
        </p:nvSpPr>
        <p:spPr bwMode="auto">
          <a:xfrm>
            <a:off x="10039350" y="3151189"/>
            <a:ext cx="90488" cy="1304925"/>
          </a:xfrm>
          <a:prstGeom prst="rect">
            <a:avLst/>
          </a:prstGeom>
          <a:solidFill>
            <a:srgbClr val="0000CC"/>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49176" name="Rectangle 49"/>
          <p:cNvSpPr>
            <a:spLocks noChangeArrowheads="1"/>
          </p:cNvSpPr>
          <p:nvPr/>
        </p:nvSpPr>
        <p:spPr bwMode="auto">
          <a:xfrm>
            <a:off x="9048750" y="3195639"/>
            <a:ext cx="90488" cy="1304925"/>
          </a:xfrm>
          <a:prstGeom prst="rect">
            <a:avLst/>
          </a:prstGeom>
          <a:solidFill>
            <a:srgbClr val="0000CC"/>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49177" name="Picture 51" descr="image0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6388" y="3429001"/>
            <a:ext cx="340995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a:solidFill>
                  <a:srgbClr val="FF0000"/>
                </a:solidFill>
              </a:rPr>
              <a:t>磁感应强度矢量</a:t>
            </a:r>
            <a:r>
              <a:rPr lang="en-US" altLang="zh-CN" b="1">
                <a:solidFill>
                  <a:srgbClr val="FF0000"/>
                </a:solidFill>
              </a:rPr>
              <a:t>B</a:t>
            </a:r>
          </a:p>
        </p:txBody>
      </p:sp>
      <p:sp>
        <p:nvSpPr>
          <p:cNvPr id="51203" name="Rectangle 3"/>
          <p:cNvSpPr>
            <a:spLocks noGrp="1" noChangeArrowheads="1"/>
          </p:cNvSpPr>
          <p:nvPr>
            <p:ph type="body" sz="half" idx="1"/>
          </p:nvPr>
        </p:nvSpPr>
        <p:spPr/>
        <p:txBody>
          <a:bodyPr/>
          <a:lstStyle/>
          <a:p>
            <a:pPr eaLnBrk="1" hangingPunct="1"/>
            <a:r>
              <a:rPr lang="zh-CN" altLang="en-US" sz="2800"/>
              <a:t>同电场</a:t>
            </a:r>
            <a:r>
              <a:rPr lang="en-US" altLang="zh-CN" sz="2800" b="1"/>
              <a:t>E</a:t>
            </a:r>
          </a:p>
        </p:txBody>
      </p:sp>
      <p:graphicFrame>
        <p:nvGraphicFramePr>
          <p:cNvPr id="51204" name="Object 4"/>
          <p:cNvGraphicFramePr>
            <a:graphicFrameLocks noGrp="1" noChangeAspect="1"/>
          </p:cNvGraphicFramePr>
          <p:nvPr>
            <p:ph sz="half" idx="2"/>
          </p:nvPr>
        </p:nvGraphicFramePr>
        <p:xfrm>
          <a:off x="3575051" y="3811589"/>
          <a:ext cx="2430463" cy="657225"/>
        </p:xfrm>
        <a:graphic>
          <a:graphicData uri="http://schemas.openxmlformats.org/presentationml/2006/ole">
            <mc:AlternateContent xmlns:mc="http://schemas.openxmlformats.org/markup-compatibility/2006">
              <mc:Choice xmlns:v="urn:schemas-microsoft-com:vml" Requires="v">
                <p:oleObj spid="_x0000_s51350" name="Equation" r:id="rId4" imgW="1739900" imgH="469900" progId="Equation.DSMT4">
                  <p:embed/>
                </p:oleObj>
              </mc:Choice>
              <mc:Fallback>
                <p:oleObj name="Equation" r:id="rId4" imgW="1739900" imgH="4699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1" y="3811589"/>
                        <a:ext cx="2430463"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5" name="Object 6"/>
          <p:cNvGraphicFramePr>
            <a:graphicFrameLocks noChangeAspect="1"/>
          </p:cNvGraphicFramePr>
          <p:nvPr/>
        </p:nvGraphicFramePr>
        <p:xfrm>
          <a:off x="4595814" y="1493838"/>
          <a:ext cx="2670175" cy="836612"/>
        </p:xfrm>
        <a:graphic>
          <a:graphicData uri="http://schemas.openxmlformats.org/presentationml/2006/ole">
            <mc:AlternateContent xmlns:mc="http://schemas.openxmlformats.org/markup-compatibility/2006">
              <mc:Choice xmlns:v="urn:schemas-microsoft-com:vml" Requires="v">
                <p:oleObj spid="_x0000_s51351" name="Equation" r:id="rId6" imgW="1498600" imgH="469900" progId="Equation.DSMT4">
                  <p:embed/>
                </p:oleObj>
              </mc:Choice>
              <mc:Fallback>
                <p:oleObj name="Equation" r:id="rId6" imgW="1498600" imgH="4699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5814" y="1493838"/>
                        <a:ext cx="2670175" cy="836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6" name="Object 7"/>
          <p:cNvGraphicFramePr>
            <a:graphicFrameLocks noChangeAspect="1"/>
          </p:cNvGraphicFramePr>
          <p:nvPr/>
        </p:nvGraphicFramePr>
        <p:xfrm>
          <a:off x="4746625" y="2754314"/>
          <a:ext cx="1244600" cy="452437"/>
        </p:xfrm>
        <a:graphic>
          <a:graphicData uri="http://schemas.openxmlformats.org/presentationml/2006/ole">
            <mc:AlternateContent xmlns:mc="http://schemas.openxmlformats.org/markup-compatibility/2006">
              <mc:Choice xmlns:v="urn:schemas-microsoft-com:vml" Requires="v">
                <p:oleObj spid="_x0000_s51352" name="Equation" r:id="rId8" imgW="698197" imgH="253890" progId="Equation.DSMT4">
                  <p:embed/>
                </p:oleObj>
              </mc:Choice>
              <mc:Fallback>
                <p:oleObj name="Equation" r:id="rId8" imgW="698197" imgH="25389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6625" y="2754314"/>
                        <a:ext cx="124460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7" name="Object 8"/>
          <p:cNvGraphicFramePr>
            <a:graphicFrameLocks noChangeAspect="1"/>
          </p:cNvGraphicFramePr>
          <p:nvPr/>
        </p:nvGraphicFramePr>
        <p:xfrm>
          <a:off x="7896226" y="2528888"/>
          <a:ext cx="1628775" cy="836612"/>
        </p:xfrm>
        <a:graphic>
          <a:graphicData uri="http://schemas.openxmlformats.org/presentationml/2006/ole">
            <mc:AlternateContent xmlns:mc="http://schemas.openxmlformats.org/markup-compatibility/2006">
              <mc:Choice xmlns:v="urn:schemas-microsoft-com:vml" Requires="v">
                <p:oleObj spid="_x0000_s51353" name="Equation" r:id="rId10" imgW="914400" imgH="469900" progId="Equation.DSMT4">
                  <p:embed/>
                </p:oleObj>
              </mc:Choice>
              <mc:Fallback>
                <p:oleObj name="Equation" r:id="rId10" imgW="914400" imgH="4699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96226" y="2528888"/>
                        <a:ext cx="1628775" cy="836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8" name="Text Box 9"/>
          <p:cNvSpPr txBox="1">
            <a:spLocks noChangeArrowheads="1"/>
          </p:cNvSpPr>
          <p:nvPr/>
        </p:nvSpPr>
        <p:spPr bwMode="auto">
          <a:xfrm>
            <a:off x="2451100" y="3878263"/>
            <a:ext cx="1079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磁场：</a:t>
            </a:r>
          </a:p>
        </p:txBody>
      </p:sp>
      <p:sp>
        <p:nvSpPr>
          <p:cNvPr id="51209" name="Text Box 10"/>
          <p:cNvSpPr txBox="1">
            <a:spLocks noChangeArrowheads="1"/>
          </p:cNvSpPr>
          <p:nvPr/>
        </p:nvSpPr>
        <p:spPr bwMode="auto">
          <a:xfrm>
            <a:off x="2405064" y="4868863"/>
            <a:ext cx="15763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试探电流元：</a:t>
            </a:r>
          </a:p>
        </p:txBody>
      </p:sp>
      <p:graphicFrame>
        <p:nvGraphicFramePr>
          <p:cNvPr id="51210" name="Object 11"/>
          <p:cNvGraphicFramePr>
            <a:graphicFrameLocks noChangeAspect="1"/>
          </p:cNvGraphicFramePr>
          <p:nvPr/>
        </p:nvGraphicFramePr>
        <p:xfrm>
          <a:off x="3981451" y="4868863"/>
          <a:ext cx="461963" cy="355600"/>
        </p:xfrm>
        <a:graphic>
          <a:graphicData uri="http://schemas.openxmlformats.org/presentationml/2006/ole">
            <mc:AlternateContent xmlns:mc="http://schemas.openxmlformats.org/markup-compatibility/2006">
              <mc:Choice xmlns:v="urn:schemas-microsoft-com:vml" Requires="v">
                <p:oleObj spid="_x0000_s51354" name="Equation" r:id="rId12" imgW="330057" imgH="253890" progId="Equation.DSMT4">
                  <p:embed/>
                </p:oleObj>
              </mc:Choice>
              <mc:Fallback>
                <p:oleObj name="Equation" r:id="rId12" imgW="330057" imgH="25389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81451" y="4868863"/>
                        <a:ext cx="46196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1" name="Object 12"/>
          <p:cNvGraphicFramePr>
            <a:graphicFrameLocks noChangeAspect="1"/>
          </p:cNvGraphicFramePr>
          <p:nvPr/>
        </p:nvGraphicFramePr>
        <p:xfrm>
          <a:off x="4700589" y="4868863"/>
          <a:ext cx="2505075" cy="355600"/>
        </p:xfrm>
        <a:graphic>
          <a:graphicData uri="http://schemas.openxmlformats.org/presentationml/2006/ole">
            <mc:AlternateContent xmlns:mc="http://schemas.openxmlformats.org/markup-compatibility/2006">
              <mc:Choice xmlns:v="urn:schemas-microsoft-com:vml" Requires="v">
                <p:oleObj spid="_x0000_s51355" name="Equation" r:id="rId14" imgW="1790700" imgH="254000" progId="Equation.DSMT4">
                  <p:embed/>
                </p:oleObj>
              </mc:Choice>
              <mc:Fallback>
                <p:oleObj name="Equation" r:id="rId14" imgW="1790700" imgH="254000"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00589" y="4868863"/>
                        <a:ext cx="250507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2" name="Object 13"/>
          <p:cNvGraphicFramePr>
            <a:graphicFrameLocks noChangeAspect="1"/>
          </p:cNvGraphicFramePr>
          <p:nvPr/>
        </p:nvGraphicFramePr>
        <p:xfrm>
          <a:off x="2720975" y="5364163"/>
          <a:ext cx="1739900" cy="355600"/>
        </p:xfrm>
        <a:graphic>
          <a:graphicData uri="http://schemas.openxmlformats.org/presentationml/2006/ole">
            <mc:AlternateContent xmlns:mc="http://schemas.openxmlformats.org/markup-compatibility/2006">
              <mc:Choice xmlns:v="urn:schemas-microsoft-com:vml" Requires="v">
                <p:oleObj spid="_x0000_s51356" name="Equation" r:id="rId16" imgW="1244600" imgH="254000" progId="Equation.DSMT4">
                  <p:embed/>
                </p:oleObj>
              </mc:Choice>
              <mc:Fallback>
                <p:oleObj name="Equation" r:id="rId16" imgW="1244600" imgH="254000"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20975" y="5364163"/>
                        <a:ext cx="17399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3" name="Object 14"/>
          <p:cNvGraphicFramePr>
            <a:graphicFrameLocks noChangeAspect="1"/>
          </p:cNvGraphicFramePr>
          <p:nvPr/>
        </p:nvGraphicFramePr>
        <p:xfrm>
          <a:off x="4926014" y="5499101"/>
          <a:ext cx="2554287" cy="657225"/>
        </p:xfrm>
        <a:graphic>
          <a:graphicData uri="http://schemas.openxmlformats.org/presentationml/2006/ole">
            <mc:AlternateContent xmlns:mc="http://schemas.openxmlformats.org/markup-compatibility/2006">
              <mc:Choice xmlns:v="urn:schemas-microsoft-com:vml" Requires="v">
                <p:oleObj spid="_x0000_s51357" name="Equation" r:id="rId18" imgW="1828800" imgH="469900" progId="Equation.DSMT4">
                  <p:embed/>
                </p:oleObj>
              </mc:Choice>
              <mc:Fallback>
                <p:oleObj name="Equation" r:id="rId18" imgW="1828800" imgH="469900" progId="Equation.DSMT4">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26014" y="5499101"/>
                        <a:ext cx="2554287"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0" name="Object 4"/>
          <p:cNvGraphicFramePr>
            <a:graphicFrameLocks noGrp="1" noChangeAspect="1"/>
          </p:cNvGraphicFramePr>
          <p:nvPr>
            <p:ph sz="half" idx="2"/>
          </p:nvPr>
        </p:nvGraphicFramePr>
        <p:xfrm>
          <a:off x="2809875" y="3338514"/>
          <a:ext cx="4140200" cy="592137"/>
        </p:xfrm>
        <a:graphic>
          <a:graphicData uri="http://schemas.openxmlformats.org/presentationml/2006/ole">
            <mc:AlternateContent xmlns:mc="http://schemas.openxmlformats.org/markup-compatibility/2006">
              <mc:Choice xmlns:v="urn:schemas-microsoft-com:vml" Requires="v">
                <p:oleObj spid="_x0000_s53417" name="Equation" r:id="rId4" imgW="1777229" imgH="253890" progId="Equation.DSMT4">
                  <p:embed/>
                </p:oleObj>
              </mc:Choice>
              <mc:Fallback>
                <p:oleObj name="Equation" r:id="rId4" imgW="1777229" imgH="25389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9875" y="3338514"/>
                        <a:ext cx="4140200"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1" name="Object 5"/>
          <p:cNvGraphicFramePr>
            <a:graphicFrameLocks noChangeAspect="1"/>
          </p:cNvGraphicFramePr>
          <p:nvPr/>
        </p:nvGraphicFramePr>
        <p:xfrm>
          <a:off x="8301038" y="2843213"/>
          <a:ext cx="1809750" cy="406400"/>
        </p:xfrm>
        <a:graphic>
          <a:graphicData uri="http://schemas.openxmlformats.org/presentationml/2006/ole">
            <mc:AlternateContent xmlns:mc="http://schemas.openxmlformats.org/markup-compatibility/2006">
              <mc:Choice xmlns:v="urn:schemas-microsoft-com:vml" Requires="v">
                <p:oleObj spid="_x0000_s53418" name="Equation" r:id="rId6" imgW="1016000" imgH="228600" progId="Equation.DSMT4">
                  <p:embed/>
                </p:oleObj>
              </mc:Choice>
              <mc:Fallback>
                <p:oleObj name="Equation" r:id="rId6" imgW="101600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01038" y="2843213"/>
                        <a:ext cx="1809750" cy="406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2" name="Object 12"/>
          <p:cNvGraphicFramePr>
            <a:graphicFrameLocks noChangeAspect="1"/>
          </p:cNvGraphicFramePr>
          <p:nvPr/>
        </p:nvGraphicFramePr>
        <p:xfrm>
          <a:off x="2900363" y="684213"/>
          <a:ext cx="1739900" cy="355600"/>
        </p:xfrm>
        <a:graphic>
          <a:graphicData uri="http://schemas.openxmlformats.org/presentationml/2006/ole">
            <mc:AlternateContent xmlns:mc="http://schemas.openxmlformats.org/markup-compatibility/2006">
              <mc:Choice xmlns:v="urn:schemas-microsoft-com:vml" Requires="v">
                <p:oleObj spid="_x0000_s53419" name="Equation" r:id="rId8" imgW="1244600" imgH="254000" progId="Equation.DSMT4">
                  <p:embed/>
                </p:oleObj>
              </mc:Choice>
              <mc:Fallback>
                <p:oleObj name="Equation" r:id="rId8" imgW="1244600" imgH="25400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0363" y="684213"/>
                        <a:ext cx="17399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3" name="Object 13"/>
          <p:cNvGraphicFramePr>
            <a:graphicFrameLocks noChangeAspect="1"/>
          </p:cNvGraphicFramePr>
          <p:nvPr/>
        </p:nvGraphicFramePr>
        <p:xfrm>
          <a:off x="4970464" y="549276"/>
          <a:ext cx="2554287" cy="657225"/>
        </p:xfrm>
        <a:graphic>
          <a:graphicData uri="http://schemas.openxmlformats.org/presentationml/2006/ole">
            <mc:AlternateContent xmlns:mc="http://schemas.openxmlformats.org/markup-compatibility/2006">
              <mc:Choice xmlns:v="urn:schemas-microsoft-com:vml" Requires="v">
                <p:oleObj spid="_x0000_s53420" name="Equation" r:id="rId10" imgW="1828800" imgH="469900" progId="Equation.DSMT4">
                  <p:embed/>
                </p:oleObj>
              </mc:Choice>
              <mc:Fallback>
                <p:oleObj name="Equation" r:id="rId10" imgW="1828800" imgH="469900"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70464" y="549276"/>
                        <a:ext cx="2554287"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4" name="Object 16"/>
          <p:cNvGraphicFramePr>
            <a:graphicFrameLocks noChangeAspect="1"/>
          </p:cNvGraphicFramePr>
          <p:nvPr/>
        </p:nvGraphicFramePr>
        <p:xfrm>
          <a:off x="3035301" y="1628776"/>
          <a:ext cx="3298825" cy="657225"/>
        </p:xfrm>
        <a:graphic>
          <a:graphicData uri="http://schemas.openxmlformats.org/presentationml/2006/ole">
            <mc:AlternateContent xmlns:mc="http://schemas.openxmlformats.org/markup-compatibility/2006">
              <mc:Choice xmlns:v="urn:schemas-microsoft-com:vml" Requires="v">
                <p:oleObj spid="_x0000_s53421" name="Equation" r:id="rId12" imgW="2362200" imgH="469900" progId="Equation.DSMT4">
                  <p:embed/>
                </p:oleObj>
              </mc:Choice>
              <mc:Fallback>
                <p:oleObj name="Equation" r:id="rId12" imgW="2362200" imgH="469900"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35301" y="1628776"/>
                        <a:ext cx="329882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5" name="Object 17"/>
          <p:cNvGraphicFramePr>
            <a:graphicFrameLocks noChangeAspect="1"/>
          </p:cNvGraphicFramePr>
          <p:nvPr/>
        </p:nvGraphicFramePr>
        <p:xfrm>
          <a:off x="3351214" y="2573339"/>
          <a:ext cx="1666875" cy="657225"/>
        </p:xfrm>
        <a:graphic>
          <a:graphicData uri="http://schemas.openxmlformats.org/presentationml/2006/ole">
            <mc:AlternateContent xmlns:mc="http://schemas.openxmlformats.org/markup-compatibility/2006">
              <mc:Choice xmlns:v="urn:schemas-microsoft-com:vml" Requires="v">
                <p:oleObj spid="_x0000_s53422" name="Equation" r:id="rId14" imgW="1193800" imgH="469900" progId="Equation.DSMT4">
                  <p:embed/>
                </p:oleObj>
              </mc:Choice>
              <mc:Fallback>
                <p:oleObj name="Equation" r:id="rId14" imgW="1193800" imgH="469900" progId="Equation.DSMT4">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51214" y="2573339"/>
                        <a:ext cx="166687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6" name="Text Box 18"/>
          <p:cNvSpPr txBox="1">
            <a:spLocks noChangeArrowheads="1"/>
          </p:cNvSpPr>
          <p:nvPr/>
        </p:nvSpPr>
        <p:spPr bwMode="auto">
          <a:xfrm>
            <a:off x="5421313" y="2663826"/>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磁感应强度矢量</a:t>
            </a:r>
          </a:p>
        </p:txBody>
      </p:sp>
      <p:graphicFrame>
        <p:nvGraphicFramePr>
          <p:cNvPr id="53257" name="Object 19"/>
          <p:cNvGraphicFramePr>
            <a:graphicFrameLocks noChangeAspect="1"/>
          </p:cNvGraphicFramePr>
          <p:nvPr/>
        </p:nvGraphicFramePr>
        <p:xfrm>
          <a:off x="8166101" y="3654425"/>
          <a:ext cx="1990725" cy="406400"/>
        </p:xfrm>
        <a:graphic>
          <a:graphicData uri="http://schemas.openxmlformats.org/presentationml/2006/ole">
            <mc:AlternateContent xmlns:mc="http://schemas.openxmlformats.org/markup-compatibility/2006">
              <mc:Choice xmlns:v="urn:schemas-microsoft-com:vml" Requires="v">
                <p:oleObj spid="_x0000_s53423" name="Equation" r:id="rId16" imgW="1117600" imgH="228600" progId="Equation.DSMT4">
                  <p:embed/>
                </p:oleObj>
              </mc:Choice>
              <mc:Fallback>
                <p:oleObj name="Equation" r:id="rId16" imgW="1117600" imgH="228600" progId="Equation.DSMT4">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6101" y="3654425"/>
                        <a:ext cx="1990725" cy="406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8" name="AutoShape 20"/>
          <p:cNvSpPr>
            <a:spLocks/>
          </p:cNvSpPr>
          <p:nvPr/>
        </p:nvSpPr>
        <p:spPr bwMode="auto">
          <a:xfrm>
            <a:off x="7986713" y="3068639"/>
            <a:ext cx="44450" cy="720725"/>
          </a:xfrm>
          <a:prstGeom prst="leftBrace">
            <a:avLst>
              <a:gd name="adj1" fmla="val 135119"/>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3259" name="Text Box 21"/>
          <p:cNvSpPr txBox="1">
            <a:spLocks noChangeArrowheads="1"/>
          </p:cNvSpPr>
          <p:nvPr/>
        </p:nvSpPr>
        <p:spPr bwMode="auto">
          <a:xfrm>
            <a:off x="2000251" y="4149726"/>
            <a:ext cx="328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空间某点磁感应强度大小：</a:t>
            </a:r>
          </a:p>
        </p:txBody>
      </p:sp>
      <p:graphicFrame>
        <p:nvGraphicFramePr>
          <p:cNvPr id="53260" name="Object 22"/>
          <p:cNvGraphicFramePr>
            <a:graphicFrameLocks noChangeAspect="1"/>
          </p:cNvGraphicFramePr>
          <p:nvPr/>
        </p:nvGraphicFramePr>
        <p:xfrm>
          <a:off x="2451101" y="4643439"/>
          <a:ext cx="1952625" cy="1036637"/>
        </p:xfrm>
        <a:graphic>
          <a:graphicData uri="http://schemas.openxmlformats.org/presentationml/2006/ole">
            <mc:AlternateContent xmlns:mc="http://schemas.openxmlformats.org/markup-compatibility/2006">
              <mc:Choice xmlns:v="urn:schemas-microsoft-com:vml" Requires="v">
                <p:oleObj spid="_x0000_s53424" name="Equation" r:id="rId18" imgW="837836" imgH="444307" progId="Equation.DSMT4">
                  <p:embed/>
                </p:oleObj>
              </mc:Choice>
              <mc:Fallback>
                <p:oleObj name="Equation" r:id="rId18" imgW="837836" imgH="444307" progId="Equation.DSMT4">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51101" y="4643439"/>
                        <a:ext cx="1952625" cy="1036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1" name="Text Box 23"/>
          <p:cNvSpPr txBox="1">
            <a:spLocks noChangeArrowheads="1"/>
          </p:cNvSpPr>
          <p:nvPr/>
        </p:nvSpPr>
        <p:spPr bwMode="auto">
          <a:xfrm>
            <a:off x="5421313" y="4643439"/>
            <a:ext cx="30146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0"/>
              </a:spcBef>
              <a:spcAft>
                <a:spcPct val="40000"/>
              </a:spcAft>
              <a:buFontTx/>
              <a:buNone/>
            </a:pPr>
            <a:r>
              <a:rPr lang="en-US" altLang="zh-CN" sz="1800">
                <a:solidFill>
                  <a:srgbClr val="FF0000"/>
                </a:solidFill>
              </a:rPr>
              <a:t>B</a:t>
            </a:r>
            <a:r>
              <a:rPr lang="zh-CN" altLang="en-US" sz="1800">
                <a:solidFill>
                  <a:srgbClr val="FF0000"/>
                </a:solidFill>
              </a:rPr>
              <a:t>的方向沿</a:t>
            </a:r>
            <a:r>
              <a:rPr lang="en-US" altLang="zh-CN" sz="1800">
                <a:solidFill>
                  <a:srgbClr val="FF0000"/>
                </a:solidFill>
              </a:rPr>
              <a:t>I</a:t>
            </a:r>
            <a:r>
              <a:rPr lang="en-US" altLang="zh-CN" sz="1800" baseline="-25000">
                <a:solidFill>
                  <a:srgbClr val="FF0000"/>
                </a:solidFill>
              </a:rPr>
              <a:t>2</a:t>
            </a:r>
            <a:r>
              <a:rPr lang="en-US" altLang="zh-CN" sz="1800">
                <a:solidFill>
                  <a:srgbClr val="FF0000"/>
                </a:solidFill>
              </a:rPr>
              <a:t>dl</a:t>
            </a:r>
            <a:r>
              <a:rPr lang="en-US" altLang="zh-CN" sz="1800" baseline="-25000">
                <a:solidFill>
                  <a:srgbClr val="FF0000"/>
                </a:solidFill>
              </a:rPr>
              <a:t>2</a:t>
            </a:r>
            <a:r>
              <a:rPr lang="zh-CN" altLang="en-US" sz="1800">
                <a:solidFill>
                  <a:srgbClr val="FF0000"/>
                </a:solidFill>
              </a:rPr>
              <a:t>不受力的方向 ，此时</a:t>
            </a:r>
            <a:r>
              <a:rPr lang="en-US" altLang="zh-CN" sz="1800">
                <a:solidFill>
                  <a:srgbClr val="FF0000"/>
                </a:solidFill>
              </a:rPr>
              <a:t>B</a:t>
            </a:r>
            <a:r>
              <a:rPr lang="zh-CN" altLang="en-US" sz="1800">
                <a:solidFill>
                  <a:srgbClr val="FF0000"/>
                </a:solidFill>
              </a:rPr>
              <a:t>有两个方向，由右手定则唯一确定</a:t>
            </a:r>
          </a:p>
        </p:txBody>
      </p:sp>
      <p:graphicFrame>
        <p:nvGraphicFramePr>
          <p:cNvPr id="53262" name="Object 24"/>
          <p:cNvGraphicFramePr>
            <a:graphicFrameLocks noChangeAspect="1"/>
          </p:cNvGraphicFramePr>
          <p:nvPr/>
        </p:nvGraphicFramePr>
        <p:xfrm>
          <a:off x="2809875" y="5903914"/>
          <a:ext cx="1892300" cy="503237"/>
        </p:xfrm>
        <a:graphic>
          <a:graphicData uri="http://schemas.openxmlformats.org/presentationml/2006/ole">
            <mc:AlternateContent xmlns:mc="http://schemas.openxmlformats.org/markup-compatibility/2006">
              <mc:Choice xmlns:v="urn:schemas-microsoft-com:vml" Requires="v">
                <p:oleObj spid="_x0000_s53425" name="Equation" r:id="rId20" imgW="812447" imgH="215806" progId="Equation.DSMT4">
                  <p:embed/>
                </p:oleObj>
              </mc:Choice>
              <mc:Fallback>
                <p:oleObj name="Equation" r:id="rId20" imgW="812447" imgH="215806" progId="Equation.DSMT4">
                  <p:embed/>
                  <p:pic>
                    <p:nvPicPr>
                      <p:cNvPr id="0"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09875" y="5903914"/>
                        <a:ext cx="18923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3" name="Text Box 25"/>
          <p:cNvSpPr txBox="1">
            <a:spLocks noChangeArrowheads="1"/>
          </p:cNvSpPr>
          <p:nvPr/>
        </p:nvSpPr>
        <p:spPr bwMode="auto">
          <a:xfrm>
            <a:off x="7400925" y="1763713"/>
            <a:ext cx="256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rPr>
              <a:t>毕奥</a:t>
            </a:r>
            <a:r>
              <a:rPr lang="en-US" altLang="zh-CN" sz="2400">
                <a:solidFill>
                  <a:srgbClr val="FF0000"/>
                </a:solidFill>
              </a:rPr>
              <a:t>-</a:t>
            </a:r>
            <a:r>
              <a:rPr lang="zh-CN" altLang="en-US" sz="2400">
                <a:solidFill>
                  <a:srgbClr val="FF0000"/>
                </a:solidFill>
              </a:rPr>
              <a:t>萨伐尔定律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981200" y="274638"/>
            <a:ext cx="3079750" cy="679450"/>
          </a:xfrm>
        </p:spPr>
        <p:txBody>
          <a:bodyPr/>
          <a:lstStyle/>
          <a:p>
            <a:pPr eaLnBrk="1" hangingPunct="1"/>
            <a:r>
              <a:rPr lang="zh-CN" altLang="en-US" sz="3600">
                <a:solidFill>
                  <a:srgbClr val="FF0000"/>
                </a:solidFill>
                <a:ea typeface="隶书" panose="02010509060101010101" pitchFamily="49" charset="-122"/>
              </a:rPr>
              <a:t>单位：</a:t>
            </a:r>
          </a:p>
        </p:txBody>
      </p:sp>
      <p:sp>
        <p:nvSpPr>
          <p:cNvPr id="55299" name="Rectangle 3"/>
          <p:cNvSpPr>
            <a:spLocks noGrp="1" noChangeArrowheads="1"/>
          </p:cNvSpPr>
          <p:nvPr>
            <p:ph type="body" sz="half" idx="1"/>
          </p:nvPr>
        </p:nvSpPr>
        <p:spPr>
          <a:xfrm>
            <a:off x="1981200" y="1600201"/>
            <a:ext cx="4654550" cy="3224213"/>
          </a:xfrm>
        </p:spPr>
        <p:txBody>
          <a:bodyPr/>
          <a:lstStyle/>
          <a:p>
            <a:pPr eaLnBrk="1" hangingPunct="1"/>
            <a:r>
              <a:rPr lang="en-US" altLang="zh-CN" sz="2400"/>
              <a:t>B</a:t>
            </a:r>
            <a:r>
              <a:rPr lang="zh-CN" altLang="en-US" sz="2400"/>
              <a:t>：牛顿</a:t>
            </a:r>
            <a:r>
              <a:rPr lang="en-US" altLang="zh-CN" sz="2400"/>
              <a:t>/</a:t>
            </a:r>
            <a:r>
              <a:rPr lang="zh-CN" altLang="en-US" sz="2400"/>
              <a:t>安培米； 特斯拉（</a:t>
            </a:r>
            <a:r>
              <a:rPr lang="en-US" altLang="zh-CN" sz="2400"/>
              <a:t>T</a:t>
            </a:r>
            <a:r>
              <a:rPr lang="zh-CN" altLang="en-US" sz="2400"/>
              <a:t>）</a:t>
            </a:r>
          </a:p>
          <a:p>
            <a:pPr eaLnBrk="1" hangingPunct="1"/>
            <a:r>
              <a:rPr lang="en-US" altLang="zh-CN" sz="2400"/>
              <a:t>1</a:t>
            </a:r>
            <a:r>
              <a:rPr lang="zh-CN" altLang="en-US" sz="2400"/>
              <a:t>特斯拉</a:t>
            </a:r>
            <a:r>
              <a:rPr lang="en-US" altLang="zh-CN" sz="2400"/>
              <a:t>=1</a:t>
            </a:r>
            <a:r>
              <a:rPr lang="zh-CN" altLang="en-US" sz="2400"/>
              <a:t>牛顿</a:t>
            </a:r>
            <a:r>
              <a:rPr lang="en-US" altLang="zh-CN" sz="2400"/>
              <a:t>/</a:t>
            </a:r>
            <a:r>
              <a:rPr lang="zh-CN" altLang="en-US" sz="2400"/>
              <a:t>安培米</a:t>
            </a:r>
          </a:p>
          <a:p>
            <a:pPr eaLnBrk="1" hangingPunct="1"/>
            <a:r>
              <a:rPr lang="zh-CN" altLang="en-US" sz="2400"/>
              <a:t>高斯</a:t>
            </a:r>
            <a:r>
              <a:rPr lang="en-US" altLang="zh-CN" sz="2400"/>
              <a:t>(Gs)</a:t>
            </a:r>
          </a:p>
          <a:p>
            <a:pPr eaLnBrk="1" hangingPunct="1"/>
            <a:r>
              <a:rPr lang="en-US" altLang="zh-CN" sz="2400"/>
              <a:t>1</a:t>
            </a:r>
            <a:r>
              <a:rPr lang="zh-CN" altLang="en-US" sz="2400"/>
              <a:t>特斯拉</a:t>
            </a:r>
            <a:r>
              <a:rPr lang="en-US" altLang="zh-CN" sz="2400"/>
              <a:t>=10</a:t>
            </a:r>
            <a:r>
              <a:rPr lang="en-US" altLang="zh-CN" sz="2400" baseline="30000"/>
              <a:t>4</a:t>
            </a:r>
            <a:r>
              <a:rPr lang="zh-CN" altLang="en-US" sz="2400"/>
              <a:t>高斯</a:t>
            </a:r>
          </a:p>
          <a:p>
            <a:pPr eaLnBrk="1" hangingPunct="1"/>
            <a:r>
              <a:rPr lang="zh-CN" altLang="en-US" sz="2400"/>
              <a:t>磁感应线：每点切线方向与磁感应强度矢量的方向一致。</a:t>
            </a:r>
          </a:p>
        </p:txBody>
      </p:sp>
      <p:pic>
        <p:nvPicPr>
          <p:cNvPr id="55300"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21426" y="233364"/>
            <a:ext cx="3986213" cy="2809875"/>
          </a:xfrm>
          <a:noFill/>
        </p:spPr>
      </p:pic>
      <p:pic>
        <p:nvPicPr>
          <p:cNvPr id="55301"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905625" y="3159125"/>
            <a:ext cx="3060700" cy="2452688"/>
          </a:xfrm>
          <a:noFill/>
        </p:spPr>
      </p:pic>
      <p:sp>
        <p:nvSpPr>
          <p:cNvPr id="55302" name="Text Box 8"/>
          <p:cNvSpPr txBox="1">
            <a:spLocks noChangeArrowheads="1"/>
          </p:cNvSpPr>
          <p:nvPr/>
        </p:nvSpPr>
        <p:spPr bwMode="auto">
          <a:xfrm>
            <a:off x="6816726" y="5678488"/>
            <a:ext cx="3376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玻璃板水平放置 上面撒铁屑</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Oval 29"/>
          <p:cNvSpPr>
            <a:spLocks noChangeArrowheads="1"/>
          </p:cNvSpPr>
          <p:nvPr/>
        </p:nvSpPr>
        <p:spPr bwMode="auto">
          <a:xfrm>
            <a:off x="7761288" y="3384550"/>
            <a:ext cx="1574800" cy="539750"/>
          </a:xfrm>
          <a:prstGeom prst="ellipse">
            <a:avLst/>
          </a:prstGeom>
          <a:noFill/>
          <a:ln w="3810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57347" name="Object 3"/>
          <p:cNvGraphicFramePr>
            <a:graphicFrameLocks noChangeAspect="1"/>
          </p:cNvGraphicFramePr>
          <p:nvPr/>
        </p:nvGraphicFramePr>
        <p:xfrm>
          <a:off x="8616950" y="1808164"/>
          <a:ext cx="452438" cy="384175"/>
        </p:xfrm>
        <a:graphic>
          <a:graphicData uri="http://schemas.openxmlformats.org/presentationml/2006/ole">
            <mc:AlternateContent xmlns:mc="http://schemas.openxmlformats.org/markup-compatibility/2006">
              <mc:Choice xmlns:v="urn:schemas-microsoft-com:vml" Requires="v">
                <p:oleObj spid="_x0000_s57447" name="Equation" r:id="rId4" imgW="253780" imgH="215713" progId="Equation.DSMT4">
                  <p:embed/>
                </p:oleObj>
              </mc:Choice>
              <mc:Fallback>
                <p:oleObj name="Equation" r:id="rId4" imgW="253780" imgH="215713"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6950" y="1808164"/>
                        <a:ext cx="4524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8" name="Object 7"/>
          <p:cNvGraphicFramePr>
            <a:graphicFrameLocks noChangeAspect="1"/>
          </p:cNvGraphicFramePr>
          <p:nvPr/>
        </p:nvGraphicFramePr>
        <p:xfrm>
          <a:off x="2809876" y="1223963"/>
          <a:ext cx="2341563" cy="1071562"/>
        </p:xfrm>
        <a:graphic>
          <a:graphicData uri="http://schemas.openxmlformats.org/presentationml/2006/ole">
            <mc:AlternateContent xmlns:mc="http://schemas.openxmlformats.org/markup-compatibility/2006">
              <mc:Choice xmlns:v="urn:schemas-microsoft-com:vml" Requires="v">
                <p:oleObj spid="_x0000_s57448" name="Equation" r:id="rId6" imgW="1028700" imgH="469900" progId="Equation.DSMT4">
                  <p:embed/>
                </p:oleObj>
              </mc:Choice>
              <mc:Fallback>
                <p:oleObj name="Equation" r:id="rId6" imgW="1028700" imgH="4699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9876" y="1223963"/>
                        <a:ext cx="2341563" cy="1071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9" name="Text Box 8"/>
          <p:cNvSpPr txBox="1">
            <a:spLocks noChangeArrowheads="1"/>
          </p:cNvSpPr>
          <p:nvPr/>
        </p:nvSpPr>
        <p:spPr bwMode="auto">
          <a:xfrm>
            <a:off x="2674939" y="2349501"/>
            <a:ext cx="46815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CC"/>
                </a:solidFill>
              </a:rPr>
              <a:t>dB</a:t>
            </a:r>
            <a:r>
              <a:rPr lang="zh-CN" altLang="en-US" sz="1800">
                <a:solidFill>
                  <a:srgbClr val="0000CC"/>
                </a:solidFill>
              </a:rPr>
              <a:t>垂直于</a:t>
            </a:r>
            <a:r>
              <a:rPr lang="en-US" altLang="zh-CN" sz="1800">
                <a:solidFill>
                  <a:srgbClr val="0000CC"/>
                </a:solidFill>
              </a:rPr>
              <a:t>dl</a:t>
            </a:r>
            <a:r>
              <a:rPr lang="zh-CN" altLang="en-US" sz="1800">
                <a:solidFill>
                  <a:srgbClr val="0000CC"/>
                </a:solidFill>
              </a:rPr>
              <a:t>与</a:t>
            </a:r>
            <a:r>
              <a:rPr lang="en-US" altLang="zh-CN" sz="1800">
                <a:solidFill>
                  <a:srgbClr val="0000CC"/>
                </a:solidFill>
              </a:rPr>
              <a:t>r</a:t>
            </a:r>
            <a:r>
              <a:rPr lang="zh-CN" altLang="en-US" sz="1800">
                <a:solidFill>
                  <a:srgbClr val="0000CC"/>
                </a:solidFill>
              </a:rPr>
              <a:t>所在的平面</a:t>
            </a:r>
          </a:p>
        </p:txBody>
      </p:sp>
      <p:sp>
        <p:nvSpPr>
          <p:cNvPr id="57350" name="Text Box 13"/>
          <p:cNvSpPr txBox="1">
            <a:spLocks noChangeArrowheads="1"/>
          </p:cNvSpPr>
          <p:nvPr/>
        </p:nvSpPr>
        <p:spPr bwMode="auto">
          <a:xfrm>
            <a:off x="2540001" y="414338"/>
            <a:ext cx="3014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载流回路的磁场</a:t>
            </a:r>
          </a:p>
        </p:txBody>
      </p:sp>
      <p:sp>
        <p:nvSpPr>
          <p:cNvPr id="57351" name="AutoShape 21" descr="浅色下对角线"/>
          <p:cNvSpPr>
            <a:spLocks noChangeArrowheads="1"/>
          </p:cNvSpPr>
          <p:nvPr/>
        </p:nvSpPr>
        <p:spPr bwMode="auto">
          <a:xfrm rot="10800000" flipH="1">
            <a:off x="8526463" y="728664"/>
            <a:ext cx="855662" cy="1304925"/>
          </a:xfrm>
          <a:prstGeom prst="rtTriangle">
            <a:avLst/>
          </a:prstGeom>
          <a:pattFill prst="ltDnDiag">
            <a:fgClr>
              <a:schemeClr val="accent1"/>
            </a:fgClr>
            <a:bgClr>
              <a:schemeClr val="bg1"/>
            </a:bgClr>
          </a:patt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7352" name="Oval 15"/>
          <p:cNvSpPr>
            <a:spLocks noChangeArrowheads="1"/>
          </p:cNvSpPr>
          <p:nvPr/>
        </p:nvSpPr>
        <p:spPr bwMode="auto">
          <a:xfrm>
            <a:off x="7670800" y="458788"/>
            <a:ext cx="1709738" cy="4953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7353" name="Rectangle 17"/>
          <p:cNvSpPr>
            <a:spLocks noChangeArrowheads="1"/>
          </p:cNvSpPr>
          <p:nvPr/>
        </p:nvSpPr>
        <p:spPr bwMode="auto">
          <a:xfrm>
            <a:off x="8435976" y="1403351"/>
            <a:ext cx="180975" cy="898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7354" name="Line 22"/>
          <p:cNvSpPr>
            <a:spLocks noChangeShapeType="1"/>
          </p:cNvSpPr>
          <p:nvPr/>
        </p:nvSpPr>
        <p:spPr bwMode="auto">
          <a:xfrm flipV="1">
            <a:off x="9382126" y="458789"/>
            <a:ext cx="314325" cy="269875"/>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7355" name="Object 23"/>
          <p:cNvGraphicFramePr>
            <a:graphicFrameLocks noChangeAspect="1"/>
          </p:cNvGraphicFramePr>
          <p:nvPr/>
        </p:nvGraphicFramePr>
        <p:xfrm>
          <a:off x="9066213" y="1268414"/>
          <a:ext cx="227012" cy="293687"/>
        </p:xfrm>
        <a:graphic>
          <a:graphicData uri="http://schemas.openxmlformats.org/presentationml/2006/ole">
            <mc:AlternateContent xmlns:mc="http://schemas.openxmlformats.org/markup-compatibility/2006">
              <mc:Choice xmlns:v="urn:schemas-microsoft-com:vml" Requires="v">
                <p:oleObj spid="_x0000_s57449" name="Equation" r:id="rId8" imgW="126780" imgH="164814" progId="Equation.DSMT4">
                  <p:embed/>
                </p:oleObj>
              </mc:Choice>
              <mc:Fallback>
                <p:oleObj name="Equation" r:id="rId8" imgW="126780" imgH="164814"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66213" y="1268414"/>
                        <a:ext cx="227012"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6" name="Object 24"/>
          <p:cNvGraphicFramePr>
            <a:graphicFrameLocks noChangeAspect="1"/>
          </p:cNvGraphicFramePr>
          <p:nvPr/>
        </p:nvGraphicFramePr>
        <p:xfrm>
          <a:off x="9605963" y="458789"/>
          <a:ext cx="385762" cy="384175"/>
        </p:xfrm>
        <a:graphic>
          <a:graphicData uri="http://schemas.openxmlformats.org/presentationml/2006/ole">
            <mc:AlternateContent xmlns:mc="http://schemas.openxmlformats.org/markup-compatibility/2006">
              <mc:Choice xmlns:v="urn:schemas-microsoft-com:vml" Requires="v">
                <p:oleObj spid="_x0000_s57450" name="Equation" r:id="rId10" imgW="215619" imgH="215619" progId="Equation.DSMT4">
                  <p:embed/>
                </p:oleObj>
              </mc:Choice>
              <mc:Fallback>
                <p:oleObj name="Equation" r:id="rId10" imgW="215619" imgH="215619" progId="Equation.DSMT4">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05963" y="458789"/>
                        <a:ext cx="3857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7" name="Text Box 25"/>
          <p:cNvSpPr txBox="1">
            <a:spLocks noChangeArrowheads="1"/>
          </p:cNvSpPr>
          <p:nvPr/>
        </p:nvSpPr>
        <p:spPr bwMode="auto">
          <a:xfrm>
            <a:off x="5781676" y="3338513"/>
            <a:ext cx="1350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rPr>
              <a:t>右手定则：</a:t>
            </a:r>
          </a:p>
        </p:txBody>
      </p:sp>
      <p:sp>
        <p:nvSpPr>
          <p:cNvPr id="57358" name="Line 26"/>
          <p:cNvSpPr>
            <a:spLocks noChangeShapeType="1"/>
          </p:cNvSpPr>
          <p:nvPr/>
        </p:nvSpPr>
        <p:spPr bwMode="auto">
          <a:xfrm flipV="1">
            <a:off x="8570913" y="2708275"/>
            <a:ext cx="0" cy="19812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9" name="Line 30"/>
          <p:cNvSpPr>
            <a:spLocks noChangeShapeType="1"/>
          </p:cNvSpPr>
          <p:nvPr/>
        </p:nvSpPr>
        <p:spPr bwMode="auto">
          <a:xfrm flipV="1">
            <a:off x="8661401" y="3878264"/>
            <a:ext cx="404813" cy="46037"/>
          </a:xfrm>
          <a:prstGeom prst="line">
            <a:avLst/>
          </a:prstGeom>
          <a:noFill/>
          <a:ln w="5715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0" name="Line 31"/>
          <p:cNvSpPr>
            <a:spLocks noChangeShapeType="1"/>
          </p:cNvSpPr>
          <p:nvPr/>
        </p:nvSpPr>
        <p:spPr bwMode="auto">
          <a:xfrm flipH="1">
            <a:off x="7986713" y="3384550"/>
            <a:ext cx="449262" cy="44450"/>
          </a:xfrm>
          <a:prstGeom prst="line">
            <a:avLst/>
          </a:prstGeom>
          <a:noFill/>
          <a:ln w="5715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7361" name="Object 33"/>
          <p:cNvGraphicFramePr>
            <a:graphicFrameLocks noChangeAspect="1"/>
          </p:cNvGraphicFramePr>
          <p:nvPr/>
        </p:nvGraphicFramePr>
        <p:xfrm>
          <a:off x="2674938" y="4014788"/>
          <a:ext cx="2457450" cy="1071562"/>
        </p:xfrm>
        <a:graphic>
          <a:graphicData uri="http://schemas.openxmlformats.org/presentationml/2006/ole">
            <mc:AlternateContent xmlns:mc="http://schemas.openxmlformats.org/markup-compatibility/2006">
              <mc:Choice xmlns:v="urn:schemas-microsoft-com:vml" Requires="v">
                <p:oleObj spid="_x0000_s57451" name="Equation" r:id="rId12" imgW="1079500" imgH="469900" progId="Equation.DSMT4">
                  <p:embed/>
                </p:oleObj>
              </mc:Choice>
              <mc:Fallback>
                <p:oleObj name="Equation" r:id="rId12" imgW="1079500" imgH="469900" progId="Equation.DSMT4">
                  <p:embed/>
                  <p:pic>
                    <p:nvPicPr>
                      <p:cNvPr id="0" name="Object 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938" y="4014788"/>
                        <a:ext cx="2457450" cy="1071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394" name="Object 3"/>
          <p:cNvGraphicFramePr>
            <a:graphicFrameLocks noChangeAspect="1"/>
          </p:cNvGraphicFramePr>
          <p:nvPr/>
        </p:nvGraphicFramePr>
        <p:xfrm>
          <a:off x="7581900" y="728664"/>
          <a:ext cx="452438" cy="384175"/>
        </p:xfrm>
        <a:graphic>
          <a:graphicData uri="http://schemas.openxmlformats.org/presentationml/2006/ole">
            <mc:AlternateContent xmlns:mc="http://schemas.openxmlformats.org/markup-compatibility/2006">
              <mc:Choice xmlns:v="urn:schemas-microsoft-com:vml" Requires="v">
                <p:oleObj spid="_x0000_s59768" name="Equation" r:id="rId4" imgW="253780" imgH="215713" progId="Equation.DSMT4">
                  <p:embed/>
                </p:oleObj>
              </mc:Choice>
              <mc:Fallback>
                <p:oleObj name="Equation" r:id="rId4" imgW="253780" imgH="215713"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1900" y="728664"/>
                        <a:ext cx="4524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5" name="Object 4"/>
          <p:cNvGraphicFramePr>
            <a:graphicFrameLocks noChangeAspect="1"/>
          </p:cNvGraphicFramePr>
          <p:nvPr/>
        </p:nvGraphicFramePr>
        <p:xfrm>
          <a:off x="3305176" y="1042988"/>
          <a:ext cx="2341563" cy="1071562"/>
        </p:xfrm>
        <a:graphic>
          <a:graphicData uri="http://schemas.openxmlformats.org/presentationml/2006/ole">
            <mc:AlternateContent xmlns:mc="http://schemas.openxmlformats.org/markup-compatibility/2006">
              <mc:Choice xmlns:v="urn:schemas-microsoft-com:vml" Requires="v">
                <p:oleObj spid="_x0000_s59769" name="Equation" r:id="rId6" imgW="1028700" imgH="469900" progId="Equation.DSMT4">
                  <p:embed/>
                </p:oleObj>
              </mc:Choice>
              <mc:Fallback>
                <p:oleObj name="Equation" r:id="rId6" imgW="1028700" imgH="4699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5176" y="1042988"/>
                        <a:ext cx="2341563" cy="1071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6" name="Text Box 6"/>
          <p:cNvSpPr txBox="1">
            <a:spLocks noChangeArrowheads="1"/>
          </p:cNvSpPr>
          <p:nvPr/>
        </p:nvSpPr>
        <p:spPr bwMode="auto">
          <a:xfrm>
            <a:off x="2540000" y="414338"/>
            <a:ext cx="4591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例：载流直导线产生的磁场</a:t>
            </a:r>
          </a:p>
        </p:txBody>
      </p:sp>
      <p:sp>
        <p:nvSpPr>
          <p:cNvPr id="59397" name="Rectangle 9"/>
          <p:cNvSpPr>
            <a:spLocks noChangeArrowheads="1"/>
          </p:cNvSpPr>
          <p:nvPr/>
        </p:nvSpPr>
        <p:spPr bwMode="auto">
          <a:xfrm>
            <a:off x="8075614" y="458789"/>
            <a:ext cx="134937" cy="18875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59398" name="Object 11"/>
          <p:cNvGraphicFramePr>
            <a:graphicFrameLocks noChangeAspect="1"/>
          </p:cNvGraphicFramePr>
          <p:nvPr/>
        </p:nvGraphicFramePr>
        <p:xfrm>
          <a:off x="8661401" y="1089025"/>
          <a:ext cx="227013" cy="293688"/>
        </p:xfrm>
        <a:graphic>
          <a:graphicData uri="http://schemas.openxmlformats.org/presentationml/2006/ole">
            <mc:AlternateContent xmlns:mc="http://schemas.openxmlformats.org/markup-compatibility/2006">
              <mc:Choice xmlns:v="urn:schemas-microsoft-com:vml" Requires="v">
                <p:oleObj spid="_x0000_s59770" name="Equation" r:id="rId8" imgW="126780" imgH="164814" progId="Equation.DSMT4">
                  <p:embed/>
                </p:oleObj>
              </mc:Choice>
              <mc:Fallback>
                <p:oleObj name="Equation" r:id="rId8" imgW="126780" imgH="164814"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61401" y="1089025"/>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12"/>
          <p:cNvGraphicFramePr>
            <a:graphicFrameLocks noChangeAspect="1"/>
          </p:cNvGraphicFramePr>
          <p:nvPr/>
        </p:nvGraphicFramePr>
        <p:xfrm>
          <a:off x="10056813" y="863601"/>
          <a:ext cx="385762" cy="384175"/>
        </p:xfrm>
        <a:graphic>
          <a:graphicData uri="http://schemas.openxmlformats.org/presentationml/2006/ole">
            <mc:AlternateContent xmlns:mc="http://schemas.openxmlformats.org/markup-compatibility/2006">
              <mc:Choice xmlns:v="urn:schemas-microsoft-com:vml" Requires="v">
                <p:oleObj spid="_x0000_s59771" name="Equation" r:id="rId10" imgW="215619" imgH="215619" progId="Equation.DSMT4">
                  <p:embed/>
                </p:oleObj>
              </mc:Choice>
              <mc:Fallback>
                <p:oleObj name="Equation" r:id="rId10" imgW="215619" imgH="215619"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56813" y="863601"/>
                        <a:ext cx="3857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17"/>
          <p:cNvGraphicFramePr>
            <a:graphicFrameLocks noChangeAspect="1"/>
          </p:cNvGraphicFramePr>
          <p:nvPr/>
        </p:nvGraphicFramePr>
        <p:xfrm>
          <a:off x="3440113" y="2168525"/>
          <a:ext cx="1358900" cy="1130300"/>
        </p:xfrm>
        <a:graphic>
          <a:graphicData uri="http://schemas.openxmlformats.org/presentationml/2006/ole">
            <mc:AlternateContent xmlns:mc="http://schemas.openxmlformats.org/markup-compatibility/2006">
              <mc:Choice xmlns:v="urn:schemas-microsoft-com:vml" Requires="v">
                <p:oleObj spid="_x0000_s59772" name="Equation" r:id="rId12" imgW="596641" imgH="495085" progId="Equation.DSMT4">
                  <p:embed/>
                </p:oleObj>
              </mc:Choice>
              <mc:Fallback>
                <p:oleObj name="Equation" r:id="rId12" imgW="596641" imgH="495085" progId="Equation.DSMT4">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40113" y="2168525"/>
                        <a:ext cx="13589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1" name="Line 18"/>
          <p:cNvSpPr>
            <a:spLocks noChangeShapeType="1"/>
          </p:cNvSpPr>
          <p:nvPr/>
        </p:nvSpPr>
        <p:spPr bwMode="auto">
          <a:xfrm>
            <a:off x="8210551" y="1403350"/>
            <a:ext cx="1755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2" name="Line 19"/>
          <p:cNvSpPr>
            <a:spLocks noChangeShapeType="1"/>
          </p:cNvSpPr>
          <p:nvPr/>
        </p:nvSpPr>
        <p:spPr bwMode="auto">
          <a:xfrm>
            <a:off x="8210551" y="954088"/>
            <a:ext cx="1755775" cy="449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3" name="Line 20"/>
          <p:cNvSpPr>
            <a:spLocks noChangeShapeType="1"/>
          </p:cNvSpPr>
          <p:nvPr/>
        </p:nvSpPr>
        <p:spPr bwMode="auto">
          <a:xfrm>
            <a:off x="8210551" y="458788"/>
            <a:ext cx="1711325" cy="944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4" name="Line 21"/>
          <p:cNvSpPr>
            <a:spLocks noChangeShapeType="1"/>
          </p:cNvSpPr>
          <p:nvPr/>
        </p:nvSpPr>
        <p:spPr bwMode="auto">
          <a:xfrm flipV="1">
            <a:off x="8210550" y="1"/>
            <a:ext cx="0" cy="7286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5" name="Line 22"/>
          <p:cNvSpPr>
            <a:spLocks noChangeShapeType="1"/>
          </p:cNvSpPr>
          <p:nvPr/>
        </p:nvSpPr>
        <p:spPr bwMode="auto">
          <a:xfrm flipH="1">
            <a:off x="8210551" y="1403350"/>
            <a:ext cx="1755775" cy="946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6" name="Line 23"/>
          <p:cNvSpPr>
            <a:spLocks noChangeShapeType="1"/>
          </p:cNvSpPr>
          <p:nvPr/>
        </p:nvSpPr>
        <p:spPr bwMode="auto">
          <a:xfrm>
            <a:off x="8075614" y="954088"/>
            <a:ext cx="134937"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7" name="AutoShape 24"/>
          <p:cNvSpPr>
            <a:spLocks noChangeArrowheads="1"/>
          </p:cNvSpPr>
          <p:nvPr/>
        </p:nvSpPr>
        <p:spPr bwMode="auto">
          <a:xfrm>
            <a:off x="10010776" y="1268414"/>
            <a:ext cx="269875" cy="269875"/>
          </a:xfrm>
          <a:prstGeom prst="flowChartSummingJunction">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59408" name="Object 25"/>
          <p:cNvGraphicFramePr>
            <a:graphicFrameLocks noChangeAspect="1"/>
          </p:cNvGraphicFramePr>
          <p:nvPr/>
        </p:nvGraphicFramePr>
        <p:xfrm>
          <a:off x="9875838" y="1584325"/>
          <a:ext cx="273050" cy="293688"/>
        </p:xfrm>
        <a:graphic>
          <a:graphicData uri="http://schemas.openxmlformats.org/presentationml/2006/ole">
            <mc:AlternateContent xmlns:mc="http://schemas.openxmlformats.org/markup-compatibility/2006">
              <mc:Choice xmlns:v="urn:schemas-microsoft-com:vml" Requires="v">
                <p:oleObj spid="_x0000_s59773" name="Equation" r:id="rId14" imgW="152268" imgH="164957" progId="Equation.DSMT4">
                  <p:embed/>
                </p:oleObj>
              </mc:Choice>
              <mc:Fallback>
                <p:oleObj name="Equation" r:id="rId14" imgW="152268" imgH="164957"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875838" y="1584325"/>
                        <a:ext cx="273050"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9" name="Object 26"/>
          <p:cNvGraphicFramePr>
            <a:graphicFrameLocks noChangeAspect="1"/>
          </p:cNvGraphicFramePr>
          <p:nvPr/>
        </p:nvGraphicFramePr>
        <p:xfrm>
          <a:off x="8210550" y="1808164"/>
          <a:ext cx="273050" cy="407987"/>
        </p:xfrm>
        <a:graphic>
          <a:graphicData uri="http://schemas.openxmlformats.org/presentationml/2006/ole">
            <mc:AlternateContent xmlns:mc="http://schemas.openxmlformats.org/markup-compatibility/2006">
              <mc:Choice xmlns:v="urn:schemas-microsoft-com:vml" Requires="v">
                <p:oleObj spid="_x0000_s59774" name="Equation" r:id="rId16" imgW="152334" imgH="228501" progId="Equation.DSMT4">
                  <p:embed/>
                </p:oleObj>
              </mc:Choice>
              <mc:Fallback>
                <p:oleObj name="Equation" r:id="rId16" imgW="152334" imgH="228501" progId="Equation.DSMT4">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10550" y="1808164"/>
                        <a:ext cx="27305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0" name="Object 27"/>
          <p:cNvGraphicFramePr>
            <a:graphicFrameLocks noChangeAspect="1"/>
          </p:cNvGraphicFramePr>
          <p:nvPr/>
        </p:nvGraphicFramePr>
        <p:xfrm>
          <a:off x="8232776" y="682625"/>
          <a:ext cx="227013" cy="317500"/>
        </p:xfrm>
        <a:graphic>
          <a:graphicData uri="http://schemas.openxmlformats.org/presentationml/2006/ole">
            <mc:AlternateContent xmlns:mc="http://schemas.openxmlformats.org/markup-compatibility/2006">
              <mc:Choice xmlns:v="urn:schemas-microsoft-com:vml" Requires="v">
                <p:oleObj spid="_x0000_s59775" name="Equation" r:id="rId18" imgW="126725" imgH="177415" progId="Equation.DSMT4">
                  <p:embed/>
                </p:oleObj>
              </mc:Choice>
              <mc:Fallback>
                <p:oleObj name="Equation" r:id="rId18" imgW="126725" imgH="177415" progId="Equation.DSMT4">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32776" y="682625"/>
                        <a:ext cx="2270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1" name="Object 28"/>
          <p:cNvGraphicFramePr>
            <a:graphicFrameLocks noChangeAspect="1"/>
          </p:cNvGraphicFramePr>
          <p:nvPr/>
        </p:nvGraphicFramePr>
        <p:xfrm>
          <a:off x="8245476" y="233364"/>
          <a:ext cx="296863" cy="407987"/>
        </p:xfrm>
        <a:graphic>
          <a:graphicData uri="http://schemas.openxmlformats.org/presentationml/2006/ole">
            <mc:AlternateContent xmlns:mc="http://schemas.openxmlformats.org/markup-compatibility/2006">
              <mc:Choice xmlns:v="urn:schemas-microsoft-com:vml" Requires="v">
                <p:oleObj spid="_x0000_s59776" name="Equation" r:id="rId20" imgW="165028" imgH="228501" progId="Equation.DSMT4">
                  <p:embed/>
                </p:oleObj>
              </mc:Choice>
              <mc:Fallback>
                <p:oleObj name="Equation" r:id="rId20" imgW="165028" imgH="228501" progId="Equation.DSMT4">
                  <p:embed/>
                  <p:pic>
                    <p:nvPicPr>
                      <p:cNvPr id="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45476" y="233364"/>
                        <a:ext cx="296863"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2" name="Object 29"/>
          <p:cNvGraphicFramePr>
            <a:graphicFrameLocks noChangeAspect="1"/>
          </p:cNvGraphicFramePr>
          <p:nvPr/>
        </p:nvGraphicFramePr>
        <p:xfrm>
          <a:off x="7896225" y="1042988"/>
          <a:ext cx="158750" cy="315912"/>
        </p:xfrm>
        <a:graphic>
          <a:graphicData uri="http://schemas.openxmlformats.org/presentationml/2006/ole">
            <mc:AlternateContent xmlns:mc="http://schemas.openxmlformats.org/markup-compatibility/2006">
              <mc:Choice xmlns:v="urn:schemas-microsoft-com:vml" Requires="v">
                <p:oleObj spid="_x0000_s59777" name="Equation" r:id="rId22" imgW="88669" imgH="177338" progId="Equation.DSMT4">
                  <p:embed/>
                </p:oleObj>
              </mc:Choice>
              <mc:Fallback>
                <p:oleObj name="Equation" r:id="rId22" imgW="88669" imgH="177338" progId="Equation.DSMT4">
                  <p:embed/>
                  <p:pic>
                    <p:nvPicPr>
                      <p:cNvPr id="0" name="Object 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896225" y="1042988"/>
                        <a:ext cx="15875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3" name="Object 30"/>
          <p:cNvGraphicFramePr>
            <a:graphicFrameLocks noChangeAspect="1"/>
          </p:cNvGraphicFramePr>
          <p:nvPr/>
        </p:nvGraphicFramePr>
        <p:xfrm>
          <a:off x="7986714" y="2349500"/>
          <a:ext cx="295275" cy="406400"/>
        </p:xfrm>
        <a:graphic>
          <a:graphicData uri="http://schemas.openxmlformats.org/presentationml/2006/ole">
            <mc:AlternateContent xmlns:mc="http://schemas.openxmlformats.org/markup-compatibility/2006">
              <mc:Choice xmlns:v="urn:schemas-microsoft-com:vml" Requires="v">
                <p:oleObj spid="_x0000_s59778" name="Equation" r:id="rId24" imgW="165028" imgH="228501" progId="Equation.DSMT4">
                  <p:embed/>
                </p:oleObj>
              </mc:Choice>
              <mc:Fallback>
                <p:oleObj name="Equation" r:id="rId24" imgW="165028" imgH="228501" progId="Equation.DSMT4">
                  <p:embed/>
                  <p:pic>
                    <p:nvPicPr>
                      <p:cNvPr id="0" name="Object 3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986714" y="2349500"/>
                        <a:ext cx="2952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4" name="Object 31"/>
          <p:cNvGraphicFramePr>
            <a:graphicFrameLocks noChangeAspect="1"/>
          </p:cNvGraphicFramePr>
          <p:nvPr/>
        </p:nvGraphicFramePr>
        <p:xfrm>
          <a:off x="7739063" y="279400"/>
          <a:ext cx="341312" cy="406400"/>
        </p:xfrm>
        <a:graphic>
          <a:graphicData uri="http://schemas.openxmlformats.org/presentationml/2006/ole">
            <mc:AlternateContent xmlns:mc="http://schemas.openxmlformats.org/markup-compatibility/2006">
              <mc:Choice xmlns:v="urn:schemas-microsoft-com:vml" Requires="v">
                <p:oleObj spid="_x0000_s59779" name="Equation" r:id="rId26" imgW="190500" imgH="228600" progId="Equation.DSMT4">
                  <p:embed/>
                </p:oleObj>
              </mc:Choice>
              <mc:Fallback>
                <p:oleObj name="Equation" r:id="rId26" imgW="190500" imgH="228600" progId="Equation.DSMT4">
                  <p:embed/>
                  <p:pic>
                    <p:nvPicPr>
                      <p:cNvPr id="0" name="Object 3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739063" y="279400"/>
                        <a:ext cx="3413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5" name="Object 32"/>
          <p:cNvGraphicFramePr>
            <a:graphicFrameLocks noChangeAspect="1"/>
          </p:cNvGraphicFramePr>
          <p:nvPr/>
        </p:nvGraphicFramePr>
        <p:xfrm>
          <a:off x="7761288" y="1268413"/>
          <a:ext cx="273050" cy="317500"/>
        </p:xfrm>
        <a:graphic>
          <a:graphicData uri="http://schemas.openxmlformats.org/presentationml/2006/ole">
            <mc:AlternateContent xmlns:mc="http://schemas.openxmlformats.org/markup-compatibility/2006">
              <mc:Choice xmlns:v="urn:schemas-microsoft-com:vml" Requires="v">
                <p:oleObj spid="_x0000_s59780" name="Equation" r:id="rId28" imgW="152202" imgH="177569" progId="Equation.DSMT4">
                  <p:embed/>
                </p:oleObj>
              </mc:Choice>
              <mc:Fallback>
                <p:oleObj name="Equation" r:id="rId28" imgW="152202" imgH="177569" progId="Equation.DSMT4">
                  <p:embed/>
                  <p:pic>
                    <p:nvPicPr>
                      <p:cNvPr id="0" name="Object 3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761288" y="1268413"/>
                        <a:ext cx="273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6" name="Object 33"/>
          <p:cNvGraphicFramePr>
            <a:graphicFrameLocks noChangeAspect="1"/>
          </p:cNvGraphicFramePr>
          <p:nvPr/>
        </p:nvGraphicFramePr>
        <p:xfrm>
          <a:off x="8694739" y="1347788"/>
          <a:ext cx="250825" cy="406400"/>
        </p:xfrm>
        <a:graphic>
          <a:graphicData uri="http://schemas.openxmlformats.org/presentationml/2006/ole">
            <mc:AlternateContent xmlns:mc="http://schemas.openxmlformats.org/markup-compatibility/2006">
              <mc:Choice xmlns:v="urn:schemas-microsoft-com:vml" Requires="v">
                <p:oleObj spid="_x0000_s59781" name="Equation" r:id="rId30" imgW="139700" imgH="228600" progId="Equation.DSMT4">
                  <p:embed/>
                </p:oleObj>
              </mc:Choice>
              <mc:Fallback>
                <p:oleObj name="Equation" r:id="rId30" imgW="139700" imgH="228600" progId="Equation.DSMT4">
                  <p:embed/>
                  <p:pic>
                    <p:nvPicPr>
                      <p:cNvPr id="0" name="Object 3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94739" y="1347788"/>
                        <a:ext cx="2508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7" name="Object 34"/>
          <p:cNvGraphicFramePr>
            <a:graphicFrameLocks noChangeAspect="1"/>
          </p:cNvGraphicFramePr>
          <p:nvPr/>
        </p:nvGraphicFramePr>
        <p:xfrm>
          <a:off x="3665538" y="3114675"/>
          <a:ext cx="2138362" cy="1130300"/>
        </p:xfrm>
        <a:graphic>
          <a:graphicData uri="http://schemas.openxmlformats.org/presentationml/2006/ole">
            <mc:AlternateContent xmlns:mc="http://schemas.openxmlformats.org/markup-compatibility/2006">
              <mc:Choice xmlns:v="urn:schemas-microsoft-com:vml" Requires="v">
                <p:oleObj spid="_x0000_s59782" name="Equation" r:id="rId32" imgW="939392" imgH="495085" progId="Equation.DSMT4">
                  <p:embed/>
                </p:oleObj>
              </mc:Choice>
              <mc:Fallback>
                <p:oleObj name="Equation" r:id="rId32" imgW="939392" imgH="495085" progId="Equation.DSMT4">
                  <p:embed/>
                  <p:pic>
                    <p:nvPicPr>
                      <p:cNvPr id="0" name="Object 3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665538" y="3114675"/>
                        <a:ext cx="2138362"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8" name="Object 35"/>
          <p:cNvGraphicFramePr>
            <a:graphicFrameLocks noChangeAspect="1"/>
          </p:cNvGraphicFramePr>
          <p:nvPr/>
        </p:nvGraphicFramePr>
        <p:xfrm>
          <a:off x="5870575" y="3159125"/>
          <a:ext cx="2312988" cy="1130300"/>
        </p:xfrm>
        <a:graphic>
          <a:graphicData uri="http://schemas.openxmlformats.org/presentationml/2006/ole">
            <mc:AlternateContent xmlns:mc="http://schemas.openxmlformats.org/markup-compatibility/2006">
              <mc:Choice xmlns:v="urn:schemas-microsoft-com:vml" Requires="v">
                <p:oleObj spid="_x0000_s59783" name="Equation" r:id="rId34" imgW="1015559" imgH="495085" progId="Equation.DSMT4">
                  <p:embed/>
                </p:oleObj>
              </mc:Choice>
              <mc:Fallback>
                <p:oleObj name="Equation" r:id="rId34" imgW="1015559" imgH="495085" progId="Equation.DSMT4">
                  <p:embed/>
                  <p:pic>
                    <p:nvPicPr>
                      <p:cNvPr id="0" name="Object 3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870575" y="3159125"/>
                        <a:ext cx="2312988"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19" name="Object 36"/>
          <p:cNvGraphicFramePr>
            <a:graphicFrameLocks noChangeAspect="1"/>
          </p:cNvGraphicFramePr>
          <p:nvPr/>
        </p:nvGraphicFramePr>
        <p:xfrm>
          <a:off x="2495550" y="5003800"/>
          <a:ext cx="3441700" cy="520700"/>
        </p:xfrm>
        <a:graphic>
          <a:graphicData uri="http://schemas.openxmlformats.org/presentationml/2006/ole">
            <mc:AlternateContent xmlns:mc="http://schemas.openxmlformats.org/markup-compatibility/2006">
              <mc:Choice xmlns:v="urn:schemas-microsoft-com:vml" Requires="v">
                <p:oleObj spid="_x0000_s59784" name="Equation" r:id="rId36" imgW="1511300" imgH="228600" progId="Equation.DSMT4">
                  <p:embed/>
                </p:oleObj>
              </mc:Choice>
              <mc:Fallback>
                <p:oleObj name="Equation" r:id="rId36" imgW="1511300" imgH="228600" progId="Equation.DSMT4">
                  <p:embed/>
                  <p:pic>
                    <p:nvPicPr>
                      <p:cNvPr id="0" name="Object 3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495550" y="5003800"/>
                        <a:ext cx="34417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20" name="Object 37"/>
          <p:cNvGraphicFramePr>
            <a:graphicFrameLocks noChangeAspect="1"/>
          </p:cNvGraphicFramePr>
          <p:nvPr/>
        </p:nvGraphicFramePr>
        <p:xfrm>
          <a:off x="2451101" y="4554538"/>
          <a:ext cx="3643313" cy="463550"/>
        </p:xfrm>
        <a:graphic>
          <a:graphicData uri="http://schemas.openxmlformats.org/presentationml/2006/ole">
            <mc:AlternateContent xmlns:mc="http://schemas.openxmlformats.org/markup-compatibility/2006">
              <mc:Choice xmlns:v="urn:schemas-microsoft-com:vml" Requires="v">
                <p:oleObj spid="_x0000_s59785" name="Equation" r:id="rId38" imgW="1600200" imgH="203200" progId="Equation.DSMT4">
                  <p:embed/>
                </p:oleObj>
              </mc:Choice>
              <mc:Fallback>
                <p:oleObj name="Equation" r:id="rId38" imgW="1600200" imgH="203200" progId="Equation.DSMT4">
                  <p:embed/>
                  <p:pic>
                    <p:nvPicPr>
                      <p:cNvPr id="0" name="Object 3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451101" y="4554538"/>
                        <a:ext cx="3643313"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21" name="Line 38"/>
          <p:cNvSpPr>
            <a:spLocks noChangeShapeType="1"/>
          </p:cNvSpPr>
          <p:nvPr/>
        </p:nvSpPr>
        <p:spPr bwMode="auto">
          <a:xfrm>
            <a:off x="8166100" y="998538"/>
            <a:ext cx="0" cy="404812"/>
          </a:xfrm>
          <a:prstGeom prst="line">
            <a:avLst/>
          </a:prstGeom>
          <a:noFill/>
          <a:ln w="76200">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2" name="Line 39"/>
          <p:cNvSpPr>
            <a:spLocks noChangeShapeType="1"/>
          </p:cNvSpPr>
          <p:nvPr/>
        </p:nvSpPr>
        <p:spPr bwMode="auto">
          <a:xfrm>
            <a:off x="8121650" y="998538"/>
            <a:ext cx="0" cy="404812"/>
          </a:xfrm>
          <a:prstGeom prst="line">
            <a:avLst/>
          </a:prstGeom>
          <a:noFill/>
          <a:ln w="76200">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423" name="Object 40"/>
          <p:cNvGraphicFramePr>
            <a:graphicFrameLocks noChangeAspect="1"/>
          </p:cNvGraphicFramePr>
          <p:nvPr/>
        </p:nvGraphicFramePr>
        <p:xfrm>
          <a:off x="8166100" y="4329113"/>
          <a:ext cx="1619250" cy="520700"/>
        </p:xfrm>
        <a:graphic>
          <a:graphicData uri="http://schemas.openxmlformats.org/presentationml/2006/ole">
            <mc:AlternateContent xmlns:mc="http://schemas.openxmlformats.org/markup-compatibility/2006">
              <mc:Choice xmlns:v="urn:schemas-microsoft-com:vml" Requires="v">
                <p:oleObj spid="_x0000_s59786" name="Equation" r:id="rId40" imgW="711200" imgH="228600" progId="Equation.DSMT4">
                  <p:embed/>
                </p:oleObj>
              </mc:Choice>
              <mc:Fallback>
                <p:oleObj name="Equation" r:id="rId40" imgW="711200" imgH="228600" progId="Equation.DSMT4">
                  <p:embed/>
                  <p:pic>
                    <p:nvPicPr>
                      <p:cNvPr id="0" name="Object 40"/>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8166100" y="4329113"/>
                        <a:ext cx="161925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24" name="Object 41"/>
          <p:cNvGraphicFramePr>
            <a:graphicFrameLocks noChangeAspect="1"/>
          </p:cNvGraphicFramePr>
          <p:nvPr/>
        </p:nvGraphicFramePr>
        <p:xfrm>
          <a:off x="8180389" y="4727575"/>
          <a:ext cx="1590675" cy="896938"/>
        </p:xfrm>
        <a:graphic>
          <a:graphicData uri="http://schemas.openxmlformats.org/presentationml/2006/ole">
            <mc:AlternateContent xmlns:mc="http://schemas.openxmlformats.org/markup-compatibility/2006">
              <mc:Choice xmlns:v="urn:schemas-microsoft-com:vml" Requires="v">
                <p:oleObj spid="_x0000_s59787" name="Equation" r:id="rId42" imgW="698197" imgH="393529" progId="Equation.DSMT4">
                  <p:embed/>
                </p:oleObj>
              </mc:Choice>
              <mc:Fallback>
                <p:oleObj name="Equation" r:id="rId42" imgW="698197" imgH="393529" progId="Equation.DSMT4">
                  <p:embed/>
                  <p:pic>
                    <p:nvPicPr>
                      <p:cNvPr id="0" name="Object 41"/>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8180389" y="4727575"/>
                        <a:ext cx="15906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25" name="AutoShape 42"/>
          <p:cNvSpPr>
            <a:spLocks/>
          </p:cNvSpPr>
          <p:nvPr/>
        </p:nvSpPr>
        <p:spPr bwMode="auto">
          <a:xfrm>
            <a:off x="2360613" y="4733925"/>
            <a:ext cx="44450" cy="585788"/>
          </a:xfrm>
          <a:prstGeom prst="leftBrace">
            <a:avLst>
              <a:gd name="adj1" fmla="val 1098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9426" name="AutoShape 43"/>
          <p:cNvSpPr>
            <a:spLocks/>
          </p:cNvSpPr>
          <p:nvPr/>
        </p:nvSpPr>
        <p:spPr bwMode="auto">
          <a:xfrm>
            <a:off x="8031163" y="4598989"/>
            <a:ext cx="44450" cy="585787"/>
          </a:xfrm>
          <a:prstGeom prst="leftBrace">
            <a:avLst>
              <a:gd name="adj1" fmla="val 10982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59427" name="Line 44"/>
          <p:cNvSpPr>
            <a:spLocks noChangeShapeType="1"/>
          </p:cNvSpPr>
          <p:nvPr/>
        </p:nvSpPr>
        <p:spPr bwMode="auto">
          <a:xfrm>
            <a:off x="6500814" y="4959350"/>
            <a:ext cx="1169987"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noChangeAspect="1"/>
          </p:cNvGraphicFramePr>
          <p:nvPr/>
        </p:nvGraphicFramePr>
        <p:xfrm>
          <a:off x="7581900" y="728664"/>
          <a:ext cx="452438" cy="384175"/>
        </p:xfrm>
        <a:graphic>
          <a:graphicData uri="http://schemas.openxmlformats.org/presentationml/2006/ole">
            <mc:AlternateContent xmlns:mc="http://schemas.openxmlformats.org/markup-compatibility/2006">
              <mc:Choice xmlns:v="urn:schemas-microsoft-com:vml" Requires="v">
                <p:oleObj spid="_x0000_s61778" name="Equation" r:id="rId4" imgW="253780" imgH="215713" progId="Equation.DSMT4">
                  <p:embed/>
                </p:oleObj>
              </mc:Choice>
              <mc:Fallback>
                <p:oleObj name="Equation" r:id="rId4" imgW="253780" imgH="215713"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1900" y="728664"/>
                        <a:ext cx="4524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3" name="Text Box 4"/>
          <p:cNvSpPr txBox="1">
            <a:spLocks noChangeArrowheads="1"/>
          </p:cNvSpPr>
          <p:nvPr/>
        </p:nvSpPr>
        <p:spPr bwMode="auto">
          <a:xfrm>
            <a:off x="2270126" y="3789363"/>
            <a:ext cx="2970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若导线无限长：</a:t>
            </a:r>
          </a:p>
        </p:txBody>
      </p:sp>
      <p:sp>
        <p:nvSpPr>
          <p:cNvPr id="61444" name="Rectangle 5"/>
          <p:cNvSpPr>
            <a:spLocks noChangeArrowheads="1"/>
          </p:cNvSpPr>
          <p:nvPr/>
        </p:nvSpPr>
        <p:spPr bwMode="auto">
          <a:xfrm>
            <a:off x="8075614" y="458789"/>
            <a:ext cx="134937" cy="18875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61445" name="Object 6"/>
          <p:cNvGraphicFramePr>
            <a:graphicFrameLocks noChangeAspect="1"/>
          </p:cNvGraphicFramePr>
          <p:nvPr/>
        </p:nvGraphicFramePr>
        <p:xfrm>
          <a:off x="8661401" y="1089025"/>
          <a:ext cx="227013" cy="293688"/>
        </p:xfrm>
        <a:graphic>
          <a:graphicData uri="http://schemas.openxmlformats.org/presentationml/2006/ole">
            <mc:AlternateContent xmlns:mc="http://schemas.openxmlformats.org/markup-compatibility/2006">
              <mc:Choice xmlns:v="urn:schemas-microsoft-com:vml" Requires="v">
                <p:oleObj spid="_x0000_s61779" name="Equation" r:id="rId6" imgW="126780" imgH="164814" progId="Equation.DSMT4">
                  <p:embed/>
                </p:oleObj>
              </mc:Choice>
              <mc:Fallback>
                <p:oleObj name="Equation" r:id="rId6" imgW="126780" imgH="164814"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61401" y="1089025"/>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6" name="Object 7"/>
          <p:cNvGraphicFramePr>
            <a:graphicFrameLocks noChangeAspect="1"/>
          </p:cNvGraphicFramePr>
          <p:nvPr/>
        </p:nvGraphicFramePr>
        <p:xfrm>
          <a:off x="10056813" y="863601"/>
          <a:ext cx="385762" cy="384175"/>
        </p:xfrm>
        <a:graphic>
          <a:graphicData uri="http://schemas.openxmlformats.org/presentationml/2006/ole">
            <mc:AlternateContent xmlns:mc="http://schemas.openxmlformats.org/markup-compatibility/2006">
              <mc:Choice xmlns:v="urn:schemas-microsoft-com:vml" Requires="v">
                <p:oleObj spid="_x0000_s61780" name="Equation" r:id="rId8" imgW="215619" imgH="215619" progId="Equation.DSMT4">
                  <p:embed/>
                </p:oleObj>
              </mc:Choice>
              <mc:Fallback>
                <p:oleObj name="Equation" r:id="rId8" imgW="215619" imgH="215619"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56813" y="863601"/>
                        <a:ext cx="3857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7" name="Line 9"/>
          <p:cNvSpPr>
            <a:spLocks noChangeShapeType="1"/>
          </p:cNvSpPr>
          <p:nvPr/>
        </p:nvSpPr>
        <p:spPr bwMode="auto">
          <a:xfrm>
            <a:off x="8210551" y="1403350"/>
            <a:ext cx="1755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8" name="Line 10"/>
          <p:cNvSpPr>
            <a:spLocks noChangeShapeType="1"/>
          </p:cNvSpPr>
          <p:nvPr/>
        </p:nvSpPr>
        <p:spPr bwMode="auto">
          <a:xfrm>
            <a:off x="8210551" y="954088"/>
            <a:ext cx="1755775" cy="449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9" name="Line 11"/>
          <p:cNvSpPr>
            <a:spLocks noChangeShapeType="1"/>
          </p:cNvSpPr>
          <p:nvPr/>
        </p:nvSpPr>
        <p:spPr bwMode="auto">
          <a:xfrm>
            <a:off x="8210551" y="458788"/>
            <a:ext cx="1711325" cy="944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0" name="Line 12"/>
          <p:cNvSpPr>
            <a:spLocks noChangeShapeType="1"/>
          </p:cNvSpPr>
          <p:nvPr/>
        </p:nvSpPr>
        <p:spPr bwMode="auto">
          <a:xfrm flipV="1">
            <a:off x="8210550" y="1"/>
            <a:ext cx="0" cy="7286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51" name="Line 13"/>
          <p:cNvSpPr>
            <a:spLocks noChangeShapeType="1"/>
          </p:cNvSpPr>
          <p:nvPr/>
        </p:nvSpPr>
        <p:spPr bwMode="auto">
          <a:xfrm flipH="1">
            <a:off x="8210551" y="1403350"/>
            <a:ext cx="1755775" cy="946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2" name="Line 14"/>
          <p:cNvSpPr>
            <a:spLocks noChangeShapeType="1"/>
          </p:cNvSpPr>
          <p:nvPr/>
        </p:nvSpPr>
        <p:spPr bwMode="auto">
          <a:xfrm>
            <a:off x="8075614" y="954088"/>
            <a:ext cx="134937"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3" name="AutoShape 15"/>
          <p:cNvSpPr>
            <a:spLocks noChangeArrowheads="1"/>
          </p:cNvSpPr>
          <p:nvPr/>
        </p:nvSpPr>
        <p:spPr bwMode="auto">
          <a:xfrm>
            <a:off x="10010776" y="1268414"/>
            <a:ext cx="269875" cy="269875"/>
          </a:xfrm>
          <a:prstGeom prst="flowChartSummingJunction">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61454" name="Object 16"/>
          <p:cNvGraphicFramePr>
            <a:graphicFrameLocks noChangeAspect="1"/>
          </p:cNvGraphicFramePr>
          <p:nvPr/>
        </p:nvGraphicFramePr>
        <p:xfrm>
          <a:off x="9875838" y="1584325"/>
          <a:ext cx="273050" cy="293688"/>
        </p:xfrm>
        <a:graphic>
          <a:graphicData uri="http://schemas.openxmlformats.org/presentationml/2006/ole">
            <mc:AlternateContent xmlns:mc="http://schemas.openxmlformats.org/markup-compatibility/2006">
              <mc:Choice xmlns:v="urn:schemas-microsoft-com:vml" Requires="v">
                <p:oleObj spid="_x0000_s61781" name="Equation" r:id="rId10" imgW="152268" imgH="164957" progId="Equation.DSMT4">
                  <p:embed/>
                </p:oleObj>
              </mc:Choice>
              <mc:Fallback>
                <p:oleObj name="Equation" r:id="rId10" imgW="152268" imgH="164957"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75838" y="1584325"/>
                        <a:ext cx="273050"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5" name="Object 17"/>
          <p:cNvGraphicFramePr>
            <a:graphicFrameLocks noChangeAspect="1"/>
          </p:cNvGraphicFramePr>
          <p:nvPr/>
        </p:nvGraphicFramePr>
        <p:xfrm>
          <a:off x="8210550" y="1808164"/>
          <a:ext cx="273050" cy="407987"/>
        </p:xfrm>
        <a:graphic>
          <a:graphicData uri="http://schemas.openxmlformats.org/presentationml/2006/ole">
            <mc:AlternateContent xmlns:mc="http://schemas.openxmlformats.org/markup-compatibility/2006">
              <mc:Choice xmlns:v="urn:schemas-microsoft-com:vml" Requires="v">
                <p:oleObj spid="_x0000_s61782" name="Equation" r:id="rId12" imgW="152334" imgH="228501" progId="Equation.DSMT4">
                  <p:embed/>
                </p:oleObj>
              </mc:Choice>
              <mc:Fallback>
                <p:oleObj name="Equation" r:id="rId12" imgW="152334" imgH="228501" progId="Equation.DSMT4">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10550" y="1808164"/>
                        <a:ext cx="27305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6" name="Object 18"/>
          <p:cNvGraphicFramePr>
            <a:graphicFrameLocks noChangeAspect="1"/>
          </p:cNvGraphicFramePr>
          <p:nvPr/>
        </p:nvGraphicFramePr>
        <p:xfrm>
          <a:off x="8232776" y="682625"/>
          <a:ext cx="227013" cy="317500"/>
        </p:xfrm>
        <a:graphic>
          <a:graphicData uri="http://schemas.openxmlformats.org/presentationml/2006/ole">
            <mc:AlternateContent xmlns:mc="http://schemas.openxmlformats.org/markup-compatibility/2006">
              <mc:Choice xmlns:v="urn:schemas-microsoft-com:vml" Requires="v">
                <p:oleObj spid="_x0000_s61783" name="Equation" r:id="rId14" imgW="126725" imgH="177415" progId="Equation.DSMT4">
                  <p:embed/>
                </p:oleObj>
              </mc:Choice>
              <mc:Fallback>
                <p:oleObj name="Equation" r:id="rId14" imgW="126725" imgH="177415"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32776" y="682625"/>
                        <a:ext cx="2270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7" name="Object 19"/>
          <p:cNvGraphicFramePr>
            <a:graphicFrameLocks noChangeAspect="1"/>
          </p:cNvGraphicFramePr>
          <p:nvPr/>
        </p:nvGraphicFramePr>
        <p:xfrm>
          <a:off x="8245476" y="233364"/>
          <a:ext cx="296863" cy="407987"/>
        </p:xfrm>
        <a:graphic>
          <a:graphicData uri="http://schemas.openxmlformats.org/presentationml/2006/ole">
            <mc:AlternateContent xmlns:mc="http://schemas.openxmlformats.org/markup-compatibility/2006">
              <mc:Choice xmlns:v="urn:schemas-microsoft-com:vml" Requires="v">
                <p:oleObj spid="_x0000_s61784" name="Equation" r:id="rId16" imgW="165028" imgH="228501" progId="Equation.DSMT4">
                  <p:embed/>
                </p:oleObj>
              </mc:Choice>
              <mc:Fallback>
                <p:oleObj name="Equation" r:id="rId16" imgW="165028" imgH="228501" progId="Equation.DSMT4">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45476" y="233364"/>
                        <a:ext cx="296863"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8" name="Object 20"/>
          <p:cNvGraphicFramePr>
            <a:graphicFrameLocks noChangeAspect="1"/>
          </p:cNvGraphicFramePr>
          <p:nvPr/>
        </p:nvGraphicFramePr>
        <p:xfrm>
          <a:off x="7896225" y="1042988"/>
          <a:ext cx="158750" cy="315912"/>
        </p:xfrm>
        <a:graphic>
          <a:graphicData uri="http://schemas.openxmlformats.org/presentationml/2006/ole">
            <mc:AlternateContent xmlns:mc="http://schemas.openxmlformats.org/markup-compatibility/2006">
              <mc:Choice xmlns:v="urn:schemas-microsoft-com:vml" Requires="v">
                <p:oleObj spid="_x0000_s61785" name="Equation" r:id="rId18" imgW="88669" imgH="177338" progId="Equation.DSMT4">
                  <p:embed/>
                </p:oleObj>
              </mc:Choice>
              <mc:Fallback>
                <p:oleObj name="Equation" r:id="rId18" imgW="88669" imgH="177338" progId="Equation.DSMT4">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96225" y="1042988"/>
                        <a:ext cx="15875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9" name="Object 21"/>
          <p:cNvGraphicFramePr>
            <a:graphicFrameLocks noChangeAspect="1"/>
          </p:cNvGraphicFramePr>
          <p:nvPr/>
        </p:nvGraphicFramePr>
        <p:xfrm>
          <a:off x="7986714" y="2349500"/>
          <a:ext cx="295275" cy="406400"/>
        </p:xfrm>
        <a:graphic>
          <a:graphicData uri="http://schemas.openxmlformats.org/presentationml/2006/ole">
            <mc:AlternateContent xmlns:mc="http://schemas.openxmlformats.org/markup-compatibility/2006">
              <mc:Choice xmlns:v="urn:schemas-microsoft-com:vml" Requires="v">
                <p:oleObj spid="_x0000_s61786" name="Equation" r:id="rId20" imgW="165028" imgH="228501" progId="Equation.DSMT4">
                  <p:embed/>
                </p:oleObj>
              </mc:Choice>
              <mc:Fallback>
                <p:oleObj name="Equation" r:id="rId20" imgW="165028" imgH="228501" progId="Equation.DSMT4">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86714" y="2349500"/>
                        <a:ext cx="2952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0" name="Object 22"/>
          <p:cNvGraphicFramePr>
            <a:graphicFrameLocks noChangeAspect="1"/>
          </p:cNvGraphicFramePr>
          <p:nvPr/>
        </p:nvGraphicFramePr>
        <p:xfrm>
          <a:off x="7739063" y="279400"/>
          <a:ext cx="341312" cy="406400"/>
        </p:xfrm>
        <a:graphic>
          <a:graphicData uri="http://schemas.openxmlformats.org/presentationml/2006/ole">
            <mc:AlternateContent xmlns:mc="http://schemas.openxmlformats.org/markup-compatibility/2006">
              <mc:Choice xmlns:v="urn:schemas-microsoft-com:vml" Requires="v">
                <p:oleObj spid="_x0000_s61787" name="Equation" r:id="rId22" imgW="190500" imgH="228600" progId="Equation.DSMT4">
                  <p:embed/>
                </p:oleObj>
              </mc:Choice>
              <mc:Fallback>
                <p:oleObj name="Equation" r:id="rId22" imgW="190500" imgH="228600" progId="Equation.DSMT4">
                  <p:embed/>
                  <p:pic>
                    <p:nvPicPr>
                      <p:cNvPr id="0"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39063" y="279400"/>
                        <a:ext cx="3413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1" name="Object 23"/>
          <p:cNvGraphicFramePr>
            <a:graphicFrameLocks noChangeAspect="1"/>
          </p:cNvGraphicFramePr>
          <p:nvPr/>
        </p:nvGraphicFramePr>
        <p:xfrm>
          <a:off x="7761288" y="1268413"/>
          <a:ext cx="273050" cy="317500"/>
        </p:xfrm>
        <a:graphic>
          <a:graphicData uri="http://schemas.openxmlformats.org/presentationml/2006/ole">
            <mc:AlternateContent xmlns:mc="http://schemas.openxmlformats.org/markup-compatibility/2006">
              <mc:Choice xmlns:v="urn:schemas-microsoft-com:vml" Requires="v">
                <p:oleObj spid="_x0000_s61788" name="Equation" r:id="rId24" imgW="152202" imgH="177569" progId="Equation.DSMT4">
                  <p:embed/>
                </p:oleObj>
              </mc:Choice>
              <mc:Fallback>
                <p:oleObj name="Equation" r:id="rId24" imgW="152202" imgH="177569" progId="Equation.DSMT4">
                  <p:embed/>
                  <p:pic>
                    <p:nvPicPr>
                      <p:cNvPr id="0"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61288" y="1268413"/>
                        <a:ext cx="273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2" name="Object 24"/>
          <p:cNvGraphicFramePr>
            <a:graphicFrameLocks noChangeAspect="1"/>
          </p:cNvGraphicFramePr>
          <p:nvPr/>
        </p:nvGraphicFramePr>
        <p:xfrm>
          <a:off x="8694739" y="1347788"/>
          <a:ext cx="250825" cy="406400"/>
        </p:xfrm>
        <a:graphic>
          <a:graphicData uri="http://schemas.openxmlformats.org/presentationml/2006/ole">
            <mc:AlternateContent xmlns:mc="http://schemas.openxmlformats.org/markup-compatibility/2006">
              <mc:Choice xmlns:v="urn:schemas-microsoft-com:vml" Requires="v">
                <p:oleObj spid="_x0000_s61789" name="Equation" r:id="rId26" imgW="139700" imgH="228600" progId="Equation.DSMT4">
                  <p:embed/>
                </p:oleObj>
              </mc:Choice>
              <mc:Fallback>
                <p:oleObj name="Equation" r:id="rId26" imgW="139700" imgH="228600" progId="Equation.DSMT4">
                  <p:embed/>
                  <p:pic>
                    <p:nvPicPr>
                      <p:cNvPr id="0" name="Object 2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694739" y="1347788"/>
                        <a:ext cx="2508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3" name="Object 26"/>
          <p:cNvGraphicFramePr>
            <a:graphicFrameLocks noChangeAspect="1"/>
          </p:cNvGraphicFramePr>
          <p:nvPr/>
        </p:nvGraphicFramePr>
        <p:xfrm>
          <a:off x="2360614" y="233363"/>
          <a:ext cx="2632075" cy="1130300"/>
        </p:xfrm>
        <a:graphic>
          <a:graphicData uri="http://schemas.openxmlformats.org/presentationml/2006/ole">
            <mc:AlternateContent xmlns:mc="http://schemas.openxmlformats.org/markup-compatibility/2006">
              <mc:Choice xmlns:v="urn:schemas-microsoft-com:vml" Requires="v">
                <p:oleObj spid="_x0000_s61790" name="Equation" r:id="rId28" imgW="1155199" imgH="495085" progId="Equation.DSMT4">
                  <p:embed/>
                </p:oleObj>
              </mc:Choice>
              <mc:Fallback>
                <p:oleObj name="Equation" r:id="rId28" imgW="1155199" imgH="495085" progId="Equation.DSMT4">
                  <p:embed/>
                  <p:pic>
                    <p:nvPicPr>
                      <p:cNvPr id="0" name="Object 2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60614" y="233363"/>
                        <a:ext cx="2632075"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4" name="Object 28"/>
          <p:cNvGraphicFramePr>
            <a:graphicFrameLocks noChangeAspect="1"/>
          </p:cNvGraphicFramePr>
          <p:nvPr/>
        </p:nvGraphicFramePr>
        <p:xfrm>
          <a:off x="4970463" y="3833813"/>
          <a:ext cx="982662" cy="520700"/>
        </p:xfrm>
        <a:graphic>
          <a:graphicData uri="http://schemas.openxmlformats.org/presentationml/2006/ole">
            <mc:AlternateContent xmlns:mc="http://schemas.openxmlformats.org/markup-compatibility/2006">
              <mc:Choice xmlns:v="urn:schemas-microsoft-com:vml" Requires="v">
                <p:oleObj spid="_x0000_s61791" name="Equation" r:id="rId30" imgW="431613" imgH="228501" progId="Equation.DSMT4">
                  <p:embed/>
                </p:oleObj>
              </mc:Choice>
              <mc:Fallback>
                <p:oleObj name="Equation" r:id="rId30" imgW="431613" imgH="228501" progId="Equation.DSMT4">
                  <p:embed/>
                  <p:pic>
                    <p:nvPicPr>
                      <p:cNvPr id="0"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970463" y="3833813"/>
                        <a:ext cx="98266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5" name="Line 29"/>
          <p:cNvSpPr>
            <a:spLocks noChangeShapeType="1"/>
          </p:cNvSpPr>
          <p:nvPr/>
        </p:nvSpPr>
        <p:spPr bwMode="auto">
          <a:xfrm>
            <a:off x="8166100" y="998538"/>
            <a:ext cx="0" cy="404812"/>
          </a:xfrm>
          <a:prstGeom prst="line">
            <a:avLst/>
          </a:prstGeom>
          <a:noFill/>
          <a:ln w="76200">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6" name="Line 30"/>
          <p:cNvSpPr>
            <a:spLocks noChangeShapeType="1"/>
          </p:cNvSpPr>
          <p:nvPr/>
        </p:nvSpPr>
        <p:spPr bwMode="auto">
          <a:xfrm>
            <a:off x="8121650" y="998538"/>
            <a:ext cx="0" cy="404812"/>
          </a:xfrm>
          <a:prstGeom prst="line">
            <a:avLst/>
          </a:prstGeom>
          <a:noFill/>
          <a:ln w="76200">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1467" name="Object 36"/>
          <p:cNvGraphicFramePr>
            <a:graphicFrameLocks noChangeAspect="1"/>
          </p:cNvGraphicFramePr>
          <p:nvPr/>
        </p:nvGraphicFramePr>
        <p:xfrm>
          <a:off x="2360613" y="1493838"/>
          <a:ext cx="2747962" cy="1130300"/>
        </p:xfrm>
        <a:graphic>
          <a:graphicData uri="http://schemas.openxmlformats.org/presentationml/2006/ole">
            <mc:AlternateContent xmlns:mc="http://schemas.openxmlformats.org/markup-compatibility/2006">
              <mc:Choice xmlns:v="urn:schemas-microsoft-com:vml" Requires="v">
                <p:oleObj spid="_x0000_s61792" name="Equation" r:id="rId32" imgW="1205977" imgH="495085" progId="Equation.DSMT4">
                  <p:embed/>
                </p:oleObj>
              </mc:Choice>
              <mc:Fallback>
                <p:oleObj name="Equation" r:id="rId32" imgW="1205977" imgH="495085" progId="Equation.DSMT4">
                  <p:embed/>
                  <p:pic>
                    <p:nvPicPr>
                      <p:cNvPr id="0" name="Object 3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360613" y="1493838"/>
                        <a:ext cx="2747962"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8" name="Object 37"/>
          <p:cNvGraphicFramePr>
            <a:graphicFrameLocks noChangeAspect="1"/>
          </p:cNvGraphicFramePr>
          <p:nvPr/>
        </p:nvGraphicFramePr>
        <p:xfrm>
          <a:off x="2270126" y="2754314"/>
          <a:ext cx="3559175" cy="985837"/>
        </p:xfrm>
        <a:graphic>
          <a:graphicData uri="http://schemas.openxmlformats.org/presentationml/2006/ole">
            <mc:AlternateContent xmlns:mc="http://schemas.openxmlformats.org/markup-compatibility/2006">
              <mc:Choice xmlns:v="urn:schemas-microsoft-com:vml" Requires="v">
                <p:oleObj spid="_x0000_s61793" name="Equation" r:id="rId34" imgW="1562100" imgH="431800" progId="Equation.DSMT4">
                  <p:embed/>
                </p:oleObj>
              </mc:Choice>
              <mc:Fallback>
                <p:oleObj name="Equation" r:id="rId34" imgW="1562100" imgH="431800" progId="Equation.DSMT4">
                  <p:embed/>
                  <p:pic>
                    <p:nvPicPr>
                      <p:cNvPr id="0" name="Object 37"/>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270126" y="2754314"/>
                        <a:ext cx="3559175"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9" name="Object 38"/>
          <p:cNvGraphicFramePr>
            <a:graphicFrameLocks noChangeAspect="1"/>
          </p:cNvGraphicFramePr>
          <p:nvPr/>
        </p:nvGraphicFramePr>
        <p:xfrm>
          <a:off x="6157913" y="3833813"/>
          <a:ext cx="982662" cy="520700"/>
        </p:xfrm>
        <a:graphic>
          <a:graphicData uri="http://schemas.openxmlformats.org/presentationml/2006/ole">
            <mc:AlternateContent xmlns:mc="http://schemas.openxmlformats.org/markup-compatibility/2006">
              <mc:Choice xmlns:v="urn:schemas-microsoft-com:vml" Requires="v">
                <p:oleObj spid="_x0000_s61794" name="Equation" r:id="rId36" imgW="431613" imgH="228501" progId="Equation.DSMT4">
                  <p:embed/>
                </p:oleObj>
              </mc:Choice>
              <mc:Fallback>
                <p:oleObj name="Equation" r:id="rId36" imgW="431613" imgH="228501" progId="Equation.DSMT4">
                  <p:embed/>
                  <p:pic>
                    <p:nvPicPr>
                      <p:cNvPr id="0" name="Object 3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157913" y="3833813"/>
                        <a:ext cx="98266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0" name="Object 39"/>
          <p:cNvGraphicFramePr>
            <a:graphicFrameLocks noChangeAspect="1"/>
          </p:cNvGraphicFramePr>
          <p:nvPr/>
        </p:nvGraphicFramePr>
        <p:xfrm>
          <a:off x="2495550" y="4508500"/>
          <a:ext cx="2979738" cy="985838"/>
        </p:xfrm>
        <a:graphic>
          <a:graphicData uri="http://schemas.openxmlformats.org/presentationml/2006/ole">
            <mc:AlternateContent xmlns:mc="http://schemas.openxmlformats.org/markup-compatibility/2006">
              <mc:Choice xmlns:v="urn:schemas-microsoft-com:vml" Requires="v">
                <p:oleObj spid="_x0000_s61795" name="Equation" r:id="rId38" imgW="1307532" imgH="431613" progId="Equation.DSMT4">
                  <p:embed/>
                </p:oleObj>
              </mc:Choice>
              <mc:Fallback>
                <p:oleObj name="Equation" r:id="rId38" imgW="1307532" imgH="431613" progId="Equation.DSMT4">
                  <p:embed/>
                  <p:pic>
                    <p:nvPicPr>
                      <p:cNvPr id="0" name="Object 39"/>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495550" y="4508500"/>
                        <a:ext cx="2979738"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71" name="Text Box 40"/>
          <p:cNvSpPr txBox="1">
            <a:spLocks noChangeArrowheads="1"/>
          </p:cNvSpPr>
          <p:nvPr/>
        </p:nvSpPr>
        <p:spPr bwMode="auto">
          <a:xfrm>
            <a:off x="5826125" y="4689475"/>
            <a:ext cx="42751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solidFill>
                  <a:srgbClr val="0000CC"/>
                </a:solidFill>
                <a:latin typeface="隶书" panose="02010509060101010101" pitchFamily="49" charset="-122"/>
                <a:ea typeface="隶书" panose="02010509060101010101" pitchFamily="49" charset="-122"/>
              </a:rPr>
              <a:t>在载流无限长直导线周围的磁感应强度</a:t>
            </a:r>
            <a:r>
              <a:rPr lang="en-US" altLang="zh-CN">
                <a:solidFill>
                  <a:srgbClr val="0000CC"/>
                </a:solidFill>
                <a:latin typeface="隶书" panose="02010509060101010101" pitchFamily="49" charset="-122"/>
                <a:ea typeface="隶书" panose="02010509060101010101" pitchFamily="49" charset="-122"/>
              </a:rPr>
              <a:t>B</a:t>
            </a:r>
            <a:r>
              <a:rPr lang="zh-CN" altLang="en-US">
                <a:solidFill>
                  <a:srgbClr val="0000CC"/>
                </a:solidFill>
                <a:latin typeface="隶书" panose="02010509060101010101" pitchFamily="49" charset="-122"/>
                <a:ea typeface="隶书" panose="02010509060101010101" pitchFamily="49" charset="-122"/>
              </a:rPr>
              <a:t>与距离</a:t>
            </a:r>
            <a:r>
              <a:rPr lang="en-US" altLang="zh-CN">
                <a:solidFill>
                  <a:srgbClr val="0000CC"/>
                </a:solidFill>
                <a:latin typeface="隶书" panose="02010509060101010101" pitchFamily="49" charset="-122"/>
                <a:ea typeface="隶书" panose="02010509060101010101" pitchFamily="49" charset="-122"/>
              </a:rPr>
              <a:t>r</a:t>
            </a:r>
            <a:r>
              <a:rPr lang="en-US" altLang="zh-CN" baseline="-25000">
                <a:solidFill>
                  <a:srgbClr val="0000CC"/>
                </a:solidFill>
                <a:latin typeface="隶书" panose="02010509060101010101" pitchFamily="49" charset="-122"/>
                <a:ea typeface="隶书" panose="02010509060101010101" pitchFamily="49" charset="-122"/>
              </a:rPr>
              <a:t>0</a:t>
            </a:r>
            <a:r>
              <a:rPr lang="zh-CN" altLang="en-US">
                <a:solidFill>
                  <a:srgbClr val="0000CC"/>
                </a:solidFill>
                <a:latin typeface="隶书" panose="02010509060101010101" pitchFamily="49" charset="-122"/>
                <a:ea typeface="隶书" panose="02010509060101010101" pitchFamily="49" charset="-122"/>
              </a:rPr>
              <a:t>的一次方成反比。</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Object 2"/>
          <p:cNvGraphicFramePr>
            <a:graphicFrameLocks noChangeAspect="1"/>
          </p:cNvGraphicFramePr>
          <p:nvPr/>
        </p:nvGraphicFramePr>
        <p:xfrm>
          <a:off x="6096001" y="1989139"/>
          <a:ext cx="227013" cy="293687"/>
        </p:xfrm>
        <a:graphic>
          <a:graphicData uri="http://schemas.openxmlformats.org/presentationml/2006/ole">
            <mc:AlternateContent xmlns:mc="http://schemas.openxmlformats.org/markup-compatibility/2006">
              <mc:Choice xmlns:v="urn:schemas-microsoft-com:vml" Requires="v">
                <p:oleObj spid="_x0000_s63923" name="Equation" r:id="rId4" imgW="126780" imgH="164814" progId="Equation.DSMT4">
                  <p:embed/>
                </p:oleObj>
              </mc:Choice>
              <mc:Fallback>
                <p:oleObj name="Equation" r:id="rId4" imgW="126780" imgH="16481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1" y="1989139"/>
                        <a:ext cx="227013"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1" name="Object 3"/>
          <p:cNvGraphicFramePr>
            <a:graphicFrameLocks noChangeAspect="1"/>
          </p:cNvGraphicFramePr>
          <p:nvPr/>
        </p:nvGraphicFramePr>
        <p:xfrm>
          <a:off x="2630488" y="1808163"/>
          <a:ext cx="2341562" cy="1071562"/>
        </p:xfrm>
        <a:graphic>
          <a:graphicData uri="http://schemas.openxmlformats.org/presentationml/2006/ole">
            <mc:AlternateContent xmlns:mc="http://schemas.openxmlformats.org/markup-compatibility/2006">
              <mc:Choice xmlns:v="urn:schemas-microsoft-com:vml" Requires="v">
                <p:oleObj spid="_x0000_s63924" name="Equation" r:id="rId6" imgW="1028700" imgH="469900" progId="Equation.DSMT4">
                  <p:embed/>
                </p:oleObj>
              </mc:Choice>
              <mc:Fallback>
                <p:oleObj name="Equation" r:id="rId6" imgW="1028700" imgH="4699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0488" y="1808163"/>
                        <a:ext cx="2341562" cy="1071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2" name="Text Box 4"/>
          <p:cNvSpPr txBox="1">
            <a:spLocks noChangeArrowheads="1"/>
          </p:cNvSpPr>
          <p:nvPr/>
        </p:nvSpPr>
        <p:spPr bwMode="auto">
          <a:xfrm>
            <a:off x="1774825" y="414338"/>
            <a:ext cx="5581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隶书" panose="02010509060101010101" pitchFamily="49" charset="-122"/>
              </a:rPr>
              <a:t>例：载流园线圈轴线上产生的磁场</a:t>
            </a:r>
          </a:p>
        </p:txBody>
      </p:sp>
      <p:graphicFrame>
        <p:nvGraphicFramePr>
          <p:cNvPr id="63493" name="Object 6"/>
          <p:cNvGraphicFramePr>
            <a:graphicFrameLocks noChangeAspect="1"/>
          </p:cNvGraphicFramePr>
          <p:nvPr/>
        </p:nvGraphicFramePr>
        <p:xfrm>
          <a:off x="7896226" y="1898650"/>
          <a:ext cx="227013" cy="293688"/>
        </p:xfrm>
        <a:graphic>
          <a:graphicData uri="http://schemas.openxmlformats.org/presentationml/2006/ole">
            <mc:AlternateContent xmlns:mc="http://schemas.openxmlformats.org/markup-compatibility/2006">
              <mc:Choice xmlns:v="urn:schemas-microsoft-com:vml" Requires="v">
                <p:oleObj spid="_x0000_s63925" name="Equation" r:id="rId8" imgW="126780" imgH="164814" progId="Equation.DSMT4">
                  <p:embed/>
                </p:oleObj>
              </mc:Choice>
              <mc:Fallback>
                <p:oleObj name="Equation" r:id="rId8" imgW="126780" imgH="164814"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96226" y="1898650"/>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4" name="Object 7"/>
          <p:cNvGraphicFramePr>
            <a:graphicFrameLocks noChangeAspect="1"/>
          </p:cNvGraphicFramePr>
          <p:nvPr/>
        </p:nvGraphicFramePr>
        <p:xfrm>
          <a:off x="9966326" y="3114676"/>
          <a:ext cx="385763" cy="384175"/>
        </p:xfrm>
        <a:graphic>
          <a:graphicData uri="http://schemas.openxmlformats.org/presentationml/2006/ole">
            <mc:AlternateContent xmlns:mc="http://schemas.openxmlformats.org/markup-compatibility/2006">
              <mc:Choice xmlns:v="urn:schemas-microsoft-com:vml" Requires="v">
                <p:oleObj spid="_x0000_s63926" name="Equation" r:id="rId10" imgW="215619" imgH="215619" progId="Equation.DSMT4">
                  <p:embed/>
                </p:oleObj>
              </mc:Choice>
              <mc:Fallback>
                <p:oleObj name="Equation" r:id="rId10" imgW="215619" imgH="215619"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66326" y="3114676"/>
                        <a:ext cx="38576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5" name="Object 8"/>
          <p:cNvGraphicFramePr>
            <a:graphicFrameLocks noChangeAspect="1"/>
          </p:cNvGraphicFramePr>
          <p:nvPr/>
        </p:nvGraphicFramePr>
        <p:xfrm>
          <a:off x="2674939" y="1089026"/>
          <a:ext cx="2052637" cy="841375"/>
        </p:xfrm>
        <a:graphic>
          <a:graphicData uri="http://schemas.openxmlformats.org/presentationml/2006/ole">
            <mc:AlternateContent xmlns:mc="http://schemas.openxmlformats.org/markup-compatibility/2006">
              <mc:Choice xmlns:v="urn:schemas-microsoft-com:vml" Requires="v">
                <p:oleObj spid="_x0000_s63927" name="Equation" r:id="rId12" imgW="901309" imgH="368140" progId="Equation.DSMT4">
                  <p:embed/>
                </p:oleObj>
              </mc:Choice>
              <mc:Fallback>
                <p:oleObj name="Equation" r:id="rId12" imgW="901309" imgH="36814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939" y="1089026"/>
                        <a:ext cx="2052637"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6" name="Object 16"/>
          <p:cNvGraphicFramePr>
            <a:graphicFrameLocks noChangeAspect="1"/>
          </p:cNvGraphicFramePr>
          <p:nvPr/>
        </p:nvGraphicFramePr>
        <p:xfrm>
          <a:off x="9605963" y="2843214"/>
          <a:ext cx="273050" cy="293687"/>
        </p:xfrm>
        <a:graphic>
          <a:graphicData uri="http://schemas.openxmlformats.org/presentationml/2006/ole">
            <mc:AlternateContent xmlns:mc="http://schemas.openxmlformats.org/markup-compatibility/2006">
              <mc:Choice xmlns:v="urn:schemas-microsoft-com:vml" Requires="v">
                <p:oleObj spid="_x0000_s63928" name="Equation" r:id="rId14" imgW="152268" imgH="164957" progId="Equation.DSMT4">
                  <p:embed/>
                </p:oleObj>
              </mc:Choice>
              <mc:Fallback>
                <p:oleObj name="Equation" r:id="rId14" imgW="152268" imgH="164957" progId="Equation.DSMT4">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05963" y="2843214"/>
                        <a:ext cx="273050"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7" name="Object 17"/>
          <p:cNvGraphicFramePr>
            <a:graphicFrameLocks noChangeAspect="1"/>
          </p:cNvGraphicFramePr>
          <p:nvPr/>
        </p:nvGraphicFramePr>
        <p:xfrm>
          <a:off x="6748463" y="3068638"/>
          <a:ext cx="227012" cy="317500"/>
        </p:xfrm>
        <a:graphic>
          <a:graphicData uri="http://schemas.openxmlformats.org/presentationml/2006/ole">
            <mc:AlternateContent xmlns:mc="http://schemas.openxmlformats.org/markup-compatibility/2006">
              <mc:Choice xmlns:v="urn:schemas-microsoft-com:vml" Requires="v">
                <p:oleObj spid="_x0000_s63929" name="Equation" r:id="rId16" imgW="126725" imgH="177415" progId="Equation.DSMT4">
                  <p:embed/>
                </p:oleObj>
              </mc:Choice>
              <mc:Fallback>
                <p:oleObj name="Equation" r:id="rId16" imgW="126725" imgH="177415"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48463" y="3068638"/>
                        <a:ext cx="2270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8" name="Object 18"/>
          <p:cNvGraphicFramePr>
            <a:graphicFrameLocks noChangeAspect="1"/>
          </p:cNvGraphicFramePr>
          <p:nvPr/>
        </p:nvGraphicFramePr>
        <p:xfrm>
          <a:off x="6388101" y="2495551"/>
          <a:ext cx="271463" cy="295275"/>
        </p:xfrm>
        <a:graphic>
          <a:graphicData uri="http://schemas.openxmlformats.org/presentationml/2006/ole">
            <mc:AlternateContent xmlns:mc="http://schemas.openxmlformats.org/markup-compatibility/2006">
              <mc:Choice xmlns:v="urn:schemas-microsoft-com:vml" Requires="v">
                <p:oleObj spid="_x0000_s63930" name="Equation" r:id="rId18" imgW="152268" imgH="164957" progId="Equation.DSMT4">
                  <p:embed/>
                </p:oleObj>
              </mc:Choice>
              <mc:Fallback>
                <p:oleObj name="Equation" r:id="rId18" imgW="152268" imgH="164957" progId="Equation.DSMT4">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88101" y="2495551"/>
                        <a:ext cx="2714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19"/>
          <p:cNvGraphicFramePr>
            <a:graphicFrameLocks noChangeAspect="1"/>
          </p:cNvGraphicFramePr>
          <p:nvPr/>
        </p:nvGraphicFramePr>
        <p:xfrm>
          <a:off x="6759575" y="2035176"/>
          <a:ext cx="228600" cy="315913"/>
        </p:xfrm>
        <a:graphic>
          <a:graphicData uri="http://schemas.openxmlformats.org/presentationml/2006/ole">
            <mc:AlternateContent xmlns:mc="http://schemas.openxmlformats.org/markup-compatibility/2006">
              <mc:Choice xmlns:v="urn:schemas-microsoft-com:vml" Requires="v">
                <p:oleObj spid="_x0000_s63931" name="Equation" r:id="rId20" imgW="126725" imgH="177415" progId="Equation.DSMT4">
                  <p:embed/>
                </p:oleObj>
              </mc:Choice>
              <mc:Fallback>
                <p:oleObj name="Equation" r:id="rId20" imgW="126725" imgH="177415" progId="Equation.DSMT4">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759575" y="2035176"/>
                        <a:ext cx="228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0" name="Object 21"/>
          <p:cNvGraphicFramePr>
            <a:graphicFrameLocks noChangeAspect="1"/>
          </p:cNvGraphicFramePr>
          <p:nvPr/>
        </p:nvGraphicFramePr>
        <p:xfrm>
          <a:off x="6591301" y="3698875"/>
          <a:ext cx="295275" cy="406400"/>
        </p:xfrm>
        <a:graphic>
          <a:graphicData uri="http://schemas.openxmlformats.org/presentationml/2006/ole">
            <mc:AlternateContent xmlns:mc="http://schemas.openxmlformats.org/markup-compatibility/2006">
              <mc:Choice xmlns:v="urn:schemas-microsoft-com:vml" Requires="v">
                <p:oleObj spid="_x0000_s63932" name="Equation" r:id="rId22" imgW="165028" imgH="228501" progId="Equation.DSMT4">
                  <p:embed/>
                </p:oleObj>
              </mc:Choice>
              <mc:Fallback>
                <p:oleObj name="Equation" r:id="rId22" imgW="165028" imgH="228501" progId="Equation.DSMT4">
                  <p:embed/>
                  <p:pic>
                    <p:nvPicPr>
                      <p:cNvPr id="0" name="Object 2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91301" y="3698875"/>
                        <a:ext cx="2952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1" name="Object 22"/>
          <p:cNvGraphicFramePr>
            <a:graphicFrameLocks noChangeAspect="1"/>
          </p:cNvGraphicFramePr>
          <p:nvPr/>
        </p:nvGraphicFramePr>
        <p:xfrm>
          <a:off x="6500813" y="1403350"/>
          <a:ext cx="341312" cy="406400"/>
        </p:xfrm>
        <a:graphic>
          <a:graphicData uri="http://schemas.openxmlformats.org/presentationml/2006/ole">
            <mc:AlternateContent xmlns:mc="http://schemas.openxmlformats.org/markup-compatibility/2006">
              <mc:Choice xmlns:v="urn:schemas-microsoft-com:vml" Requires="v">
                <p:oleObj spid="_x0000_s63933" name="Equation" r:id="rId24" imgW="190500" imgH="228600" progId="Equation.DSMT4">
                  <p:embed/>
                </p:oleObj>
              </mc:Choice>
              <mc:Fallback>
                <p:oleObj name="Equation" r:id="rId24" imgW="190500" imgH="228600" progId="Equation.DSMT4">
                  <p:embed/>
                  <p:pic>
                    <p:nvPicPr>
                      <p:cNvPr id="0" name="Object 2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00813" y="1403350"/>
                        <a:ext cx="3413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2" name="Object 23"/>
          <p:cNvGraphicFramePr>
            <a:graphicFrameLocks noChangeAspect="1"/>
          </p:cNvGraphicFramePr>
          <p:nvPr/>
        </p:nvGraphicFramePr>
        <p:xfrm>
          <a:off x="6770688" y="2393950"/>
          <a:ext cx="273050" cy="317500"/>
        </p:xfrm>
        <a:graphic>
          <a:graphicData uri="http://schemas.openxmlformats.org/presentationml/2006/ole">
            <mc:AlternateContent xmlns:mc="http://schemas.openxmlformats.org/markup-compatibility/2006">
              <mc:Choice xmlns:v="urn:schemas-microsoft-com:vml" Requires="v">
                <p:oleObj spid="_x0000_s63934" name="Equation" r:id="rId26" imgW="152202" imgH="177569" progId="Equation.DSMT4">
                  <p:embed/>
                </p:oleObj>
              </mc:Choice>
              <mc:Fallback>
                <p:oleObj name="Equation" r:id="rId26" imgW="152202" imgH="177569" progId="Equation.DSMT4">
                  <p:embed/>
                  <p:pic>
                    <p:nvPicPr>
                      <p:cNvPr id="0" name="Object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770688" y="2393950"/>
                        <a:ext cx="273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3" name="Object 24"/>
          <p:cNvGraphicFramePr>
            <a:graphicFrameLocks noChangeAspect="1"/>
          </p:cNvGraphicFramePr>
          <p:nvPr/>
        </p:nvGraphicFramePr>
        <p:xfrm>
          <a:off x="7626351" y="2708275"/>
          <a:ext cx="250825" cy="406400"/>
        </p:xfrm>
        <a:graphic>
          <a:graphicData uri="http://schemas.openxmlformats.org/presentationml/2006/ole">
            <mc:AlternateContent xmlns:mc="http://schemas.openxmlformats.org/markup-compatibility/2006">
              <mc:Choice xmlns:v="urn:schemas-microsoft-com:vml" Requires="v">
                <p:oleObj spid="_x0000_s63935" name="Equation" r:id="rId28" imgW="139700" imgH="228600" progId="Equation.DSMT4">
                  <p:embed/>
                </p:oleObj>
              </mc:Choice>
              <mc:Fallback>
                <p:oleObj name="Equation" r:id="rId28" imgW="139700" imgH="228600" progId="Equation.DSMT4">
                  <p:embed/>
                  <p:pic>
                    <p:nvPicPr>
                      <p:cNvPr id="0" name="Object 2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626351" y="2708275"/>
                        <a:ext cx="2508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4" name="Object 26"/>
          <p:cNvGraphicFramePr>
            <a:graphicFrameLocks noChangeAspect="1"/>
          </p:cNvGraphicFramePr>
          <p:nvPr/>
        </p:nvGraphicFramePr>
        <p:xfrm>
          <a:off x="4610101" y="5364164"/>
          <a:ext cx="3440113" cy="985837"/>
        </p:xfrm>
        <a:graphic>
          <a:graphicData uri="http://schemas.openxmlformats.org/presentationml/2006/ole">
            <mc:AlternateContent xmlns:mc="http://schemas.openxmlformats.org/markup-compatibility/2006">
              <mc:Choice xmlns:v="urn:schemas-microsoft-com:vml" Requires="v">
                <p:oleObj spid="_x0000_s63936" name="Equation" r:id="rId30" imgW="1511300" imgH="431800" progId="Equation.DSMT4">
                  <p:embed/>
                </p:oleObj>
              </mc:Choice>
              <mc:Fallback>
                <p:oleObj name="Equation" r:id="rId30" imgW="1511300" imgH="431800" progId="Equation.DSMT4">
                  <p:embed/>
                  <p:pic>
                    <p:nvPicPr>
                      <p:cNvPr id="0" name="Object 2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610101" y="5364164"/>
                        <a:ext cx="3440113"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5" name="Object 28"/>
          <p:cNvGraphicFramePr>
            <a:graphicFrameLocks noChangeAspect="1"/>
          </p:cNvGraphicFramePr>
          <p:nvPr/>
        </p:nvGraphicFramePr>
        <p:xfrm>
          <a:off x="2495551" y="3924301"/>
          <a:ext cx="1273175" cy="404813"/>
        </p:xfrm>
        <a:graphic>
          <a:graphicData uri="http://schemas.openxmlformats.org/presentationml/2006/ole">
            <mc:AlternateContent xmlns:mc="http://schemas.openxmlformats.org/markup-compatibility/2006">
              <mc:Choice xmlns:v="urn:schemas-microsoft-com:vml" Requires="v">
                <p:oleObj spid="_x0000_s63937" name="Equation" r:id="rId32" imgW="558558" imgH="177723" progId="Equation.DSMT4">
                  <p:embed/>
                </p:oleObj>
              </mc:Choice>
              <mc:Fallback>
                <p:oleObj name="Equation" r:id="rId32" imgW="558558" imgH="177723" progId="Equation.DSMT4">
                  <p:embed/>
                  <p:pic>
                    <p:nvPicPr>
                      <p:cNvPr id="0" name="Object 2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495551" y="3924301"/>
                        <a:ext cx="1273175"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506" name="Group 44"/>
          <p:cNvGrpSpPr>
            <a:grpSpLocks/>
          </p:cNvGrpSpPr>
          <p:nvPr/>
        </p:nvGrpSpPr>
        <p:grpSpPr bwMode="auto">
          <a:xfrm>
            <a:off x="6365875" y="1808164"/>
            <a:ext cx="3511550" cy="1889125"/>
            <a:chOff x="2993" y="1565"/>
            <a:chExt cx="2212" cy="1190"/>
          </a:xfrm>
        </p:grpSpPr>
        <p:grpSp>
          <p:nvGrpSpPr>
            <p:cNvPr id="63524" name="Group 40"/>
            <p:cNvGrpSpPr>
              <a:grpSpLocks/>
            </p:cNvGrpSpPr>
            <p:nvPr/>
          </p:nvGrpSpPr>
          <p:grpSpPr bwMode="auto">
            <a:xfrm>
              <a:off x="2993" y="1565"/>
              <a:ext cx="2212" cy="1190"/>
              <a:chOff x="2993" y="1565"/>
              <a:chExt cx="2212" cy="1190"/>
            </a:xfrm>
          </p:grpSpPr>
          <p:grpSp>
            <p:nvGrpSpPr>
              <p:cNvPr id="63528" name="Group 38"/>
              <p:cNvGrpSpPr>
                <a:grpSpLocks/>
              </p:cNvGrpSpPr>
              <p:nvPr/>
            </p:nvGrpSpPr>
            <p:grpSpPr bwMode="auto">
              <a:xfrm>
                <a:off x="2993" y="1565"/>
                <a:ext cx="453" cy="1190"/>
                <a:chOff x="2993" y="1565"/>
                <a:chExt cx="453" cy="1190"/>
              </a:xfrm>
            </p:grpSpPr>
            <p:sp>
              <p:nvSpPr>
                <p:cNvPr id="63530" name="Oval 36"/>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3531" name="Line 37"/>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529" name="Line 39"/>
              <p:cNvSpPr>
                <a:spLocks noChangeShapeType="1"/>
              </p:cNvSpPr>
              <p:nvPr/>
            </p:nvSpPr>
            <p:spPr bwMode="auto">
              <a:xfrm>
                <a:off x="3220" y="2132"/>
                <a:ext cx="19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525" name="Line 41"/>
            <p:cNvSpPr>
              <a:spLocks noChangeShapeType="1"/>
            </p:cNvSpPr>
            <p:nvPr/>
          </p:nvSpPr>
          <p:spPr bwMode="auto">
            <a:xfrm>
              <a:off x="3220" y="1565"/>
              <a:ext cx="1985" cy="5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6" name="Line 42"/>
            <p:cNvSpPr>
              <a:spLocks noChangeShapeType="1"/>
            </p:cNvSpPr>
            <p:nvPr/>
          </p:nvSpPr>
          <p:spPr bwMode="auto">
            <a:xfrm flipV="1">
              <a:off x="3192" y="2132"/>
              <a:ext cx="2013" cy="5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7" name="Line 43"/>
            <p:cNvSpPr>
              <a:spLocks noChangeShapeType="1"/>
            </p:cNvSpPr>
            <p:nvPr/>
          </p:nvSpPr>
          <p:spPr bwMode="auto">
            <a:xfrm flipH="1">
              <a:off x="3050" y="2132"/>
              <a:ext cx="17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3507" name="Object 45"/>
          <p:cNvGraphicFramePr>
            <a:graphicFrameLocks noChangeAspect="1"/>
          </p:cNvGraphicFramePr>
          <p:nvPr/>
        </p:nvGraphicFramePr>
        <p:xfrm>
          <a:off x="7896226" y="3249614"/>
          <a:ext cx="227013" cy="293687"/>
        </p:xfrm>
        <a:graphic>
          <a:graphicData uri="http://schemas.openxmlformats.org/presentationml/2006/ole">
            <mc:AlternateContent xmlns:mc="http://schemas.openxmlformats.org/markup-compatibility/2006">
              <mc:Choice xmlns:v="urn:schemas-microsoft-com:vml" Requires="v">
                <p:oleObj spid="_x0000_s63938" name="Equation" r:id="rId34" imgW="126780" imgH="164814" progId="Equation.DSMT4">
                  <p:embed/>
                </p:oleObj>
              </mc:Choice>
              <mc:Fallback>
                <p:oleObj name="Equation" r:id="rId34" imgW="126780" imgH="164814" progId="Equation.DSMT4">
                  <p:embed/>
                  <p:pic>
                    <p:nvPicPr>
                      <p:cNvPr id="0"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96226" y="3249614"/>
                        <a:ext cx="227013"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8" name="Line 46"/>
          <p:cNvSpPr>
            <a:spLocks noChangeShapeType="1"/>
          </p:cNvSpPr>
          <p:nvPr/>
        </p:nvSpPr>
        <p:spPr bwMode="auto">
          <a:xfrm flipV="1">
            <a:off x="6726239" y="1854200"/>
            <a:ext cx="225425" cy="88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9" name="Line 47"/>
          <p:cNvSpPr>
            <a:spLocks noChangeShapeType="1"/>
          </p:cNvSpPr>
          <p:nvPr/>
        </p:nvSpPr>
        <p:spPr bwMode="auto">
          <a:xfrm>
            <a:off x="6726239" y="3473450"/>
            <a:ext cx="179387" cy="134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0" name="Line 48"/>
          <p:cNvSpPr>
            <a:spLocks noChangeShapeType="1"/>
          </p:cNvSpPr>
          <p:nvPr/>
        </p:nvSpPr>
        <p:spPr bwMode="auto">
          <a:xfrm>
            <a:off x="9471025" y="2708275"/>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1" name="Line 49"/>
          <p:cNvSpPr>
            <a:spLocks noChangeShapeType="1"/>
          </p:cNvSpPr>
          <p:nvPr/>
        </p:nvSpPr>
        <p:spPr bwMode="auto">
          <a:xfrm flipV="1">
            <a:off x="9831389" y="2214563"/>
            <a:ext cx="269875" cy="4937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2" name="Line 50"/>
          <p:cNvSpPr>
            <a:spLocks noChangeShapeType="1"/>
          </p:cNvSpPr>
          <p:nvPr/>
        </p:nvSpPr>
        <p:spPr bwMode="auto">
          <a:xfrm>
            <a:off x="9831388" y="2708276"/>
            <a:ext cx="360362"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3" name="Line 52"/>
          <p:cNvSpPr>
            <a:spLocks noChangeShapeType="1"/>
          </p:cNvSpPr>
          <p:nvPr/>
        </p:nvSpPr>
        <p:spPr bwMode="auto">
          <a:xfrm>
            <a:off x="10101263" y="2214563"/>
            <a:ext cx="360362" cy="493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4" name="Line 53"/>
          <p:cNvSpPr>
            <a:spLocks noChangeShapeType="1"/>
          </p:cNvSpPr>
          <p:nvPr/>
        </p:nvSpPr>
        <p:spPr bwMode="auto">
          <a:xfrm flipH="1">
            <a:off x="10191751" y="2708276"/>
            <a:ext cx="2698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3515" name="Object 54"/>
          <p:cNvGraphicFramePr>
            <a:graphicFrameLocks noChangeAspect="1"/>
          </p:cNvGraphicFramePr>
          <p:nvPr/>
        </p:nvGraphicFramePr>
        <p:xfrm>
          <a:off x="9921876" y="2393950"/>
          <a:ext cx="227013" cy="317500"/>
        </p:xfrm>
        <a:graphic>
          <a:graphicData uri="http://schemas.openxmlformats.org/presentationml/2006/ole">
            <mc:AlternateContent xmlns:mc="http://schemas.openxmlformats.org/markup-compatibility/2006">
              <mc:Choice xmlns:v="urn:schemas-microsoft-com:vml" Requires="v">
                <p:oleObj spid="_x0000_s63939" name="Equation" r:id="rId35" imgW="126725" imgH="177415" progId="Equation.DSMT4">
                  <p:embed/>
                </p:oleObj>
              </mc:Choice>
              <mc:Fallback>
                <p:oleObj name="Equation" r:id="rId35" imgW="126725" imgH="177415" progId="Equation.DSMT4">
                  <p:embed/>
                  <p:pic>
                    <p:nvPicPr>
                      <p:cNvPr id="0" name="Object 5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21876" y="2393950"/>
                        <a:ext cx="2270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6" name="Object 55"/>
          <p:cNvGraphicFramePr>
            <a:graphicFrameLocks noChangeAspect="1"/>
          </p:cNvGraphicFramePr>
          <p:nvPr/>
        </p:nvGraphicFramePr>
        <p:xfrm>
          <a:off x="9966325" y="2663826"/>
          <a:ext cx="228600" cy="315913"/>
        </p:xfrm>
        <a:graphic>
          <a:graphicData uri="http://schemas.openxmlformats.org/presentationml/2006/ole">
            <mc:AlternateContent xmlns:mc="http://schemas.openxmlformats.org/markup-compatibility/2006">
              <mc:Choice xmlns:v="urn:schemas-microsoft-com:vml" Requires="v">
                <p:oleObj spid="_x0000_s63940" name="Equation" r:id="rId36" imgW="126725" imgH="177415" progId="Equation.DSMT4">
                  <p:embed/>
                </p:oleObj>
              </mc:Choice>
              <mc:Fallback>
                <p:oleObj name="Equation" r:id="rId36" imgW="126725" imgH="177415" progId="Equation.DSMT4">
                  <p:embed/>
                  <p:pic>
                    <p:nvPicPr>
                      <p:cNvPr id="0" name="Object 5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66325" y="2663826"/>
                        <a:ext cx="228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7" name="Object 57"/>
          <p:cNvGraphicFramePr>
            <a:graphicFrameLocks noChangeAspect="1"/>
          </p:cNvGraphicFramePr>
          <p:nvPr/>
        </p:nvGraphicFramePr>
        <p:xfrm>
          <a:off x="9786938" y="1854201"/>
          <a:ext cx="385762" cy="384175"/>
        </p:xfrm>
        <a:graphic>
          <a:graphicData uri="http://schemas.openxmlformats.org/presentationml/2006/ole">
            <mc:AlternateContent xmlns:mc="http://schemas.openxmlformats.org/markup-compatibility/2006">
              <mc:Choice xmlns:v="urn:schemas-microsoft-com:vml" Requires="v">
                <p:oleObj spid="_x0000_s63941" name="Equation" r:id="rId37" imgW="215619" imgH="215619" progId="Equation.DSMT4">
                  <p:embed/>
                </p:oleObj>
              </mc:Choice>
              <mc:Fallback>
                <p:oleObj name="Equation" r:id="rId37" imgW="215619" imgH="215619" progId="Equation.DSMT4">
                  <p:embed/>
                  <p:pic>
                    <p:nvPicPr>
                      <p:cNvPr id="0" name="Object 5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86938" y="1854201"/>
                        <a:ext cx="3857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18" name="Line 58"/>
          <p:cNvSpPr>
            <a:spLocks noChangeShapeType="1"/>
          </p:cNvSpPr>
          <p:nvPr/>
        </p:nvSpPr>
        <p:spPr bwMode="auto">
          <a:xfrm flipH="1">
            <a:off x="6275389" y="1943100"/>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19" name="Line 59"/>
          <p:cNvSpPr>
            <a:spLocks noChangeShapeType="1"/>
          </p:cNvSpPr>
          <p:nvPr/>
        </p:nvSpPr>
        <p:spPr bwMode="auto">
          <a:xfrm flipV="1">
            <a:off x="7040564" y="2979738"/>
            <a:ext cx="134937" cy="44926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3520" name="Object 60"/>
          <p:cNvGraphicFramePr>
            <a:graphicFrameLocks noChangeAspect="1"/>
          </p:cNvGraphicFramePr>
          <p:nvPr/>
        </p:nvGraphicFramePr>
        <p:xfrm>
          <a:off x="2586039" y="2889250"/>
          <a:ext cx="2543175" cy="896938"/>
        </p:xfrm>
        <a:graphic>
          <a:graphicData uri="http://schemas.openxmlformats.org/presentationml/2006/ole">
            <mc:AlternateContent xmlns:mc="http://schemas.openxmlformats.org/markup-compatibility/2006">
              <mc:Choice xmlns:v="urn:schemas-microsoft-com:vml" Requires="v">
                <p:oleObj spid="_x0000_s63942" name="Equation" r:id="rId38" imgW="1117115" imgH="393529" progId="Equation.DSMT4">
                  <p:embed/>
                </p:oleObj>
              </mc:Choice>
              <mc:Fallback>
                <p:oleObj name="Equation" r:id="rId38" imgW="1117115" imgH="393529" progId="Equation.DSMT4">
                  <p:embed/>
                  <p:pic>
                    <p:nvPicPr>
                      <p:cNvPr id="0" name="Object 6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586039" y="2889250"/>
                        <a:ext cx="25431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21" name="Object 61"/>
          <p:cNvGraphicFramePr>
            <a:graphicFrameLocks noChangeAspect="1"/>
          </p:cNvGraphicFramePr>
          <p:nvPr/>
        </p:nvGraphicFramePr>
        <p:xfrm>
          <a:off x="2540001" y="4329113"/>
          <a:ext cx="2659063" cy="1041400"/>
        </p:xfrm>
        <a:graphic>
          <a:graphicData uri="http://schemas.openxmlformats.org/presentationml/2006/ole">
            <mc:AlternateContent xmlns:mc="http://schemas.openxmlformats.org/markup-compatibility/2006">
              <mc:Choice xmlns:v="urn:schemas-microsoft-com:vml" Requires="v">
                <p:oleObj spid="_x0000_s63943" name="Equation" r:id="rId40" imgW="1168400" imgH="457200" progId="Equation.DSMT4">
                  <p:embed/>
                </p:oleObj>
              </mc:Choice>
              <mc:Fallback>
                <p:oleObj name="Equation" r:id="rId40" imgW="1168400" imgH="457200" progId="Equation.DSMT4">
                  <p:embed/>
                  <p:pic>
                    <p:nvPicPr>
                      <p:cNvPr id="0" name="Object 6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540001" y="4329113"/>
                        <a:ext cx="2659063"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22" name="Object 62"/>
          <p:cNvGraphicFramePr>
            <a:graphicFrameLocks noChangeAspect="1"/>
          </p:cNvGraphicFramePr>
          <p:nvPr/>
        </p:nvGraphicFramePr>
        <p:xfrm>
          <a:off x="4210051" y="3821113"/>
          <a:ext cx="1533525" cy="520700"/>
        </p:xfrm>
        <a:graphic>
          <a:graphicData uri="http://schemas.openxmlformats.org/presentationml/2006/ole">
            <mc:AlternateContent xmlns:mc="http://schemas.openxmlformats.org/markup-compatibility/2006">
              <mc:Choice xmlns:v="urn:schemas-microsoft-com:vml" Requires="v">
                <p:oleObj spid="_x0000_s63944" name="Equation" r:id="rId42" imgW="672808" imgH="228501" progId="Equation.DSMT4">
                  <p:embed/>
                </p:oleObj>
              </mc:Choice>
              <mc:Fallback>
                <p:oleObj name="Equation" r:id="rId42" imgW="672808" imgH="228501" progId="Equation.DSMT4">
                  <p:embed/>
                  <p:pic>
                    <p:nvPicPr>
                      <p:cNvPr id="0" name="Object 6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210051" y="3821113"/>
                        <a:ext cx="1533525"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23" name="Object 63"/>
          <p:cNvGraphicFramePr>
            <a:graphicFrameLocks noChangeAspect="1"/>
          </p:cNvGraphicFramePr>
          <p:nvPr/>
        </p:nvGraphicFramePr>
        <p:xfrm>
          <a:off x="2540000" y="5543551"/>
          <a:ext cx="2052638" cy="841375"/>
        </p:xfrm>
        <a:graphic>
          <a:graphicData uri="http://schemas.openxmlformats.org/presentationml/2006/ole">
            <mc:AlternateContent xmlns:mc="http://schemas.openxmlformats.org/markup-compatibility/2006">
              <mc:Choice xmlns:v="urn:schemas-microsoft-com:vml" Requires="v">
                <p:oleObj spid="_x0000_s63945" name="Equation" r:id="rId44" imgW="901309" imgH="368140" progId="Equation.DSMT4">
                  <p:embed/>
                </p:oleObj>
              </mc:Choice>
              <mc:Fallback>
                <p:oleObj name="Equation" r:id="rId44" imgW="901309" imgH="368140" progId="Equation.DSMT4">
                  <p:embed/>
                  <p:pic>
                    <p:nvPicPr>
                      <p:cNvPr id="0"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40000" y="5543551"/>
                        <a:ext cx="2052638"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2"/>
          <p:cNvGraphicFramePr>
            <a:graphicFrameLocks noChangeAspect="1"/>
          </p:cNvGraphicFramePr>
          <p:nvPr/>
        </p:nvGraphicFramePr>
        <p:xfrm>
          <a:off x="6096001" y="1989139"/>
          <a:ext cx="227013" cy="293687"/>
        </p:xfrm>
        <a:graphic>
          <a:graphicData uri="http://schemas.openxmlformats.org/presentationml/2006/ole">
            <mc:AlternateContent xmlns:mc="http://schemas.openxmlformats.org/markup-compatibility/2006">
              <mc:Choice xmlns:v="urn:schemas-microsoft-com:vml" Requires="v">
                <p:oleObj spid="_x0000_s65934" name="Equation" r:id="rId4" imgW="126780" imgH="164814" progId="Equation.DSMT4">
                  <p:embed/>
                </p:oleObj>
              </mc:Choice>
              <mc:Fallback>
                <p:oleObj name="Equation" r:id="rId4" imgW="126780" imgH="16481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1" y="1989139"/>
                        <a:ext cx="227013"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39" name="Object 3"/>
          <p:cNvGraphicFramePr>
            <a:graphicFrameLocks noChangeAspect="1"/>
          </p:cNvGraphicFramePr>
          <p:nvPr/>
        </p:nvGraphicFramePr>
        <p:xfrm>
          <a:off x="2976564" y="1924050"/>
          <a:ext cx="1647825" cy="839788"/>
        </p:xfrm>
        <a:graphic>
          <a:graphicData uri="http://schemas.openxmlformats.org/presentationml/2006/ole">
            <mc:AlternateContent xmlns:mc="http://schemas.openxmlformats.org/markup-compatibility/2006">
              <mc:Choice xmlns:v="urn:schemas-microsoft-com:vml" Requires="v">
                <p:oleObj spid="_x0000_s65935" name="Equation" r:id="rId6" imgW="723586" imgH="368140" progId="Equation.DSMT4">
                  <p:embed/>
                </p:oleObj>
              </mc:Choice>
              <mc:Fallback>
                <p:oleObj name="Equation" r:id="rId6" imgW="723586" imgH="36814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6564" y="1924050"/>
                        <a:ext cx="1647825"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0" name="Object 5"/>
          <p:cNvGraphicFramePr>
            <a:graphicFrameLocks noChangeAspect="1"/>
          </p:cNvGraphicFramePr>
          <p:nvPr/>
        </p:nvGraphicFramePr>
        <p:xfrm>
          <a:off x="7896226" y="1898650"/>
          <a:ext cx="227013" cy="293688"/>
        </p:xfrm>
        <a:graphic>
          <a:graphicData uri="http://schemas.openxmlformats.org/presentationml/2006/ole">
            <mc:AlternateContent xmlns:mc="http://schemas.openxmlformats.org/markup-compatibility/2006">
              <mc:Choice xmlns:v="urn:schemas-microsoft-com:vml" Requires="v">
                <p:oleObj spid="_x0000_s65936" name="Equation" r:id="rId8" imgW="126780" imgH="164814" progId="Equation.DSMT4">
                  <p:embed/>
                </p:oleObj>
              </mc:Choice>
              <mc:Fallback>
                <p:oleObj name="Equation" r:id="rId8" imgW="126780" imgH="164814"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96226" y="1898650"/>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1" name="Object 6"/>
          <p:cNvGraphicFramePr>
            <a:graphicFrameLocks noChangeAspect="1"/>
          </p:cNvGraphicFramePr>
          <p:nvPr/>
        </p:nvGraphicFramePr>
        <p:xfrm>
          <a:off x="9966326" y="3114676"/>
          <a:ext cx="385763" cy="384175"/>
        </p:xfrm>
        <a:graphic>
          <a:graphicData uri="http://schemas.openxmlformats.org/presentationml/2006/ole">
            <mc:AlternateContent xmlns:mc="http://schemas.openxmlformats.org/markup-compatibility/2006">
              <mc:Choice xmlns:v="urn:schemas-microsoft-com:vml" Requires="v">
                <p:oleObj spid="_x0000_s65937" name="Equation" r:id="rId10" imgW="215619" imgH="215619" progId="Equation.DSMT4">
                  <p:embed/>
                </p:oleObj>
              </mc:Choice>
              <mc:Fallback>
                <p:oleObj name="Equation" r:id="rId10" imgW="215619" imgH="215619"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66326" y="3114676"/>
                        <a:ext cx="38576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2" name="Object 7"/>
          <p:cNvGraphicFramePr>
            <a:graphicFrameLocks noChangeAspect="1"/>
          </p:cNvGraphicFramePr>
          <p:nvPr/>
        </p:nvGraphicFramePr>
        <p:xfrm>
          <a:off x="2360614" y="368300"/>
          <a:ext cx="2890837" cy="666750"/>
        </p:xfrm>
        <a:graphic>
          <a:graphicData uri="http://schemas.openxmlformats.org/presentationml/2006/ole">
            <mc:AlternateContent xmlns:mc="http://schemas.openxmlformats.org/markup-compatibility/2006">
              <mc:Choice xmlns:v="urn:schemas-microsoft-com:vml" Requires="v">
                <p:oleObj spid="_x0000_s65938" name="Equation" r:id="rId12" imgW="1269449" imgH="291973" progId="Equation.DSMT4">
                  <p:embed/>
                </p:oleObj>
              </mc:Choice>
              <mc:Fallback>
                <p:oleObj name="Equation" r:id="rId12" imgW="1269449" imgH="291973"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60614" y="368300"/>
                        <a:ext cx="2890837"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3" name="Object 8"/>
          <p:cNvGraphicFramePr>
            <a:graphicFrameLocks noChangeAspect="1"/>
          </p:cNvGraphicFramePr>
          <p:nvPr/>
        </p:nvGraphicFramePr>
        <p:xfrm>
          <a:off x="9605963" y="2843214"/>
          <a:ext cx="273050" cy="293687"/>
        </p:xfrm>
        <a:graphic>
          <a:graphicData uri="http://schemas.openxmlformats.org/presentationml/2006/ole">
            <mc:AlternateContent xmlns:mc="http://schemas.openxmlformats.org/markup-compatibility/2006">
              <mc:Choice xmlns:v="urn:schemas-microsoft-com:vml" Requires="v">
                <p:oleObj spid="_x0000_s65939" name="Equation" r:id="rId14" imgW="152268" imgH="164957" progId="Equation.DSMT4">
                  <p:embed/>
                </p:oleObj>
              </mc:Choice>
              <mc:Fallback>
                <p:oleObj name="Equation" r:id="rId14" imgW="152268" imgH="164957"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05963" y="2843214"/>
                        <a:ext cx="273050"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4" name="Object 9"/>
          <p:cNvGraphicFramePr>
            <a:graphicFrameLocks noChangeAspect="1"/>
          </p:cNvGraphicFramePr>
          <p:nvPr/>
        </p:nvGraphicFramePr>
        <p:xfrm>
          <a:off x="6748463" y="3068638"/>
          <a:ext cx="227012" cy="317500"/>
        </p:xfrm>
        <a:graphic>
          <a:graphicData uri="http://schemas.openxmlformats.org/presentationml/2006/ole">
            <mc:AlternateContent xmlns:mc="http://schemas.openxmlformats.org/markup-compatibility/2006">
              <mc:Choice xmlns:v="urn:schemas-microsoft-com:vml" Requires="v">
                <p:oleObj spid="_x0000_s65940" name="Equation" r:id="rId16" imgW="126725" imgH="177415" progId="Equation.DSMT4">
                  <p:embed/>
                </p:oleObj>
              </mc:Choice>
              <mc:Fallback>
                <p:oleObj name="Equation" r:id="rId16" imgW="126725" imgH="177415"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48463" y="3068638"/>
                        <a:ext cx="2270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5" name="Object 10"/>
          <p:cNvGraphicFramePr>
            <a:graphicFrameLocks noChangeAspect="1"/>
          </p:cNvGraphicFramePr>
          <p:nvPr/>
        </p:nvGraphicFramePr>
        <p:xfrm>
          <a:off x="6388101" y="2495551"/>
          <a:ext cx="271463" cy="295275"/>
        </p:xfrm>
        <a:graphic>
          <a:graphicData uri="http://schemas.openxmlformats.org/presentationml/2006/ole">
            <mc:AlternateContent xmlns:mc="http://schemas.openxmlformats.org/markup-compatibility/2006">
              <mc:Choice xmlns:v="urn:schemas-microsoft-com:vml" Requires="v">
                <p:oleObj spid="_x0000_s65941" name="Equation" r:id="rId18" imgW="152268" imgH="164957" progId="Equation.DSMT4">
                  <p:embed/>
                </p:oleObj>
              </mc:Choice>
              <mc:Fallback>
                <p:oleObj name="Equation" r:id="rId18" imgW="152268" imgH="164957" progId="Equation.DSMT4">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88101" y="2495551"/>
                        <a:ext cx="2714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6" name="Object 11"/>
          <p:cNvGraphicFramePr>
            <a:graphicFrameLocks noChangeAspect="1"/>
          </p:cNvGraphicFramePr>
          <p:nvPr/>
        </p:nvGraphicFramePr>
        <p:xfrm>
          <a:off x="6759575" y="2035176"/>
          <a:ext cx="228600" cy="315913"/>
        </p:xfrm>
        <a:graphic>
          <a:graphicData uri="http://schemas.openxmlformats.org/presentationml/2006/ole">
            <mc:AlternateContent xmlns:mc="http://schemas.openxmlformats.org/markup-compatibility/2006">
              <mc:Choice xmlns:v="urn:schemas-microsoft-com:vml" Requires="v">
                <p:oleObj spid="_x0000_s65942" name="Equation" r:id="rId20" imgW="126725" imgH="177415" progId="Equation.DSMT4">
                  <p:embed/>
                </p:oleObj>
              </mc:Choice>
              <mc:Fallback>
                <p:oleObj name="Equation" r:id="rId20" imgW="126725" imgH="177415" progId="Equation.DSMT4">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759575" y="2035176"/>
                        <a:ext cx="228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7" name="Object 12"/>
          <p:cNvGraphicFramePr>
            <a:graphicFrameLocks noChangeAspect="1"/>
          </p:cNvGraphicFramePr>
          <p:nvPr/>
        </p:nvGraphicFramePr>
        <p:xfrm>
          <a:off x="6591301" y="3698875"/>
          <a:ext cx="295275" cy="406400"/>
        </p:xfrm>
        <a:graphic>
          <a:graphicData uri="http://schemas.openxmlformats.org/presentationml/2006/ole">
            <mc:AlternateContent xmlns:mc="http://schemas.openxmlformats.org/markup-compatibility/2006">
              <mc:Choice xmlns:v="urn:schemas-microsoft-com:vml" Requires="v">
                <p:oleObj spid="_x0000_s65943" name="Equation" r:id="rId22" imgW="165028" imgH="228501" progId="Equation.DSMT4">
                  <p:embed/>
                </p:oleObj>
              </mc:Choice>
              <mc:Fallback>
                <p:oleObj name="Equation" r:id="rId22" imgW="165028" imgH="228501" progId="Equation.DSMT4">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91301" y="3698875"/>
                        <a:ext cx="2952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8" name="Object 13"/>
          <p:cNvGraphicFramePr>
            <a:graphicFrameLocks noChangeAspect="1"/>
          </p:cNvGraphicFramePr>
          <p:nvPr/>
        </p:nvGraphicFramePr>
        <p:xfrm>
          <a:off x="6500813" y="1403350"/>
          <a:ext cx="341312" cy="406400"/>
        </p:xfrm>
        <a:graphic>
          <a:graphicData uri="http://schemas.openxmlformats.org/presentationml/2006/ole">
            <mc:AlternateContent xmlns:mc="http://schemas.openxmlformats.org/markup-compatibility/2006">
              <mc:Choice xmlns:v="urn:schemas-microsoft-com:vml" Requires="v">
                <p:oleObj spid="_x0000_s65944" name="Equation" r:id="rId24" imgW="190500" imgH="228600" progId="Equation.DSMT4">
                  <p:embed/>
                </p:oleObj>
              </mc:Choice>
              <mc:Fallback>
                <p:oleObj name="Equation" r:id="rId24" imgW="190500" imgH="228600" progId="Equation.DSMT4">
                  <p:embed/>
                  <p:pic>
                    <p:nvPicPr>
                      <p:cNvPr id="0"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500813" y="1403350"/>
                        <a:ext cx="3413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9" name="Object 14"/>
          <p:cNvGraphicFramePr>
            <a:graphicFrameLocks noChangeAspect="1"/>
          </p:cNvGraphicFramePr>
          <p:nvPr/>
        </p:nvGraphicFramePr>
        <p:xfrm>
          <a:off x="6770688" y="2393950"/>
          <a:ext cx="273050" cy="317500"/>
        </p:xfrm>
        <a:graphic>
          <a:graphicData uri="http://schemas.openxmlformats.org/presentationml/2006/ole">
            <mc:AlternateContent xmlns:mc="http://schemas.openxmlformats.org/markup-compatibility/2006">
              <mc:Choice xmlns:v="urn:schemas-microsoft-com:vml" Requires="v">
                <p:oleObj spid="_x0000_s65945" name="Equation" r:id="rId26" imgW="152202" imgH="177569" progId="Equation.DSMT4">
                  <p:embed/>
                </p:oleObj>
              </mc:Choice>
              <mc:Fallback>
                <p:oleObj name="Equation" r:id="rId26" imgW="152202" imgH="177569" progId="Equation.DSMT4">
                  <p:embed/>
                  <p:pic>
                    <p:nvPicPr>
                      <p:cNvPr id="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770688" y="2393950"/>
                        <a:ext cx="273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0" name="Object 15"/>
          <p:cNvGraphicFramePr>
            <a:graphicFrameLocks noChangeAspect="1"/>
          </p:cNvGraphicFramePr>
          <p:nvPr/>
        </p:nvGraphicFramePr>
        <p:xfrm>
          <a:off x="7626351" y="2708275"/>
          <a:ext cx="250825" cy="406400"/>
        </p:xfrm>
        <a:graphic>
          <a:graphicData uri="http://schemas.openxmlformats.org/presentationml/2006/ole">
            <mc:AlternateContent xmlns:mc="http://schemas.openxmlformats.org/markup-compatibility/2006">
              <mc:Choice xmlns:v="urn:schemas-microsoft-com:vml" Requires="v">
                <p:oleObj spid="_x0000_s65946" name="Equation" r:id="rId28" imgW="139700" imgH="228600" progId="Equation.DSMT4">
                  <p:embed/>
                </p:oleObj>
              </mc:Choice>
              <mc:Fallback>
                <p:oleObj name="Equation" r:id="rId28" imgW="139700" imgH="228600" progId="Equation.DSMT4">
                  <p:embed/>
                  <p:pic>
                    <p:nvPicPr>
                      <p:cNvPr id="0" name="Object 1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626351" y="2708275"/>
                        <a:ext cx="2508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1" name="Object 16"/>
          <p:cNvGraphicFramePr>
            <a:graphicFrameLocks noChangeAspect="1"/>
          </p:cNvGraphicFramePr>
          <p:nvPr/>
        </p:nvGraphicFramePr>
        <p:xfrm>
          <a:off x="1865313" y="2889250"/>
          <a:ext cx="3759200" cy="985838"/>
        </p:xfrm>
        <a:graphic>
          <a:graphicData uri="http://schemas.openxmlformats.org/presentationml/2006/ole">
            <mc:AlternateContent xmlns:mc="http://schemas.openxmlformats.org/markup-compatibility/2006">
              <mc:Choice xmlns:v="urn:schemas-microsoft-com:vml" Requires="v">
                <p:oleObj spid="_x0000_s65947" name="Equation" r:id="rId30" imgW="1651000" imgH="431800" progId="Equation.DSMT4">
                  <p:embed/>
                </p:oleObj>
              </mc:Choice>
              <mc:Fallback>
                <p:oleObj name="Equation" r:id="rId30" imgW="1651000" imgH="431800" progId="Equation.DSMT4">
                  <p:embed/>
                  <p:pic>
                    <p:nvPicPr>
                      <p:cNvPr id="0" name="Object 1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865313" y="2889250"/>
                        <a:ext cx="3759200"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552" name="Group 18"/>
          <p:cNvGrpSpPr>
            <a:grpSpLocks/>
          </p:cNvGrpSpPr>
          <p:nvPr/>
        </p:nvGrpSpPr>
        <p:grpSpPr bwMode="auto">
          <a:xfrm>
            <a:off x="6365875" y="1808164"/>
            <a:ext cx="3511550" cy="1889125"/>
            <a:chOff x="2993" y="1565"/>
            <a:chExt cx="2212" cy="1190"/>
          </a:xfrm>
        </p:grpSpPr>
        <p:grpSp>
          <p:nvGrpSpPr>
            <p:cNvPr id="65569" name="Group 19"/>
            <p:cNvGrpSpPr>
              <a:grpSpLocks/>
            </p:cNvGrpSpPr>
            <p:nvPr/>
          </p:nvGrpSpPr>
          <p:grpSpPr bwMode="auto">
            <a:xfrm>
              <a:off x="2993" y="1565"/>
              <a:ext cx="2212" cy="1190"/>
              <a:chOff x="2993" y="1565"/>
              <a:chExt cx="2212" cy="1190"/>
            </a:xfrm>
          </p:grpSpPr>
          <p:grpSp>
            <p:nvGrpSpPr>
              <p:cNvPr id="65573" name="Group 20"/>
              <p:cNvGrpSpPr>
                <a:grpSpLocks/>
              </p:cNvGrpSpPr>
              <p:nvPr/>
            </p:nvGrpSpPr>
            <p:grpSpPr bwMode="auto">
              <a:xfrm>
                <a:off x="2993" y="1565"/>
                <a:ext cx="453" cy="1190"/>
                <a:chOff x="2993" y="1565"/>
                <a:chExt cx="453" cy="1190"/>
              </a:xfrm>
            </p:grpSpPr>
            <p:sp>
              <p:nvSpPr>
                <p:cNvPr id="65575" name="Oval 21"/>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5576" name="Line 22"/>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5574" name="Line 23"/>
              <p:cNvSpPr>
                <a:spLocks noChangeShapeType="1"/>
              </p:cNvSpPr>
              <p:nvPr/>
            </p:nvSpPr>
            <p:spPr bwMode="auto">
              <a:xfrm>
                <a:off x="3220" y="2132"/>
                <a:ext cx="198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5570" name="Line 24"/>
            <p:cNvSpPr>
              <a:spLocks noChangeShapeType="1"/>
            </p:cNvSpPr>
            <p:nvPr/>
          </p:nvSpPr>
          <p:spPr bwMode="auto">
            <a:xfrm>
              <a:off x="3220" y="1565"/>
              <a:ext cx="1985" cy="5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1" name="Line 25"/>
            <p:cNvSpPr>
              <a:spLocks noChangeShapeType="1"/>
            </p:cNvSpPr>
            <p:nvPr/>
          </p:nvSpPr>
          <p:spPr bwMode="auto">
            <a:xfrm flipV="1">
              <a:off x="3192" y="2132"/>
              <a:ext cx="2013" cy="5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2" name="Line 26"/>
            <p:cNvSpPr>
              <a:spLocks noChangeShapeType="1"/>
            </p:cNvSpPr>
            <p:nvPr/>
          </p:nvSpPr>
          <p:spPr bwMode="auto">
            <a:xfrm flipH="1">
              <a:off x="3050" y="2132"/>
              <a:ext cx="17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5553" name="Object 27"/>
          <p:cNvGraphicFramePr>
            <a:graphicFrameLocks noChangeAspect="1"/>
          </p:cNvGraphicFramePr>
          <p:nvPr/>
        </p:nvGraphicFramePr>
        <p:xfrm>
          <a:off x="7896226" y="3249614"/>
          <a:ext cx="227013" cy="293687"/>
        </p:xfrm>
        <a:graphic>
          <a:graphicData uri="http://schemas.openxmlformats.org/presentationml/2006/ole">
            <mc:AlternateContent xmlns:mc="http://schemas.openxmlformats.org/markup-compatibility/2006">
              <mc:Choice xmlns:v="urn:schemas-microsoft-com:vml" Requires="v">
                <p:oleObj spid="_x0000_s65948" name="Equation" r:id="rId32" imgW="126780" imgH="164814" progId="Equation.DSMT4">
                  <p:embed/>
                </p:oleObj>
              </mc:Choice>
              <mc:Fallback>
                <p:oleObj name="Equation" r:id="rId32" imgW="126780" imgH="164814"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96226" y="3249614"/>
                        <a:ext cx="227013"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54" name="Line 28"/>
          <p:cNvSpPr>
            <a:spLocks noChangeShapeType="1"/>
          </p:cNvSpPr>
          <p:nvPr/>
        </p:nvSpPr>
        <p:spPr bwMode="auto">
          <a:xfrm flipV="1">
            <a:off x="6726239" y="1854200"/>
            <a:ext cx="225425" cy="88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5" name="Line 29"/>
          <p:cNvSpPr>
            <a:spLocks noChangeShapeType="1"/>
          </p:cNvSpPr>
          <p:nvPr/>
        </p:nvSpPr>
        <p:spPr bwMode="auto">
          <a:xfrm>
            <a:off x="6726239" y="3473450"/>
            <a:ext cx="179387" cy="134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6" name="Line 30"/>
          <p:cNvSpPr>
            <a:spLocks noChangeShapeType="1"/>
          </p:cNvSpPr>
          <p:nvPr/>
        </p:nvSpPr>
        <p:spPr bwMode="auto">
          <a:xfrm>
            <a:off x="9471025" y="2708275"/>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7" name="Line 31"/>
          <p:cNvSpPr>
            <a:spLocks noChangeShapeType="1"/>
          </p:cNvSpPr>
          <p:nvPr/>
        </p:nvSpPr>
        <p:spPr bwMode="auto">
          <a:xfrm flipV="1">
            <a:off x="9831389" y="2214563"/>
            <a:ext cx="269875" cy="4937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8" name="Line 32"/>
          <p:cNvSpPr>
            <a:spLocks noChangeShapeType="1"/>
          </p:cNvSpPr>
          <p:nvPr/>
        </p:nvSpPr>
        <p:spPr bwMode="auto">
          <a:xfrm>
            <a:off x="9831388" y="2708276"/>
            <a:ext cx="360362"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9" name="Line 33"/>
          <p:cNvSpPr>
            <a:spLocks noChangeShapeType="1"/>
          </p:cNvSpPr>
          <p:nvPr/>
        </p:nvSpPr>
        <p:spPr bwMode="auto">
          <a:xfrm>
            <a:off x="10101263" y="2214563"/>
            <a:ext cx="360362" cy="493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60" name="Line 34"/>
          <p:cNvSpPr>
            <a:spLocks noChangeShapeType="1"/>
          </p:cNvSpPr>
          <p:nvPr/>
        </p:nvSpPr>
        <p:spPr bwMode="auto">
          <a:xfrm flipH="1">
            <a:off x="10191751" y="2708276"/>
            <a:ext cx="2698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5561" name="Object 35"/>
          <p:cNvGraphicFramePr>
            <a:graphicFrameLocks noChangeAspect="1"/>
          </p:cNvGraphicFramePr>
          <p:nvPr/>
        </p:nvGraphicFramePr>
        <p:xfrm>
          <a:off x="9921876" y="2393950"/>
          <a:ext cx="227013" cy="317500"/>
        </p:xfrm>
        <a:graphic>
          <a:graphicData uri="http://schemas.openxmlformats.org/presentationml/2006/ole">
            <mc:AlternateContent xmlns:mc="http://schemas.openxmlformats.org/markup-compatibility/2006">
              <mc:Choice xmlns:v="urn:schemas-microsoft-com:vml" Requires="v">
                <p:oleObj spid="_x0000_s65949" name="Equation" r:id="rId33" imgW="126725" imgH="177415" progId="Equation.DSMT4">
                  <p:embed/>
                </p:oleObj>
              </mc:Choice>
              <mc:Fallback>
                <p:oleObj name="Equation" r:id="rId33" imgW="126725" imgH="177415" progId="Equation.DSMT4">
                  <p:embed/>
                  <p:pic>
                    <p:nvPicPr>
                      <p:cNvPr id="0" name="Object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21876" y="2393950"/>
                        <a:ext cx="22701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2" name="Object 36"/>
          <p:cNvGraphicFramePr>
            <a:graphicFrameLocks noChangeAspect="1"/>
          </p:cNvGraphicFramePr>
          <p:nvPr/>
        </p:nvGraphicFramePr>
        <p:xfrm>
          <a:off x="9966325" y="2663826"/>
          <a:ext cx="228600" cy="315913"/>
        </p:xfrm>
        <a:graphic>
          <a:graphicData uri="http://schemas.openxmlformats.org/presentationml/2006/ole">
            <mc:AlternateContent xmlns:mc="http://schemas.openxmlformats.org/markup-compatibility/2006">
              <mc:Choice xmlns:v="urn:schemas-microsoft-com:vml" Requires="v">
                <p:oleObj spid="_x0000_s65950" name="Equation" r:id="rId34" imgW="126725" imgH="177415" progId="Equation.DSMT4">
                  <p:embed/>
                </p:oleObj>
              </mc:Choice>
              <mc:Fallback>
                <p:oleObj name="Equation" r:id="rId34" imgW="126725" imgH="177415" progId="Equation.DSMT4">
                  <p:embed/>
                  <p:pic>
                    <p:nvPicPr>
                      <p:cNvPr id="0" name="Object 3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66325" y="2663826"/>
                        <a:ext cx="228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3" name="Object 38"/>
          <p:cNvGraphicFramePr>
            <a:graphicFrameLocks noChangeAspect="1"/>
          </p:cNvGraphicFramePr>
          <p:nvPr/>
        </p:nvGraphicFramePr>
        <p:xfrm>
          <a:off x="9786938" y="1854201"/>
          <a:ext cx="385762" cy="384175"/>
        </p:xfrm>
        <a:graphic>
          <a:graphicData uri="http://schemas.openxmlformats.org/presentationml/2006/ole">
            <mc:AlternateContent xmlns:mc="http://schemas.openxmlformats.org/markup-compatibility/2006">
              <mc:Choice xmlns:v="urn:schemas-microsoft-com:vml" Requires="v">
                <p:oleObj spid="_x0000_s65951" name="Equation" r:id="rId35" imgW="215619" imgH="215619" progId="Equation.DSMT4">
                  <p:embed/>
                </p:oleObj>
              </mc:Choice>
              <mc:Fallback>
                <p:oleObj name="Equation" r:id="rId35" imgW="215619" imgH="215619" progId="Equation.DSMT4">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86938" y="1854201"/>
                        <a:ext cx="38576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64" name="Line 39"/>
          <p:cNvSpPr>
            <a:spLocks noChangeShapeType="1"/>
          </p:cNvSpPr>
          <p:nvPr/>
        </p:nvSpPr>
        <p:spPr bwMode="auto">
          <a:xfrm flipH="1">
            <a:off x="6275389" y="1943100"/>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5" name="Line 40"/>
          <p:cNvSpPr>
            <a:spLocks noChangeShapeType="1"/>
          </p:cNvSpPr>
          <p:nvPr/>
        </p:nvSpPr>
        <p:spPr bwMode="auto">
          <a:xfrm flipV="1">
            <a:off x="7040564" y="2979738"/>
            <a:ext cx="134937" cy="44926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5566" name="Object 45"/>
          <p:cNvGraphicFramePr>
            <a:graphicFrameLocks noChangeAspect="1"/>
          </p:cNvGraphicFramePr>
          <p:nvPr/>
        </p:nvGraphicFramePr>
        <p:xfrm>
          <a:off x="2330451" y="1042988"/>
          <a:ext cx="2862263" cy="666750"/>
        </p:xfrm>
        <a:graphic>
          <a:graphicData uri="http://schemas.openxmlformats.org/presentationml/2006/ole">
            <mc:AlternateContent xmlns:mc="http://schemas.openxmlformats.org/markup-compatibility/2006">
              <mc:Choice xmlns:v="urn:schemas-microsoft-com:vml" Requires="v">
                <p:oleObj spid="_x0000_s65952" name="Equation" r:id="rId36" imgW="1257300" imgH="292100" progId="Equation.DSMT4">
                  <p:embed/>
                </p:oleObj>
              </mc:Choice>
              <mc:Fallback>
                <p:oleObj name="Equation" r:id="rId36" imgW="1257300" imgH="292100" progId="Equation.DSMT4">
                  <p:embed/>
                  <p:pic>
                    <p:nvPicPr>
                      <p:cNvPr id="0" name="Object 4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330451" y="1042988"/>
                        <a:ext cx="2862263"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7" name="Object 46"/>
          <p:cNvGraphicFramePr>
            <a:graphicFrameLocks noChangeAspect="1"/>
          </p:cNvGraphicFramePr>
          <p:nvPr/>
        </p:nvGraphicFramePr>
        <p:xfrm>
          <a:off x="1865314" y="4014788"/>
          <a:ext cx="2892425" cy="1217612"/>
        </p:xfrm>
        <a:graphic>
          <a:graphicData uri="http://schemas.openxmlformats.org/presentationml/2006/ole">
            <mc:AlternateContent xmlns:mc="http://schemas.openxmlformats.org/markup-compatibility/2006">
              <mc:Choice xmlns:v="urn:schemas-microsoft-com:vml" Requires="v">
                <p:oleObj spid="_x0000_s65953" name="Equation" r:id="rId38" imgW="1269449" imgH="533169" progId="Equation.DSMT4">
                  <p:embed/>
                </p:oleObj>
              </mc:Choice>
              <mc:Fallback>
                <p:oleObj name="Equation" r:id="rId38" imgW="1269449" imgH="533169" progId="Equation.DSMT4">
                  <p:embed/>
                  <p:pic>
                    <p:nvPicPr>
                      <p:cNvPr id="0" name="Object 46"/>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865314" y="4014788"/>
                        <a:ext cx="2892425" cy="121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68" name="Object 47"/>
          <p:cNvGraphicFramePr>
            <a:graphicFrameLocks noChangeAspect="1"/>
          </p:cNvGraphicFramePr>
          <p:nvPr/>
        </p:nvGraphicFramePr>
        <p:xfrm>
          <a:off x="1849439" y="5273676"/>
          <a:ext cx="2835275" cy="1217613"/>
        </p:xfrm>
        <a:graphic>
          <a:graphicData uri="http://schemas.openxmlformats.org/presentationml/2006/ole">
            <mc:AlternateContent xmlns:mc="http://schemas.openxmlformats.org/markup-compatibility/2006">
              <mc:Choice xmlns:v="urn:schemas-microsoft-com:vml" Requires="v">
                <p:oleObj spid="_x0000_s65954" name="Equation" r:id="rId40" imgW="1244600" imgH="533400" progId="Equation.DSMT4">
                  <p:embed/>
                </p:oleObj>
              </mc:Choice>
              <mc:Fallback>
                <p:oleObj name="Equation" r:id="rId40" imgW="1244600" imgH="533400" progId="Equation.DSMT4">
                  <p:embed/>
                  <p:pic>
                    <p:nvPicPr>
                      <p:cNvPr id="0" name="Object 47"/>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849439" y="5273676"/>
                        <a:ext cx="2835275"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2"/>
          <p:cNvGraphicFramePr>
            <a:graphicFrameLocks noChangeAspect="1"/>
          </p:cNvGraphicFramePr>
          <p:nvPr/>
        </p:nvGraphicFramePr>
        <p:xfrm>
          <a:off x="7581901" y="593725"/>
          <a:ext cx="227013" cy="293688"/>
        </p:xfrm>
        <a:graphic>
          <a:graphicData uri="http://schemas.openxmlformats.org/presentationml/2006/ole">
            <mc:AlternateContent xmlns:mc="http://schemas.openxmlformats.org/markup-compatibility/2006">
              <mc:Choice xmlns:v="urn:schemas-microsoft-com:vml" Requires="v">
                <p:oleObj spid="_x0000_s68000" name="Equation" r:id="rId4" imgW="126780" imgH="164814" progId="Equation.DSMT4">
                  <p:embed/>
                </p:oleObj>
              </mc:Choice>
              <mc:Fallback>
                <p:oleObj name="Equation" r:id="rId4" imgW="126780" imgH="16481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1901" y="593725"/>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7" name="Object 11"/>
          <p:cNvGraphicFramePr>
            <a:graphicFrameLocks noChangeAspect="1"/>
          </p:cNvGraphicFramePr>
          <p:nvPr/>
        </p:nvGraphicFramePr>
        <p:xfrm>
          <a:off x="7940675" y="998538"/>
          <a:ext cx="317500" cy="406400"/>
        </p:xfrm>
        <a:graphic>
          <a:graphicData uri="http://schemas.openxmlformats.org/presentationml/2006/ole">
            <mc:AlternateContent xmlns:mc="http://schemas.openxmlformats.org/markup-compatibility/2006">
              <mc:Choice xmlns:v="urn:schemas-microsoft-com:vml" Requires="v">
                <p:oleObj spid="_x0000_s68001" name="Equation" r:id="rId6" imgW="177646" imgH="228402" progId="Equation.DSMT4">
                  <p:embed/>
                </p:oleObj>
              </mc:Choice>
              <mc:Fallback>
                <p:oleObj name="Equation" r:id="rId6" imgW="177646" imgH="228402"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0675" y="998538"/>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8" name="Object 13"/>
          <p:cNvGraphicFramePr>
            <a:graphicFrameLocks noChangeAspect="1"/>
          </p:cNvGraphicFramePr>
          <p:nvPr/>
        </p:nvGraphicFramePr>
        <p:xfrm>
          <a:off x="8751888" y="1268414"/>
          <a:ext cx="228600" cy="249237"/>
        </p:xfrm>
        <a:graphic>
          <a:graphicData uri="http://schemas.openxmlformats.org/presentationml/2006/ole">
            <mc:AlternateContent xmlns:mc="http://schemas.openxmlformats.org/markup-compatibility/2006">
              <mc:Choice xmlns:v="urn:schemas-microsoft-com:vml" Requires="v">
                <p:oleObj spid="_x0000_s68002" name="Equation" r:id="rId8" imgW="126835" imgH="139518" progId="Equation.DSMT4">
                  <p:embed/>
                </p:oleObj>
              </mc:Choice>
              <mc:Fallback>
                <p:oleObj name="Equation" r:id="rId8" imgW="126835" imgH="139518"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51888" y="1268414"/>
                        <a:ext cx="228600"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89" name="Line 37"/>
          <p:cNvSpPr>
            <a:spLocks noChangeShapeType="1"/>
          </p:cNvSpPr>
          <p:nvPr/>
        </p:nvSpPr>
        <p:spPr bwMode="auto">
          <a:xfrm flipH="1">
            <a:off x="7761289" y="503238"/>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0" name="Text Box 42"/>
          <p:cNvSpPr txBox="1">
            <a:spLocks noChangeArrowheads="1"/>
          </p:cNvSpPr>
          <p:nvPr/>
        </p:nvSpPr>
        <p:spPr bwMode="auto">
          <a:xfrm>
            <a:off x="2000251" y="323850"/>
            <a:ext cx="243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亥姆赫兹线圈</a:t>
            </a:r>
          </a:p>
        </p:txBody>
      </p:sp>
      <p:graphicFrame>
        <p:nvGraphicFramePr>
          <p:cNvPr id="67591" name="Object 44"/>
          <p:cNvGraphicFramePr>
            <a:graphicFrameLocks noChangeAspect="1"/>
          </p:cNvGraphicFramePr>
          <p:nvPr/>
        </p:nvGraphicFramePr>
        <p:xfrm>
          <a:off x="2630489" y="1719263"/>
          <a:ext cx="809625" cy="404812"/>
        </p:xfrm>
        <a:graphic>
          <a:graphicData uri="http://schemas.openxmlformats.org/presentationml/2006/ole">
            <mc:AlternateContent xmlns:mc="http://schemas.openxmlformats.org/markup-compatibility/2006">
              <mc:Choice xmlns:v="urn:schemas-microsoft-com:vml" Requires="v">
                <p:oleObj spid="_x0000_s68003" name="Equation" r:id="rId10" imgW="355138" imgH="177569" progId="Equation.DSMT4">
                  <p:embed/>
                </p:oleObj>
              </mc:Choice>
              <mc:Fallback>
                <p:oleObj name="Equation" r:id="rId10" imgW="355138" imgH="177569" progId="Equation.DSMT4">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30489" y="1719263"/>
                        <a:ext cx="809625"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2" name="Text Box 47"/>
          <p:cNvSpPr txBox="1">
            <a:spLocks noChangeArrowheads="1"/>
          </p:cNvSpPr>
          <p:nvPr/>
        </p:nvSpPr>
        <p:spPr bwMode="auto">
          <a:xfrm>
            <a:off x="2360613" y="728663"/>
            <a:ext cx="256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由于有对称性：</a:t>
            </a:r>
          </a:p>
        </p:txBody>
      </p:sp>
      <p:grpSp>
        <p:nvGrpSpPr>
          <p:cNvPr id="67593" name="Group 53"/>
          <p:cNvGrpSpPr>
            <a:grpSpLocks/>
          </p:cNvGrpSpPr>
          <p:nvPr/>
        </p:nvGrpSpPr>
        <p:grpSpPr bwMode="auto">
          <a:xfrm>
            <a:off x="7851776" y="279401"/>
            <a:ext cx="1979613" cy="1935163"/>
            <a:chOff x="2993" y="90"/>
            <a:chExt cx="1247" cy="1219"/>
          </a:xfrm>
        </p:grpSpPr>
        <p:grpSp>
          <p:nvGrpSpPr>
            <p:cNvPr id="67636" name="Group 18"/>
            <p:cNvGrpSpPr>
              <a:grpSpLocks/>
            </p:cNvGrpSpPr>
            <p:nvPr/>
          </p:nvGrpSpPr>
          <p:grpSpPr bwMode="auto">
            <a:xfrm>
              <a:off x="2993" y="119"/>
              <a:ext cx="453" cy="1190"/>
              <a:chOff x="2993" y="1565"/>
              <a:chExt cx="453" cy="1190"/>
            </a:xfrm>
          </p:grpSpPr>
          <p:sp>
            <p:nvSpPr>
              <p:cNvPr id="67641" name="Oval 19"/>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7642" name="Line 20"/>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7637" name="Line 21"/>
            <p:cNvSpPr>
              <a:spLocks noChangeShapeType="1"/>
            </p:cNvSpPr>
            <p:nvPr/>
          </p:nvSpPr>
          <p:spPr bwMode="auto">
            <a:xfrm>
              <a:off x="3220" y="686"/>
              <a:ext cx="7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7638" name="Group 50"/>
            <p:cNvGrpSpPr>
              <a:grpSpLocks/>
            </p:cNvGrpSpPr>
            <p:nvPr/>
          </p:nvGrpSpPr>
          <p:grpSpPr bwMode="auto">
            <a:xfrm>
              <a:off x="3787" y="90"/>
              <a:ext cx="453" cy="1190"/>
              <a:chOff x="2993" y="1565"/>
              <a:chExt cx="453" cy="1190"/>
            </a:xfrm>
          </p:grpSpPr>
          <p:sp>
            <p:nvSpPr>
              <p:cNvPr id="67639" name="Oval 51"/>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7640" name="Line 52"/>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7594" name="Line 54"/>
          <p:cNvSpPr>
            <a:spLocks noChangeShapeType="1"/>
          </p:cNvSpPr>
          <p:nvPr/>
        </p:nvSpPr>
        <p:spPr bwMode="auto">
          <a:xfrm flipH="1">
            <a:off x="9066214" y="323850"/>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595" name="Object 55"/>
          <p:cNvGraphicFramePr>
            <a:graphicFrameLocks noChangeAspect="1"/>
          </p:cNvGraphicFramePr>
          <p:nvPr/>
        </p:nvGraphicFramePr>
        <p:xfrm>
          <a:off x="8886826" y="368300"/>
          <a:ext cx="227013" cy="293688"/>
        </p:xfrm>
        <a:graphic>
          <a:graphicData uri="http://schemas.openxmlformats.org/presentationml/2006/ole">
            <mc:AlternateContent xmlns:mc="http://schemas.openxmlformats.org/markup-compatibility/2006">
              <mc:Choice xmlns:v="urn:schemas-microsoft-com:vml" Requires="v">
                <p:oleObj spid="_x0000_s68004" name="Equation" r:id="rId12" imgW="126780" imgH="164814" progId="Equation.DSMT4">
                  <p:embed/>
                </p:oleObj>
              </mc:Choice>
              <mc:Fallback>
                <p:oleObj name="Equation" r:id="rId12" imgW="126780" imgH="164814" progId="Equation.DSMT4">
                  <p:embed/>
                  <p:pic>
                    <p:nvPicPr>
                      <p:cNvPr id="0"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6" y="368300"/>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6" name="Object 56"/>
          <p:cNvGraphicFramePr>
            <a:graphicFrameLocks noChangeAspect="1"/>
          </p:cNvGraphicFramePr>
          <p:nvPr/>
        </p:nvGraphicFramePr>
        <p:xfrm>
          <a:off x="8164513" y="1493839"/>
          <a:ext cx="271462" cy="295275"/>
        </p:xfrm>
        <a:graphic>
          <a:graphicData uri="http://schemas.openxmlformats.org/presentationml/2006/ole">
            <mc:AlternateContent xmlns:mc="http://schemas.openxmlformats.org/markup-compatibility/2006">
              <mc:Choice xmlns:v="urn:schemas-microsoft-com:vml" Requires="v">
                <p:oleObj spid="_x0000_s68005" name="Equation" r:id="rId13" imgW="152268" imgH="164957" progId="Equation.DSMT4">
                  <p:embed/>
                </p:oleObj>
              </mc:Choice>
              <mc:Fallback>
                <p:oleObj name="Equation" r:id="rId13" imgW="152268" imgH="164957" progId="Equation.DSMT4">
                  <p:embed/>
                  <p:pic>
                    <p:nvPicPr>
                      <p:cNvPr id="0" name="Object 5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64513" y="1493839"/>
                        <a:ext cx="2714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7" name="Object 57"/>
          <p:cNvGraphicFramePr>
            <a:graphicFrameLocks noChangeAspect="1"/>
          </p:cNvGraphicFramePr>
          <p:nvPr/>
        </p:nvGraphicFramePr>
        <p:xfrm>
          <a:off x="9426576" y="1493839"/>
          <a:ext cx="271463" cy="295275"/>
        </p:xfrm>
        <a:graphic>
          <a:graphicData uri="http://schemas.openxmlformats.org/presentationml/2006/ole">
            <mc:AlternateContent xmlns:mc="http://schemas.openxmlformats.org/markup-compatibility/2006">
              <mc:Choice xmlns:v="urn:schemas-microsoft-com:vml" Requires="v">
                <p:oleObj spid="_x0000_s68006" name="Equation" r:id="rId15" imgW="152268" imgH="164957" progId="Equation.DSMT4">
                  <p:embed/>
                </p:oleObj>
              </mc:Choice>
              <mc:Fallback>
                <p:oleObj name="Equation" r:id="rId15" imgW="152268" imgH="164957" progId="Equation.DSMT4">
                  <p:embed/>
                  <p:pic>
                    <p:nvPicPr>
                      <p:cNvPr id="0" name="Object 5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26576" y="1493839"/>
                        <a:ext cx="2714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8" name="Object 58"/>
          <p:cNvGraphicFramePr>
            <a:graphicFrameLocks noChangeAspect="1"/>
          </p:cNvGraphicFramePr>
          <p:nvPr/>
        </p:nvGraphicFramePr>
        <p:xfrm>
          <a:off x="9459914" y="998538"/>
          <a:ext cx="339725" cy="406400"/>
        </p:xfrm>
        <a:graphic>
          <a:graphicData uri="http://schemas.openxmlformats.org/presentationml/2006/ole">
            <mc:AlternateContent xmlns:mc="http://schemas.openxmlformats.org/markup-compatibility/2006">
              <mc:Choice xmlns:v="urn:schemas-microsoft-com:vml" Requires="v">
                <p:oleObj spid="_x0000_s68007" name="Equation" r:id="rId16" imgW="190500" imgH="228600" progId="Equation.DSMT4">
                  <p:embed/>
                </p:oleObj>
              </mc:Choice>
              <mc:Fallback>
                <p:oleObj name="Equation" r:id="rId16" imgW="190500" imgH="228600" progId="Equation.DSMT4">
                  <p:embed/>
                  <p:pic>
                    <p:nvPicPr>
                      <p:cNvPr id="0" name="Object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59914" y="998538"/>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9" name="AutoShape 60"/>
          <p:cNvSpPr>
            <a:spLocks noChangeArrowheads="1"/>
          </p:cNvSpPr>
          <p:nvPr/>
        </p:nvSpPr>
        <p:spPr bwMode="auto">
          <a:xfrm>
            <a:off x="8166100"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7600" name="AutoShape 61"/>
          <p:cNvSpPr>
            <a:spLocks noChangeArrowheads="1"/>
          </p:cNvSpPr>
          <p:nvPr/>
        </p:nvSpPr>
        <p:spPr bwMode="auto">
          <a:xfrm>
            <a:off x="9426575"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7601" name="Line 59"/>
          <p:cNvSpPr>
            <a:spLocks noChangeShapeType="1"/>
          </p:cNvSpPr>
          <p:nvPr/>
        </p:nvSpPr>
        <p:spPr bwMode="auto">
          <a:xfrm>
            <a:off x="7265989" y="3924300"/>
            <a:ext cx="3195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02" name="Object 62"/>
          <p:cNvGraphicFramePr>
            <a:graphicFrameLocks noChangeAspect="1"/>
          </p:cNvGraphicFramePr>
          <p:nvPr/>
        </p:nvGraphicFramePr>
        <p:xfrm>
          <a:off x="7805738" y="3968750"/>
          <a:ext cx="317500" cy="406400"/>
        </p:xfrm>
        <a:graphic>
          <a:graphicData uri="http://schemas.openxmlformats.org/presentationml/2006/ole">
            <mc:AlternateContent xmlns:mc="http://schemas.openxmlformats.org/markup-compatibility/2006">
              <mc:Choice xmlns:v="urn:schemas-microsoft-com:vml" Requires="v">
                <p:oleObj spid="_x0000_s68008" name="Equation" r:id="rId18" imgW="177646" imgH="228402" progId="Equation.DSMT4">
                  <p:embed/>
                </p:oleObj>
              </mc:Choice>
              <mc:Fallback>
                <p:oleObj name="Equation" r:id="rId18" imgW="177646" imgH="228402" progId="Equation.DSMT4">
                  <p:embed/>
                  <p:pic>
                    <p:nvPicPr>
                      <p:cNvPr id="0" name="Object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5738" y="3968750"/>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3" name="Object 63"/>
          <p:cNvGraphicFramePr>
            <a:graphicFrameLocks noChangeAspect="1"/>
          </p:cNvGraphicFramePr>
          <p:nvPr/>
        </p:nvGraphicFramePr>
        <p:xfrm>
          <a:off x="9561514" y="3924300"/>
          <a:ext cx="339725" cy="406400"/>
        </p:xfrm>
        <a:graphic>
          <a:graphicData uri="http://schemas.openxmlformats.org/presentationml/2006/ole">
            <mc:AlternateContent xmlns:mc="http://schemas.openxmlformats.org/markup-compatibility/2006">
              <mc:Choice xmlns:v="urn:schemas-microsoft-com:vml" Requires="v">
                <p:oleObj spid="_x0000_s68009" name="Equation" r:id="rId19" imgW="190500" imgH="228600" progId="Equation.DSMT4">
                  <p:embed/>
                </p:oleObj>
              </mc:Choice>
              <mc:Fallback>
                <p:oleObj name="Equation" r:id="rId19" imgW="190500" imgH="228600" progId="Equation.DSMT4">
                  <p:embed/>
                  <p:pic>
                    <p:nvPicPr>
                      <p:cNvPr id="0"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61514" y="3924300"/>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04" name="Freeform 64"/>
          <p:cNvSpPr>
            <a:spLocks/>
          </p:cNvSpPr>
          <p:nvPr/>
        </p:nvSpPr>
        <p:spPr bwMode="auto">
          <a:xfrm>
            <a:off x="7356476" y="3382964"/>
            <a:ext cx="1755775" cy="541337"/>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05" name="Freeform 65"/>
          <p:cNvSpPr>
            <a:spLocks/>
          </p:cNvSpPr>
          <p:nvPr/>
        </p:nvSpPr>
        <p:spPr bwMode="auto">
          <a:xfrm>
            <a:off x="8615364" y="3384550"/>
            <a:ext cx="1755775" cy="539750"/>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06" name="Freeform 69"/>
          <p:cNvSpPr>
            <a:spLocks/>
          </p:cNvSpPr>
          <p:nvPr/>
        </p:nvSpPr>
        <p:spPr bwMode="auto">
          <a:xfrm>
            <a:off x="8616950" y="3519489"/>
            <a:ext cx="628650" cy="149225"/>
          </a:xfrm>
          <a:custGeom>
            <a:avLst/>
            <a:gdLst>
              <a:gd name="T0" fmla="*/ 0 w 396"/>
              <a:gd name="T1" fmla="*/ 0 h 94"/>
              <a:gd name="T2" fmla="*/ 2147483646 w 396"/>
              <a:gd name="T3" fmla="*/ 2147483646 h 94"/>
              <a:gd name="T4" fmla="*/ 2147483646 w 396"/>
              <a:gd name="T5" fmla="*/ 2147483646 h 94"/>
              <a:gd name="T6" fmla="*/ 2147483646 w 396"/>
              <a:gd name="T7" fmla="*/ 2147483646 h 94"/>
              <a:gd name="T8" fmla="*/ 2147483646 w 396"/>
              <a:gd name="T9" fmla="*/ 2147483646 h 94"/>
              <a:gd name="T10" fmla="*/ 0 60000 65536"/>
              <a:gd name="T11" fmla="*/ 0 60000 65536"/>
              <a:gd name="T12" fmla="*/ 0 60000 65536"/>
              <a:gd name="T13" fmla="*/ 0 60000 65536"/>
              <a:gd name="T14" fmla="*/ 0 60000 65536"/>
              <a:gd name="T15" fmla="*/ 0 w 396"/>
              <a:gd name="T16" fmla="*/ 0 h 94"/>
              <a:gd name="T17" fmla="*/ 396 w 396"/>
              <a:gd name="T18" fmla="*/ 94 h 94"/>
            </a:gdLst>
            <a:ahLst/>
            <a:cxnLst>
              <a:cxn ang="T10">
                <a:pos x="T0" y="T1"/>
              </a:cxn>
              <a:cxn ang="T11">
                <a:pos x="T2" y="T3"/>
              </a:cxn>
              <a:cxn ang="T12">
                <a:pos x="T4" y="T5"/>
              </a:cxn>
              <a:cxn ang="T13">
                <a:pos x="T6" y="T7"/>
              </a:cxn>
              <a:cxn ang="T14">
                <a:pos x="T8" y="T9"/>
              </a:cxn>
            </a:cxnLst>
            <a:rect l="T15" t="T16" r="T17" b="T18"/>
            <a:pathLst>
              <a:path w="396" h="94">
                <a:moveTo>
                  <a:pt x="0" y="0"/>
                </a:moveTo>
                <a:cubicBezTo>
                  <a:pt x="14" y="21"/>
                  <a:pt x="28" y="42"/>
                  <a:pt x="56" y="56"/>
                </a:cubicBezTo>
                <a:cubicBezTo>
                  <a:pt x="84" y="70"/>
                  <a:pt x="128" y="80"/>
                  <a:pt x="170" y="85"/>
                </a:cubicBezTo>
                <a:cubicBezTo>
                  <a:pt x="212" y="90"/>
                  <a:pt x="273" y="94"/>
                  <a:pt x="311" y="85"/>
                </a:cubicBezTo>
                <a:cubicBezTo>
                  <a:pt x="349" y="76"/>
                  <a:pt x="372" y="52"/>
                  <a:pt x="396" y="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07" name="Line 70"/>
          <p:cNvSpPr>
            <a:spLocks noChangeShapeType="1"/>
          </p:cNvSpPr>
          <p:nvPr/>
        </p:nvSpPr>
        <p:spPr bwMode="auto">
          <a:xfrm>
            <a:off x="8886825" y="2619376"/>
            <a:ext cx="0" cy="251936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08" name="Object 71"/>
          <p:cNvGraphicFramePr>
            <a:graphicFrameLocks noChangeAspect="1"/>
          </p:cNvGraphicFramePr>
          <p:nvPr/>
        </p:nvGraphicFramePr>
        <p:xfrm>
          <a:off x="8661401" y="3968750"/>
          <a:ext cx="271463" cy="317500"/>
        </p:xfrm>
        <a:graphic>
          <a:graphicData uri="http://schemas.openxmlformats.org/presentationml/2006/ole">
            <mc:AlternateContent xmlns:mc="http://schemas.openxmlformats.org/markup-compatibility/2006">
              <mc:Choice xmlns:v="urn:schemas-microsoft-com:vml" Requires="v">
                <p:oleObj spid="_x0000_s68010" name="Equation" r:id="rId20" imgW="152202" imgH="177569" progId="Equation.DSMT4">
                  <p:embed/>
                </p:oleObj>
              </mc:Choice>
              <mc:Fallback>
                <p:oleObj name="Equation" r:id="rId20" imgW="152202" imgH="177569" progId="Equation.DSMT4">
                  <p:embed/>
                  <p:pic>
                    <p:nvPicPr>
                      <p:cNvPr id="0" name="Object 7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61401" y="3968750"/>
                        <a:ext cx="271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9" name="Object 72"/>
          <p:cNvGraphicFramePr>
            <a:graphicFrameLocks noChangeAspect="1"/>
          </p:cNvGraphicFramePr>
          <p:nvPr/>
        </p:nvGraphicFramePr>
        <p:xfrm>
          <a:off x="8345488" y="4464050"/>
          <a:ext cx="525462" cy="317500"/>
        </p:xfrm>
        <a:graphic>
          <a:graphicData uri="http://schemas.openxmlformats.org/presentationml/2006/ole">
            <mc:AlternateContent xmlns:mc="http://schemas.openxmlformats.org/markup-compatibility/2006">
              <mc:Choice xmlns:v="urn:schemas-microsoft-com:vml" Requires="v">
                <p:oleObj spid="_x0000_s68011" name="Equation" r:id="rId22" imgW="291847" imgH="177646" progId="Equation.DSMT4">
                  <p:embed/>
                </p:oleObj>
              </mc:Choice>
              <mc:Fallback>
                <p:oleObj name="Equation" r:id="rId22" imgW="291847" imgH="177646" progId="Equation.DSMT4">
                  <p:embed/>
                  <p:pic>
                    <p:nvPicPr>
                      <p:cNvPr id="0" name="Object 7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45488" y="4464050"/>
                        <a:ext cx="525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10" name="Object 73"/>
          <p:cNvGraphicFramePr>
            <a:graphicFrameLocks noChangeAspect="1"/>
          </p:cNvGraphicFramePr>
          <p:nvPr/>
        </p:nvGraphicFramePr>
        <p:xfrm>
          <a:off x="8886826" y="4464050"/>
          <a:ext cx="525463" cy="317500"/>
        </p:xfrm>
        <a:graphic>
          <a:graphicData uri="http://schemas.openxmlformats.org/presentationml/2006/ole">
            <mc:AlternateContent xmlns:mc="http://schemas.openxmlformats.org/markup-compatibility/2006">
              <mc:Choice xmlns:v="urn:schemas-microsoft-com:vml" Requires="v">
                <p:oleObj spid="_x0000_s68012" name="Equation" r:id="rId24" imgW="291847" imgH="177646" progId="Equation.DSMT4">
                  <p:embed/>
                </p:oleObj>
              </mc:Choice>
              <mc:Fallback>
                <p:oleObj name="Equation" r:id="rId24" imgW="291847" imgH="177646" progId="Equation.DSMT4">
                  <p:embed/>
                  <p:pic>
                    <p:nvPicPr>
                      <p:cNvPr id="0" name="Object 7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86826" y="4464050"/>
                        <a:ext cx="525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1" name="Line 74"/>
          <p:cNvSpPr>
            <a:spLocks noChangeShapeType="1"/>
          </p:cNvSpPr>
          <p:nvPr/>
        </p:nvSpPr>
        <p:spPr bwMode="auto">
          <a:xfrm>
            <a:off x="8256589" y="4373563"/>
            <a:ext cx="63023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2" name="Line 75"/>
          <p:cNvSpPr>
            <a:spLocks noChangeShapeType="1"/>
          </p:cNvSpPr>
          <p:nvPr/>
        </p:nvSpPr>
        <p:spPr bwMode="auto">
          <a:xfrm>
            <a:off x="8886825" y="4284663"/>
            <a:ext cx="6302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3" name="Line 76"/>
          <p:cNvSpPr>
            <a:spLocks noChangeShapeType="1"/>
          </p:cNvSpPr>
          <p:nvPr/>
        </p:nvSpPr>
        <p:spPr bwMode="auto">
          <a:xfrm>
            <a:off x="10371138" y="2663825"/>
            <a:ext cx="0" cy="26098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14" name="Object 77"/>
          <p:cNvGraphicFramePr>
            <a:graphicFrameLocks noChangeAspect="1"/>
          </p:cNvGraphicFramePr>
          <p:nvPr/>
        </p:nvGraphicFramePr>
        <p:xfrm>
          <a:off x="10396538" y="3473450"/>
          <a:ext cx="271462" cy="293688"/>
        </p:xfrm>
        <a:graphic>
          <a:graphicData uri="http://schemas.openxmlformats.org/presentationml/2006/ole">
            <mc:AlternateContent xmlns:mc="http://schemas.openxmlformats.org/markup-compatibility/2006">
              <mc:Choice xmlns:v="urn:schemas-microsoft-com:vml" Requires="v">
                <p:oleObj spid="_x0000_s68013" name="Equation" r:id="rId25" imgW="152268" imgH="164957" progId="Equation.DSMT4">
                  <p:embed/>
                </p:oleObj>
              </mc:Choice>
              <mc:Fallback>
                <p:oleObj name="Equation" r:id="rId25" imgW="152268" imgH="164957" progId="Equation.DSMT4">
                  <p:embed/>
                  <p:pic>
                    <p:nvPicPr>
                      <p:cNvPr id="0" name="Object 7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396538" y="3473450"/>
                        <a:ext cx="271462"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15" name="Object 78"/>
          <p:cNvGraphicFramePr>
            <a:graphicFrameLocks noChangeAspect="1"/>
          </p:cNvGraphicFramePr>
          <p:nvPr/>
        </p:nvGraphicFramePr>
        <p:xfrm>
          <a:off x="10213976" y="3990975"/>
          <a:ext cx="227013" cy="249238"/>
        </p:xfrm>
        <a:graphic>
          <a:graphicData uri="http://schemas.openxmlformats.org/presentationml/2006/ole">
            <mc:AlternateContent xmlns:mc="http://schemas.openxmlformats.org/markup-compatibility/2006">
              <mc:Choice xmlns:v="urn:schemas-microsoft-com:vml" Requires="v">
                <p:oleObj spid="_x0000_s68014" name="Equation" r:id="rId27" imgW="126835" imgH="139518" progId="Equation.DSMT4">
                  <p:embed/>
                </p:oleObj>
              </mc:Choice>
              <mc:Fallback>
                <p:oleObj name="Equation" r:id="rId27" imgW="126835" imgH="139518" progId="Equation.DSMT4">
                  <p:embed/>
                  <p:pic>
                    <p:nvPicPr>
                      <p:cNvPr id="0" name="Object 7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213976" y="3990975"/>
                        <a:ext cx="227013"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6" name="Line 79"/>
          <p:cNvSpPr>
            <a:spLocks noChangeShapeType="1"/>
          </p:cNvSpPr>
          <p:nvPr/>
        </p:nvSpPr>
        <p:spPr bwMode="auto">
          <a:xfrm>
            <a:off x="8256588" y="5049838"/>
            <a:ext cx="21145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17" name="Object 80"/>
          <p:cNvGraphicFramePr>
            <a:graphicFrameLocks noChangeAspect="1"/>
          </p:cNvGraphicFramePr>
          <p:nvPr/>
        </p:nvGraphicFramePr>
        <p:xfrm>
          <a:off x="8726488" y="5195888"/>
          <a:ext cx="908050" cy="317500"/>
        </p:xfrm>
        <a:graphic>
          <a:graphicData uri="http://schemas.openxmlformats.org/presentationml/2006/ole">
            <mc:AlternateContent xmlns:mc="http://schemas.openxmlformats.org/markup-compatibility/2006">
              <mc:Choice xmlns:v="urn:schemas-microsoft-com:vml" Requires="v">
                <p:oleObj spid="_x0000_s68015" name="Equation" r:id="rId29" imgW="507780" imgH="177723" progId="Equation.DSMT4">
                  <p:embed/>
                </p:oleObj>
              </mc:Choice>
              <mc:Fallback>
                <p:oleObj name="Equation" r:id="rId29" imgW="507780" imgH="177723" progId="Equation.DSMT4">
                  <p:embed/>
                  <p:pic>
                    <p:nvPicPr>
                      <p:cNvPr id="0" name="Object 8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726488" y="5195888"/>
                        <a:ext cx="908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8" name="Line 81"/>
          <p:cNvSpPr>
            <a:spLocks noChangeShapeType="1"/>
          </p:cNvSpPr>
          <p:nvPr/>
        </p:nvSpPr>
        <p:spPr bwMode="auto">
          <a:xfrm>
            <a:off x="8886826" y="2573338"/>
            <a:ext cx="148431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19" name="Object 82"/>
          <p:cNvGraphicFramePr>
            <a:graphicFrameLocks noChangeAspect="1"/>
          </p:cNvGraphicFramePr>
          <p:nvPr/>
        </p:nvGraphicFramePr>
        <p:xfrm>
          <a:off x="9786938" y="2393950"/>
          <a:ext cx="227012" cy="249238"/>
        </p:xfrm>
        <a:graphic>
          <a:graphicData uri="http://schemas.openxmlformats.org/presentationml/2006/ole">
            <mc:AlternateContent xmlns:mc="http://schemas.openxmlformats.org/markup-compatibility/2006">
              <mc:Choice xmlns:v="urn:schemas-microsoft-com:vml" Requires="v">
                <p:oleObj spid="_x0000_s68016" name="Equation" r:id="rId31" imgW="126835" imgH="139518" progId="Equation.DSMT4">
                  <p:embed/>
                </p:oleObj>
              </mc:Choice>
              <mc:Fallback>
                <p:oleObj name="Equation" r:id="rId31" imgW="126835" imgH="139518" progId="Equation.DSMT4">
                  <p:embed/>
                  <p:pic>
                    <p:nvPicPr>
                      <p:cNvPr id="0" name="Object 8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786938" y="2393950"/>
                        <a:ext cx="227012"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20" name="Line 83"/>
          <p:cNvSpPr>
            <a:spLocks noChangeShapeType="1"/>
          </p:cNvSpPr>
          <p:nvPr/>
        </p:nvSpPr>
        <p:spPr bwMode="auto">
          <a:xfrm>
            <a:off x="9561514" y="3203575"/>
            <a:ext cx="80962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7621" name="Object 84"/>
          <p:cNvGraphicFramePr>
            <a:graphicFrameLocks noChangeAspect="1"/>
          </p:cNvGraphicFramePr>
          <p:nvPr/>
        </p:nvGraphicFramePr>
        <p:xfrm>
          <a:off x="9561513" y="2889251"/>
          <a:ext cx="773112" cy="269875"/>
        </p:xfrm>
        <a:graphic>
          <a:graphicData uri="http://schemas.openxmlformats.org/presentationml/2006/ole">
            <mc:AlternateContent xmlns:mc="http://schemas.openxmlformats.org/markup-compatibility/2006">
              <mc:Choice xmlns:v="urn:schemas-microsoft-com:vml" Requires="v">
                <p:oleObj spid="_x0000_s68017" name="Equation" r:id="rId32" imgW="507780" imgH="177723" progId="Equation.DSMT4">
                  <p:embed/>
                </p:oleObj>
              </mc:Choice>
              <mc:Fallback>
                <p:oleObj name="Equation" r:id="rId32" imgW="507780" imgH="177723" progId="Equation.DSMT4">
                  <p:embed/>
                  <p:pic>
                    <p:nvPicPr>
                      <p:cNvPr id="0" name="Object 8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561513" y="2889251"/>
                        <a:ext cx="773112" cy="26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22" name="Text Box 85"/>
          <p:cNvSpPr txBox="1">
            <a:spLocks noChangeArrowheads="1"/>
          </p:cNvSpPr>
          <p:nvPr/>
        </p:nvSpPr>
        <p:spPr bwMode="auto">
          <a:xfrm>
            <a:off x="2270126" y="1223964"/>
            <a:ext cx="5491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隶书" panose="02010509060101010101" pitchFamily="49" charset="-122"/>
              </a:rPr>
              <a:t>合成磁场</a:t>
            </a:r>
            <a:r>
              <a:rPr lang="en-US" altLang="zh-CN" sz="2000">
                <a:solidFill>
                  <a:srgbClr val="FF0000"/>
                </a:solidFill>
                <a:ea typeface="隶书" panose="02010509060101010101" pitchFamily="49" charset="-122"/>
              </a:rPr>
              <a:t>B</a:t>
            </a:r>
            <a:r>
              <a:rPr lang="zh-CN" altLang="en-US" sz="2000">
                <a:solidFill>
                  <a:srgbClr val="FF0000"/>
                </a:solidFill>
                <a:ea typeface="隶书" panose="02010509060101010101" pitchFamily="49" charset="-122"/>
              </a:rPr>
              <a:t>的曲线在</a:t>
            </a:r>
            <a:r>
              <a:rPr lang="en-US" altLang="zh-CN" sz="2000">
                <a:solidFill>
                  <a:srgbClr val="FF0000"/>
                </a:solidFill>
                <a:ea typeface="隶书" panose="02010509060101010101" pitchFamily="49" charset="-122"/>
              </a:rPr>
              <a:t>O</a:t>
            </a:r>
            <a:r>
              <a:rPr lang="zh-CN" altLang="en-US" sz="2000">
                <a:solidFill>
                  <a:srgbClr val="FF0000"/>
                </a:solidFill>
                <a:ea typeface="隶书" panose="02010509060101010101" pitchFamily="49" charset="-122"/>
              </a:rPr>
              <a:t>点的切线一定是水平的。</a:t>
            </a:r>
          </a:p>
        </p:txBody>
      </p:sp>
      <p:graphicFrame>
        <p:nvGraphicFramePr>
          <p:cNvPr id="67623" name="Object 86"/>
          <p:cNvGraphicFramePr>
            <a:graphicFrameLocks noChangeAspect="1"/>
          </p:cNvGraphicFramePr>
          <p:nvPr/>
        </p:nvGraphicFramePr>
        <p:xfrm>
          <a:off x="3575051" y="1538289"/>
          <a:ext cx="949325" cy="795337"/>
        </p:xfrm>
        <a:graphic>
          <a:graphicData uri="http://schemas.openxmlformats.org/presentationml/2006/ole">
            <mc:AlternateContent xmlns:mc="http://schemas.openxmlformats.org/markup-compatibility/2006">
              <mc:Choice xmlns:v="urn:schemas-microsoft-com:vml" Requires="v">
                <p:oleObj spid="_x0000_s68018" name="Equation" r:id="rId34" imgW="469696" imgH="393529" progId="Equation.DSMT4">
                  <p:embed/>
                </p:oleObj>
              </mc:Choice>
              <mc:Fallback>
                <p:oleObj name="Equation" r:id="rId34" imgW="469696" imgH="393529" progId="Equation.DSMT4">
                  <p:embed/>
                  <p:pic>
                    <p:nvPicPr>
                      <p:cNvPr id="0" name="Object 86"/>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575051" y="1538289"/>
                        <a:ext cx="949325"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24" name="Text Box 87"/>
          <p:cNvSpPr txBox="1">
            <a:spLocks noChangeArrowheads="1"/>
          </p:cNvSpPr>
          <p:nvPr/>
        </p:nvSpPr>
        <p:spPr bwMode="auto">
          <a:xfrm>
            <a:off x="4791075" y="1719263"/>
            <a:ext cx="211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隶书" panose="02010509060101010101" pitchFamily="49" charset="-122"/>
              </a:rPr>
              <a:t> x=0</a:t>
            </a:r>
            <a:r>
              <a:rPr lang="zh-CN" altLang="en-US" sz="2400">
                <a:solidFill>
                  <a:srgbClr val="FF0000"/>
                </a:solidFill>
                <a:ea typeface="隶书" panose="02010509060101010101" pitchFamily="49" charset="-122"/>
              </a:rPr>
              <a:t>处有极值</a:t>
            </a:r>
          </a:p>
        </p:txBody>
      </p:sp>
      <p:sp>
        <p:nvSpPr>
          <p:cNvPr id="67625" name="Text Box 88"/>
          <p:cNvSpPr txBox="1">
            <a:spLocks noChangeArrowheads="1"/>
          </p:cNvSpPr>
          <p:nvPr/>
        </p:nvSpPr>
        <p:spPr bwMode="auto">
          <a:xfrm>
            <a:off x="2046288" y="2349501"/>
            <a:ext cx="6165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CC"/>
                </a:solidFill>
                <a:ea typeface="隶书" panose="02010509060101010101" pitchFamily="49" charset="-122"/>
              </a:rPr>
              <a:t>O</a:t>
            </a:r>
            <a:r>
              <a:rPr lang="en-US" altLang="zh-CN" sz="1800" baseline="-25000">
                <a:solidFill>
                  <a:srgbClr val="0000CC"/>
                </a:solidFill>
                <a:ea typeface="隶书" panose="02010509060101010101" pitchFamily="49" charset="-122"/>
              </a:rPr>
              <a:t>1</a:t>
            </a:r>
            <a:r>
              <a:rPr lang="en-US" altLang="zh-CN" sz="1800">
                <a:solidFill>
                  <a:srgbClr val="0000CC"/>
                </a:solidFill>
                <a:ea typeface="隶书" panose="02010509060101010101" pitchFamily="49" charset="-122"/>
              </a:rPr>
              <a:t>O</a:t>
            </a:r>
            <a:r>
              <a:rPr lang="en-US" altLang="zh-CN" sz="1800" baseline="-25000">
                <a:solidFill>
                  <a:srgbClr val="0000CC"/>
                </a:solidFill>
                <a:ea typeface="隶书" panose="02010509060101010101" pitchFamily="49" charset="-122"/>
              </a:rPr>
              <a:t>2</a:t>
            </a:r>
            <a:r>
              <a:rPr lang="zh-CN" altLang="en-US" sz="1800">
                <a:solidFill>
                  <a:srgbClr val="0000CC"/>
                </a:solidFill>
                <a:ea typeface="隶书" panose="02010509060101010101" pitchFamily="49" charset="-122"/>
              </a:rPr>
              <a:t>之间距离较大时，</a:t>
            </a:r>
            <a:r>
              <a:rPr lang="en-US" altLang="zh-CN" sz="1800">
                <a:solidFill>
                  <a:srgbClr val="0000CC"/>
                </a:solidFill>
                <a:ea typeface="隶书" panose="02010509060101010101" pitchFamily="49" charset="-122"/>
              </a:rPr>
              <a:t>O</a:t>
            </a:r>
            <a:r>
              <a:rPr lang="zh-CN" altLang="en-US" sz="1800">
                <a:solidFill>
                  <a:srgbClr val="0000CC"/>
                </a:solidFill>
                <a:ea typeface="隶书" panose="02010509060101010101" pitchFamily="49" charset="-122"/>
              </a:rPr>
              <a:t>点磁场较弱，故</a:t>
            </a:r>
            <a:r>
              <a:rPr lang="en-US" altLang="zh-CN" sz="1800">
                <a:solidFill>
                  <a:srgbClr val="0000CC"/>
                </a:solidFill>
                <a:ea typeface="隶书" panose="02010509060101010101" pitchFamily="49" charset="-122"/>
              </a:rPr>
              <a:t>B</a:t>
            </a:r>
            <a:r>
              <a:rPr lang="zh-CN" altLang="en-US" sz="1800">
                <a:solidFill>
                  <a:srgbClr val="0000CC"/>
                </a:solidFill>
                <a:ea typeface="隶书" panose="02010509060101010101" pitchFamily="49" charset="-122"/>
              </a:rPr>
              <a:t>在</a:t>
            </a:r>
            <a:r>
              <a:rPr lang="en-US" altLang="zh-CN" sz="1800">
                <a:solidFill>
                  <a:srgbClr val="0000CC"/>
                </a:solidFill>
                <a:ea typeface="隶书" panose="02010509060101010101" pitchFamily="49" charset="-122"/>
              </a:rPr>
              <a:t>O</a:t>
            </a:r>
            <a:r>
              <a:rPr lang="zh-CN" altLang="en-US" sz="1800">
                <a:solidFill>
                  <a:srgbClr val="0000CC"/>
                </a:solidFill>
                <a:ea typeface="隶书" panose="02010509060101010101" pitchFamily="49" charset="-122"/>
              </a:rPr>
              <a:t>点有极小值</a:t>
            </a:r>
          </a:p>
        </p:txBody>
      </p:sp>
      <p:graphicFrame>
        <p:nvGraphicFramePr>
          <p:cNvPr id="67626" name="Object 89"/>
          <p:cNvGraphicFramePr>
            <a:graphicFrameLocks noChangeAspect="1"/>
          </p:cNvGraphicFramePr>
          <p:nvPr/>
        </p:nvGraphicFramePr>
        <p:xfrm>
          <a:off x="2405063" y="2754314"/>
          <a:ext cx="1103312" cy="846137"/>
        </p:xfrm>
        <a:graphic>
          <a:graphicData uri="http://schemas.openxmlformats.org/presentationml/2006/ole">
            <mc:AlternateContent xmlns:mc="http://schemas.openxmlformats.org/markup-compatibility/2006">
              <mc:Choice xmlns:v="urn:schemas-microsoft-com:vml" Requires="v">
                <p:oleObj spid="_x0000_s68019" name="Equation" r:id="rId36" imgW="545863" imgH="418918" progId="Equation.DSMT4">
                  <p:embed/>
                </p:oleObj>
              </mc:Choice>
              <mc:Fallback>
                <p:oleObj name="Equation" r:id="rId36" imgW="545863" imgH="418918" progId="Equation.DSMT4">
                  <p:embed/>
                  <p:pic>
                    <p:nvPicPr>
                      <p:cNvPr id="0" name="Object 8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405063" y="2754314"/>
                        <a:ext cx="1103312"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27" name="Group 93"/>
          <p:cNvGrpSpPr>
            <a:grpSpLocks/>
          </p:cNvGrpSpPr>
          <p:nvPr/>
        </p:nvGrpSpPr>
        <p:grpSpPr bwMode="auto">
          <a:xfrm>
            <a:off x="2090739" y="4194176"/>
            <a:ext cx="2205037" cy="1349375"/>
            <a:chOff x="1094" y="2047"/>
            <a:chExt cx="1389" cy="850"/>
          </a:xfrm>
        </p:grpSpPr>
        <p:sp>
          <p:nvSpPr>
            <p:cNvPr id="67633" name="Freeform 90"/>
            <p:cNvSpPr>
              <a:spLocks/>
            </p:cNvSpPr>
            <p:nvPr/>
          </p:nvSpPr>
          <p:spPr bwMode="auto">
            <a:xfrm>
              <a:off x="1094" y="2529"/>
              <a:ext cx="1106" cy="341"/>
            </a:xfrm>
            <a:custGeom>
              <a:avLst/>
              <a:gdLst>
                <a:gd name="T0" fmla="*/ 0 w 1332"/>
                <a:gd name="T1" fmla="*/ 0 h 723"/>
                <a:gd name="T2" fmla="*/ 12 w 1332"/>
                <a:gd name="T3" fmla="*/ 0 h 723"/>
                <a:gd name="T4" fmla="*/ 22 w 1332"/>
                <a:gd name="T5" fmla="*/ 0 h 723"/>
                <a:gd name="T6" fmla="*/ 32 w 1332"/>
                <a:gd name="T7" fmla="*/ 0 h 723"/>
                <a:gd name="T8" fmla="*/ 39 w 1332"/>
                <a:gd name="T9" fmla="*/ 0 h 723"/>
                <a:gd name="T10" fmla="*/ 46 w 1332"/>
                <a:gd name="T11" fmla="*/ 0 h 723"/>
                <a:gd name="T12" fmla="*/ 49 w 1332"/>
                <a:gd name="T13" fmla="*/ 0 h 723"/>
                <a:gd name="T14" fmla="*/ 57 w 1332"/>
                <a:gd name="T15" fmla="*/ 0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34" name="Freeform 91"/>
            <p:cNvSpPr>
              <a:spLocks/>
            </p:cNvSpPr>
            <p:nvPr/>
          </p:nvSpPr>
          <p:spPr bwMode="auto">
            <a:xfrm>
              <a:off x="1349" y="2529"/>
              <a:ext cx="1106" cy="340"/>
            </a:xfrm>
            <a:custGeom>
              <a:avLst/>
              <a:gdLst>
                <a:gd name="T0" fmla="*/ 0 w 1332"/>
                <a:gd name="T1" fmla="*/ 0 h 723"/>
                <a:gd name="T2" fmla="*/ 12 w 1332"/>
                <a:gd name="T3" fmla="*/ 0 h 723"/>
                <a:gd name="T4" fmla="*/ 22 w 1332"/>
                <a:gd name="T5" fmla="*/ 0 h 723"/>
                <a:gd name="T6" fmla="*/ 32 w 1332"/>
                <a:gd name="T7" fmla="*/ 0 h 723"/>
                <a:gd name="T8" fmla="*/ 39 w 1332"/>
                <a:gd name="T9" fmla="*/ 0 h 723"/>
                <a:gd name="T10" fmla="*/ 46 w 1332"/>
                <a:gd name="T11" fmla="*/ 0 h 723"/>
                <a:gd name="T12" fmla="*/ 49 w 1332"/>
                <a:gd name="T13" fmla="*/ 0 h 723"/>
                <a:gd name="T14" fmla="*/ 57 w 1332"/>
                <a:gd name="T15" fmla="*/ 0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35" name="Freeform 92"/>
            <p:cNvSpPr>
              <a:spLocks/>
            </p:cNvSpPr>
            <p:nvPr/>
          </p:nvSpPr>
          <p:spPr bwMode="auto">
            <a:xfrm>
              <a:off x="1094" y="2047"/>
              <a:ext cx="1389" cy="850"/>
            </a:xfrm>
            <a:custGeom>
              <a:avLst/>
              <a:gdLst>
                <a:gd name="T0" fmla="*/ 0 w 1332"/>
                <a:gd name="T1" fmla="*/ 11169 h 723"/>
                <a:gd name="T2" fmla="*/ 579 w 1332"/>
                <a:gd name="T3" fmla="*/ 9850 h 723"/>
                <a:gd name="T4" fmla="*/ 1042 w 1332"/>
                <a:gd name="T5" fmla="*/ 2300 h 723"/>
                <a:gd name="T6" fmla="*/ 1503 w 1332"/>
                <a:gd name="T7" fmla="*/ 76 h 723"/>
                <a:gd name="T8" fmla="*/ 1906 w 1332"/>
                <a:gd name="T9" fmla="*/ 2745 h 723"/>
                <a:gd name="T10" fmla="*/ 2193 w 1332"/>
                <a:gd name="T11" fmla="*/ 7632 h 723"/>
                <a:gd name="T12" fmla="*/ 2370 w 1332"/>
                <a:gd name="T13" fmla="*/ 10279 h 723"/>
                <a:gd name="T14" fmla="*/ 2713 w 1332"/>
                <a:gd name="T15" fmla="*/ 11169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7628" name="Line 94"/>
          <p:cNvSpPr>
            <a:spLocks noChangeShapeType="1"/>
          </p:cNvSpPr>
          <p:nvPr/>
        </p:nvSpPr>
        <p:spPr bwMode="auto">
          <a:xfrm>
            <a:off x="1955800" y="5499100"/>
            <a:ext cx="2700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9" name="Line 95"/>
          <p:cNvSpPr>
            <a:spLocks noChangeShapeType="1"/>
          </p:cNvSpPr>
          <p:nvPr/>
        </p:nvSpPr>
        <p:spPr bwMode="auto">
          <a:xfrm>
            <a:off x="3035300" y="3924300"/>
            <a:ext cx="0" cy="2114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0" name="Line 96"/>
          <p:cNvSpPr>
            <a:spLocks noChangeShapeType="1"/>
          </p:cNvSpPr>
          <p:nvPr/>
        </p:nvSpPr>
        <p:spPr bwMode="auto">
          <a:xfrm>
            <a:off x="3486150" y="3878263"/>
            <a:ext cx="0" cy="2114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1" name="Text Box 97"/>
          <p:cNvSpPr txBox="1">
            <a:spLocks noChangeArrowheads="1"/>
          </p:cNvSpPr>
          <p:nvPr/>
        </p:nvSpPr>
        <p:spPr bwMode="auto">
          <a:xfrm>
            <a:off x="3846514" y="3294063"/>
            <a:ext cx="33289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CC"/>
                </a:solidFill>
                <a:ea typeface="隶书" panose="02010509060101010101" pitchFamily="49" charset="-122"/>
              </a:rPr>
              <a:t>O</a:t>
            </a:r>
            <a:r>
              <a:rPr lang="en-US" altLang="zh-CN" sz="1800" baseline="-25000">
                <a:solidFill>
                  <a:srgbClr val="0000CC"/>
                </a:solidFill>
                <a:ea typeface="隶书" panose="02010509060101010101" pitchFamily="49" charset="-122"/>
              </a:rPr>
              <a:t>1</a:t>
            </a:r>
            <a:r>
              <a:rPr lang="en-US" altLang="zh-CN" sz="1800">
                <a:solidFill>
                  <a:srgbClr val="0000CC"/>
                </a:solidFill>
                <a:ea typeface="隶书" panose="02010509060101010101" pitchFamily="49" charset="-122"/>
              </a:rPr>
              <a:t>O</a:t>
            </a:r>
            <a:r>
              <a:rPr lang="en-US" altLang="zh-CN" sz="1800" baseline="-25000">
                <a:solidFill>
                  <a:srgbClr val="0000CC"/>
                </a:solidFill>
                <a:ea typeface="隶书" panose="02010509060101010101" pitchFamily="49" charset="-122"/>
              </a:rPr>
              <a:t>2</a:t>
            </a:r>
            <a:r>
              <a:rPr lang="zh-CN" altLang="en-US" sz="1800">
                <a:solidFill>
                  <a:srgbClr val="0000CC"/>
                </a:solidFill>
                <a:ea typeface="隶书" panose="02010509060101010101" pitchFamily="49" charset="-122"/>
              </a:rPr>
              <a:t>之间距离较小时，</a:t>
            </a:r>
            <a:r>
              <a:rPr lang="en-US" altLang="zh-CN" sz="1800">
                <a:solidFill>
                  <a:srgbClr val="0000CC"/>
                </a:solidFill>
                <a:ea typeface="隶书" panose="02010509060101010101" pitchFamily="49" charset="-122"/>
              </a:rPr>
              <a:t>O</a:t>
            </a:r>
            <a:r>
              <a:rPr lang="zh-CN" altLang="en-US" sz="1800">
                <a:solidFill>
                  <a:srgbClr val="0000CC"/>
                </a:solidFill>
                <a:ea typeface="隶书" panose="02010509060101010101" pitchFamily="49" charset="-122"/>
              </a:rPr>
              <a:t>点磁场较大，故</a:t>
            </a:r>
            <a:r>
              <a:rPr lang="en-US" altLang="zh-CN" sz="1800">
                <a:solidFill>
                  <a:srgbClr val="0000CC"/>
                </a:solidFill>
                <a:ea typeface="隶书" panose="02010509060101010101" pitchFamily="49" charset="-122"/>
              </a:rPr>
              <a:t>B</a:t>
            </a:r>
            <a:r>
              <a:rPr lang="zh-CN" altLang="en-US" sz="1800">
                <a:solidFill>
                  <a:srgbClr val="0000CC"/>
                </a:solidFill>
                <a:ea typeface="隶书" panose="02010509060101010101" pitchFamily="49" charset="-122"/>
              </a:rPr>
              <a:t>在</a:t>
            </a:r>
            <a:r>
              <a:rPr lang="en-US" altLang="zh-CN" sz="1800">
                <a:solidFill>
                  <a:srgbClr val="0000CC"/>
                </a:solidFill>
                <a:ea typeface="隶书" panose="02010509060101010101" pitchFamily="49" charset="-122"/>
              </a:rPr>
              <a:t>O</a:t>
            </a:r>
            <a:r>
              <a:rPr lang="zh-CN" altLang="en-US" sz="1800">
                <a:solidFill>
                  <a:srgbClr val="0000CC"/>
                </a:solidFill>
                <a:ea typeface="隶书" panose="02010509060101010101" pitchFamily="49" charset="-122"/>
              </a:rPr>
              <a:t>点有极大值</a:t>
            </a:r>
          </a:p>
        </p:txBody>
      </p:sp>
      <p:graphicFrame>
        <p:nvGraphicFramePr>
          <p:cNvPr id="67632" name="Object 98"/>
          <p:cNvGraphicFramePr>
            <a:graphicFrameLocks noChangeAspect="1"/>
          </p:cNvGraphicFramePr>
          <p:nvPr/>
        </p:nvGraphicFramePr>
        <p:xfrm>
          <a:off x="4295776" y="4014789"/>
          <a:ext cx="1103313" cy="846137"/>
        </p:xfrm>
        <a:graphic>
          <a:graphicData uri="http://schemas.openxmlformats.org/presentationml/2006/ole">
            <mc:AlternateContent xmlns:mc="http://schemas.openxmlformats.org/markup-compatibility/2006">
              <mc:Choice xmlns:v="urn:schemas-microsoft-com:vml" Requires="v">
                <p:oleObj spid="_x0000_s68020" name="Equation" r:id="rId38" imgW="545863" imgH="418918" progId="Equation.DSMT4">
                  <p:embed/>
                </p:oleObj>
              </mc:Choice>
              <mc:Fallback>
                <p:oleObj name="Equation" r:id="rId38" imgW="545863" imgH="418918" progId="Equation.DSMT4">
                  <p:embed/>
                  <p:pic>
                    <p:nvPicPr>
                      <p:cNvPr id="0" name="Object 9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295776" y="4014789"/>
                        <a:ext cx="1103313"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2"/>
          <p:cNvGraphicFramePr>
            <a:graphicFrameLocks noChangeAspect="1"/>
          </p:cNvGraphicFramePr>
          <p:nvPr/>
        </p:nvGraphicFramePr>
        <p:xfrm>
          <a:off x="7581901" y="593725"/>
          <a:ext cx="227013" cy="293688"/>
        </p:xfrm>
        <a:graphic>
          <a:graphicData uri="http://schemas.openxmlformats.org/presentationml/2006/ole">
            <mc:AlternateContent xmlns:mc="http://schemas.openxmlformats.org/markup-compatibility/2006">
              <mc:Choice xmlns:v="urn:schemas-microsoft-com:vml" Requires="v">
                <p:oleObj spid="_x0000_s70072" name="Equation" r:id="rId4" imgW="126780" imgH="164814" progId="Equation.DSMT4">
                  <p:embed/>
                </p:oleObj>
              </mc:Choice>
              <mc:Fallback>
                <p:oleObj name="Equation" r:id="rId4" imgW="126780" imgH="16481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1901" y="593725"/>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5" name="Object 3"/>
          <p:cNvGraphicFramePr>
            <a:graphicFrameLocks noChangeAspect="1"/>
          </p:cNvGraphicFramePr>
          <p:nvPr/>
        </p:nvGraphicFramePr>
        <p:xfrm>
          <a:off x="7940675" y="998538"/>
          <a:ext cx="317500" cy="406400"/>
        </p:xfrm>
        <a:graphic>
          <a:graphicData uri="http://schemas.openxmlformats.org/presentationml/2006/ole">
            <mc:AlternateContent xmlns:mc="http://schemas.openxmlformats.org/markup-compatibility/2006">
              <mc:Choice xmlns:v="urn:schemas-microsoft-com:vml" Requires="v">
                <p:oleObj spid="_x0000_s70073" name="Equation" r:id="rId6" imgW="177646" imgH="228402" progId="Equation.DSMT4">
                  <p:embed/>
                </p:oleObj>
              </mc:Choice>
              <mc:Fallback>
                <p:oleObj name="Equation" r:id="rId6" imgW="177646" imgH="228402"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0675" y="998538"/>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6" name="Object 4"/>
          <p:cNvGraphicFramePr>
            <a:graphicFrameLocks noChangeAspect="1"/>
          </p:cNvGraphicFramePr>
          <p:nvPr/>
        </p:nvGraphicFramePr>
        <p:xfrm>
          <a:off x="8751888" y="1268414"/>
          <a:ext cx="228600" cy="249237"/>
        </p:xfrm>
        <a:graphic>
          <a:graphicData uri="http://schemas.openxmlformats.org/presentationml/2006/ole">
            <mc:AlternateContent xmlns:mc="http://schemas.openxmlformats.org/markup-compatibility/2006">
              <mc:Choice xmlns:v="urn:schemas-microsoft-com:vml" Requires="v">
                <p:oleObj spid="_x0000_s70074" name="Equation" r:id="rId8" imgW="126835" imgH="139518" progId="Equation.DSMT4">
                  <p:embed/>
                </p:oleObj>
              </mc:Choice>
              <mc:Fallback>
                <p:oleObj name="Equation" r:id="rId8" imgW="126835" imgH="139518"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51888" y="1268414"/>
                        <a:ext cx="228600"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7" name="Line 6"/>
          <p:cNvSpPr>
            <a:spLocks noChangeShapeType="1"/>
          </p:cNvSpPr>
          <p:nvPr/>
        </p:nvSpPr>
        <p:spPr bwMode="auto">
          <a:xfrm flipH="1">
            <a:off x="7761289" y="503238"/>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38" name="Text Box 7"/>
          <p:cNvSpPr txBox="1">
            <a:spLocks noChangeArrowheads="1"/>
          </p:cNvSpPr>
          <p:nvPr/>
        </p:nvSpPr>
        <p:spPr bwMode="auto">
          <a:xfrm>
            <a:off x="2000251" y="323850"/>
            <a:ext cx="243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亥姆赫兹线圈</a:t>
            </a:r>
          </a:p>
        </p:txBody>
      </p:sp>
      <p:graphicFrame>
        <p:nvGraphicFramePr>
          <p:cNvPr id="69639" name="Object 8"/>
          <p:cNvGraphicFramePr>
            <a:graphicFrameLocks noChangeAspect="1"/>
          </p:cNvGraphicFramePr>
          <p:nvPr/>
        </p:nvGraphicFramePr>
        <p:xfrm>
          <a:off x="2259014" y="806450"/>
          <a:ext cx="1735137" cy="520700"/>
        </p:xfrm>
        <a:graphic>
          <a:graphicData uri="http://schemas.openxmlformats.org/presentationml/2006/ole">
            <mc:AlternateContent xmlns:mc="http://schemas.openxmlformats.org/markup-compatibility/2006">
              <mc:Choice xmlns:v="urn:schemas-microsoft-com:vml" Requires="v">
                <p:oleObj spid="_x0000_s70075" name="Equation" r:id="rId10" imgW="761669" imgH="228501" progId="Equation.DSMT4">
                  <p:embed/>
                </p:oleObj>
              </mc:Choice>
              <mc:Fallback>
                <p:oleObj name="Equation" r:id="rId10" imgW="761669" imgH="228501"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9014" y="806450"/>
                        <a:ext cx="1735137"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640" name="Group 10"/>
          <p:cNvGrpSpPr>
            <a:grpSpLocks/>
          </p:cNvGrpSpPr>
          <p:nvPr/>
        </p:nvGrpSpPr>
        <p:grpSpPr bwMode="auto">
          <a:xfrm>
            <a:off x="7851776" y="279401"/>
            <a:ext cx="1979613" cy="1935163"/>
            <a:chOff x="2993" y="90"/>
            <a:chExt cx="1247" cy="1219"/>
          </a:xfrm>
        </p:grpSpPr>
        <p:grpSp>
          <p:nvGrpSpPr>
            <p:cNvPr id="69674" name="Group 11"/>
            <p:cNvGrpSpPr>
              <a:grpSpLocks/>
            </p:cNvGrpSpPr>
            <p:nvPr/>
          </p:nvGrpSpPr>
          <p:grpSpPr bwMode="auto">
            <a:xfrm>
              <a:off x="2993" y="119"/>
              <a:ext cx="453" cy="1190"/>
              <a:chOff x="2993" y="1565"/>
              <a:chExt cx="453" cy="1190"/>
            </a:xfrm>
          </p:grpSpPr>
          <p:sp>
            <p:nvSpPr>
              <p:cNvPr id="69679" name="Oval 12"/>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9680" name="Line 13"/>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75" name="Line 14"/>
            <p:cNvSpPr>
              <a:spLocks noChangeShapeType="1"/>
            </p:cNvSpPr>
            <p:nvPr/>
          </p:nvSpPr>
          <p:spPr bwMode="auto">
            <a:xfrm>
              <a:off x="3220" y="686"/>
              <a:ext cx="7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9676" name="Group 15"/>
            <p:cNvGrpSpPr>
              <a:grpSpLocks/>
            </p:cNvGrpSpPr>
            <p:nvPr/>
          </p:nvGrpSpPr>
          <p:grpSpPr bwMode="auto">
            <a:xfrm>
              <a:off x="3787" y="90"/>
              <a:ext cx="453" cy="1190"/>
              <a:chOff x="2993" y="1565"/>
              <a:chExt cx="453" cy="1190"/>
            </a:xfrm>
          </p:grpSpPr>
          <p:sp>
            <p:nvSpPr>
              <p:cNvPr id="69677" name="Oval 16"/>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9678" name="Line 17"/>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9641" name="Line 18"/>
          <p:cNvSpPr>
            <a:spLocks noChangeShapeType="1"/>
          </p:cNvSpPr>
          <p:nvPr/>
        </p:nvSpPr>
        <p:spPr bwMode="auto">
          <a:xfrm flipH="1">
            <a:off x="9066214" y="323850"/>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42" name="Object 19"/>
          <p:cNvGraphicFramePr>
            <a:graphicFrameLocks noChangeAspect="1"/>
          </p:cNvGraphicFramePr>
          <p:nvPr/>
        </p:nvGraphicFramePr>
        <p:xfrm>
          <a:off x="8886826" y="368300"/>
          <a:ext cx="227013" cy="293688"/>
        </p:xfrm>
        <a:graphic>
          <a:graphicData uri="http://schemas.openxmlformats.org/presentationml/2006/ole">
            <mc:AlternateContent xmlns:mc="http://schemas.openxmlformats.org/markup-compatibility/2006">
              <mc:Choice xmlns:v="urn:schemas-microsoft-com:vml" Requires="v">
                <p:oleObj spid="_x0000_s70076" name="Equation" r:id="rId12" imgW="126780" imgH="164814" progId="Equation.DSMT4">
                  <p:embed/>
                </p:oleObj>
              </mc:Choice>
              <mc:Fallback>
                <p:oleObj name="Equation" r:id="rId12" imgW="126780" imgH="164814"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6" y="368300"/>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43" name="Object 20"/>
          <p:cNvGraphicFramePr>
            <a:graphicFrameLocks noChangeAspect="1"/>
          </p:cNvGraphicFramePr>
          <p:nvPr/>
        </p:nvGraphicFramePr>
        <p:xfrm>
          <a:off x="8164513" y="1493839"/>
          <a:ext cx="271462" cy="295275"/>
        </p:xfrm>
        <a:graphic>
          <a:graphicData uri="http://schemas.openxmlformats.org/presentationml/2006/ole">
            <mc:AlternateContent xmlns:mc="http://schemas.openxmlformats.org/markup-compatibility/2006">
              <mc:Choice xmlns:v="urn:schemas-microsoft-com:vml" Requires="v">
                <p:oleObj spid="_x0000_s70077" name="Equation" r:id="rId13" imgW="152268" imgH="164957" progId="Equation.DSMT4">
                  <p:embed/>
                </p:oleObj>
              </mc:Choice>
              <mc:Fallback>
                <p:oleObj name="Equation" r:id="rId13" imgW="152268" imgH="164957"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64513" y="1493839"/>
                        <a:ext cx="2714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44" name="Object 21"/>
          <p:cNvGraphicFramePr>
            <a:graphicFrameLocks noChangeAspect="1"/>
          </p:cNvGraphicFramePr>
          <p:nvPr/>
        </p:nvGraphicFramePr>
        <p:xfrm>
          <a:off x="9426576" y="1493839"/>
          <a:ext cx="271463" cy="295275"/>
        </p:xfrm>
        <a:graphic>
          <a:graphicData uri="http://schemas.openxmlformats.org/presentationml/2006/ole">
            <mc:AlternateContent xmlns:mc="http://schemas.openxmlformats.org/markup-compatibility/2006">
              <mc:Choice xmlns:v="urn:schemas-microsoft-com:vml" Requires="v">
                <p:oleObj spid="_x0000_s70078" name="Equation" r:id="rId15" imgW="152268" imgH="164957" progId="Equation.DSMT4">
                  <p:embed/>
                </p:oleObj>
              </mc:Choice>
              <mc:Fallback>
                <p:oleObj name="Equation" r:id="rId15" imgW="152268" imgH="164957"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26576" y="1493839"/>
                        <a:ext cx="2714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45" name="Object 22"/>
          <p:cNvGraphicFramePr>
            <a:graphicFrameLocks noChangeAspect="1"/>
          </p:cNvGraphicFramePr>
          <p:nvPr/>
        </p:nvGraphicFramePr>
        <p:xfrm>
          <a:off x="9459914" y="998538"/>
          <a:ext cx="339725" cy="406400"/>
        </p:xfrm>
        <a:graphic>
          <a:graphicData uri="http://schemas.openxmlformats.org/presentationml/2006/ole">
            <mc:AlternateContent xmlns:mc="http://schemas.openxmlformats.org/markup-compatibility/2006">
              <mc:Choice xmlns:v="urn:schemas-microsoft-com:vml" Requires="v">
                <p:oleObj spid="_x0000_s70079" name="Equation" r:id="rId16" imgW="190500" imgH="228600" progId="Equation.DSMT4">
                  <p:embed/>
                </p:oleObj>
              </mc:Choice>
              <mc:Fallback>
                <p:oleObj name="Equation" r:id="rId16" imgW="190500" imgH="228600" progId="Equation.DSMT4">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59914" y="998538"/>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6" name="AutoShape 23"/>
          <p:cNvSpPr>
            <a:spLocks noChangeArrowheads="1"/>
          </p:cNvSpPr>
          <p:nvPr/>
        </p:nvSpPr>
        <p:spPr bwMode="auto">
          <a:xfrm>
            <a:off x="8166100"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9647" name="AutoShape 24"/>
          <p:cNvSpPr>
            <a:spLocks noChangeArrowheads="1"/>
          </p:cNvSpPr>
          <p:nvPr/>
        </p:nvSpPr>
        <p:spPr bwMode="auto">
          <a:xfrm>
            <a:off x="9426575"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69648" name="Line 25"/>
          <p:cNvSpPr>
            <a:spLocks noChangeShapeType="1"/>
          </p:cNvSpPr>
          <p:nvPr/>
        </p:nvSpPr>
        <p:spPr bwMode="auto">
          <a:xfrm>
            <a:off x="7265989" y="3924300"/>
            <a:ext cx="3195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49" name="Object 26"/>
          <p:cNvGraphicFramePr>
            <a:graphicFrameLocks noChangeAspect="1"/>
          </p:cNvGraphicFramePr>
          <p:nvPr/>
        </p:nvGraphicFramePr>
        <p:xfrm>
          <a:off x="7805738" y="3968750"/>
          <a:ext cx="317500" cy="406400"/>
        </p:xfrm>
        <a:graphic>
          <a:graphicData uri="http://schemas.openxmlformats.org/presentationml/2006/ole">
            <mc:AlternateContent xmlns:mc="http://schemas.openxmlformats.org/markup-compatibility/2006">
              <mc:Choice xmlns:v="urn:schemas-microsoft-com:vml" Requires="v">
                <p:oleObj spid="_x0000_s70080" name="Equation" r:id="rId18" imgW="177646" imgH="228402" progId="Equation.DSMT4">
                  <p:embed/>
                </p:oleObj>
              </mc:Choice>
              <mc:Fallback>
                <p:oleObj name="Equation" r:id="rId18" imgW="177646" imgH="228402"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5738" y="3968750"/>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50" name="Object 27"/>
          <p:cNvGraphicFramePr>
            <a:graphicFrameLocks noChangeAspect="1"/>
          </p:cNvGraphicFramePr>
          <p:nvPr/>
        </p:nvGraphicFramePr>
        <p:xfrm>
          <a:off x="9561514" y="3924300"/>
          <a:ext cx="339725" cy="406400"/>
        </p:xfrm>
        <a:graphic>
          <a:graphicData uri="http://schemas.openxmlformats.org/presentationml/2006/ole">
            <mc:AlternateContent xmlns:mc="http://schemas.openxmlformats.org/markup-compatibility/2006">
              <mc:Choice xmlns:v="urn:schemas-microsoft-com:vml" Requires="v">
                <p:oleObj spid="_x0000_s70081" name="Equation" r:id="rId19" imgW="190500" imgH="228600" progId="Equation.DSMT4">
                  <p:embed/>
                </p:oleObj>
              </mc:Choice>
              <mc:Fallback>
                <p:oleObj name="Equation" r:id="rId19" imgW="190500" imgH="228600" progId="Equation.DSMT4">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61514" y="3924300"/>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1" name="Freeform 28"/>
          <p:cNvSpPr>
            <a:spLocks/>
          </p:cNvSpPr>
          <p:nvPr/>
        </p:nvSpPr>
        <p:spPr bwMode="auto">
          <a:xfrm>
            <a:off x="7356476" y="3382964"/>
            <a:ext cx="1755775" cy="541337"/>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2" name="Freeform 29"/>
          <p:cNvSpPr>
            <a:spLocks/>
          </p:cNvSpPr>
          <p:nvPr/>
        </p:nvSpPr>
        <p:spPr bwMode="auto">
          <a:xfrm>
            <a:off x="8615364" y="3384550"/>
            <a:ext cx="1755775" cy="539750"/>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3" name="Freeform 30"/>
          <p:cNvSpPr>
            <a:spLocks/>
          </p:cNvSpPr>
          <p:nvPr/>
        </p:nvSpPr>
        <p:spPr bwMode="auto">
          <a:xfrm>
            <a:off x="8616950" y="3519489"/>
            <a:ext cx="628650" cy="149225"/>
          </a:xfrm>
          <a:custGeom>
            <a:avLst/>
            <a:gdLst>
              <a:gd name="T0" fmla="*/ 0 w 396"/>
              <a:gd name="T1" fmla="*/ 0 h 94"/>
              <a:gd name="T2" fmla="*/ 2147483646 w 396"/>
              <a:gd name="T3" fmla="*/ 2147483646 h 94"/>
              <a:gd name="T4" fmla="*/ 2147483646 w 396"/>
              <a:gd name="T5" fmla="*/ 2147483646 h 94"/>
              <a:gd name="T6" fmla="*/ 2147483646 w 396"/>
              <a:gd name="T7" fmla="*/ 2147483646 h 94"/>
              <a:gd name="T8" fmla="*/ 2147483646 w 396"/>
              <a:gd name="T9" fmla="*/ 2147483646 h 94"/>
              <a:gd name="T10" fmla="*/ 0 60000 65536"/>
              <a:gd name="T11" fmla="*/ 0 60000 65536"/>
              <a:gd name="T12" fmla="*/ 0 60000 65536"/>
              <a:gd name="T13" fmla="*/ 0 60000 65536"/>
              <a:gd name="T14" fmla="*/ 0 60000 65536"/>
              <a:gd name="T15" fmla="*/ 0 w 396"/>
              <a:gd name="T16" fmla="*/ 0 h 94"/>
              <a:gd name="T17" fmla="*/ 396 w 396"/>
              <a:gd name="T18" fmla="*/ 94 h 94"/>
            </a:gdLst>
            <a:ahLst/>
            <a:cxnLst>
              <a:cxn ang="T10">
                <a:pos x="T0" y="T1"/>
              </a:cxn>
              <a:cxn ang="T11">
                <a:pos x="T2" y="T3"/>
              </a:cxn>
              <a:cxn ang="T12">
                <a:pos x="T4" y="T5"/>
              </a:cxn>
              <a:cxn ang="T13">
                <a:pos x="T6" y="T7"/>
              </a:cxn>
              <a:cxn ang="T14">
                <a:pos x="T8" y="T9"/>
              </a:cxn>
            </a:cxnLst>
            <a:rect l="T15" t="T16" r="T17" b="T18"/>
            <a:pathLst>
              <a:path w="396" h="94">
                <a:moveTo>
                  <a:pt x="0" y="0"/>
                </a:moveTo>
                <a:cubicBezTo>
                  <a:pt x="14" y="21"/>
                  <a:pt x="28" y="42"/>
                  <a:pt x="56" y="56"/>
                </a:cubicBezTo>
                <a:cubicBezTo>
                  <a:pt x="84" y="70"/>
                  <a:pt x="128" y="80"/>
                  <a:pt x="170" y="85"/>
                </a:cubicBezTo>
                <a:cubicBezTo>
                  <a:pt x="212" y="90"/>
                  <a:pt x="273" y="94"/>
                  <a:pt x="311" y="85"/>
                </a:cubicBezTo>
                <a:cubicBezTo>
                  <a:pt x="349" y="76"/>
                  <a:pt x="372" y="52"/>
                  <a:pt x="396" y="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4" name="Line 31"/>
          <p:cNvSpPr>
            <a:spLocks noChangeShapeType="1"/>
          </p:cNvSpPr>
          <p:nvPr/>
        </p:nvSpPr>
        <p:spPr bwMode="auto">
          <a:xfrm>
            <a:off x="8886825" y="2619376"/>
            <a:ext cx="0" cy="251936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55" name="Object 32"/>
          <p:cNvGraphicFramePr>
            <a:graphicFrameLocks noChangeAspect="1"/>
          </p:cNvGraphicFramePr>
          <p:nvPr/>
        </p:nvGraphicFramePr>
        <p:xfrm>
          <a:off x="8661401" y="3968750"/>
          <a:ext cx="271463" cy="317500"/>
        </p:xfrm>
        <a:graphic>
          <a:graphicData uri="http://schemas.openxmlformats.org/presentationml/2006/ole">
            <mc:AlternateContent xmlns:mc="http://schemas.openxmlformats.org/markup-compatibility/2006">
              <mc:Choice xmlns:v="urn:schemas-microsoft-com:vml" Requires="v">
                <p:oleObj spid="_x0000_s70082" name="Equation" r:id="rId20" imgW="152202" imgH="177569" progId="Equation.DSMT4">
                  <p:embed/>
                </p:oleObj>
              </mc:Choice>
              <mc:Fallback>
                <p:oleObj name="Equation" r:id="rId20" imgW="152202" imgH="177569" progId="Equation.DSMT4">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61401" y="3968750"/>
                        <a:ext cx="271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56" name="Object 33"/>
          <p:cNvGraphicFramePr>
            <a:graphicFrameLocks noChangeAspect="1"/>
          </p:cNvGraphicFramePr>
          <p:nvPr/>
        </p:nvGraphicFramePr>
        <p:xfrm>
          <a:off x="8345488" y="4464050"/>
          <a:ext cx="525462" cy="317500"/>
        </p:xfrm>
        <a:graphic>
          <a:graphicData uri="http://schemas.openxmlformats.org/presentationml/2006/ole">
            <mc:AlternateContent xmlns:mc="http://schemas.openxmlformats.org/markup-compatibility/2006">
              <mc:Choice xmlns:v="urn:schemas-microsoft-com:vml" Requires="v">
                <p:oleObj spid="_x0000_s70083" name="Equation" r:id="rId22" imgW="291847" imgH="177646" progId="Equation.DSMT4">
                  <p:embed/>
                </p:oleObj>
              </mc:Choice>
              <mc:Fallback>
                <p:oleObj name="Equation" r:id="rId22" imgW="291847" imgH="177646" progId="Equation.DSMT4">
                  <p:embed/>
                  <p:pic>
                    <p:nvPicPr>
                      <p:cNvPr id="0" name="Object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345488" y="4464050"/>
                        <a:ext cx="525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57" name="Object 34"/>
          <p:cNvGraphicFramePr>
            <a:graphicFrameLocks noChangeAspect="1"/>
          </p:cNvGraphicFramePr>
          <p:nvPr/>
        </p:nvGraphicFramePr>
        <p:xfrm>
          <a:off x="8886826" y="4464050"/>
          <a:ext cx="525463" cy="317500"/>
        </p:xfrm>
        <a:graphic>
          <a:graphicData uri="http://schemas.openxmlformats.org/presentationml/2006/ole">
            <mc:AlternateContent xmlns:mc="http://schemas.openxmlformats.org/markup-compatibility/2006">
              <mc:Choice xmlns:v="urn:schemas-microsoft-com:vml" Requires="v">
                <p:oleObj spid="_x0000_s70084" name="Equation" r:id="rId24" imgW="291847" imgH="177646" progId="Equation.DSMT4">
                  <p:embed/>
                </p:oleObj>
              </mc:Choice>
              <mc:Fallback>
                <p:oleObj name="Equation" r:id="rId24" imgW="291847" imgH="177646" progId="Equation.DSMT4">
                  <p:embed/>
                  <p:pic>
                    <p:nvPicPr>
                      <p:cNvPr id="0" name="Object 3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86826" y="4464050"/>
                        <a:ext cx="525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8" name="Line 35"/>
          <p:cNvSpPr>
            <a:spLocks noChangeShapeType="1"/>
          </p:cNvSpPr>
          <p:nvPr/>
        </p:nvSpPr>
        <p:spPr bwMode="auto">
          <a:xfrm>
            <a:off x="8256589" y="4373563"/>
            <a:ext cx="63023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9" name="Line 36"/>
          <p:cNvSpPr>
            <a:spLocks noChangeShapeType="1"/>
          </p:cNvSpPr>
          <p:nvPr/>
        </p:nvSpPr>
        <p:spPr bwMode="auto">
          <a:xfrm>
            <a:off x="8886825" y="4284663"/>
            <a:ext cx="6302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0" name="Line 37"/>
          <p:cNvSpPr>
            <a:spLocks noChangeShapeType="1"/>
          </p:cNvSpPr>
          <p:nvPr/>
        </p:nvSpPr>
        <p:spPr bwMode="auto">
          <a:xfrm>
            <a:off x="10371138" y="2663825"/>
            <a:ext cx="0" cy="26098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61" name="Object 38"/>
          <p:cNvGraphicFramePr>
            <a:graphicFrameLocks noChangeAspect="1"/>
          </p:cNvGraphicFramePr>
          <p:nvPr/>
        </p:nvGraphicFramePr>
        <p:xfrm>
          <a:off x="10396538" y="3473450"/>
          <a:ext cx="271462" cy="293688"/>
        </p:xfrm>
        <a:graphic>
          <a:graphicData uri="http://schemas.openxmlformats.org/presentationml/2006/ole">
            <mc:AlternateContent xmlns:mc="http://schemas.openxmlformats.org/markup-compatibility/2006">
              <mc:Choice xmlns:v="urn:schemas-microsoft-com:vml" Requires="v">
                <p:oleObj spid="_x0000_s70085" name="Equation" r:id="rId25" imgW="152268" imgH="164957" progId="Equation.DSMT4">
                  <p:embed/>
                </p:oleObj>
              </mc:Choice>
              <mc:Fallback>
                <p:oleObj name="Equation" r:id="rId25" imgW="152268" imgH="164957" progId="Equation.DSMT4">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396538" y="3473450"/>
                        <a:ext cx="271462"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62" name="Object 39"/>
          <p:cNvGraphicFramePr>
            <a:graphicFrameLocks noChangeAspect="1"/>
          </p:cNvGraphicFramePr>
          <p:nvPr/>
        </p:nvGraphicFramePr>
        <p:xfrm>
          <a:off x="10213976" y="3990975"/>
          <a:ext cx="227013" cy="249238"/>
        </p:xfrm>
        <a:graphic>
          <a:graphicData uri="http://schemas.openxmlformats.org/presentationml/2006/ole">
            <mc:AlternateContent xmlns:mc="http://schemas.openxmlformats.org/markup-compatibility/2006">
              <mc:Choice xmlns:v="urn:schemas-microsoft-com:vml" Requires="v">
                <p:oleObj spid="_x0000_s70086" name="Equation" r:id="rId27" imgW="126835" imgH="139518" progId="Equation.DSMT4">
                  <p:embed/>
                </p:oleObj>
              </mc:Choice>
              <mc:Fallback>
                <p:oleObj name="Equation" r:id="rId27" imgW="126835" imgH="139518" progId="Equation.DSMT4">
                  <p:embed/>
                  <p:pic>
                    <p:nvPicPr>
                      <p:cNvPr id="0" name="Object 3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213976" y="3990975"/>
                        <a:ext cx="227013"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3" name="Line 40"/>
          <p:cNvSpPr>
            <a:spLocks noChangeShapeType="1"/>
          </p:cNvSpPr>
          <p:nvPr/>
        </p:nvSpPr>
        <p:spPr bwMode="auto">
          <a:xfrm>
            <a:off x="8256588" y="5049838"/>
            <a:ext cx="21145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64" name="Object 41"/>
          <p:cNvGraphicFramePr>
            <a:graphicFrameLocks noChangeAspect="1"/>
          </p:cNvGraphicFramePr>
          <p:nvPr/>
        </p:nvGraphicFramePr>
        <p:xfrm>
          <a:off x="8726488" y="5195888"/>
          <a:ext cx="908050" cy="317500"/>
        </p:xfrm>
        <a:graphic>
          <a:graphicData uri="http://schemas.openxmlformats.org/presentationml/2006/ole">
            <mc:AlternateContent xmlns:mc="http://schemas.openxmlformats.org/markup-compatibility/2006">
              <mc:Choice xmlns:v="urn:schemas-microsoft-com:vml" Requires="v">
                <p:oleObj spid="_x0000_s70087" name="Equation" r:id="rId29" imgW="507780" imgH="177723" progId="Equation.DSMT4">
                  <p:embed/>
                </p:oleObj>
              </mc:Choice>
              <mc:Fallback>
                <p:oleObj name="Equation" r:id="rId29" imgW="507780" imgH="177723" progId="Equation.DSMT4">
                  <p:embed/>
                  <p:pic>
                    <p:nvPicPr>
                      <p:cNvPr id="0" name="Object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726488" y="5195888"/>
                        <a:ext cx="908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5" name="Line 42"/>
          <p:cNvSpPr>
            <a:spLocks noChangeShapeType="1"/>
          </p:cNvSpPr>
          <p:nvPr/>
        </p:nvSpPr>
        <p:spPr bwMode="auto">
          <a:xfrm>
            <a:off x="8886826" y="2573338"/>
            <a:ext cx="148431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66" name="Object 43"/>
          <p:cNvGraphicFramePr>
            <a:graphicFrameLocks noChangeAspect="1"/>
          </p:cNvGraphicFramePr>
          <p:nvPr/>
        </p:nvGraphicFramePr>
        <p:xfrm>
          <a:off x="9786938" y="2393950"/>
          <a:ext cx="227012" cy="249238"/>
        </p:xfrm>
        <a:graphic>
          <a:graphicData uri="http://schemas.openxmlformats.org/presentationml/2006/ole">
            <mc:AlternateContent xmlns:mc="http://schemas.openxmlformats.org/markup-compatibility/2006">
              <mc:Choice xmlns:v="urn:schemas-microsoft-com:vml" Requires="v">
                <p:oleObj spid="_x0000_s70088" name="Equation" r:id="rId31" imgW="126835" imgH="139518" progId="Equation.DSMT4">
                  <p:embed/>
                </p:oleObj>
              </mc:Choice>
              <mc:Fallback>
                <p:oleObj name="Equation" r:id="rId31" imgW="126835" imgH="139518" progId="Equation.DSMT4">
                  <p:embed/>
                  <p:pic>
                    <p:nvPicPr>
                      <p:cNvPr id="0" name="Object 4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786938" y="2393950"/>
                        <a:ext cx="227012"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7" name="Line 44"/>
          <p:cNvSpPr>
            <a:spLocks noChangeShapeType="1"/>
          </p:cNvSpPr>
          <p:nvPr/>
        </p:nvSpPr>
        <p:spPr bwMode="auto">
          <a:xfrm>
            <a:off x="9561514" y="3203575"/>
            <a:ext cx="80962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9668" name="Object 45"/>
          <p:cNvGraphicFramePr>
            <a:graphicFrameLocks noChangeAspect="1"/>
          </p:cNvGraphicFramePr>
          <p:nvPr/>
        </p:nvGraphicFramePr>
        <p:xfrm>
          <a:off x="9561513" y="2889251"/>
          <a:ext cx="773112" cy="269875"/>
        </p:xfrm>
        <a:graphic>
          <a:graphicData uri="http://schemas.openxmlformats.org/presentationml/2006/ole">
            <mc:AlternateContent xmlns:mc="http://schemas.openxmlformats.org/markup-compatibility/2006">
              <mc:Choice xmlns:v="urn:schemas-microsoft-com:vml" Requires="v">
                <p:oleObj spid="_x0000_s70089" name="Equation" r:id="rId32" imgW="507780" imgH="177723" progId="Equation.DSMT4">
                  <p:embed/>
                </p:oleObj>
              </mc:Choice>
              <mc:Fallback>
                <p:oleObj name="Equation" r:id="rId32" imgW="507780" imgH="177723" progId="Equation.DSMT4">
                  <p:embed/>
                  <p:pic>
                    <p:nvPicPr>
                      <p:cNvPr id="0" name="Object 4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561513" y="2889251"/>
                        <a:ext cx="773112" cy="26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69" name="Object 47"/>
          <p:cNvGraphicFramePr>
            <a:graphicFrameLocks noChangeAspect="1"/>
          </p:cNvGraphicFramePr>
          <p:nvPr/>
        </p:nvGraphicFramePr>
        <p:xfrm>
          <a:off x="2181226" y="1358901"/>
          <a:ext cx="3643313" cy="1076325"/>
        </p:xfrm>
        <a:graphic>
          <a:graphicData uri="http://schemas.openxmlformats.org/presentationml/2006/ole">
            <mc:AlternateContent xmlns:mc="http://schemas.openxmlformats.org/markup-compatibility/2006">
              <mc:Choice xmlns:v="urn:schemas-microsoft-com:vml" Requires="v">
                <p:oleObj spid="_x0000_s70090" name="Equation" r:id="rId34" imgW="1803400" imgH="533400" progId="Equation.DSMT4">
                  <p:embed/>
                </p:oleObj>
              </mc:Choice>
              <mc:Fallback>
                <p:oleObj name="Equation" r:id="rId34" imgW="1803400" imgH="533400" progId="Equation.DSMT4">
                  <p:embed/>
                  <p:pic>
                    <p:nvPicPr>
                      <p:cNvPr id="0" name="Object 47"/>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181226" y="1358901"/>
                        <a:ext cx="3643313"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0" name="Object 59"/>
          <p:cNvGraphicFramePr>
            <a:graphicFrameLocks noChangeAspect="1"/>
          </p:cNvGraphicFramePr>
          <p:nvPr/>
        </p:nvGraphicFramePr>
        <p:xfrm>
          <a:off x="2360614" y="3743326"/>
          <a:ext cx="1436687" cy="460375"/>
        </p:xfrm>
        <a:graphic>
          <a:graphicData uri="http://schemas.openxmlformats.org/presentationml/2006/ole">
            <mc:AlternateContent xmlns:mc="http://schemas.openxmlformats.org/markup-compatibility/2006">
              <mc:Choice xmlns:v="urn:schemas-microsoft-com:vml" Requires="v">
                <p:oleObj spid="_x0000_s70091" name="Equation" r:id="rId36" imgW="711200" imgH="228600" progId="Equation.DSMT4">
                  <p:embed/>
                </p:oleObj>
              </mc:Choice>
              <mc:Fallback>
                <p:oleObj name="Equation" r:id="rId36" imgW="711200" imgH="228600" progId="Equation.DSMT4">
                  <p:embed/>
                  <p:pic>
                    <p:nvPicPr>
                      <p:cNvPr id="0" name="Object 5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360614" y="3743326"/>
                        <a:ext cx="143668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1" name="Object 60"/>
          <p:cNvGraphicFramePr>
            <a:graphicFrameLocks noChangeAspect="1"/>
          </p:cNvGraphicFramePr>
          <p:nvPr/>
        </p:nvGraphicFramePr>
        <p:xfrm>
          <a:off x="2122488" y="2393951"/>
          <a:ext cx="3668712" cy="1076325"/>
        </p:xfrm>
        <a:graphic>
          <a:graphicData uri="http://schemas.openxmlformats.org/presentationml/2006/ole">
            <mc:AlternateContent xmlns:mc="http://schemas.openxmlformats.org/markup-compatibility/2006">
              <mc:Choice xmlns:v="urn:schemas-microsoft-com:vml" Requires="v">
                <p:oleObj spid="_x0000_s70092" name="Equation" r:id="rId38" imgW="1816100" imgH="533400" progId="Equation.DSMT4">
                  <p:embed/>
                </p:oleObj>
              </mc:Choice>
              <mc:Fallback>
                <p:oleObj name="Equation" r:id="rId38" imgW="1816100" imgH="533400" progId="Equation.DSMT4">
                  <p:embed/>
                  <p:pic>
                    <p:nvPicPr>
                      <p:cNvPr id="0" name="Object 6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22488" y="2393951"/>
                        <a:ext cx="3668712"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2" name="Object 61"/>
          <p:cNvGraphicFramePr>
            <a:graphicFrameLocks noChangeAspect="1"/>
          </p:cNvGraphicFramePr>
          <p:nvPr/>
        </p:nvGraphicFramePr>
        <p:xfrm>
          <a:off x="1774826" y="4464050"/>
          <a:ext cx="5743575" cy="935038"/>
        </p:xfrm>
        <a:graphic>
          <a:graphicData uri="http://schemas.openxmlformats.org/presentationml/2006/ole">
            <mc:AlternateContent xmlns:mc="http://schemas.openxmlformats.org/markup-compatibility/2006">
              <mc:Choice xmlns:v="urn:schemas-microsoft-com:vml" Requires="v">
                <p:oleObj spid="_x0000_s70093" name="Equation" r:id="rId40" imgW="3733800" imgH="609600" progId="Equation.DSMT4">
                  <p:embed/>
                </p:oleObj>
              </mc:Choice>
              <mc:Fallback>
                <p:oleObj name="Equation" r:id="rId40" imgW="3733800" imgH="609600" progId="Equation.DSMT4">
                  <p:embed/>
                  <p:pic>
                    <p:nvPicPr>
                      <p:cNvPr id="0" name="Object 6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774826" y="4464050"/>
                        <a:ext cx="57435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3" name="Object 62"/>
          <p:cNvGraphicFramePr>
            <a:graphicFrameLocks noChangeAspect="1"/>
          </p:cNvGraphicFramePr>
          <p:nvPr/>
        </p:nvGraphicFramePr>
        <p:xfrm>
          <a:off x="1706563" y="5454650"/>
          <a:ext cx="5880100" cy="935038"/>
        </p:xfrm>
        <a:graphic>
          <a:graphicData uri="http://schemas.openxmlformats.org/presentationml/2006/ole">
            <mc:AlternateContent xmlns:mc="http://schemas.openxmlformats.org/markup-compatibility/2006">
              <mc:Choice xmlns:v="urn:schemas-microsoft-com:vml" Requires="v">
                <p:oleObj spid="_x0000_s70094" name="Equation" r:id="rId42" imgW="3822700" imgH="609600" progId="Equation.DSMT4">
                  <p:embed/>
                </p:oleObj>
              </mc:Choice>
              <mc:Fallback>
                <p:oleObj name="Equation" r:id="rId42" imgW="3822700" imgH="609600" progId="Equation.DSMT4">
                  <p:embed/>
                  <p:pic>
                    <p:nvPicPr>
                      <p:cNvPr id="0" name="Object 6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706563" y="5454650"/>
                        <a:ext cx="5880100"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2" name="Object 2"/>
          <p:cNvGraphicFramePr>
            <a:graphicFrameLocks noChangeAspect="1"/>
          </p:cNvGraphicFramePr>
          <p:nvPr/>
        </p:nvGraphicFramePr>
        <p:xfrm>
          <a:off x="7581901" y="593725"/>
          <a:ext cx="227013" cy="293688"/>
        </p:xfrm>
        <a:graphic>
          <a:graphicData uri="http://schemas.openxmlformats.org/presentationml/2006/ole">
            <mc:AlternateContent xmlns:mc="http://schemas.openxmlformats.org/markup-compatibility/2006">
              <mc:Choice xmlns:v="urn:schemas-microsoft-com:vml" Requires="v">
                <p:oleObj spid="_x0000_s72123" name="Equation" r:id="rId4" imgW="126780" imgH="164814" progId="Equation.DSMT4">
                  <p:embed/>
                </p:oleObj>
              </mc:Choice>
              <mc:Fallback>
                <p:oleObj name="Equation" r:id="rId4" imgW="126780" imgH="16481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1901" y="593725"/>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 name="Object 3"/>
          <p:cNvGraphicFramePr>
            <a:graphicFrameLocks noChangeAspect="1"/>
          </p:cNvGraphicFramePr>
          <p:nvPr/>
        </p:nvGraphicFramePr>
        <p:xfrm>
          <a:off x="7940675" y="998538"/>
          <a:ext cx="317500" cy="406400"/>
        </p:xfrm>
        <a:graphic>
          <a:graphicData uri="http://schemas.openxmlformats.org/presentationml/2006/ole">
            <mc:AlternateContent xmlns:mc="http://schemas.openxmlformats.org/markup-compatibility/2006">
              <mc:Choice xmlns:v="urn:schemas-microsoft-com:vml" Requires="v">
                <p:oleObj spid="_x0000_s72124" name="Equation" r:id="rId6" imgW="177646" imgH="228402" progId="Equation.DSMT4">
                  <p:embed/>
                </p:oleObj>
              </mc:Choice>
              <mc:Fallback>
                <p:oleObj name="Equation" r:id="rId6" imgW="177646" imgH="228402"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0675" y="998538"/>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4" name="Object 4"/>
          <p:cNvGraphicFramePr>
            <a:graphicFrameLocks noChangeAspect="1"/>
          </p:cNvGraphicFramePr>
          <p:nvPr/>
        </p:nvGraphicFramePr>
        <p:xfrm>
          <a:off x="8751888" y="1268414"/>
          <a:ext cx="228600" cy="249237"/>
        </p:xfrm>
        <a:graphic>
          <a:graphicData uri="http://schemas.openxmlformats.org/presentationml/2006/ole">
            <mc:AlternateContent xmlns:mc="http://schemas.openxmlformats.org/markup-compatibility/2006">
              <mc:Choice xmlns:v="urn:schemas-microsoft-com:vml" Requires="v">
                <p:oleObj spid="_x0000_s72125" name="Equation" r:id="rId8" imgW="126835" imgH="139518" progId="Equation.DSMT4">
                  <p:embed/>
                </p:oleObj>
              </mc:Choice>
              <mc:Fallback>
                <p:oleObj name="Equation" r:id="rId8" imgW="126835" imgH="139518"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51888" y="1268414"/>
                        <a:ext cx="228600"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5" name="Line 6"/>
          <p:cNvSpPr>
            <a:spLocks noChangeShapeType="1"/>
          </p:cNvSpPr>
          <p:nvPr/>
        </p:nvSpPr>
        <p:spPr bwMode="auto">
          <a:xfrm flipH="1">
            <a:off x="7761289" y="503238"/>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86" name="Text Box 7"/>
          <p:cNvSpPr txBox="1">
            <a:spLocks noChangeArrowheads="1"/>
          </p:cNvSpPr>
          <p:nvPr/>
        </p:nvSpPr>
        <p:spPr bwMode="auto">
          <a:xfrm>
            <a:off x="2000251" y="323850"/>
            <a:ext cx="243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亥姆赫兹线圈</a:t>
            </a:r>
          </a:p>
        </p:txBody>
      </p:sp>
      <p:grpSp>
        <p:nvGrpSpPr>
          <p:cNvPr id="71687" name="Group 9"/>
          <p:cNvGrpSpPr>
            <a:grpSpLocks/>
          </p:cNvGrpSpPr>
          <p:nvPr/>
        </p:nvGrpSpPr>
        <p:grpSpPr bwMode="auto">
          <a:xfrm>
            <a:off x="7851776" y="279401"/>
            <a:ext cx="1979613" cy="1935163"/>
            <a:chOff x="2993" y="90"/>
            <a:chExt cx="1247" cy="1219"/>
          </a:xfrm>
        </p:grpSpPr>
        <p:grpSp>
          <p:nvGrpSpPr>
            <p:cNvPr id="71725" name="Group 10"/>
            <p:cNvGrpSpPr>
              <a:grpSpLocks/>
            </p:cNvGrpSpPr>
            <p:nvPr/>
          </p:nvGrpSpPr>
          <p:grpSpPr bwMode="auto">
            <a:xfrm>
              <a:off x="2993" y="119"/>
              <a:ext cx="453" cy="1190"/>
              <a:chOff x="2993" y="1565"/>
              <a:chExt cx="453" cy="1190"/>
            </a:xfrm>
          </p:grpSpPr>
          <p:sp>
            <p:nvSpPr>
              <p:cNvPr id="71730" name="Oval 11"/>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1731" name="Line 12"/>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726" name="Line 13"/>
            <p:cNvSpPr>
              <a:spLocks noChangeShapeType="1"/>
            </p:cNvSpPr>
            <p:nvPr/>
          </p:nvSpPr>
          <p:spPr bwMode="auto">
            <a:xfrm>
              <a:off x="3220" y="686"/>
              <a:ext cx="7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727" name="Group 14"/>
            <p:cNvGrpSpPr>
              <a:grpSpLocks/>
            </p:cNvGrpSpPr>
            <p:nvPr/>
          </p:nvGrpSpPr>
          <p:grpSpPr bwMode="auto">
            <a:xfrm>
              <a:off x="3787" y="90"/>
              <a:ext cx="453" cy="1190"/>
              <a:chOff x="2993" y="1565"/>
              <a:chExt cx="453" cy="1190"/>
            </a:xfrm>
          </p:grpSpPr>
          <p:sp>
            <p:nvSpPr>
              <p:cNvPr id="71728" name="Oval 15"/>
              <p:cNvSpPr>
                <a:spLocks noChangeArrowheads="1"/>
              </p:cNvSpPr>
              <p:nvPr/>
            </p:nvSpPr>
            <p:spPr bwMode="auto">
              <a:xfrm>
                <a:off x="2993" y="1565"/>
                <a:ext cx="453" cy="1163"/>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1729" name="Line 16"/>
              <p:cNvSpPr>
                <a:spLocks noChangeShapeType="1"/>
              </p:cNvSpPr>
              <p:nvPr/>
            </p:nvSpPr>
            <p:spPr bwMode="auto">
              <a:xfrm>
                <a:off x="3220" y="1565"/>
                <a:ext cx="0"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688" name="Line 17"/>
          <p:cNvSpPr>
            <a:spLocks noChangeShapeType="1"/>
          </p:cNvSpPr>
          <p:nvPr/>
        </p:nvSpPr>
        <p:spPr bwMode="auto">
          <a:xfrm flipH="1">
            <a:off x="9066214" y="323850"/>
            <a:ext cx="134937" cy="4953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689" name="Object 18"/>
          <p:cNvGraphicFramePr>
            <a:graphicFrameLocks noChangeAspect="1"/>
          </p:cNvGraphicFramePr>
          <p:nvPr/>
        </p:nvGraphicFramePr>
        <p:xfrm>
          <a:off x="8886826" y="368300"/>
          <a:ext cx="227013" cy="293688"/>
        </p:xfrm>
        <a:graphic>
          <a:graphicData uri="http://schemas.openxmlformats.org/presentationml/2006/ole">
            <mc:AlternateContent xmlns:mc="http://schemas.openxmlformats.org/markup-compatibility/2006">
              <mc:Choice xmlns:v="urn:schemas-microsoft-com:vml" Requires="v">
                <p:oleObj spid="_x0000_s72126" name="Equation" r:id="rId10" imgW="126780" imgH="164814" progId="Equation.DSMT4">
                  <p:embed/>
                </p:oleObj>
              </mc:Choice>
              <mc:Fallback>
                <p:oleObj name="Equation" r:id="rId10" imgW="126780" imgH="164814"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6" y="368300"/>
                        <a:ext cx="227013"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0" name="Object 19"/>
          <p:cNvGraphicFramePr>
            <a:graphicFrameLocks noChangeAspect="1"/>
          </p:cNvGraphicFramePr>
          <p:nvPr/>
        </p:nvGraphicFramePr>
        <p:xfrm>
          <a:off x="8164513" y="1493839"/>
          <a:ext cx="271462" cy="295275"/>
        </p:xfrm>
        <a:graphic>
          <a:graphicData uri="http://schemas.openxmlformats.org/presentationml/2006/ole">
            <mc:AlternateContent xmlns:mc="http://schemas.openxmlformats.org/markup-compatibility/2006">
              <mc:Choice xmlns:v="urn:schemas-microsoft-com:vml" Requires="v">
                <p:oleObj spid="_x0000_s72127" name="Equation" r:id="rId11" imgW="152268" imgH="164957" progId="Equation.DSMT4">
                  <p:embed/>
                </p:oleObj>
              </mc:Choice>
              <mc:Fallback>
                <p:oleObj name="Equation" r:id="rId11" imgW="152268" imgH="164957"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64513" y="1493839"/>
                        <a:ext cx="2714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1" name="Object 20"/>
          <p:cNvGraphicFramePr>
            <a:graphicFrameLocks noChangeAspect="1"/>
          </p:cNvGraphicFramePr>
          <p:nvPr/>
        </p:nvGraphicFramePr>
        <p:xfrm>
          <a:off x="9426576" y="1493839"/>
          <a:ext cx="271463" cy="295275"/>
        </p:xfrm>
        <a:graphic>
          <a:graphicData uri="http://schemas.openxmlformats.org/presentationml/2006/ole">
            <mc:AlternateContent xmlns:mc="http://schemas.openxmlformats.org/markup-compatibility/2006">
              <mc:Choice xmlns:v="urn:schemas-microsoft-com:vml" Requires="v">
                <p:oleObj spid="_x0000_s72128" name="Equation" r:id="rId13" imgW="152268" imgH="164957" progId="Equation.DSMT4">
                  <p:embed/>
                </p:oleObj>
              </mc:Choice>
              <mc:Fallback>
                <p:oleObj name="Equation" r:id="rId13" imgW="152268" imgH="164957"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26576" y="1493839"/>
                        <a:ext cx="27146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2" name="Object 21"/>
          <p:cNvGraphicFramePr>
            <a:graphicFrameLocks noChangeAspect="1"/>
          </p:cNvGraphicFramePr>
          <p:nvPr/>
        </p:nvGraphicFramePr>
        <p:xfrm>
          <a:off x="9459914" y="998538"/>
          <a:ext cx="339725" cy="406400"/>
        </p:xfrm>
        <a:graphic>
          <a:graphicData uri="http://schemas.openxmlformats.org/presentationml/2006/ole">
            <mc:AlternateContent xmlns:mc="http://schemas.openxmlformats.org/markup-compatibility/2006">
              <mc:Choice xmlns:v="urn:schemas-microsoft-com:vml" Requires="v">
                <p:oleObj spid="_x0000_s72129" name="Equation" r:id="rId14" imgW="190500" imgH="228600" progId="Equation.DSMT4">
                  <p:embed/>
                </p:oleObj>
              </mc:Choice>
              <mc:Fallback>
                <p:oleObj name="Equation" r:id="rId14" imgW="190500" imgH="228600" progId="Equation.DSMT4">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59914" y="998538"/>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3" name="AutoShape 22"/>
          <p:cNvSpPr>
            <a:spLocks noChangeArrowheads="1"/>
          </p:cNvSpPr>
          <p:nvPr/>
        </p:nvSpPr>
        <p:spPr bwMode="auto">
          <a:xfrm>
            <a:off x="8166100"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1694" name="AutoShape 23"/>
          <p:cNvSpPr>
            <a:spLocks noChangeArrowheads="1"/>
          </p:cNvSpPr>
          <p:nvPr/>
        </p:nvSpPr>
        <p:spPr bwMode="auto">
          <a:xfrm>
            <a:off x="9426575" y="2754314"/>
            <a:ext cx="134938" cy="2339975"/>
          </a:xfrm>
          <a:prstGeom prst="can">
            <a:avLst>
              <a:gd name="adj" fmla="val 169397"/>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1695" name="Line 24"/>
          <p:cNvSpPr>
            <a:spLocks noChangeShapeType="1"/>
          </p:cNvSpPr>
          <p:nvPr/>
        </p:nvSpPr>
        <p:spPr bwMode="auto">
          <a:xfrm>
            <a:off x="7265989" y="3924300"/>
            <a:ext cx="3195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696" name="Object 25"/>
          <p:cNvGraphicFramePr>
            <a:graphicFrameLocks noChangeAspect="1"/>
          </p:cNvGraphicFramePr>
          <p:nvPr/>
        </p:nvGraphicFramePr>
        <p:xfrm>
          <a:off x="7805738" y="3968750"/>
          <a:ext cx="317500" cy="406400"/>
        </p:xfrm>
        <a:graphic>
          <a:graphicData uri="http://schemas.openxmlformats.org/presentationml/2006/ole">
            <mc:AlternateContent xmlns:mc="http://schemas.openxmlformats.org/markup-compatibility/2006">
              <mc:Choice xmlns:v="urn:schemas-microsoft-com:vml" Requires="v">
                <p:oleObj spid="_x0000_s72130" name="Equation" r:id="rId16" imgW="177646" imgH="228402" progId="Equation.DSMT4">
                  <p:embed/>
                </p:oleObj>
              </mc:Choice>
              <mc:Fallback>
                <p:oleObj name="Equation" r:id="rId16" imgW="177646" imgH="228402" progId="Equation.DSMT4">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5738" y="3968750"/>
                        <a:ext cx="317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7" name="Object 26"/>
          <p:cNvGraphicFramePr>
            <a:graphicFrameLocks noChangeAspect="1"/>
          </p:cNvGraphicFramePr>
          <p:nvPr/>
        </p:nvGraphicFramePr>
        <p:xfrm>
          <a:off x="9561514" y="3924300"/>
          <a:ext cx="339725" cy="406400"/>
        </p:xfrm>
        <a:graphic>
          <a:graphicData uri="http://schemas.openxmlformats.org/presentationml/2006/ole">
            <mc:AlternateContent xmlns:mc="http://schemas.openxmlformats.org/markup-compatibility/2006">
              <mc:Choice xmlns:v="urn:schemas-microsoft-com:vml" Requires="v">
                <p:oleObj spid="_x0000_s72131" name="Equation" r:id="rId17" imgW="190500" imgH="228600" progId="Equation.DSMT4">
                  <p:embed/>
                </p:oleObj>
              </mc:Choice>
              <mc:Fallback>
                <p:oleObj name="Equation" r:id="rId17" imgW="190500" imgH="228600" progId="Equation.DSMT4">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561514" y="3924300"/>
                        <a:ext cx="3397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98" name="Freeform 27"/>
          <p:cNvSpPr>
            <a:spLocks/>
          </p:cNvSpPr>
          <p:nvPr/>
        </p:nvSpPr>
        <p:spPr bwMode="auto">
          <a:xfrm>
            <a:off x="7356476" y="3382964"/>
            <a:ext cx="1755775" cy="541337"/>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699" name="Freeform 28"/>
          <p:cNvSpPr>
            <a:spLocks/>
          </p:cNvSpPr>
          <p:nvPr/>
        </p:nvSpPr>
        <p:spPr bwMode="auto">
          <a:xfrm>
            <a:off x="8615364" y="3384550"/>
            <a:ext cx="1755775" cy="539750"/>
          </a:xfrm>
          <a:custGeom>
            <a:avLst/>
            <a:gdLst>
              <a:gd name="T0" fmla="*/ 0 w 1332"/>
              <a:gd name="T1" fmla="*/ 2147483646 h 723"/>
              <a:gd name="T2" fmla="*/ 2147483646 w 1332"/>
              <a:gd name="T3" fmla="*/ 2147483646 h 723"/>
              <a:gd name="T4" fmla="*/ 2147483646 w 1332"/>
              <a:gd name="T5" fmla="*/ 2147483646 h 723"/>
              <a:gd name="T6" fmla="*/ 2147483646 w 1332"/>
              <a:gd name="T7" fmla="*/ 2147483646 h 723"/>
              <a:gd name="T8" fmla="*/ 2147483646 w 1332"/>
              <a:gd name="T9" fmla="*/ 2147483646 h 723"/>
              <a:gd name="T10" fmla="*/ 2147483646 w 1332"/>
              <a:gd name="T11" fmla="*/ 2147483646 h 723"/>
              <a:gd name="T12" fmla="*/ 2147483646 w 1332"/>
              <a:gd name="T13" fmla="*/ 2147483646 h 723"/>
              <a:gd name="T14" fmla="*/ 2147483646 w 1332"/>
              <a:gd name="T15" fmla="*/ 2147483646 h 723"/>
              <a:gd name="T16" fmla="*/ 0 60000 65536"/>
              <a:gd name="T17" fmla="*/ 0 60000 65536"/>
              <a:gd name="T18" fmla="*/ 0 60000 65536"/>
              <a:gd name="T19" fmla="*/ 0 60000 65536"/>
              <a:gd name="T20" fmla="*/ 0 60000 65536"/>
              <a:gd name="T21" fmla="*/ 0 60000 65536"/>
              <a:gd name="T22" fmla="*/ 0 60000 65536"/>
              <a:gd name="T23" fmla="*/ 0 60000 65536"/>
              <a:gd name="T24" fmla="*/ 0 w 1332"/>
              <a:gd name="T25" fmla="*/ 0 h 723"/>
              <a:gd name="T26" fmla="*/ 1332 w 1332"/>
              <a:gd name="T27" fmla="*/ 723 h 7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32" h="723">
                <a:moveTo>
                  <a:pt x="0" y="714"/>
                </a:moveTo>
                <a:cubicBezTo>
                  <a:pt x="99" y="718"/>
                  <a:pt x="199" y="723"/>
                  <a:pt x="284" y="629"/>
                </a:cubicBezTo>
                <a:cubicBezTo>
                  <a:pt x="369" y="535"/>
                  <a:pt x="434" y="251"/>
                  <a:pt x="510" y="147"/>
                </a:cubicBezTo>
                <a:cubicBezTo>
                  <a:pt x="586" y="43"/>
                  <a:pt x="666" y="0"/>
                  <a:pt x="737" y="5"/>
                </a:cubicBezTo>
                <a:cubicBezTo>
                  <a:pt x="808" y="10"/>
                  <a:pt x="879" y="95"/>
                  <a:pt x="936" y="175"/>
                </a:cubicBezTo>
                <a:cubicBezTo>
                  <a:pt x="993" y="255"/>
                  <a:pt x="1039" y="407"/>
                  <a:pt x="1077" y="487"/>
                </a:cubicBezTo>
                <a:cubicBezTo>
                  <a:pt x="1115" y="567"/>
                  <a:pt x="1120" y="619"/>
                  <a:pt x="1162" y="657"/>
                </a:cubicBezTo>
                <a:cubicBezTo>
                  <a:pt x="1204" y="695"/>
                  <a:pt x="1304" y="705"/>
                  <a:pt x="1332" y="714"/>
                </a:cubicBezTo>
              </a:path>
            </a:pathLst>
          </a:cu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00" name="Freeform 29"/>
          <p:cNvSpPr>
            <a:spLocks/>
          </p:cNvSpPr>
          <p:nvPr/>
        </p:nvSpPr>
        <p:spPr bwMode="auto">
          <a:xfrm>
            <a:off x="8616950" y="3519489"/>
            <a:ext cx="628650" cy="149225"/>
          </a:xfrm>
          <a:custGeom>
            <a:avLst/>
            <a:gdLst>
              <a:gd name="T0" fmla="*/ 0 w 396"/>
              <a:gd name="T1" fmla="*/ 0 h 94"/>
              <a:gd name="T2" fmla="*/ 2147483646 w 396"/>
              <a:gd name="T3" fmla="*/ 2147483646 h 94"/>
              <a:gd name="T4" fmla="*/ 2147483646 w 396"/>
              <a:gd name="T5" fmla="*/ 2147483646 h 94"/>
              <a:gd name="T6" fmla="*/ 2147483646 w 396"/>
              <a:gd name="T7" fmla="*/ 2147483646 h 94"/>
              <a:gd name="T8" fmla="*/ 2147483646 w 396"/>
              <a:gd name="T9" fmla="*/ 2147483646 h 94"/>
              <a:gd name="T10" fmla="*/ 0 60000 65536"/>
              <a:gd name="T11" fmla="*/ 0 60000 65536"/>
              <a:gd name="T12" fmla="*/ 0 60000 65536"/>
              <a:gd name="T13" fmla="*/ 0 60000 65536"/>
              <a:gd name="T14" fmla="*/ 0 60000 65536"/>
              <a:gd name="T15" fmla="*/ 0 w 396"/>
              <a:gd name="T16" fmla="*/ 0 h 94"/>
              <a:gd name="T17" fmla="*/ 396 w 396"/>
              <a:gd name="T18" fmla="*/ 94 h 94"/>
            </a:gdLst>
            <a:ahLst/>
            <a:cxnLst>
              <a:cxn ang="T10">
                <a:pos x="T0" y="T1"/>
              </a:cxn>
              <a:cxn ang="T11">
                <a:pos x="T2" y="T3"/>
              </a:cxn>
              <a:cxn ang="T12">
                <a:pos x="T4" y="T5"/>
              </a:cxn>
              <a:cxn ang="T13">
                <a:pos x="T6" y="T7"/>
              </a:cxn>
              <a:cxn ang="T14">
                <a:pos x="T8" y="T9"/>
              </a:cxn>
            </a:cxnLst>
            <a:rect l="T15" t="T16" r="T17" b="T18"/>
            <a:pathLst>
              <a:path w="396" h="94">
                <a:moveTo>
                  <a:pt x="0" y="0"/>
                </a:moveTo>
                <a:cubicBezTo>
                  <a:pt x="14" y="21"/>
                  <a:pt x="28" y="42"/>
                  <a:pt x="56" y="56"/>
                </a:cubicBezTo>
                <a:cubicBezTo>
                  <a:pt x="84" y="70"/>
                  <a:pt x="128" y="80"/>
                  <a:pt x="170" y="85"/>
                </a:cubicBezTo>
                <a:cubicBezTo>
                  <a:pt x="212" y="90"/>
                  <a:pt x="273" y="94"/>
                  <a:pt x="311" y="85"/>
                </a:cubicBezTo>
                <a:cubicBezTo>
                  <a:pt x="349" y="76"/>
                  <a:pt x="372" y="52"/>
                  <a:pt x="396" y="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01" name="Line 30"/>
          <p:cNvSpPr>
            <a:spLocks noChangeShapeType="1"/>
          </p:cNvSpPr>
          <p:nvPr/>
        </p:nvSpPr>
        <p:spPr bwMode="auto">
          <a:xfrm>
            <a:off x="8886825" y="2619376"/>
            <a:ext cx="0" cy="251936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02" name="Object 31"/>
          <p:cNvGraphicFramePr>
            <a:graphicFrameLocks noChangeAspect="1"/>
          </p:cNvGraphicFramePr>
          <p:nvPr/>
        </p:nvGraphicFramePr>
        <p:xfrm>
          <a:off x="8661401" y="3968750"/>
          <a:ext cx="271463" cy="317500"/>
        </p:xfrm>
        <a:graphic>
          <a:graphicData uri="http://schemas.openxmlformats.org/presentationml/2006/ole">
            <mc:AlternateContent xmlns:mc="http://schemas.openxmlformats.org/markup-compatibility/2006">
              <mc:Choice xmlns:v="urn:schemas-microsoft-com:vml" Requires="v">
                <p:oleObj spid="_x0000_s72132" name="Equation" r:id="rId18" imgW="152202" imgH="177569" progId="Equation.DSMT4">
                  <p:embed/>
                </p:oleObj>
              </mc:Choice>
              <mc:Fallback>
                <p:oleObj name="Equation" r:id="rId18" imgW="152202" imgH="177569" progId="Equation.DSMT4">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61401" y="3968750"/>
                        <a:ext cx="271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03" name="Object 32"/>
          <p:cNvGraphicFramePr>
            <a:graphicFrameLocks noChangeAspect="1"/>
          </p:cNvGraphicFramePr>
          <p:nvPr/>
        </p:nvGraphicFramePr>
        <p:xfrm>
          <a:off x="8345488" y="4464050"/>
          <a:ext cx="525462" cy="317500"/>
        </p:xfrm>
        <a:graphic>
          <a:graphicData uri="http://schemas.openxmlformats.org/presentationml/2006/ole">
            <mc:AlternateContent xmlns:mc="http://schemas.openxmlformats.org/markup-compatibility/2006">
              <mc:Choice xmlns:v="urn:schemas-microsoft-com:vml" Requires="v">
                <p:oleObj spid="_x0000_s72133" name="Equation" r:id="rId20" imgW="291847" imgH="177646" progId="Equation.DSMT4">
                  <p:embed/>
                </p:oleObj>
              </mc:Choice>
              <mc:Fallback>
                <p:oleObj name="Equation" r:id="rId20" imgW="291847" imgH="177646" progId="Equation.DSMT4">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45488" y="4464050"/>
                        <a:ext cx="525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04" name="Object 33"/>
          <p:cNvGraphicFramePr>
            <a:graphicFrameLocks noChangeAspect="1"/>
          </p:cNvGraphicFramePr>
          <p:nvPr/>
        </p:nvGraphicFramePr>
        <p:xfrm>
          <a:off x="8886826" y="4464050"/>
          <a:ext cx="525463" cy="317500"/>
        </p:xfrm>
        <a:graphic>
          <a:graphicData uri="http://schemas.openxmlformats.org/presentationml/2006/ole">
            <mc:AlternateContent xmlns:mc="http://schemas.openxmlformats.org/markup-compatibility/2006">
              <mc:Choice xmlns:v="urn:schemas-microsoft-com:vml" Requires="v">
                <p:oleObj spid="_x0000_s72134" name="Equation" r:id="rId22" imgW="291847" imgH="177646" progId="Equation.DSMT4">
                  <p:embed/>
                </p:oleObj>
              </mc:Choice>
              <mc:Fallback>
                <p:oleObj name="Equation" r:id="rId22" imgW="291847" imgH="177646" progId="Equation.DSMT4">
                  <p:embed/>
                  <p:pic>
                    <p:nvPicPr>
                      <p:cNvPr id="0" name="Object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886826" y="4464050"/>
                        <a:ext cx="525463"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5" name="Line 34"/>
          <p:cNvSpPr>
            <a:spLocks noChangeShapeType="1"/>
          </p:cNvSpPr>
          <p:nvPr/>
        </p:nvSpPr>
        <p:spPr bwMode="auto">
          <a:xfrm>
            <a:off x="8256589" y="4373563"/>
            <a:ext cx="63023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6" name="Line 35"/>
          <p:cNvSpPr>
            <a:spLocks noChangeShapeType="1"/>
          </p:cNvSpPr>
          <p:nvPr/>
        </p:nvSpPr>
        <p:spPr bwMode="auto">
          <a:xfrm>
            <a:off x="8886825" y="4284663"/>
            <a:ext cx="6302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7" name="Line 36"/>
          <p:cNvSpPr>
            <a:spLocks noChangeShapeType="1"/>
          </p:cNvSpPr>
          <p:nvPr/>
        </p:nvSpPr>
        <p:spPr bwMode="auto">
          <a:xfrm>
            <a:off x="10371138" y="2663825"/>
            <a:ext cx="0" cy="26098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08" name="Object 37"/>
          <p:cNvGraphicFramePr>
            <a:graphicFrameLocks noChangeAspect="1"/>
          </p:cNvGraphicFramePr>
          <p:nvPr/>
        </p:nvGraphicFramePr>
        <p:xfrm>
          <a:off x="10396538" y="3473450"/>
          <a:ext cx="271462" cy="293688"/>
        </p:xfrm>
        <a:graphic>
          <a:graphicData uri="http://schemas.openxmlformats.org/presentationml/2006/ole">
            <mc:AlternateContent xmlns:mc="http://schemas.openxmlformats.org/markup-compatibility/2006">
              <mc:Choice xmlns:v="urn:schemas-microsoft-com:vml" Requires="v">
                <p:oleObj spid="_x0000_s72135" name="Equation" r:id="rId23" imgW="152268" imgH="164957" progId="Equation.DSMT4">
                  <p:embed/>
                </p:oleObj>
              </mc:Choice>
              <mc:Fallback>
                <p:oleObj name="Equation" r:id="rId23" imgW="152268" imgH="164957" progId="Equation.DSMT4">
                  <p:embed/>
                  <p:pic>
                    <p:nvPicPr>
                      <p:cNvPr id="0" name="Object 3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396538" y="3473450"/>
                        <a:ext cx="271462"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09" name="Object 38"/>
          <p:cNvGraphicFramePr>
            <a:graphicFrameLocks noChangeAspect="1"/>
          </p:cNvGraphicFramePr>
          <p:nvPr/>
        </p:nvGraphicFramePr>
        <p:xfrm>
          <a:off x="10213976" y="3990975"/>
          <a:ext cx="227013" cy="249238"/>
        </p:xfrm>
        <a:graphic>
          <a:graphicData uri="http://schemas.openxmlformats.org/presentationml/2006/ole">
            <mc:AlternateContent xmlns:mc="http://schemas.openxmlformats.org/markup-compatibility/2006">
              <mc:Choice xmlns:v="urn:schemas-microsoft-com:vml" Requires="v">
                <p:oleObj spid="_x0000_s72136" name="Equation" r:id="rId25" imgW="126835" imgH="139518" progId="Equation.DSMT4">
                  <p:embed/>
                </p:oleObj>
              </mc:Choice>
              <mc:Fallback>
                <p:oleObj name="Equation" r:id="rId25" imgW="126835" imgH="139518" progId="Equation.DSMT4">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213976" y="3990975"/>
                        <a:ext cx="227013"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0" name="Line 39"/>
          <p:cNvSpPr>
            <a:spLocks noChangeShapeType="1"/>
          </p:cNvSpPr>
          <p:nvPr/>
        </p:nvSpPr>
        <p:spPr bwMode="auto">
          <a:xfrm>
            <a:off x="8256588" y="5049838"/>
            <a:ext cx="21145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11" name="Object 40"/>
          <p:cNvGraphicFramePr>
            <a:graphicFrameLocks noChangeAspect="1"/>
          </p:cNvGraphicFramePr>
          <p:nvPr/>
        </p:nvGraphicFramePr>
        <p:xfrm>
          <a:off x="8726488" y="5195888"/>
          <a:ext cx="908050" cy="317500"/>
        </p:xfrm>
        <a:graphic>
          <a:graphicData uri="http://schemas.openxmlformats.org/presentationml/2006/ole">
            <mc:AlternateContent xmlns:mc="http://schemas.openxmlformats.org/markup-compatibility/2006">
              <mc:Choice xmlns:v="urn:schemas-microsoft-com:vml" Requires="v">
                <p:oleObj spid="_x0000_s72137" name="Equation" r:id="rId27" imgW="507780" imgH="177723" progId="Equation.DSMT4">
                  <p:embed/>
                </p:oleObj>
              </mc:Choice>
              <mc:Fallback>
                <p:oleObj name="Equation" r:id="rId27" imgW="507780" imgH="177723" progId="Equation.DSMT4">
                  <p:embed/>
                  <p:pic>
                    <p:nvPicPr>
                      <p:cNvPr id="0" name="Object 4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726488" y="5195888"/>
                        <a:ext cx="9080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2" name="Line 41"/>
          <p:cNvSpPr>
            <a:spLocks noChangeShapeType="1"/>
          </p:cNvSpPr>
          <p:nvPr/>
        </p:nvSpPr>
        <p:spPr bwMode="auto">
          <a:xfrm>
            <a:off x="8886826" y="2573338"/>
            <a:ext cx="148431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13" name="Object 42"/>
          <p:cNvGraphicFramePr>
            <a:graphicFrameLocks noChangeAspect="1"/>
          </p:cNvGraphicFramePr>
          <p:nvPr/>
        </p:nvGraphicFramePr>
        <p:xfrm>
          <a:off x="9786938" y="2393950"/>
          <a:ext cx="227012" cy="249238"/>
        </p:xfrm>
        <a:graphic>
          <a:graphicData uri="http://schemas.openxmlformats.org/presentationml/2006/ole">
            <mc:AlternateContent xmlns:mc="http://schemas.openxmlformats.org/markup-compatibility/2006">
              <mc:Choice xmlns:v="urn:schemas-microsoft-com:vml" Requires="v">
                <p:oleObj spid="_x0000_s72138" name="Equation" r:id="rId29" imgW="126835" imgH="139518" progId="Equation.DSMT4">
                  <p:embed/>
                </p:oleObj>
              </mc:Choice>
              <mc:Fallback>
                <p:oleObj name="Equation" r:id="rId29" imgW="126835" imgH="139518" progId="Equation.DSMT4">
                  <p:embed/>
                  <p:pic>
                    <p:nvPicPr>
                      <p:cNvPr id="0" name="Object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786938" y="2393950"/>
                        <a:ext cx="227012"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4" name="Line 43"/>
          <p:cNvSpPr>
            <a:spLocks noChangeShapeType="1"/>
          </p:cNvSpPr>
          <p:nvPr/>
        </p:nvSpPr>
        <p:spPr bwMode="auto">
          <a:xfrm>
            <a:off x="9561514" y="3203575"/>
            <a:ext cx="80962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15" name="Object 44"/>
          <p:cNvGraphicFramePr>
            <a:graphicFrameLocks noChangeAspect="1"/>
          </p:cNvGraphicFramePr>
          <p:nvPr/>
        </p:nvGraphicFramePr>
        <p:xfrm>
          <a:off x="9561513" y="2889251"/>
          <a:ext cx="773112" cy="269875"/>
        </p:xfrm>
        <a:graphic>
          <a:graphicData uri="http://schemas.openxmlformats.org/presentationml/2006/ole">
            <mc:AlternateContent xmlns:mc="http://schemas.openxmlformats.org/markup-compatibility/2006">
              <mc:Choice xmlns:v="urn:schemas-microsoft-com:vml" Requires="v">
                <p:oleObj spid="_x0000_s72139" name="Equation" r:id="rId30" imgW="507780" imgH="177723" progId="Equation.DSMT4">
                  <p:embed/>
                </p:oleObj>
              </mc:Choice>
              <mc:Fallback>
                <p:oleObj name="Equation" r:id="rId30" imgW="507780" imgH="177723" progId="Equation.DSMT4">
                  <p:embed/>
                  <p:pic>
                    <p:nvPicPr>
                      <p:cNvPr id="0" name="Object 4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561513" y="2889251"/>
                        <a:ext cx="773112" cy="26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6" name="Object 48"/>
          <p:cNvGraphicFramePr>
            <a:graphicFrameLocks noChangeAspect="1"/>
          </p:cNvGraphicFramePr>
          <p:nvPr/>
        </p:nvGraphicFramePr>
        <p:xfrm>
          <a:off x="1865314" y="954089"/>
          <a:ext cx="5743575" cy="935037"/>
        </p:xfrm>
        <a:graphic>
          <a:graphicData uri="http://schemas.openxmlformats.org/presentationml/2006/ole">
            <mc:AlternateContent xmlns:mc="http://schemas.openxmlformats.org/markup-compatibility/2006">
              <mc:Choice xmlns:v="urn:schemas-microsoft-com:vml" Requires="v">
                <p:oleObj spid="_x0000_s72140" name="Equation" r:id="rId32" imgW="3733800" imgH="609600" progId="Equation.DSMT4">
                  <p:embed/>
                </p:oleObj>
              </mc:Choice>
              <mc:Fallback>
                <p:oleObj name="Equation" r:id="rId32" imgW="3733800" imgH="609600" progId="Equation.DSMT4">
                  <p:embed/>
                  <p:pic>
                    <p:nvPicPr>
                      <p:cNvPr id="0" name="Object 4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865314" y="954089"/>
                        <a:ext cx="5743575"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7" name="Object 49"/>
          <p:cNvGraphicFramePr>
            <a:graphicFrameLocks noChangeAspect="1"/>
          </p:cNvGraphicFramePr>
          <p:nvPr/>
        </p:nvGraphicFramePr>
        <p:xfrm>
          <a:off x="1865313" y="1989139"/>
          <a:ext cx="5880100" cy="935037"/>
        </p:xfrm>
        <a:graphic>
          <a:graphicData uri="http://schemas.openxmlformats.org/presentationml/2006/ole">
            <mc:AlternateContent xmlns:mc="http://schemas.openxmlformats.org/markup-compatibility/2006">
              <mc:Choice xmlns:v="urn:schemas-microsoft-com:vml" Requires="v">
                <p:oleObj spid="_x0000_s72141" name="Equation" r:id="rId34" imgW="3822700" imgH="609600" progId="Equation.DSMT4">
                  <p:embed/>
                </p:oleObj>
              </mc:Choice>
              <mc:Fallback>
                <p:oleObj name="Equation" r:id="rId34" imgW="3822700" imgH="609600" progId="Equation.DSMT4">
                  <p:embed/>
                  <p:pic>
                    <p:nvPicPr>
                      <p:cNvPr id="0" name="Object 4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865313" y="1989139"/>
                        <a:ext cx="5880100"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8" name="Object 50"/>
          <p:cNvGraphicFramePr>
            <a:graphicFrameLocks noChangeAspect="1"/>
          </p:cNvGraphicFramePr>
          <p:nvPr/>
        </p:nvGraphicFramePr>
        <p:xfrm>
          <a:off x="1706563" y="3068639"/>
          <a:ext cx="6018212" cy="935037"/>
        </p:xfrm>
        <a:graphic>
          <a:graphicData uri="http://schemas.openxmlformats.org/presentationml/2006/ole">
            <mc:AlternateContent xmlns:mc="http://schemas.openxmlformats.org/markup-compatibility/2006">
              <mc:Choice xmlns:v="urn:schemas-microsoft-com:vml" Requires="v">
                <p:oleObj spid="_x0000_s72142" name="Equation" r:id="rId36" imgW="3911600" imgH="609600" progId="Equation.DSMT4">
                  <p:embed/>
                </p:oleObj>
              </mc:Choice>
              <mc:Fallback>
                <p:oleObj name="Equation" r:id="rId36" imgW="3911600" imgH="609600" progId="Equation.DSMT4">
                  <p:embed/>
                  <p:pic>
                    <p:nvPicPr>
                      <p:cNvPr id="0" name="Object 5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706563" y="3068639"/>
                        <a:ext cx="6018212"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9" name="Object 51"/>
          <p:cNvGraphicFramePr>
            <a:graphicFrameLocks noChangeAspect="1"/>
          </p:cNvGraphicFramePr>
          <p:nvPr/>
        </p:nvGraphicFramePr>
        <p:xfrm>
          <a:off x="2046288" y="4284663"/>
          <a:ext cx="546100" cy="273050"/>
        </p:xfrm>
        <a:graphic>
          <a:graphicData uri="http://schemas.openxmlformats.org/presentationml/2006/ole">
            <mc:AlternateContent xmlns:mc="http://schemas.openxmlformats.org/markup-compatibility/2006">
              <mc:Choice xmlns:v="urn:schemas-microsoft-com:vml" Requires="v">
                <p:oleObj spid="_x0000_s72143" name="Equation" r:id="rId38" imgW="355138" imgH="177569" progId="Equation.DSMT4">
                  <p:embed/>
                </p:oleObj>
              </mc:Choice>
              <mc:Fallback>
                <p:oleObj name="Equation" r:id="rId38" imgW="355138" imgH="177569" progId="Equation.DSMT4">
                  <p:embed/>
                  <p:pic>
                    <p:nvPicPr>
                      <p:cNvPr id="0" name="Object 5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046288" y="4284663"/>
                        <a:ext cx="5461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0" name="Object 52"/>
          <p:cNvGraphicFramePr>
            <a:graphicFrameLocks noChangeAspect="1"/>
          </p:cNvGraphicFramePr>
          <p:nvPr/>
        </p:nvGraphicFramePr>
        <p:xfrm>
          <a:off x="1955800" y="4868864"/>
          <a:ext cx="838200" cy="642937"/>
        </p:xfrm>
        <a:graphic>
          <a:graphicData uri="http://schemas.openxmlformats.org/presentationml/2006/ole">
            <mc:AlternateContent xmlns:mc="http://schemas.openxmlformats.org/markup-compatibility/2006">
              <mc:Choice xmlns:v="urn:schemas-microsoft-com:vml" Requires="v">
                <p:oleObj spid="_x0000_s72144" name="Equation" r:id="rId40" imgW="545863" imgH="418918" progId="Equation.DSMT4">
                  <p:embed/>
                </p:oleObj>
              </mc:Choice>
              <mc:Fallback>
                <p:oleObj name="Equation" r:id="rId40" imgW="545863" imgH="418918" progId="Equation.DSMT4">
                  <p:embed/>
                  <p:pic>
                    <p:nvPicPr>
                      <p:cNvPr id="0" name="Object 5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955800" y="4868864"/>
                        <a:ext cx="8382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1" name="AutoShape 53"/>
          <p:cNvSpPr>
            <a:spLocks/>
          </p:cNvSpPr>
          <p:nvPr/>
        </p:nvSpPr>
        <p:spPr bwMode="auto">
          <a:xfrm>
            <a:off x="3035301" y="4373563"/>
            <a:ext cx="225425" cy="855662"/>
          </a:xfrm>
          <a:prstGeom prst="rightBrace">
            <a:avLst>
              <a:gd name="adj1" fmla="val 3163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1722" name="Line 54"/>
          <p:cNvSpPr>
            <a:spLocks noChangeShapeType="1"/>
          </p:cNvSpPr>
          <p:nvPr/>
        </p:nvSpPr>
        <p:spPr bwMode="auto">
          <a:xfrm>
            <a:off x="3395663" y="4778375"/>
            <a:ext cx="103505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23" name="Object 55"/>
          <p:cNvGraphicFramePr>
            <a:graphicFrameLocks noChangeAspect="1"/>
          </p:cNvGraphicFramePr>
          <p:nvPr/>
        </p:nvGraphicFramePr>
        <p:xfrm>
          <a:off x="4727575" y="4643438"/>
          <a:ext cx="585788" cy="273050"/>
        </p:xfrm>
        <a:graphic>
          <a:graphicData uri="http://schemas.openxmlformats.org/presentationml/2006/ole">
            <mc:AlternateContent xmlns:mc="http://schemas.openxmlformats.org/markup-compatibility/2006">
              <mc:Choice xmlns:v="urn:schemas-microsoft-com:vml" Requires="v">
                <p:oleObj spid="_x0000_s72145" name="Equation" r:id="rId42" imgW="380670" imgH="177646" progId="Equation.DSMT4">
                  <p:embed/>
                </p:oleObj>
              </mc:Choice>
              <mc:Fallback>
                <p:oleObj name="Equation" r:id="rId42" imgW="380670" imgH="177646" progId="Equation.DSMT4">
                  <p:embed/>
                  <p:pic>
                    <p:nvPicPr>
                      <p:cNvPr id="0" name="Object 55"/>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727575" y="4643438"/>
                        <a:ext cx="585788"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4" name="Text Box 56"/>
          <p:cNvSpPr txBox="1">
            <a:spLocks noChangeArrowheads="1"/>
          </p:cNvSpPr>
          <p:nvPr/>
        </p:nvSpPr>
        <p:spPr bwMode="auto">
          <a:xfrm>
            <a:off x="1909764" y="5903913"/>
            <a:ext cx="6884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亥姆赫兹线圈：间隔等于半径的一对共轴园线圈</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4"/>
          <p:cNvGraphicFramePr>
            <a:graphicFrameLocks noChangeAspect="1"/>
          </p:cNvGraphicFramePr>
          <p:nvPr/>
        </p:nvGraphicFramePr>
        <p:xfrm>
          <a:off x="8301038" y="368300"/>
          <a:ext cx="158750" cy="317500"/>
        </p:xfrm>
        <a:graphic>
          <a:graphicData uri="http://schemas.openxmlformats.org/presentationml/2006/ole">
            <mc:AlternateContent xmlns:mc="http://schemas.openxmlformats.org/markup-compatibility/2006">
              <mc:Choice xmlns:v="urn:schemas-microsoft-com:vml" Requires="v">
                <p:oleObj spid="_x0000_s74096" name="Equation" r:id="rId4" imgW="88669" imgH="177338" progId="Equation.DSMT4">
                  <p:embed/>
                </p:oleObj>
              </mc:Choice>
              <mc:Fallback>
                <p:oleObj name="Equation" r:id="rId4" imgW="88669" imgH="177338"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1038" y="368300"/>
                        <a:ext cx="1587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1" name="Text Box 7"/>
          <p:cNvSpPr txBox="1">
            <a:spLocks noChangeArrowheads="1"/>
          </p:cNvSpPr>
          <p:nvPr/>
        </p:nvSpPr>
        <p:spPr bwMode="auto">
          <a:xfrm>
            <a:off x="2000251" y="323851"/>
            <a:ext cx="48164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载流螺线管中磁场，半径</a:t>
            </a:r>
            <a:r>
              <a:rPr lang="en-US" altLang="zh-CN" sz="2400">
                <a:solidFill>
                  <a:srgbClr val="FF0000"/>
                </a:solidFill>
                <a:ea typeface="隶书" panose="02010509060101010101" pitchFamily="49" charset="-122"/>
              </a:rPr>
              <a:t>R</a:t>
            </a:r>
            <a:r>
              <a:rPr lang="zh-CN" altLang="en-US" sz="2400">
                <a:solidFill>
                  <a:srgbClr val="FF0000"/>
                </a:solidFill>
                <a:ea typeface="隶书" panose="02010509060101010101" pitchFamily="49" charset="-122"/>
              </a:rPr>
              <a:t>，总长度</a:t>
            </a:r>
            <a:r>
              <a:rPr lang="en-US" altLang="zh-CN" sz="2400">
                <a:solidFill>
                  <a:srgbClr val="FF0000"/>
                </a:solidFill>
                <a:ea typeface="隶书" panose="02010509060101010101" pitchFamily="49" charset="-122"/>
              </a:rPr>
              <a:t>L</a:t>
            </a:r>
            <a:r>
              <a:rPr lang="zh-CN" altLang="en-US" sz="2400">
                <a:solidFill>
                  <a:srgbClr val="FF0000"/>
                </a:solidFill>
                <a:ea typeface="隶书" panose="02010509060101010101" pitchFamily="49" charset="-122"/>
              </a:rPr>
              <a:t>，单位长度的匝数为</a:t>
            </a:r>
            <a:r>
              <a:rPr lang="en-US" altLang="zh-CN" sz="2400">
                <a:solidFill>
                  <a:srgbClr val="FF0000"/>
                </a:solidFill>
                <a:ea typeface="隶书" panose="02010509060101010101" pitchFamily="49" charset="-122"/>
              </a:rPr>
              <a:t>n.</a:t>
            </a:r>
          </a:p>
        </p:txBody>
      </p:sp>
      <p:graphicFrame>
        <p:nvGraphicFramePr>
          <p:cNvPr id="73732" name="Object 19"/>
          <p:cNvGraphicFramePr>
            <a:graphicFrameLocks noChangeAspect="1"/>
          </p:cNvGraphicFramePr>
          <p:nvPr/>
        </p:nvGraphicFramePr>
        <p:xfrm>
          <a:off x="10101263" y="1223964"/>
          <a:ext cx="271462" cy="295275"/>
        </p:xfrm>
        <a:graphic>
          <a:graphicData uri="http://schemas.openxmlformats.org/presentationml/2006/ole">
            <mc:AlternateContent xmlns:mc="http://schemas.openxmlformats.org/markup-compatibility/2006">
              <mc:Choice xmlns:v="urn:schemas-microsoft-com:vml" Requires="v">
                <p:oleObj spid="_x0000_s74097" name="Equation" r:id="rId6" imgW="152268" imgH="164957" progId="Equation.DSMT4">
                  <p:embed/>
                </p:oleObj>
              </mc:Choice>
              <mc:Fallback>
                <p:oleObj name="Equation" r:id="rId6" imgW="152268" imgH="164957"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01263" y="1223964"/>
                        <a:ext cx="2714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3" name="Object 30"/>
          <p:cNvGraphicFramePr>
            <a:graphicFrameLocks noChangeAspect="1"/>
          </p:cNvGraphicFramePr>
          <p:nvPr/>
        </p:nvGraphicFramePr>
        <p:xfrm>
          <a:off x="7986713" y="1808163"/>
          <a:ext cx="271462" cy="317500"/>
        </p:xfrm>
        <a:graphic>
          <a:graphicData uri="http://schemas.openxmlformats.org/presentationml/2006/ole">
            <mc:AlternateContent xmlns:mc="http://schemas.openxmlformats.org/markup-compatibility/2006">
              <mc:Choice xmlns:v="urn:schemas-microsoft-com:vml" Requires="v">
                <p:oleObj spid="_x0000_s74098" name="Equation" r:id="rId8" imgW="152202" imgH="177569" progId="Equation.DSMT4">
                  <p:embed/>
                </p:oleObj>
              </mc:Choice>
              <mc:Fallback>
                <p:oleObj name="Equation" r:id="rId8" imgW="152202" imgH="177569" progId="Equation.DSMT4">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86713" y="1808163"/>
                        <a:ext cx="271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4" name="Object 36"/>
          <p:cNvGraphicFramePr>
            <a:graphicFrameLocks noChangeAspect="1"/>
          </p:cNvGraphicFramePr>
          <p:nvPr/>
        </p:nvGraphicFramePr>
        <p:xfrm>
          <a:off x="9021763" y="1808164"/>
          <a:ext cx="271462" cy="293687"/>
        </p:xfrm>
        <a:graphic>
          <a:graphicData uri="http://schemas.openxmlformats.org/presentationml/2006/ole">
            <mc:AlternateContent xmlns:mc="http://schemas.openxmlformats.org/markup-compatibility/2006">
              <mc:Choice xmlns:v="urn:schemas-microsoft-com:vml" Requires="v">
                <p:oleObj spid="_x0000_s74099" name="Equation" r:id="rId10" imgW="152268" imgH="164957" progId="Equation.DSMT4">
                  <p:embed/>
                </p:oleObj>
              </mc:Choice>
              <mc:Fallback>
                <p:oleObj name="Equation" r:id="rId10" imgW="152268" imgH="164957" progId="Equation.DSMT4">
                  <p:embed/>
                  <p:pic>
                    <p:nvPicPr>
                      <p:cNvPr id="0"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21763" y="1808164"/>
                        <a:ext cx="271462"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5" name="Object 37"/>
          <p:cNvGraphicFramePr>
            <a:graphicFrameLocks noChangeAspect="1"/>
          </p:cNvGraphicFramePr>
          <p:nvPr/>
        </p:nvGraphicFramePr>
        <p:xfrm>
          <a:off x="8482013" y="1989139"/>
          <a:ext cx="227012" cy="249237"/>
        </p:xfrm>
        <a:graphic>
          <a:graphicData uri="http://schemas.openxmlformats.org/presentationml/2006/ole">
            <mc:AlternateContent xmlns:mc="http://schemas.openxmlformats.org/markup-compatibility/2006">
              <mc:Choice xmlns:v="urn:schemas-microsoft-com:vml" Requires="v">
                <p:oleObj spid="_x0000_s74100" name="Equation" r:id="rId12" imgW="126835" imgH="139518" progId="Equation.DSMT4">
                  <p:embed/>
                </p:oleObj>
              </mc:Choice>
              <mc:Fallback>
                <p:oleObj name="Equation" r:id="rId12" imgW="126835" imgH="139518" progId="Equation.DSMT4">
                  <p:embed/>
                  <p:pic>
                    <p:nvPicPr>
                      <p:cNvPr id="0"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82013" y="1989139"/>
                        <a:ext cx="227012"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6" name="Object 39"/>
          <p:cNvGraphicFramePr>
            <a:graphicFrameLocks noChangeAspect="1"/>
          </p:cNvGraphicFramePr>
          <p:nvPr/>
        </p:nvGraphicFramePr>
        <p:xfrm>
          <a:off x="9021764" y="2124075"/>
          <a:ext cx="930275" cy="317500"/>
        </p:xfrm>
        <a:graphic>
          <a:graphicData uri="http://schemas.openxmlformats.org/presentationml/2006/ole">
            <mc:AlternateContent xmlns:mc="http://schemas.openxmlformats.org/markup-compatibility/2006">
              <mc:Choice xmlns:v="urn:schemas-microsoft-com:vml" Requires="v">
                <p:oleObj spid="_x0000_s74101" name="Equation" r:id="rId14" imgW="520248" imgH="177646" progId="Equation.DSMT4">
                  <p:embed/>
                </p:oleObj>
              </mc:Choice>
              <mc:Fallback>
                <p:oleObj name="Equation" r:id="rId14" imgW="520248" imgH="177646" progId="Equation.DSMT4">
                  <p:embed/>
                  <p:pic>
                    <p:nvPicPr>
                      <p:cNvPr id="0"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21764" y="2124075"/>
                        <a:ext cx="9302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7" name="Object 41"/>
          <p:cNvGraphicFramePr>
            <a:graphicFrameLocks noChangeAspect="1"/>
          </p:cNvGraphicFramePr>
          <p:nvPr/>
        </p:nvGraphicFramePr>
        <p:xfrm>
          <a:off x="9605964" y="1089025"/>
          <a:ext cx="339725" cy="407988"/>
        </p:xfrm>
        <a:graphic>
          <a:graphicData uri="http://schemas.openxmlformats.org/presentationml/2006/ole">
            <mc:AlternateContent xmlns:mc="http://schemas.openxmlformats.org/markup-compatibility/2006">
              <mc:Choice xmlns:v="urn:schemas-microsoft-com:vml" Requires="v">
                <p:oleObj spid="_x0000_s74102" name="Equation" r:id="rId16" imgW="190500" imgH="228600" progId="Equation.DSMT4">
                  <p:embed/>
                </p:oleObj>
              </mc:Choice>
              <mc:Fallback>
                <p:oleObj name="Equation" r:id="rId16" imgW="190500" imgH="228600" progId="Equation.DSMT4">
                  <p:embed/>
                  <p:pic>
                    <p:nvPicPr>
                      <p:cNvPr id="0" name="Object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05964" y="1089025"/>
                        <a:ext cx="3397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8" name="Object 47"/>
          <p:cNvGraphicFramePr>
            <a:graphicFrameLocks noChangeAspect="1"/>
          </p:cNvGraphicFramePr>
          <p:nvPr/>
        </p:nvGraphicFramePr>
        <p:xfrm>
          <a:off x="3890964" y="3203575"/>
          <a:ext cx="390525" cy="273050"/>
        </p:xfrm>
        <a:graphic>
          <a:graphicData uri="http://schemas.openxmlformats.org/presentationml/2006/ole">
            <mc:AlternateContent xmlns:mc="http://schemas.openxmlformats.org/markup-compatibility/2006">
              <mc:Choice xmlns:v="urn:schemas-microsoft-com:vml" Requires="v">
                <p:oleObj spid="_x0000_s74103" name="Equation" r:id="rId18" imgW="253670" imgH="177569" progId="Equation.DSMT4">
                  <p:embed/>
                </p:oleObj>
              </mc:Choice>
              <mc:Fallback>
                <p:oleObj name="Equation" r:id="rId18" imgW="253670" imgH="177569" progId="Equation.DSMT4">
                  <p:embed/>
                  <p:pic>
                    <p:nvPicPr>
                      <p:cNvPr id="0" name="Object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90964" y="3203575"/>
                        <a:ext cx="390525"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9" name="Object 51"/>
          <p:cNvGraphicFramePr>
            <a:graphicFrameLocks noChangeAspect="1"/>
          </p:cNvGraphicFramePr>
          <p:nvPr/>
        </p:nvGraphicFramePr>
        <p:xfrm>
          <a:off x="4881563" y="3384550"/>
          <a:ext cx="2851150" cy="819150"/>
        </p:xfrm>
        <a:graphic>
          <a:graphicData uri="http://schemas.openxmlformats.org/presentationml/2006/ole">
            <mc:AlternateContent xmlns:mc="http://schemas.openxmlformats.org/markup-compatibility/2006">
              <mc:Choice xmlns:v="urn:schemas-microsoft-com:vml" Requires="v">
                <p:oleObj spid="_x0000_s74104" name="Equation" r:id="rId20" imgW="1854200" imgH="533400" progId="Equation.DSMT4">
                  <p:embed/>
                </p:oleObj>
              </mc:Choice>
              <mc:Fallback>
                <p:oleObj name="Equation" r:id="rId20" imgW="1854200" imgH="533400" progId="Equation.DSMT4">
                  <p:embed/>
                  <p:pic>
                    <p:nvPicPr>
                      <p:cNvPr id="0" name="Object 5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81563" y="3384550"/>
                        <a:ext cx="2851150"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0" name="Text Box 52"/>
          <p:cNvSpPr txBox="1">
            <a:spLocks noChangeArrowheads="1"/>
          </p:cNvSpPr>
          <p:nvPr/>
        </p:nvSpPr>
        <p:spPr bwMode="auto">
          <a:xfrm>
            <a:off x="1955801" y="3068638"/>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隶书" panose="02010509060101010101" pitchFamily="49" charset="-122"/>
              </a:rPr>
              <a:t>dl</a:t>
            </a:r>
            <a:r>
              <a:rPr lang="zh-CN" altLang="en-US" sz="2400">
                <a:solidFill>
                  <a:srgbClr val="FF0000"/>
                </a:solidFill>
                <a:ea typeface="隶书" panose="02010509060101010101" pitchFamily="49" charset="-122"/>
              </a:rPr>
              <a:t>内的匝数：</a:t>
            </a:r>
          </a:p>
        </p:txBody>
      </p:sp>
      <p:pic>
        <p:nvPicPr>
          <p:cNvPr id="73741" name="Picture 53"/>
          <p:cNvPicPr>
            <a:picLocks noChangeAspect="1" noChangeArrowheads="1"/>
          </p:cNvPicPr>
          <p:nvPr/>
        </p:nvPicPr>
        <p:blipFill>
          <a:blip r:embed="rId22">
            <a:extLst>
              <a:ext uri="{28A0092B-C50C-407E-A947-70E740481C1C}">
                <a14:useLocalDpi xmlns:a14="http://schemas.microsoft.com/office/drawing/2010/main" val="0"/>
              </a:ext>
            </a:extLst>
          </a:blip>
          <a:srcRect l="48448" b="37059"/>
          <a:stretch>
            <a:fillRect/>
          </a:stretch>
        </p:blipFill>
        <p:spPr bwMode="auto">
          <a:xfrm>
            <a:off x="2990851" y="1179513"/>
            <a:ext cx="2881313"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2" name="Line 54"/>
          <p:cNvSpPr>
            <a:spLocks noChangeShapeType="1"/>
          </p:cNvSpPr>
          <p:nvPr/>
        </p:nvSpPr>
        <p:spPr bwMode="auto">
          <a:xfrm>
            <a:off x="6456364" y="1763713"/>
            <a:ext cx="3825875"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3" name="Line 55"/>
          <p:cNvSpPr>
            <a:spLocks noChangeShapeType="1"/>
          </p:cNvSpPr>
          <p:nvPr/>
        </p:nvSpPr>
        <p:spPr bwMode="auto">
          <a:xfrm>
            <a:off x="6996113" y="1042988"/>
            <a:ext cx="260985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56"/>
          <p:cNvSpPr>
            <a:spLocks noChangeShapeType="1"/>
          </p:cNvSpPr>
          <p:nvPr/>
        </p:nvSpPr>
        <p:spPr bwMode="auto">
          <a:xfrm>
            <a:off x="8301038" y="593726"/>
            <a:ext cx="0" cy="18446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57"/>
          <p:cNvSpPr>
            <a:spLocks noChangeShapeType="1"/>
          </p:cNvSpPr>
          <p:nvPr/>
        </p:nvSpPr>
        <p:spPr bwMode="auto">
          <a:xfrm flipH="1">
            <a:off x="8975725" y="1042989"/>
            <a:ext cx="630238"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6" name="Line 58"/>
          <p:cNvSpPr>
            <a:spLocks noChangeShapeType="1"/>
          </p:cNvSpPr>
          <p:nvPr/>
        </p:nvSpPr>
        <p:spPr bwMode="auto">
          <a:xfrm>
            <a:off x="8975725" y="638176"/>
            <a:ext cx="0" cy="18446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59"/>
          <p:cNvSpPr>
            <a:spLocks noChangeShapeType="1"/>
          </p:cNvSpPr>
          <p:nvPr/>
        </p:nvSpPr>
        <p:spPr bwMode="auto">
          <a:xfrm>
            <a:off x="6996113" y="1042989"/>
            <a:ext cx="1979612"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8" name="Line 60"/>
          <p:cNvSpPr>
            <a:spLocks noChangeShapeType="1"/>
          </p:cNvSpPr>
          <p:nvPr/>
        </p:nvSpPr>
        <p:spPr bwMode="auto">
          <a:xfrm>
            <a:off x="8482013" y="1042989"/>
            <a:ext cx="493712"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9" name="Line 61"/>
          <p:cNvSpPr>
            <a:spLocks noChangeShapeType="1"/>
          </p:cNvSpPr>
          <p:nvPr/>
        </p:nvSpPr>
        <p:spPr bwMode="auto">
          <a:xfrm>
            <a:off x="699611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0" name="Line 62"/>
          <p:cNvSpPr>
            <a:spLocks noChangeShapeType="1"/>
          </p:cNvSpPr>
          <p:nvPr/>
        </p:nvSpPr>
        <p:spPr bwMode="auto">
          <a:xfrm>
            <a:off x="960596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1" name="Line 63"/>
          <p:cNvSpPr>
            <a:spLocks noChangeShapeType="1"/>
          </p:cNvSpPr>
          <p:nvPr/>
        </p:nvSpPr>
        <p:spPr bwMode="auto">
          <a:xfrm>
            <a:off x="9605963" y="1042988"/>
            <a:ext cx="53975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2" name="Freeform 64"/>
          <p:cNvSpPr>
            <a:spLocks/>
          </p:cNvSpPr>
          <p:nvPr/>
        </p:nvSpPr>
        <p:spPr bwMode="auto">
          <a:xfrm>
            <a:off x="9471026" y="1042988"/>
            <a:ext cx="225425" cy="158750"/>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53" name="Freeform 65"/>
          <p:cNvSpPr>
            <a:spLocks/>
          </p:cNvSpPr>
          <p:nvPr/>
        </p:nvSpPr>
        <p:spPr bwMode="auto">
          <a:xfrm>
            <a:off x="7400925" y="1042989"/>
            <a:ext cx="134938" cy="136525"/>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73754" name="Object 66"/>
          <p:cNvGraphicFramePr>
            <a:graphicFrameLocks noChangeAspect="1"/>
          </p:cNvGraphicFramePr>
          <p:nvPr/>
        </p:nvGraphicFramePr>
        <p:xfrm>
          <a:off x="7670801" y="1042988"/>
          <a:ext cx="246063" cy="315912"/>
        </p:xfrm>
        <a:graphic>
          <a:graphicData uri="http://schemas.openxmlformats.org/presentationml/2006/ole">
            <mc:AlternateContent xmlns:mc="http://schemas.openxmlformats.org/markup-compatibility/2006">
              <mc:Choice xmlns:v="urn:schemas-microsoft-com:vml" Requires="v">
                <p:oleObj spid="_x0000_s74105" name="Equation" r:id="rId23" imgW="177646" imgH="228402" progId="Equation.DSMT4">
                  <p:embed/>
                </p:oleObj>
              </mc:Choice>
              <mc:Fallback>
                <p:oleObj name="Equation" r:id="rId23" imgW="177646" imgH="228402" progId="Equation.DSMT4">
                  <p:embed/>
                  <p:pic>
                    <p:nvPicPr>
                      <p:cNvPr id="0" name="Object 6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70801" y="1042988"/>
                        <a:ext cx="24606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55" name="Line 67"/>
          <p:cNvSpPr>
            <a:spLocks noChangeShapeType="1"/>
          </p:cNvSpPr>
          <p:nvPr/>
        </p:nvSpPr>
        <p:spPr bwMode="auto">
          <a:xfrm>
            <a:off x="10056813" y="1042989"/>
            <a:ext cx="0" cy="7207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6" name="Line 68"/>
          <p:cNvSpPr>
            <a:spLocks noChangeShapeType="1"/>
          </p:cNvSpPr>
          <p:nvPr/>
        </p:nvSpPr>
        <p:spPr bwMode="auto">
          <a:xfrm>
            <a:off x="8301039" y="1898650"/>
            <a:ext cx="63023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7" name="Line 69"/>
          <p:cNvSpPr>
            <a:spLocks noChangeShapeType="1"/>
          </p:cNvSpPr>
          <p:nvPr/>
        </p:nvSpPr>
        <p:spPr bwMode="auto">
          <a:xfrm>
            <a:off x="8975725" y="2124075"/>
            <a:ext cx="6302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8" name="Line 70"/>
          <p:cNvSpPr>
            <a:spLocks noChangeShapeType="1"/>
          </p:cNvSpPr>
          <p:nvPr/>
        </p:nvSpPr>
        <p:spPr bwMode="auto">
          <a:xfrm>
            <a:off x="6996113" y="2438400"/>
            <a:ext cx="197961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3759" name="Object 71"/>
          <p:cNvGraphicFramePr>
            <a:graphicFrameLocks noChangeAspect="1"/>
          </p:cNvGraphicFramePr>
          <p:nvPr/>
        </p:nvGraphicFramePr>
        <p:xfrm>
          <a:off x="7851776" y="2438400"/>
          <a:ext cx="930275" cy="317500"/>
        </p:xfrm>
        <a:graphic>
          <a:graphicData uri="http://schemas.openxmlformats.org/presentationml/2006/ole">
            <mc:AlternateContent xmlns:mc="http://schemas.openxmlformats.org/markup-compatibility/2006">
              <mc:Choice xmlns:v="urn:schemas-microsoft-com:vml" Requires="v">
                <p:oleObj spid="_x0000_s74106" name="Equation" r:id="rId25" imgW="520248" imgH="177646" progId="Equation.DSMT4">
                  <p:embed/>
                </p:oleObj>
              </mc:Choice>
              <mc:Fallback>
                <p:oleObj name="Equation" r:id="rId25" imgW="520248" imgH="177646" progId="Equation.DSMT4">
                  <p:embed/>
                  <p:pic>
                    <p:nvPicPr>
                      <p:cNvPr id="0" name="Object 7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851776" y="2438400"/>
                        <a:ext cx="9302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60" name="Line 72"/>
          <p:cNvSpPr>
            <a:spLocks noChangeShapeType="1"/>
          </p:cNvSpPr>
          <p:nvPr/>
        </p:nvSpPr>
        <p:spPr bwMode="auto">
          <a:xfrm>
            <a:off x="8482013" y="549276"/>
            <a:ext cx="0" cy="90011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3761" name="Object 73"/>
          <p:cNvGraphicFramePr>
            <a:graphicFrameLocks noChangeAspect="1"/>
          </p:cNvGraphicFramePr>
          <p:nvPr/>
        </p:nvGraphicFramePr>
        <p:xfrm>
          <a:off x="8482013" y="593725"/>
          <a:ext cx="544512" cy="317500"/>
        </p:xfrm>
        <a:graphic>
          <a:graphicData uri="http://schemas.openxmlformats.org/presentationml/2006/ole">
            <mc:AlternateContent xmlns:mc="http://schemas.openxmlformats.org/markup-compatibility/2006">
              <mc:Choice xmlns:v="urn:schemas-microsoft-com:vml" Requires="v">
                <p:oleObj spid="_x0000_s74107" name="Equation" r:id="rId27" imgW="304404" imgH="177569" progId="Equation.DSMT4">
                  <p:embed/>
                </p:oleObj>
              </mc:Choice>
              <mc:Fallback>
                <p:oleObj name="Equation" r:id="rId27" imgW="304404" imgH="177569" progId="Equation.DSMT4">
                  <p:embed/>
                  <p:pic>
                    <p:nvPicPr>
                      <p:cNvPr id="0" name="Object 7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482013" y="593725"/>
                        <a:ext cx="5445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62" name="Object 74"/>
          <p:cNvGraphicFramePr>
            <a:graphicFrameLocks noChangeAspect="1"/>
          </p:cNvGraphicFramePr>
          <p:nvPr/>
        </p:nvGraphicFramePr>
        <p:xfrm>
          <a:off x="8705850" y="998539"/>
          <a:ext cx="293688" cy="363537"/>
        </p:xfrm>
        <a:graphic>
          <a:graphicData uri="http://schemas.openxmlformats.org/presentationml/2006/ole">
            <mc:AlternateContent xmlns:mc="http://schemas.openxmlformats.org/markup-compatibility/2006">
              <mc:Choice xmlns:v="urn:schemas-microsoft-com:vml" Requires="v">
                <p:oleObj spid="_x0000_s74108" name="Equation" r:id="rId29" imgW="164957" imgH="203024" progId="Equation.DSMT4">
                  <p:embed/>
                </p:oleObj>
              </mc:Choice>
              <mc:Fallback>
                <p:oleObj name="Equation" r:id="rId29" imgW="164957" imgH="203024" progId="Equation.DSMT4">
                  <p:embed/>
                  <p:pic>
                    <p:nvPicPr>
                      <p:cNvPr id="0" name="Object 7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705850" y="998539"/>
                        <a:ext cx="293688"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63" name="Freeform 75"/>
          <p:cNvSpPr>
            <a:spLocks/>
          </p:cNvSpPr>
          <p:nvPr/>
        </p:nvSpPr>
        <p:spPr bwMode="auto">
          <a:xfrm>
            <a:off x="8570914" y="1089025"/>
            <a:ext cx="225425" cy="90488"/>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64" name="Line 76"/>
          <p:cNvSpPr>
            <a:spLocks noChangeShapeType="1"/>
          </p:cNvSpPr>
          <p:nvPr/>
        </p:nvSpPr>
        <p:spPr bwMode="auto">
          <a:xfrm>
            <a:off x="8391525" y="1042988"/>
            <a:ext cx="17938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5" name="Text Box 77"/>
          <p:cNvSpPr txBox="1">
            <a:spLocks noChangeArrowheads="1"/>
          </p:cNvSpPr>
          <p:nvPr/>
        </p:nvSpPr>
        <p:spPr bwMode="auto">
          <a:xfrm>
            <a:off x="2000250" y="3608388"/>
            <a:ext cx="2700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隶书" panose="02010509060101010101" pitchFamily="49" charset="-122"/>
              </a:rPr>
              <a:t>dl</a:t>
            </a:r>
            <a:r>
              <a:rPr lang="zh-CN" altLang="en-US" sz="2400">
                <a:solidFill>
                  <a:srgbClr val="FF0000"/>
                </a:solidFill>
                <a:ea typeface="隶书" panose="02010509060101010101" pitchFamily="49" charset="-122"/>
              </a:rPr>
              <a:t>在</a:t>
            </a:r>
            <a:r>
              <a:rPr lang="en-US" altLang="zh-CN" sz="2400">
                <a:solidFill>
                  <a:srgbClr val="FF0000"/>
                </a:solidFill>
                <a:ea typeface="隶书" panose="02010509060101010101" pitchFamily="49" charset="-122"/>
              </a:rPr>
              <a:t>P</a:t>
            </a:r>
            <a:r>
              <a:rPr lang="zh-CN" altLang="en-US" sz="2400">
                <a:solidFill>
                  <a:srgbClr val="FF0000"/>
                </a:solidFill>
                <a:ea typeface="隶书" panose="02010509060101010101" pitchFamily="49" charset="-122"/>
              </a:rPr>
              <a:t>点的磁场：</a:t>
            </a:r>
          </a:p>
        </p:txBody>
      </p:sp>
      <p:sp>
        <p:nvSpPr>
          <p:cNvPr id="73766" name="Text Box 78"/>
          <p:cNvSpPr txBox="1">
            <a:spLocks noChangeArrowheads="1"/>
          </p:cNvSpPr>
          <p:nvPr/>
        </p:nvSpPr>
        <p:spPr bwMode="auto">
          <a:xfrm>
            <a:off x="1865314" y="4419600"/>
            <a:ext cx="3781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整个螺线管在</a:t>
            </a:r>
            <a:r>
              <a:rPr lang="en-US" altLang="zh-CN" sz="2400">
                <a:solidFill>
                  <a:srgbClr val="FF0000"/>
                </a:solidFill>
                <a:ea typeface="隶书" panose="02010509060101010101" pitchFamily="49" charset="-122"/>
              </a:rPr>
              <a:t>P</a:t>
            </a:r>
            <a:r>
              <a:rPr lang="zh-CN" altLang="en-US" sz="2400">
                <a:solidFill>
                  <a:srgbClr val="FF0000"/>
                </a:solidFill>
                <a:ea typeface="隶书" panose="02010509060101010101" pitchFamily="49" charset="-122"/>
              </a:rPr>
              <a:t>点的磁场：</a:t>
            </a:r>
          </a:p>
        </p:txBody>
      </p:sp>
      <p:graphicFrame>
        <p:nvGraphicFramePr>
          <p:cNvPr id="73767" name="Object 79"/>
          <p:cNvGraphicFramePr>
            <a:graphicFrameLocks noChangeAspect="1"/>
          </p:cNvGraphicFramePr>
          <p:nvPr/>
        </p:nvGraphicFramePr>
        <p:xfrm>
          <a:off x="5441951" y="4238625"/>
          <a:ext cx="3730625" cy="819150"/>
        </p:xfrm>
        <a:graphic>
          <a:graphicData uri="http://schemas.openxmlformats.org/presentationml/2006/ole">
            <mc:AlternateContent xmlns:mc="http://schemas.openxmlformats.org/markup-compatibility/2006">
              <mc:Choice xmlns:v="urn:schemas-microsoft-com:vml" Requires="v">
                <p:oleObj spid="_x0000_s74109" name="Equation" r:id="rId31" imgW="2425700" imgH="533400" progId="Equation.DSMT4">
                  <p:embed/>
                </p:oleObj>
              </mc:Choice>
              <mc:Fallback>
                <p:oleObj name="Equation" r:id="rId31" imgW="2425700" imgH="533400" progId="Equation.DSMT4">
                  <p:embed/>
                  <p:pic>
                    <p:nvPicPr>
                      <p:cNvPr id="0" name="Object 7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441951" y="4238625"/>
                        <a:ext cx="3730625"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68" name="Object 80"/>
          <p:cNvGraphicFramePr>
            <a:graphicFrameLocks noChangeAspect="1"/>
          </p:cNvGraphicFramePr>
          <p:nvPr/>
        </p:nvGraphicFramePr>
        <p:xfrm>
          <a:off x="2046289" y="4959351"/>
          <a:ext cx="3762375" cy="720725"/>
        </p:xfrm>
        <a:graphic>
          <a:graphicData uri="http://schemas.openxmlformats.org/presentationml/2006/ole">
            <mc:AlternateContent xmlns:mc="http://schemas.openxmlformats.org/markup-compatibility/2006">
              <mc:Choice xmlns:v="urn:schemas-microsoft-com:vml" Requires="v">
                <p:oleObj spid="_x0000_s74110" name="Equation" r:id="rId33" imgW="1930400" imgH="304800" progId="Equation.DSMT4">
                  <p:embed/>
                </p:oleObj>
              </mc:Choice>
              <mc:Fallback>
                <p:oleObj name="Equation" r:id="rId33" imgW="1930400" imgH="304800" progId="Equation.DSMT4">
                  <p:embed/>
                  <p:pic>
                    <p:nvPicPr>
                      <p:cNvPr id="0" name="Object 8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046289" y="4959351"/>
                        <a:ext cx="37623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69" name="Object 81"/>
          <p:cNvGraphicFramePr>
            <a:graphicFrameLocks noChangeAspect="1"/>
          </p:cNvGraphicFramePr>
          <p:nvPr/>
        </p:nvGraphicFramePr>
        <p:xfrm>
          <a:off x="8661400" y="1314451"/>
          <a:ext cx="203200" cy="227013"/>
        </p:xfrm>
        <a:graphic>
          <a:graphicData uri="http://schemas.openxmlformats.org/presentationml/2006/ole">
            <mc:AlternateContent xmlns:mc="http://schemas.openxmlformats.org/markup-compatibility/2006">
              <mc:Choice xmlns:v="urn:schemas-microsoft-com:vml" Requires="v">
                <p:oleObj spid="_x0000_s74111" name="Equation" r:id="rId35" imgW="114102" imgH="126780" progId="Equation.DSMT4">
                  <p:embed/>
                </p:oleObj>
              </mc:Choice>
              <mc:Fallback>
                <p:oleObj name="Equation" r:id="rId35" imgW="114102" imgH="126780" progId="Equation.DSMT4">
                  <p:embed/>
                  <p:pic>
                    <p:nvPicPr>
                      <p:cNvPr id="0" name="Object 8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661400" y="1314451"/>
                        <a:ext cx="2032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70" name="Object 82"/>
          <p:cNvGraphicFramePr>
            <a:graphicFrameLocks noChangeAspect="1"/>
          </p:cNvGraphicFramePr>
          <p:nvPr/>
        </p:nvGraphicFramePr>
        <p:xfrm>
          <a:off x="6456364" y="5229225"/>
          <a:ext cx="2206625" cy="312738"/>
        </p:xfrm>
        <a:graphic>
          <a:graphicData uri="http://schemas.openxmlformats.org/presentationml/2006/ole">
            <mc:AlternateContent xmlns:mc="http://schemas.openxmlformats.org/markup-compatibility/2006">
              <mc:Choice xmlns:v="urn:schemas-microsoft-com:vml" Requires="v">
                <p:oleObj spid="_x0000_s74112" name="Equation" r:id="rId37" imgW="1435100" imgH="203200" progId="Equation.DSMT4">
                  <p:embed/>
                </p:oleObj>
              </mc:Choice>
              <mc:Fallback>
                <p:oleObj name="Equation" r:id="rId37" imgW="1435100" imgH="203200" progId="Equation.DSMT4">
                  <p:embed/>
                  <p:pic>
                    <p:nvPicPr>
                      <p:cNvPr id="0" name="Object 8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456364" y="5229225"/>
                        <a:ext cx="2206625" cy="31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71" name="Object 83"/>
          <p:cNvGraphicFramePr>
            <a:graphicFrameLocks noChangeAspect="1"/>
          </p:cNvGraphicFramePr>
          <p:nvPr/>
        </p:nvGraphicFramePr>
        <p:xfrm>
          <a:off x="2135189" y="5815014"/>
          <a:ext cx="1152525" cy="644525"/>
        </p:xfrm>
        <a:graphic>
          <a:graphicData uri="http://schemas.openxmlformats.org/presentationml/2006/ole">
            <mc:AlternateContent xmlns:mc="http://schemas.openxmlformats.org/markup-compatibility/2006">
              <mc:Choice xmlns:v="urn:schemas-microsoft-com:vml" Requires="v">
                <p:oleObj spid="_x0000_s74113" name="Equation" r:id="rId39" imgW="749300" imgH="419100" progId="Equation.DSMT4">
                  <p:embed/>
                </p:oleObj>
              </mc:Choice>
              <mc:Fallback>
                <p:oleObj name="Equation" r:id="rId39" imgW="749300" imgH="419100" progId="Equation.DSMT4">
                  <p:embed/>
                  <p:pic>
                    <p:nvPicPr>
                      <p:cNvPr id="0" name="Object 8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135189" y="5815014"/>
                        <a:ext cx="115252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72" name="Object 84"/>
          <p:cNvGraphicFramePr>
            <a:graphicFrameLocks noChangeAspect="1"/>
          </p:cNvGraphicFramePr>
          <p:nvPr/>
        </p:nvGraphicFramePr>
        <p:xfrm>
          <a:off x="6321426" y="5724525"/>
          <a:ext cx="2265363" cy="762000"/>
        </p:xfrm>
        <a:graphic>
          <a:graphicData uri="http://schemas.openxmlformats.org/presentationml/2006/ole">
            <mc:AlternateContent xmlns:mc="http://schemas.openxmlformats.org/markup-compatibility/2006">
              <mc:Choice xmlns:v="urn:schemas-microsoft-com:vml" Requires="v">
                <p:oleObj spid="_x0000_s74114" name="Equation" r:id="rId41" imgW="1473200" imgH="495300" progId="Equation.DSMT4">
                  <p:embed/>
                </p:oleObj>
              </mc:Choice>
              <mc:Fallback>
                <p:oleObj name="Equation" r:id="rId41" imgW="1473200" imgH="495300" progId="Equation.DSMT4">
                  <p:embed/>
                  <p:pic>
                    <p:nvPicPr>
                      <p:cNvPr id="0" name="Object 84"/>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321426" y="5724525"/>
                        <a:ext cx="226536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Object 2"/>
          <p:cNvGraphicFramePr>
            <a:graphicFrameLocks noChangeAspect="1"/>
          </p:cNvGraphicFramePr>
          <p:nvPr/>
        </p:nvGraphicFramePr>
        <p:xfrm>
          <a:off x="8301038" y="368300"/>
          <a:ext cx="158750" cy="317500"/>
        </p:xfrm>
        <a:graphic>
          <a:graphicData uri="http://schemas.openxmlformats.org/presentationml/2006/ole">
            <mc:AlternateContent xmlns:mc="http://schemas.openxmlformats.org/markup-compatibility/2006">
              <mc:Choice xmlns:v="urn:schemas-microsoft-com:vml" Requires="v">
                <p:oleObj spid="_x0000_s76234" name="Equation" r:id="rId4" imgW="88669" imgH="177338" progId="Equation.DSMT4">
                  <p:embed/>
                </p:oleObj>
              </mc:Choice>
              <mc:Fallback>
                <p:oleObj name="Equation" r:id="rId4" imgW="88669" imgH="177338"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1038" y="368300"/>
                        <a:ext cx="1587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79" name="Object 5"/>
          <p:cNvGraphicFramePr>
            <a:graphicFrameLocks noChangeAspect="1"/>
          </p:cNvGraphicFramePr>
          <p:nvPr/>
        </p:nvGraphicFramePr>
        <p:xfrm>
          <a:off x="10101263" y="1223964"/>
          <a:ext cx="271462" cy="295275"/>
        </p:xfrm>
        <a:graphic>
          <a:graphicData uri="http://schemas.openxmlformats.org/presentationml/2006/ole">
            <mc:AlternateContent xmlns:mc="http://schemas.openxmlformats.org/markup-compatibility/2006">
              <mc:Choice xmlns:v="urn:schemas-microsoft-com:vml" Requires="v">
                <p:oleObj spid="_x0000_s76235" name="Equation" r:id="rId6" imgW="152268" imgH="164957" progId="Equation.DSMT4">
                  <p:embed/>
                </p:oleObj>
              </mc:Choice>
              <mc:Fallback>
                <p:oleObj name="Equation" r:id="rId6" imgW="152268" imgH="164957"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01263" y="1223964"/>
                        <a:ext cx="2714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0" name="Object 6"/>
          <p:cNvGraphicFramePr>
            <a:graphicFrameLocks noChangeAspect="1"/>
          </p:cNvGraphicFramePr>
          <p:nvPr/>
        </p:nvGraphicFramePr>
        <p:xfrm>
          <a:off x="7986713" y="1808163"/>
          <a:ext cx="271462" cy="317500"/>
        </p:xfrm>
        <a:graphic>
          <a:graphicData uri="http://schemas.openxmlformats.org/presentationml/2006/ole">
            <mc:AlternateContent xmlns:mc="http://schemas.openxmlformats.org/markup-compatibility/2006">
              <mc:Choice xmlns:v="urn:schemas-microsoft-com:vml" Requires="v">
                <p:oleObj spid="_x0000_s76236" name="Equation" r:id="rId8" imgW="152202" imgH="177569" progId="Equation.DSMT4">
                  <p:embed/>
                </p:oleObj>
              </mc:Choice>
              <mc:Fallback>
                <p:oleObj name="Equation" r:id="rId8" imgW="152202" imgH="177569"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86713" y="1808163"/>
                        <a:ext cx="271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1" name="Object 7"/>
          <p:cNvGraphicFramePr>
            <a:graphicFrameLocks noChangeAspect="1"/>
          </p:cNvGraphicFramePr>
          <p:nvPr/>
        </p:nvGraphicFramePr>
        <p:xfrm>
          <a:off x="9021763" y="1808164"/>
          <a:ext cx="271462" cy="293687"/>
        </p:xfrm>
        <a:graphic>
          <a:graphicData uri="http://schemas.openxmlformats.org/presentationml/2006/ole">
            <mc:AlternateContent xmlns:mc="http://schemas.openxmlformats.org/markup-compatibility/2006">
              <mc:Choice xmlns:v="urn:schemas-microsoft-com:vml" Requires="v">
                <p:oleObj spid="_x0000_s76237" name="Equation" r:id="rId10" imgW="152268" imgH="164957" progId="Equation.DSMT4">
                  <p:embed/>
                </p:oleObj>
              </mc:Choice>
              <mc:Fallback>
                <p:oleObj name="Equation" r:id="rId10" imgW="152268" imgH="164957"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21763" y="1808164"/>
                        <a:ext cx="271462"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2" name="Object 8"/>
          <p:cNvGraphicFramePr>
            <a:graphicFrameLocks noChangeAspect="1"/>
          </p:cNvGraphicFramePr>
          <p:nvPr/>
        </p:nvGraphicFramePr>
        <p:xfrm>
          <a:off x="8482013" y="1989139"/>
          <a:ext cx="227012" cy="249237"/>
        </p:xfrm>
        <a:graphic>
          <a:graphicData uri="http://schemas.openxmlformats.org/presentationml/2006/ole">
            <mc:AlternateContent xmlns:mc="http://schemas.openxmlformats.org/markup-compatibility/2006">
              <mc:Choice xmlns:v="urn:schemas-microsoft-com:vml" Requires="v">
                <p:oleObj spid="_x0000_s76238" name="Equation" r:id="rId12" imgW="126835" imgH="139518" progId="Equation.DSMT4">
                  <p:embed/>
                </p:oleObj>
              </mc:Choice>
              <mc:Fallback>
                <p:oleObj name="Equation" r:id="rId12" imgW="126835" imgH="139518"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82013" y="1989139"/>
                        <a:ext cx="227012" cy="24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3" name="Object 9"/>
          <p:cNvGraphicFramePr>
            <a:graphicFrameLocks noChangeAspect="1"/>
          </p:cNvGraphicFramePr>
          <p:nvPr/>
        </p:nvGraphicFramePr>
        <p:xfrm>
          <a:off x="9021764" y="2124075"/>
          <a:ext cx="930275" cy="317500"/>
        </p:xfrm>
        <a:graphic>
          <a:graphicData uri="http://schemas.openxmlformats.org/presentationml/2006/ole">
            <mc:AlternateContent xmlns:mc="http://schemas.openxmlformats.org/markup-compatibility/2006">
              <mc:Choice xmlns:v="urn:schemas-microsoft-com:vml" Requires="v">
                <p:oleObj spid="_x0000_s76239" name="Equation" r:id="rId14" imgW="520248" imgH="177646" progId="Equation.DSMT4">
                  <p:embed/>
                </p:oleObj>
              </mc:Choice>
              <mc:Fallback>
                <p:oleObj name="Equation" r:id="rId14" imgW="520248" imgH="177646"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21764" y="2124075"/>
                        <a:ext cx="9302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4" name="Object 10"/>
          <p:cNvGraphicFramePr>
            <a:graphicFrameLocks noChangeAspect="1"/>
          </p:cNvGraphicFramePr>
          <p:nvPr/>
        </p:nvGraphicFramePr>
        <p:xfrm>
          <a:off x="9605964" y="1089025"/>
          <a:ext cx="339725" cy="407988"/>
        </p:xfrm>
        <a:graphic>
          <a:graphicData uri="http://schemas.openxmlformats.org/presentationml/2006/ole">
            <mc:AlternateContent xmlns:mc="http://schemas.openxmlformats.org/markup-compatibility/2006">
              <mc:Choice xmlns:v="urn:schemas-microsoft-com:vml" Requires="v">
                <p:oleObj spid="_x0000_s76240" name="Equation" r:id="rId16" imgW="190500" imgH="228600" progId="Equation.DSMT4">
                  <p:embed/>
                </p:oleObj>
              </mc:Choice>
              <mc:Fallback>
                <p:oleObj name="Equation" r:id="rId16" imgW="190500" imgH="228600" progId="Equation.DSMT4">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05964" y="1089025"/>
                        <a:ext cx="3397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5" name="Object 12"/>
          <p:cNvGraphicFramePr>
            <a:graphicFrameLocks noChangeAspect="1"/>
          </p:cNvGraphicFramePr>
          <p:nvPr/>
        </p:nvGraphicFramePr>
        <p:xfrm>
          <a:off x="2451101" y="3654425"/>
          <a:ext cx="898525" cy="311150"/>
        </p:xfrm>
        <a:graphic>
          <a:graphicData uri="http://schemas.openxmlformats.org/presentationml/2006/ole">
            <mc:AlternateContent xmlns:mc="http://schemas.openxmlformats.org/markup-compatibility/2006">
              <mc:Choice xmlns:v="urn:schemas-microsoft-com:vml" Requires="v">
                <p:oleObj spid="_x0000_s76241" name="Equation" r:id="rId18" imgW="583947" imgH="203112" progId="Equation.DSMT4">
                  <p:embed/>
                </p:oleObj>
              </mc:Choice>
              <mc:Fallback>
                <p:oleObj name="Equation" r:id="rId18" imgW="583947" imgH="203112" progId="Equation.DSMT4">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51101" y="3654425"/>
                        <a:ext cx="89852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6" name="Line 15"/>
          <p:cNvSpPr>
            <a:spLocks noChangeShapeType="1"/>
          </p:cNvSpPr>
          <p:nvPr/>
        </p:nvSpPr>
        <p:spPr bwMode="auto">
          <a:xfrm>
            <a:off x="6456364" y="1763713"/>
            <a:ext cx="3825875"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7" name="Line 16"/>
          <p:cNvSpPr>
            <a:spLocks noChangeShapeType="1"/>
          </p:cNvSpPr>
          <p:nvPr/>
        </p:nvSpPr>
        <p:spPr bwMode="auto">
          <a:xfrm>
            <a:off x="6996113" y="1042988"/>
            <a:ext cx="260985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8" name="Line 17"/>
          <p:cNvSpPr>
            <a:spLocks noChangeShapeType="1"/>
          </p:cNvSpPr>
          <p:nvPr/>
        </p:nvSpPr>
        <p:spPr bwMode="auto">
          <a:xfrm>
            <a:off x="8301038" y="593726"/>
            <a:ext cx="0" cy="18446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Line 18"/>
          <p:cNvSpPr>
            <a:spLocks noChangeShapeType="1"/>
          </p:cNvSpPr>
          <p:nvPr/>
        </p:nvSpPr>
        <p:spPr bwMode="auto">
          <a:xfrm flipH="1">
            <a:off x="8975725" y="1042989"/>
            <a:ext cx="630238"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0" name="Line 19"/>
          <p:cNvSpPr>
            <a:spLocks noChangeShapeType="1"/>
          </p:cNvSpPr>
          <p:nvPr/>
        </p:nvSpPr>
        <p:spPr bwMode="auto">
          <a:xfrm>
            <a:off x="8975725" y="638176"/>
            <a:ext cx="0" cy="18446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1" name="Line 20"/>
          <p:cNvSpPr>
            <a:spLocks noChangeShapeType="1"/>
          </p:cNvSpPr>
          <p:nvPr/>
        </p:nvSpPr>
        <p:spPr bwMode="auto">
          <a:xfrm>
            <a:off x="6996113" y="1042989"/>
            <a:ext cx="1979612"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2" name="Line 21"/>
          <p:cNvSpPr>
            <a:spLocks noChangeShapeType="1"/>
          </p:cNvSpPr>
          <p:nvPr/>
        </p:nvSpPr>
        <p:spPr bwMode="auto">
          <a:xfrm>
            <a:off x="8482013" y="1042989"/>
            <a:ext cx="493712" cy="7207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3" name="Line 22"/>
          <p:cNvSpPr>
            <a:spLocks noChangeShapeType="1"/>
          </p:cNvSpPr>
          <p:nvPr/>
        </p:nvSpPr>
        <p:spPr bwMode="auto">
          <a:xfrm>
            <a:off x="699611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4" name="Line 23"/>
          <p:cNvSpPr>
            <a:spLocks noChangeShapeType="1"/>
          </p:cNvSpPr>
          <p:nvPr/>
        </p:nvSpPr>
        <p:spPr bwMode="auto">
          <a:xfrm>
            <a:off x="960596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5" name="Line 24"/>
          <p:cNvSpPr>
            <a:spLocks noChangeShapeType="1"/>
          </p:cNvSpPr>
          <p:nvPr/>
        </p:nvSpPr>
        <p:spPr bwMode="auto">
          <a:xfrm>
            <a:off x="9605963" y="1042988"/>
            <a:ext cx="53975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6" name="Freeform 25"/>
          <p:cNvSpPr>
            <a:spLocks/>
          </p:cNvSpPr>
          <p:nvPr/>
        </p:nvSpPr>
        <p:spPr bwMode="auto">
          <a:xfrm>
            <a:off x="9471026" y="1042988"/>
            <a:ext cx="225425" cy="158750"/>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7" name="Freeform 26"/>
          <p:cNvSpPr>
            <a:spLocks/>
          </p:cNvSpPr>
          <p:nvPr/>
        </p:nvSpPr>
        <p:spPr bwMode="auto">
          <a:xfrm>
            <a:off x="7400925" y="1042989"/>
            <a:ext cx="134938" cy="136525"/>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75798" name="Object 27"/>
          <p:cNvGraphicFramePr>
            <a:graphicFrameLocks noChangeAspect="1"/>
          </p:cNvGraphicFramePr>
          <p:nvPr/>
        </p:nvGraphicFramePr>
        <p:xfrm>
          <a:off x="7670801" y="1042988"/>
          <a:ext cx="246063" cy="315912"/>
        </p:xfrm>
        <a:graphic>
          <a:graphicData uri="http://schemas.openxmlformats.org/presentationml/2006/ole">
            <mc:AlternateContent xmlns:mc="http://schemas.openxmlformats.org/markup-compatibility/2006">
              <mc:Choice xmlns:v="urn:schemas-microsoft-com:vml" Requires="v">
                <p:oleObj spid="_x0000_s76242" name="Equation" r:id="rId20" imgW="177646" imgH="228402" progId="Equation.DSMT4">
                  <p:embed/>
                </p:oleObj>
              </mc:Choice>
              <mc:Fallback>
                <p:oleObj name="Equation" r:id="rId20" imgW="177646" imgH="228402" progId="Equation.DSMT4">
                  <p:embed/>
                  <p:pic>
                    <p:nvPicPr>
                      <p:cNvPr id="0" name="Object 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670801" y="1042988"/>
                        <a:ext cx="24606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99" name="Line 28"/>
          <p:cNvSpPr>
            <a:spLocks noChangeShapeType="1"/>
          </p:cNvSpPr>
          <p:nvPr/>
        </p:nvSpPr>
        <p:spPr bwMode="auto">
          <a:xfrm>
            <a:off x="10056813" y="1042989"/>
            <a:ext cx="0" cy="7207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0" name="Line 29"/>
          <p:cNvSpPr>
            <a:spLocks noChangeShapeType="1"/>
          </p:cNvSpPr>
          <p:nvPr/>
        </p:nvSpPr>
        <p:spPr bwMode="auto">
          <a:xfrm>
            <a:off x="8301039" y="1898650"/>
            <a:ext cx="63023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1" name="Line 30"/>
          <p:cNvSpPr>
            <a:spLocks noChangeShapeType="1"/>
          </p:cNvSpPr>
          <p:nvPr/>
        </p:nvSpPr>
        <p:spPr bwMode="auto">
          <a:xfrm>
            <a:off x="8975725" y="2124075"/>
            <a:ext cx="6302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2" name="Line 31"/>
          <p:cNvSpPr>
            <a:spLocks noChangeShapeType="1"/>
          </p:cNvSpPr>
          <p:nvPr/>
        </p:nvSpPr>
        <p:spPr bwMode="auto">
          <a:xfrm>
            <a:off x="6996113" y="2438400"/>
            <a:ext cx="197961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5803" name="Object 32"/>
          <p:cNvGraphicFramePr>
            <a:graphicFrameLocks noChangeAspect="1"/>
          </p:cNvGraphicFramePr>
          <p:nvPr/>
        </p:nvGraphicFramePr>
        <p:xfrm>
          <a:off x="7851776" y="2438400"/>
          <a:ext cx="930275" cy="317500"/>
        </p:xfrm>
        <a:graphic>
          <a:graphicData uri="http://schemas.openxmlformats.org/presentationml/2006/ole">
            <mc:AlternateContent xmlns:mc="http://schemas.openxmlformats.org/markup-compatibility/2006">
              <mc:Choice xmlns:v="urn:schemas-microsoft-com:vml" Requires="v">
                <p:oleObj spid="_x0000_s76243" name="Equation" r:id="rId22" imgW="520248" imgH="177646" progId="Equation.DSMT4">
                  <p:embed/>
                </p:oleObj>
              </mc:Choice>
              <mc:Fallback>
                <p:oleObj name="Equation" r:id="rId22" imgW="520248" imgH="177646" progId="Equation.DSMT4">
                  <p:embed/>
                  <p:pic>
                    <p:nvPicPr>
                      <p:cNvPr id="0" name="Object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851776" y="2438400"/>
                        <a:ext cx="9302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04" name="Line 33"/>
          <p:cNvSpPr>
            <a:spLocks noChangeShapeType="1"/>
          </p:cNvSpPr>
          <p:nvPr/>
        </p:nvSpPr>
        <p:spPr bwMode="auto">
          <a:xfrm>
            <a:off x="8482013" y="549276"/>
            <a:ext cx="0" cy="90011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5805" name="Object 34"/>
          <p:cNvGraphicFramePr>
            <a:graphicFrameLocks noChangeAspect="1"/>
          </p:cNvGraphicFramePr>
          <p:nvPr/>
        </p:nvGraphicFramePr>
        <p:xfrm>
          <a:off x="8482013" y="593725"/>
          <a:ext cx="544512" cy="317500"/>
        </p:xfrm>
        <a:graphic>
          <a:graphicData uri="http://schemas.openxmlformats.org/presentationml/2006/ole">
            <mc:AlternateContent xmlns:mc="http://schemas.openxmlformats.org/markup-compatibility/2006">
              <mc:Choice xmlns:v="urn:schemas-microsoft-com:vml" Requires="v">
                <p:oleObj spid="_x0000_s76244" name="Equation" r:id="rId24" imgW="304404" imgH="177569" progId="Equation.DSMT4">
                  <p:embed/>
                </p:oleObj>
              </mc:Choice>
              <mc:Fallback>
                <p:oleObj name="Equation" r:id="rId24" imgW="304404" imgH="177569" progId="Equation.DSMT4">
                  <p:embed/>
                  <p:pic>
                    <p:nvPicPr>
                      <p:cNvPr id="0" name="Object 3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482013" y="593725"/>
                        <a:ext cx="5445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06" name="Object 35"/>
          <p:cNvGraphicFramePr>
            <a:graphicFrameLocks noChangeAspect="1"/>
          </p:cNvGraphicFramePr>
          <p:nvPr/>
        </p:nvGraphicFramePr>
        <p:xfrm>
          <a:off x="8705850" y="998539"/>
          <a:ext cx="293688" cy="363537"/>
        </p:xfrm>
        <a:graphic>
          <a:graphicData uri="http://schemas.openxmlformats.org/presentationml/2006/ole">
            <mc:AlternateContent xmlns:mc="http://schemas.openxmlformats.org/markup-compatibility/2006">
              <mc:Choice xmlns:v="urn:schemas-microsoft-com:vml" Requires="v">
                <p:oleObj spid="_x0000_s76245" name="Equation" r:id="rId26" imgW="164957" imgH="203024" progId="Equation.DSMT4">
                  <p:embed/>
                </p:oleObj>
              </mc:Choice>
              <mc:Fallback>
                <p:oleObj name="Equation" r:id="rId26" imgW="164957" imgH="203024" progId="Equation.DSMT4">
                  <p:embed/>
                  <p:pic>
                    <p:nvPicPr>
                      <p:cNvPr id="0" name="Object 3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705850" y="998539"/>
                        <a:ext cx="293688"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07" name="Freeform 36"/>
          <p:cNvSpPr>
            <a:spLocks/>
          </p:cNvSpPr>
          <p:nvPr/>
        </p:nvSpPr>
        <p:spPr bwMode="auto">
          <a:xfrm>
            <a:off x="8570914" y="1089025"/>
            <a:ext cx="225425" cy="90488"/>
          </a:xfrm>
          <a:custGeom>
            <a:avLst/>
            <a:gdLst>
              <a:gd name="T0" fmla="*/ 2147483646 w 142"/>
              <a:gd name="T1" fmla="*/ 0 h 100"/>
              <a:gd name="T2" fmla="*/ 2147483646 w 142"/>
              <a:gd name="T3" fmla="*/ 2147483646 h 100"/>
              <a:gd name="T4" fmla="*/ 0 w 142"/>
              <a:gd name="T5" fmla="*/ 2147483646 h 100"/>
              <a:gd name="T6" fmla="*/ 0 60000 65536"/>
              <a:gd name="T7" fmla="*/ 0 60000 65536"/>
              <a:gd name="T8" fmla="*/ 0 60000 65536"/>
              <a:gd name="T9" fmla="*/ 0 w 142"/>
              <a:gd name="T10" fmla="*/ 0 h 100"/>
              <a:gd name="T11" fmla="*/ 142 w 142"/>
              <a:gd name="T12" fmla="*/ 100 h 100"/>
            </a:gdLst>
            <a:ahLst/>
            <a:cxnLst>
              <a:cxn ang="T6">
                <a:pos x="T0" y="T1"/>
              </a:cxn>
              <a:cxn ang="T7">
                <a:pos x="T2" y="T3"/>
              </a:cxn>
              <a:cxn ang="T8">
                <a:pos x="T4" y="T5"/>
              </a:cxn>
            </a:cxnLst>
            <a:rect l="T9" t="T10" r="T11" b="T12"/>
            <a:pathLst>
              <a:path w="142" h="100">
                <a:moveTo>
                  <a:pt x="142" y="0"/>
                </a:moveTo>
                <a:cubicBezTo>
                  <a:pt x="139" y="36"/>
                  <a:pt x="137" y="72"/>
                  <a:pt x="113" y="86"/>
                </a:cubicBezTo>
                <a:cubicBezTo>
                  <a:pt x="89" y="100"/>
                  <a:pt x="19" y="86"/>
                  <a:pt x="0" y="8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8" name="Line 37"/>
          <p:cNvSpPr>
            <a:spLocks noChangeShapeType="1"/>
          </p:cNvSpPr>
          <p:nvPr/>
        </p:nvSpPr>
        <p:spPr bwMode="auto">
          <a:xfrm>
            <a:off x="8391525" y="1042988"/>
            <a:ext cx="17938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9" name="Text Box 39"/>
          <p:cNvSpPr txBox="1">
            <a:spLocks noChangeArrowheads="1"/>
          </p:cNvSpPr>
          <p:nvPr/>
        </p:nvSpPr>
        <p:spPr bwMode="auto">
          <a:xfrm>
            <a:off x="1865314" y="4419600"/>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特殊情况：</a:t>
            </a:r>
          </a:p>
        </p:txBody>
      </p:sp>
      <p:graphicFrame>
        <p:nvGraphicFramePr>
          <p:cNvPr id="75810" name="Object 40"/>
          <p:cNvGraphicFramePr>
            <a:graphicFrameLocks noChangeAspect="1"/>
          </p:cNvGraphicFramePr>
          <p:nvPr/>
        </p:nvGraphicFramePr>
        <p:xfrm>
          <a:off x="4926014" y="4508500"/>
          <a:ext cx="1347787" cy="350838"/>
        </p:xfrm>
        <a:graphic>
          <a:graphicData uri="http://schemas.openxmlformats.org/presentationml/2006/ole">
            <mc:AlternateContent xmlns:mc="http://schemas.openxmlformats.org/markup-compatibility/2006">
              <mc:Choice xmlns:v="urn:schemas-microsoft-com:vml" Requires="v">
                <p:oleObj spid="_x0000_s76246" name="Equation" r:id="rId28" imgW="876300" imgH="228600" progId="Equation.DSMT4">
                  <p:embed/>
                </p:oleObj>
              </mc:Choice>
              <mc:Fallback>
                <p:oleObj name="Equation" r:id="rId28" imgW="876300" imgH="228600" progId="Equation.DSMT4">
                  <p:embed/>
                  <p:pic>
                    <p:nvPicPr>
                      <p:cNvPr id="0" name="Object 4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926014" y="4508500"/>
                        <a:ext cx="1347787"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1" name="Object 42"/>
          <p:cNvGraphicFramePr>
            <a:graphicFrameLocks noChangeAspect="1"/>
          </p:cNvGraphicFramePr>
          <p:nvPr/>
        </p:nvGraphicFramePr>
        <p:xfrm>
          <a:off x="8661400" y="1314451"/>
          <a:ext cx="203200" cy="227013"/>
        </p:xfrm>
        <a:graphic>
          <a:graphicData uri="http://schemas.openxmlformats.org/presentationml/2006/ole">
            <mc:AlternateContent xmlns:mc="http://schemas.openxmlformats.org/markup-compatibility/2006">
              <mc:Choice xmlns:v="urn:schemas-microsoft-com:vml" Requires="v">
                <p:oleObj spid="_x0000_s76247" name="Equation" r:id="rId30" imgW="114102" imgH="126780" progId="Equation.DSMT4">
                  <p:embed/>
                </p:oleObj>
              </mc:Choice>
              <mc:Fallback>
                <p:oleObj name="Equation" r:id="rId30" imgW="114102" imgH="126780" progId="Equation.DSMT4">
                  <p:embed/>
                  <p:pic>
                    <p:nvPicPr>
                      <p:cNvPr id="0" name="Object 4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61400" y="1314451"/>
                        <a:ext cx="2032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2" name="Object 43"/>
          <p:cNvGraphicFramePr>
            <a:graphicFrameLocks noChangeAspect="1"/>
          </p:cNvGraphicFramePr>
          <p:nvPr/>
        </p:nvGraphicFramePr>
        <p:xfrm>
          <a:off x="3709988" y="4508500"/>
          <a:ext cx="723900" cy="273050"/>
        </p:xfrm>
        <a:graphic>
          <a:graphicData uri="http://schemas.openxmlformats.org/presentationml/2006/ole">
            <mc:AlternateContent xmlns:mc="http://schemas.openxmlformats.org/markup-compatibility/2006">
              <mc:Choice xmlns:v="urn:schemas-microsoft-com:vml" Requires="v">
                <p:oleObj spid="_x0000_s76248" name="Equation" r:id="rId32" imgW="469696" imgH="177723" progId="Equation.DSMT4">
                  <p:embed/>
                </p:oleObj>
              </mc:Choice>
              <mc:Fallback>
                <p:oleObj name="Equation" r:id="rId32" imgW="469696" imgH="177723" progId="Equation.DSMT4">
                  <p:embed/>
                  <p:pic>
                    <p:nvPicPr>
                      <p:cNvPr id="0" name="Object 4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709988" y="4508500"/>
                        <a:ext cx="7239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3" name="Object 45"/>
          <p:cNvGraphicFramePr>
            <a:graphicFrameLocks noChangeAspect="1"/>
          </p:cNvGraphicFramePr>
          <p:nvPr/>
        </p:nvGraphicFramePr>
        <p:xfrm>
          <a:off x="2225676" y="233363"/>
          <a:ext cx="2265363" cy="762000"/>
        </p:xfrm>
        <a:graphic>
          <a:graphicData uri="http://schemas.openxmlformats.org/presentationml/2006/ole">
            <mc:AlternateContent xmlns:mc="http://schemas.openxmlformats.org/markup-compatibility/2006">
              <mc:Choice xmlns:v="urn:schemas-microsoft-com:vml" Requires="v">
                <p:oleObj spid="_x0000_s76249" name="Equation" r:id="rId34" imgW="1473200" imgH="495300" progId="Equation.DSMT4">
                  <p:embed/>
                </p:oleObj>
              </mc:Choice>
              <mc:Fallback>
                <p:oleObj name="Equation" r:id="rId34" imgW="1473200" imgH="495300" progId="Equation.DSMT4">
                  <p:embed/>
                  <p:pic>
                    <p:nvPicPr>
                      <p:cNvPr id="0" name="Object 4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225676" y="233363"/>
                        <a:ext cx="226536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4" name="Object 46"/>
          <p:cNvGraphicFramePr>
            <a:graphicFrameLocks noChangeAspect="1"/>
          </p:cNvGraphicFramePr>
          <p:nvPr/>
        </p:nvGraphicFramePr>
        <p:xfrm>
          <a:off x="2316163" y="1223964"/>
          <a:ext cx="2811462" cy="606425"/>
        </p:xfrm>
        <a:graphic>
          <a:graphicData uri="http://schemas.openxmlformats.org/presentationml/2006/ole">
            <mc:AlternateContent xmlns:mc="http://schemas.openxmlformats.org/markup-compatibility/2006">
              <mc:Choice xmlns:v="urn:schemas-microsoft-com:vml" Requires="v">
                <p:oleObj spid="_x0000_s76250" name="Equation" r:id="rId36" imgW="1828800" imgH="393700" progId="Equation.DSMT4">
                  <p:embed/>
                </p:oleObj>
              </mc:Choice>
              <mc:Fallback>
                <p:oleObj name="Equation" r:id="rId36" imgW="1828800" imgH="393700" progId="Equation.DSMT4">
                  <p:embed/>
                  <p:pic>
                    <p:nvPicPr>
                      <p:cNvPr id="0" name="Object 4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316163" y="1223964"/>
                        <a:ext cx="2811462"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5" name="Object 47"/>
          <p:cNvGraphicFramePr>
            <a:graphicFrameLocks noChangeAspect="1"/>
          </p:cNvGraphicFramePr>
          <p:nvPr/>
        </p:nvGraphicFramePr>
        <p:xfrm>
          <a:off x="2316163" y="1854200"/>
          <a:ext cx="3319462" cy="782638"/>
        </p:xfrm>
        <a:graphic>
          <a:graphicData uri="http://schemas.openxmlformats.org/presentationml/2006/ole">
            <mc:AlternateContent xmlns:mc="http://schemas.openxmlformats.org/markup-compatibility/2006">
              <mc:Choice xmlns:v="urn:schemas-microsoft-com:vml" Requires="v">
                <p:oleObj spid="_x0000_s76251" name="Equation" r:id="rId38" imgW="2159000" imgH="508000" progId="Equation.DSMT4">
                  <p:embed/>
                </p:oleObj>
              </mc:Choice>
              <mc:Fallback>
                <p:oleObj name="Equation" r:id="rId38" imgW="2159000" imgH="508000" progId="Equation.DSMT4">
                  <p:embed/>
                  <p:pic>
                    <p:nvPicPr>
                      <p:cNvPr id="0" name="Object 4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316163" y="1854200"/>
                        <a:ext cx="3319462" cy="78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6" name="Object 48"/>
          <p:cNvGraphicFramePr>
            <a:graphicFrameLocks noChangeAspect="1"/>
          </p:cNvGraphicFramePr>
          <p:nvPr/>
        </p:nvGraphicFramePr>
        <p:xfrm>
          <a:off x="2306638" y="2754314"/>
          <a:ext cx="3338512" cy="782637"/>
        </p:xfrm>
        <a:graphic>
          <a:graphicData uri="http://schemas.openxmlformats.org/presentationml/2006/ole">
            <mc:AlternateContent xmlns:mc="http://schemas.openxmlformats.org/markup-compatibility/2006">
              <mc:Choice xmlns:v="urn:schemas-microsoft-com:vml" Requires="v">
                <p:oleObj spid="_x0000_s76252" name="Equation" r:id="rId40" imgW="2171700" imgH="508000" progId="Equation.DSMT4">
                  <p:embed/>
                </p:oleObj>
              </mc:Choice>
              <mc:Fallback>
                <p:oleObj name="Equation" r:id="rId40" imgW="2171700" imgH="508000" progId="Equation.DSMT4">
                  <p:embed/>
                  <p:pic>
                    <p:nvPicPr>
                      <p:cNvPr id="0" name="Object 48"/>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306638" y="2754314"/>
                        <a:ext cx="3338512" cy="782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7" name="Object 49"/>
          <p:cNvGraphicFramePr>
            <a:graphicFrameLocks noChangeAspect="1"/>
          </p:cNvGraphicFramePr>
          <p:nvPr/>
        </p:nvGraphicFramePr>
        <p:xfrm>
          <a:off x="6635751" y="4464051"/>
          <a:ext cx="917575" cy="352425"/>
        </p:xfrm>
        <a:graphic>
          <a:graphicData uri="http://schemas.openxmlformats.org/presentationml/2006/ole">
            <mc:AlternateContent xmlns:mc="http://schemas.openxmlformats.org/markup-compatibility/2006">
              <mc:Choice xmlns:v="urn:schemas-microsoft-com:vml" Requires="v">
                <p:oleObj spid="_x0000_s76253" name="Equation" r:id="rId42" imgW="596900" imgH="228600" progId="Equation.DSMT4">
                  <p:embed/>
                </p:oleObj>
              </mc:Choice>
              <mc:Fallback>
                <p:oleObj name="Equation" r:id="rId42" imgW="596900" imgH="228600" progId="Equation.DSMT4">
                  <p:embed/>
                  <p:pic>
                    <p:nvPicPr>
                      <p:cNvPr id="0" name="Object 49"/>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6635751" y="4464051"/>
                        <a:ext cx="91757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8" name="Text Box 50"/>
          <p:cNvSpPr txBox="1">
            <a:spLocks noChangeArrowheads="1"/>
          </p:cNvSpPr>
          <p:nvPr/>
        </p:nvSpPr>
        <p:spPr bwMode="auto">
          <a:xfrm>
            <a:off x="7896226" y="3968751"/>
            <a:ext cx="1844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隶书" panose="02010509060101010101" pitchFamily="49" charset="-122"/>
              </a:rPr>
              <a:t>B</a:t>
            </a:r>
            <a:r>
              <a:rPr lang="zh-CN" altLang="en-US" sz="2400">
                <a:solidFill>
                  <a:srgbClr val="FF0000"/>
                </a:solidFill>
                <a:ea typeface="隶书" panose="02010509060101010101" pitchFamily="49" charset="-122"/>
              </a:rPr>
              <a:t>的大小与场点</a:t>
            </a:r>
            <a:r>
              <a:rPr lang="en-US" altLang="zh-CN" sz="2400">
                <a:solidFill>
                  <a:srgbClr val="FF0000"/>
                </a:solidFill>
                <a:ea typeface="隶书" panose="02010509060101010101" pitchFamily="49" charset="-122"/>
              </a:rPr>
              <a:t>X</a:t>
            </a:r>
            <a:r>
              <a:rPr lang="zh-CN" altLang="en-US" sz="2400">
                <a:solidFill>
                  <a:srgbClr val="FF0000"/>
                </a:solidFill>
                <a:ea typeface="隶书" panose="02010509060101010101" pitchFamily="49" charset="-122"/>
              </a:rPr>
              <a:t>无关</a:t>
            </a:r>
          </a:p>
        </p:txBody>
      </p:sp>
      <p:sp>
        <p:nvSpPr>
          <p:cNvPr id="75819" name="Text Box 51"/>
          <p:cNvSpPr txBox="1">
            <a:spLocks noChangeArrowheads="1"/>
          </p:cNvSpPr>
          <p:nvPr/>
        </p:nvSpPr>
        <p:spPr bwMode="auto">
          <a:xfrm>
            <a:off x="1730376" y="5049838"/>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半无限长：</a:t>
            </a:r>
          </a:p>
        </p:txBody>
      </p:sp>
      <p:graphicFrame>
        <p:nvGraphicFramePr>
          <p:cNvPr id="75820" name="Object 52"/>
          <p:cNvGraphicFramePr>
            <a:graphicFrameLocks noChangeAspect="1"/>
          </p:cNvGraphicFramePr>
          <p:nvPr/>
        </p:nvGraphicFramePr>
        <p:xfrm>
          <a:off x="3421064" y="4968875"/>
          <a:ext cx="1387475" cy="603250"/>
        </p:xfrm>
        <a:graphic>
          <a:graphicData uri="http://schemas.openxmlformats.org/presentationml/2006/ole">
            <mc:AlternateContent xmlns:mc="http://schemas.openxmlformats.org/markup-compatibility/2006">
              <mc:Choice xmlns:v="urn:schemas-microsoft-com:vml" Requires="v">
                <p:oleObj spid="_x0000_s76254" name="Equation" r:id="rId44" imgW="901309" imgH="393529" progId="Equation.DSMT4">
                  <p:embed/>
                </p:oleObj>
              </mc:Choice>
              <mc:Fallback>
                <p:oleObj name="Equation" r:id="rId44" imgW="901309" imgH="393529" progId="Equation.DSMT4">
                  <p:embed/>
                  <p:pic>
                    <p:nvPicPr>
                      <p:cNvPr id="0" name="Object 5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421064" y="4968875"/>
                        <a:ext cx="1387475"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1" name="Object 53"/>
          <p:cNvGraphicFramePr>
            <a:graphicFrameLocks noChangeAspect="1"/>
          </p:cNvGraphicFramePr>
          <p:nvPr/>
        </p:nvGraphicFramePr>
        <p:xfrm>
          <a:off x="5422900" y="5011739"/>
          <a:ext cx="1093788" cy="606425"/>
        </p:xfrm>
        <a:graphic>
          <a:graphicData uri="http://schemas.openxmlformats.org/presentationml/2006/ole">
            <mc:AlternateContent xmlns:mc="http://schemas.openxmlformats.org/markup-compatibility/2006">
              <mc:Choice xmlns:v="urn:schemas-microsoft-com:vml" Requires="v">
                <p:oleObj spid="_x0000_s76255" name="Equation" r:id="rId46" imgW="710891" imgH="393529" progId="Equation.DSMT4">
                  <p:embed/>
                </p:oleObj>
              </mc:Choice>
              <mc:Fallback>
                <p:oleObj name="Equation" r:id="rId46" imgW="710891" imgH="393529" progId="Equation.DSMT4">
                  <p:embed/>
                  <p:pic>
                    <p:nvPicPr>
                      <p:cNvPr id="0" name="Object 53"/>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5422900" y="5011739"/>
                        <a:ext cx="1093788"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22" name="Text Box 54"/>
          <p:cNvSpPr txBox="1">
            <a:spLocks noChangeArrowheads="1"/>
          </p:cNvSpPr>
          <p:nvPr/>
        </p:nvSpPr>
        <p:spPr bwMode="auto">
          <a:xfrm>
            <a:off x="1909764" y="5903913"/>
            <a:ext cx="2746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管外磁场很弱</a:t>
            </a:r>
          </a:p>
        </p:txBody>
      </p:sp>
      <p:graphicFrame>
        <p:nvGraphicFramePr>
          <p:cNvPr id="75823" name="Object 55"/>
          <p:cNvGraphicFramePr>
            <a:graphicFrameLocks noChangeAspect="1"/>
          </p:cNvGraphicFramePr>
          <p:nvPr/>
        </p:nvGraphicFramePr>
        <p:xfrm>
          <a:off x="4116388" y="5949950"/>
          <a:ext cx="723900" cy="273050"/>
        </p:xfrm>
        <a:graphic>
          <a:graphicData uri="http://schemas.openxmlformats.org/presentationml/2006/ole">
            <mc:AlternateContent xmlns:mc="http://schemas.openxmlformats.org/markup-compatibility/2006">
              <mc:Choice xmlns:v="urn:schemas-microsoft-com:vml" Requires="v">
                <p:oleObj spid="_x0000_s76256" name="Equation" r:id="rId48" imgW="469696" imgH="177723" progId="Equation.DSMT4">
                  <p:embed/>
                </p:oleObj>
              </mc:Choice>
              <mc:Fallback>
                <p:oleObj name="Equation" r:id="rId48" imgW="469696" imgH="177723" progId="Equation.DSMT4">
                  <p:embed/>
                  <p:pic>
                    <p:nvPicPr>
                      <p:cNvPr id="0" name="Object 5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116388" y="5949950"/>
                        <a:ext cx="7239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4" name="Object 56"/>
          <p:cNvGraphicFramePr>
            <a:graphicFrameLocks noChangeAspect="1"/>
          </p:cNvGraphicFramePr>
          <p:nvPr/>
        </p:nvGraphicFramePr>
        <p:xfrm>
          <a:off x="6275389" y="5994401"/>
          <a:ext cx="974725" cy="352425"/>
        </p:xfrm>
        <a:graphic>
          <a:graphicData uri="http://schemas.openxmlformats.org/presentationml/2006/ole">
            <mc:AlternateContent xmlns:mc="http://schemas.openxmlformats.org/markup-compatibility/2006">
              <mc:Choice xmlns:v="urn:schemas-microsoft-com:vml" Requires="v">
                <p:oleObj spid="_x0000_s76257" name="Equation" r:id="rId49" imgW="634725" imgH="228501" progId="Equation.DSMT4">
                  <p:embed/>
                </p:oleObj>
              </mc:Choice>
              <mc:Fallback>
                <p:oleObj name="Equation" r:id="rId49" imgW="634725" imgH="228501" progId="Equation.DSMT4">
                  <p:embed/>
                  <p:pic>
                    <p:nvPicPr>
                      <p:cNvPr id="0" name="Object 56"/>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6275389" y="5994401"/>
                        <a:ext cx="97472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25" name="Line 57"/>
          <p:cNvSpPr>
            <a:spLocks noChangeShapeType="1"/>
          </p:cNvSpPr>
          <p:nvPr/>
        </p:nvSpPr>
        <p:spPr bwMode="auto">
          <a:xfrm>
            <a:off x="5060950" y="6173788"/>
            <a:ext cx="1125538"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6" name="Object 2"/>
          <p:cNvGraphicFramePr>
            <a:graphicFrameLocks noChangeAspect="1"/>
          </p:cNvGraphicFramePr>
          <p:nvPr/>
        </p:nvGraphicFramePr>
        <p:xfrm>
          <a:off x="8166100" y="323850"/>
          <a:ext cx="273050" cy="363538"/>
        </p:xfrm>
        <a:graphic>
          <a:graphicData uri="http://schemas.openxmlformats.org/presentationml/2006/ole">
            <mc:AlternateContent xmlns:mc="http://schemas.openxmlformats.org/markup-compatibility/2006">
              <mc:Choice xmlns:v="urn:schemas-microsoft-com:vml" Requires="v">
                <p:oleObj spid="_x0000_s78057" name="Equation" r:id="rId4" imgW="152268" imgH="203024" progId="Equation.DSMT4">
                  <p:embed/>
                </p:oleObj>
              </mc:Choice>
              <mc:Fallback>
                <p:oleObj name="Equation" r:id="rId4" imgW="152268" imgH="203024"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6100" y="323850"/>
                        <a:ext cx="273050"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27" name="Object 5"/>
          <p:cNvGraphicFramePr>
            <a:graphicFrameLocks noChangeAspect="1"/>
          </p:cNvGraphicFramePr>
          <p:nvPr/>
        </p:nvGraphicFramePr>
        <p:xfrm>
          <a:off x="7986713" y="1808163"/>
          <a:ext cx="271462" cy="317500"/>
        </p:xfrm>
        <a:graphic>
          <a:graphicData uri="http://schemas.openxmlformats.org/presentationml/2006/ole">
            <mc:AlternateContent xmlns:mc="http://schemas.openxmlformats.org/markup-compatibility/2006">
              <mc:Choice xmlns:v="urn:schemas-microsoft-com:vml" Requires="v">
                <p:oleObj spid="_x0000_s78058" name="Equation" r:id="rId6" imgW="152202" imgH="177569" progId="Equation.DSMT4">
                  <p:embed/>
                </p:oleObj>
              </mc:Choice>
              <mc:Fallback>
                <p:oleObj name="Equation" r:id="rId6" imgW="152202" imgH="177569"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86713" y="1808163"/>
                        <a:ext cx="271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8" name="Line 11"/>
          <p:cNvSpPr>
            <a:spLocks noChangeShapeType="1"/>
          </p:cNvSpPr>
          <p:nvPr/>
        </p:nvSpPr>
        <p:spPr bwMode="auto">
          <a:xfrm>
            <a:off x="6456364" y="1763713"/>
            <a:ext cx="3825875"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9" name="Line 13"/>
          <p:cNvSpPr>
            <a:spLocks noChangeShapeType="1"/>
          </p:cNvSpPr>
          <p:nvPr/>
        </p:nvSpPr>
        <p:spPr bwMode="auto">
          <a:xfrm>
            <a:off x="8301038" y="593726"/>
            <a:ext cx="0" cy="18446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0" name="Line 18"/>
          <p:cNvSpPr>
            <a:spLocks noChangeShapeType="1"/>
          </p:cNvSpPr>
          <p:nvPr/>
        </p:nvSpPr>
        <p:spPr bwMode="auto">
          <a:xfrm>
            <a:off x="699611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1" name="Line 19"/>
          <p:cNvSpPr>
            <a:spLocks noChangeShapeType="1"/>
          </p:cNvSpPr>
          <p:nvPr/>
        </p:nvSpPr>
        <p:spPr bwMode="auto">
          <a:xfrm>
            <a:off x="9605963" y="954088"/>
            <a:ext cx="0" cy="157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7832" name="Object 39"/>
          <p:cNvGraphicFramePr>
            <a:graphicFrameLocks noChangeAspect="1"/>
          </p:cNvGraphicFramePr>
          <p:nvPr/>
        </p:nvGraphicFramePr>
        <p:xfrm>
          <a:off x="2270126" y="414339"/>
          <a:ext cx="2811463" cy="606425"/>
        </p:xfrm>
        <a:graphic>
          <a:graphicData uri="http://schemas.openxmlformats.org/presentationml/2006/ole">
            <mc:AlternateContent xmlns:mc="http://schemas.openxmlformats.org/markup-compatibility/2006">
              <mc:Choice xmlns:v="urn:schemas-microsoft-com:vml" Requires="v">
                <p:oleObj spid="_x0000_s78059" name="Equation" r:id="rId8" imgW="1828800" imgH="393700" progId="Equation.DSMT4">
                  <p:embed/>
                </p:oleObj>
              </mc:Choice>
              <mc:Fallback>
                <p:oleObj name="Equation" r:id="rId8" imgW="1828800" imgH="393700" progId="Equation.DSMT4">
                  <p:embed/>
                  <p:pic>
                    <p:nvPicPr>
                      <p:cNvPr id="0"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70126" y="414339"/>
                        <a:ext cx="2811463"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3" name="Object 40"/>
          <p:cNvGraphicFramePr>
            <a:graphicFrameLocks noChangeAspect="1"/>
          </p:cNvGraphicFramePr>
          <p:nvPr/>
        </p:nvGraphicFramePr>
        <p:xfrm>
          <a:off x="2181226" y="1042989"/>
          <a:ext cx="3319463" cy="782637"/>
        </p:xfrm>
        <a:graphic>
          <a:graphicData uri="http://schemas.openxmlformats.org/presentationml/2006/ole">
            <mc:AlternateContent xmlns:mc="http://schemas.openxmlformats.org/markup-compatibility/2006">
              <mc:Choice xmlns:v="urn:schemas-microsoft-com:vml" Requires="v">
                <p:oleObj spid="_x0000_s78060" name="Equation" r:id="rId10" imgW="2159000" imgH="508000" progId="Equation.DSMT4">
                  <p:embed/>
                </p:oleObj>
              </mc:Choice>
              <mc:Fallback>
                <p:oleObj name="Equation" r:id="rId10" imgW="2159000" imgH="508000" progId="Equation.DSMT4">
                  <p:embed/>
                  <p:pic>
                    <p:nvPicPr>
                      <p:cNvPr id="0"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81226" y="1042989"/>
                        <a:ext cx="3319463" cy="782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4" name="Object 41"/>
          <p:cNvGraphicFramePr>
            <a:graphicFrameLocks noChangeAspect="1"/>
          </p:cNvGraphicFramePr>
          <p:nvPr/>
        </p:nvGraphicFramePr>
        <p:xfrm>
          <a:off x="2225676" y="1808164"/>
          <a:ext cx="3338513" cy="782637"/>
        </p:xfrm>
        <a:graphic>
          <a:graphicData uri="http://schemas.openxmlformats.org/presentationml/2006/ole">
            <mc:AlternateContent xmlns:mc="http://schemas.openxmlformats.org/markup-compatibility/2006">
              <mc:Choice xmlns:v="urn:schemas-microsoft-com:vml" Requires="v">
                <p:oleObj spid="_x0000_s78061" name="Equation" r:id="rId12" imgW="2171700" imgH="508000" progId="Equation.DSMT4">
                  <p:embed/>
                </p:oleObj>
              </mc:Choice>
              <mc:Fallback>
                <p:oleObj name="Equation" r:id="rId12" imgW="2171700" imgH="508000" progId="Equation.DSMT4">
                  <p:embed/>
                  <p:pic>
                    <p:nvPicPr>
                      <p:cNvPr id="0"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25676" y="1808164"/>
                        <a:ext cx="3338513" cy="782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5" name="Text Box 47"/>
          <p:cNvSpPr txBox="1">
            <a:spLocks noChangeArrowheads="1"/>
          </p:cNvSpPr>
          <p:nvPr/>
        </p:nvSpPr>
        <p:spPr bwMode="auto">
          <a:xfrm>
            <a:off x="2316164" y="2798763"/>
            <a:ext cx="2746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管外磁场很弱</a:t>
            </a:r>
          </a:p>
        </p:txBody>
      </p:sp>
      <p:graphicFrame>
        <p:nvGraphicFramePr>
          <p:cNvPr id="77836" name="Object 48"/>
          <p:cNvGraphicFramePr>
            <a:graphicFrameLocks noChangeAspect="1"/>
          </p:cNvGraphicFramePr>
          <p:nvPr/>
        </p:nvGraphicFramePr>
        <p:xfrm>
          <a:off x="2720975" y="3429000"/>
          <a:ext cx="723900" cy="273050"/>
        </p:xfrm>
        <a:graphic>
          <a:graphicData uri="http://schemas.openxmlformats.org/presentationml/2006/ole">
            <mc:AlternateContent xmlns:mc="http://schemas.openxmlformats.org/markup-compatibility/2006">
              <mc:Choice xmlns:v="urn:schemas-microsoft-com:vml" Requires="v">
                <p:oleObj spid="_x0000_s78062" name="Equation" r:id="rId14" imgW="469696" imgH="177723" progId="Equation.DSMT4">
                  <p:embed/>
                </p:oleObj>
              </mc:Choice>
              <mc:Fallback>
                <p:oleObj name="Equation" r:id="rId14" imgW="469696" imgH="177723" progId="Equation.DSMT4">
                  <p:embed/>
                  <p:pic>
                    <p:nvPicPr>
                      <p:cNvPr id="0" name="Object 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20975" y="3429000"/>
                        <a:ext cx="72390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7" name="Object 49"/>
          <p:cNvGraphicFramePr>
            <a:graphicFrameLocks noChangeAspect="1"/>
          </p:cNvGraphicFramePr>
          <p:nvPr/>
        </p:nvGraphicFramePr>
        <p:xfrm>
          <a:off x="5330826" y="3384551"/>
          <a:ext cx="974725" cy="352425"/>
        </p:xfrm>
        <a:graphic>
          <a:graphicData uri="http://schemas.openxmlformats.org/presentationml/2006/ole">
            <mc:AlternateContent xmlns:mc="http://schemas.openxmlformats.org/markup-compatibility/2006">
              <mc:Choice xmlns:v="urn:schemas-microsoft-com:vml" Requires="v">
                <p:oleObj spid="_x0000_s78063" name="Equation" r:id="rId16" imgW="634725" imgH="228501" progId="Equation.DSMT4">
                  <p:embed/>
                </p:oleObj>
              </mc:Choice>
              <mc:Fallback>
                <p:oleObj name="Equation" r:id="rId16" imgW="634725" imgH="228501" progId="Equation.DSMT4">
                  <p:embed/>
                  <p:pic>
                    <p:nvPicPr>
                      <p:cNvPr id="0" name="Object 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30826" y="3384551"/>
                        <a:ext cx="97472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8" name="Line 50"/>
          <p:cNvSpPr>
            <a:spLocks noChangeShapeType="1"/>
          </p:cNvSpPr>
          <p:nvPr/>
        </p:nvSpPr>
        <p:spPr bwMode="auto">
          <a:xfrm>
            <a:off x="3665539" y="3519488"/>
            <a:ext cx="1125537"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9" name="Freeform 51"/>
          <p:cNvSpPr>
            <a:spLocks/>
          </p:cNvSpPr>
          <p:nvPr/>
        </p:nvSpPr>
        <p:spPr bwMode="auto">
          <a:xfrm>
            <a:off x="6365875" y="1042988"/>
            <a:ext cx="630238" cy="481012"/>
          </a:xfrm>
          <a:custGeom>
            <a:avLst/>
            <a:gdLst>
              <a:gd name="T0" fmla="*/ 0 w 397"/>
              <a:gd name="T1" fmla="*/ 2147483646 h 303"/>
              <a:gd name="T2" fmla="*/ 2147483646 w 397"/>
              <a:gd name="T3" fmla="*/ 2147483646 h 303"/>
              <a:gd name="T4" fmla="*/ 2147483646 w 397"/>
              <a:gd name="T5" fmla="*/ 2147483646 h 303"/>
              <a:gd name="T6" fmla="*/ 2147483646 w 397"/>
              <a:gd name="T7" fmla="*/ 2147483646 h 303"/>
              <a:gd name="T8" fmla="*/ 2147483646 w 397"/>
              <a:gd name="T9" fmla="*/ 0 h 303"/>
              <a:gd name="T10" fmla="*/ 0 60000 65536"/>
              <a:gd name="T11" fmla="*/ 0 60000 65536"/>
              <a:gd name="T12" fmla="*/ 0 60000 65536"/>
              <a:gd name="T13" fmla="*/ 0 60000 65536"/>
              <a:gd name="T14" fmla="*/ 0 60000 65536"/>
              <a:gd name="T15" fmla="*/ 0 w 397"/>
              <a:gd name="T16" fmla="*/ 0 h 303"/>
              <a:gd name="T17" fmla="*/ 397 w 397"/>
              <a:gd name="T18" fmla="*/ 303 h 303"/>
            </a:gdLst>
            <a:ahLst/>
            <a:cxnLst>
              <a:cxn ang="T10">
                <a:pos x="T0" y="T1"/>
              </a:cxn>
              <a:cxn ang="T11">
                <a:pos x="T2" y="T3"/>
              </a:cxn>
              <a:cxn ang="T12">
                <a:pos x="T4" y="T5"/>
              </a:cxn>
              <a:cxn ang="T13">
                <a:pos x="T6" y="T7"/>
              </a:cxn>
              <a:cxn ang="T14">
                <a:pos x="T8" y="T9"/>
              </a:cxn>
            </a:cxnLst>
            <a:rect l="T15" t="T16" r="T17" b="T18"/>
            <a:pathLst>
              <a:path w="397" h="303">
                <a:moveTo>
                  <a:pt x="0" y="284"/>
                </a:moveTo>
                <a:cubicBezTo>
                  <a:pt x="49" y="293"/>
                  <a:pt x="99" y="303"/>
                  <a:pt x="141" y="284"/>
                </a:cubicBezTo>
                <a:cubicBezTo>
                  <a:pt x="183" y="265"/>
                  <a:pt x="222" y="213"/>
                  <a:pt x="255" y="171"/>
                </a:cubicBezTo>
                <a:cubicBezTo>
                  <a:pt x="288" y="129"/>
                  <a:pt x="316" y="57"/>
                  <a:pt x="340" y="29"/>
                </a:cubicBezTo>
                <a:cubicBezTo>
                  <a:pt x="364" y="1"/>
                  <a:pt x="383" y="5"/>
                  <a:pt x="39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0" name="Freeform 52"/>
          <p:cNvSpPr>
            <a:spLocks/>
          </p:cNvSpPr>
          <p:nvPr/>
        </p:nvSpPr>
        <p:spPr bwMode="auto">
          <a:xfrm flipH="1">
            <a:off x="9561514" y="1042988"/>
            <a:ext cx="630237" cy="481012"/>
          </a:xfrm>
          <a:custGeom>
            <a:avLst/>
            <a:gdLst>
              <a:gd name="T0" fmla="*/ 0 w 397"/>
              <a:gd name="T1" fmla="*/ 2147483646 h 303"/>
              <a:gd name="T2" fmla="*/ 2147483646 w 397"/>
              <a:gd name="T3" fmla="*/ 2147483646 h 303"/>
              <a:gd name="T4" fmla="*/ 2147483646 w 397"/>
              <a:gd name="T5" fmla="*/ 2147483646 h 303"/>
              <a:gd name="T6" fmla="*/ 2147483646 w 397"/>
              <a:gd name="T7" fmla="*/ 2147483646 h 303"/>
              <a:gd name="T8" fmla="*/ 2147483646 w 397"/>
              <a:gd name="T9" fmla="*/ 0 h 303"/>
              <a:gd name="T10" fmla="*/ 0 60000 65536"/>
              <a:gd name="T11" fmla="*/ 0 60000 65536"/>
              <a:gd name="T12" fmla="*/ 0 60000 65536"/>
              <a:gd name="T13" fmla="*/ 0 60000 65536"/>
              <a:gd name="T14" fmla="*/ 0 60000 65536"/>
              <a:gd name="T15" fmla="*/ 0 w 397"/>
              <a:gd name="T16" fmla="*/ 0 h 303"/>
              <a:gd name="T17" fmla="*/ 397 w 397"/>
              <a:gd name="T18" fmla="*/ 303 h 303"/>
            </a:gdLst>
            <a:ahLst/>
            <a:cxnLst>
              <a:cxn ang="T10">
                <a:pos x="T0" y="T1"/>
              </a:cxn>
              <a:cxn ang="T11">
                <a:pos x="T2" y="T3"/>
              </a:cxn>
              <a:cxn ang="T12">
                <a:pos x="T4" y="T5"/>
              </a:cxn>
              <a:cxn ang="T13">
                <a:pos x="T6" y="T7"/>
              </a:cxn>
              <a:cxn ang="T14">
                <a:pos x="T8" y="T9"/>
              </a:cxn>
            </a:cxnLst>
            <a:rect l="T15" t="T16" r="T17" b="T18"/>
            <a:pathLst>
              <a:path w="397" h="303">
                <a:moveTo>
                  <a:pt x="0" y="284"/>
                </a:moveTo>
                <a:cubicBezTo>
                  <a:pt x="49" y="293"/>
                  <a:pt x="99" y="303"/>
                  <a:pt x="141" y="284"/>
                </a:cubicBezTo>
                <a:cubicBezTo>
                  <a:pt x="183" y="265"/>
                  <a:pt x="222" y="213"/>
                  <a:pt x="255" y="171"/>
                </a:cubicBezTo>
                <a:cubicBezTo>
                  <a:pt x="288" y="129"/>
                  <a:pt x="316" y="57"/>
                  <a:pt x="340" y="29"/>
                </a:cubicBezTo>
                <a:cubicBezTo>
                  <a:pt x="364" y="1"/>
                  <a:pt x="383" y="5"/>
                  <a:pt x="39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1" name="Line 53"/>
          <p:cNvSpPr>
            <a:spLocks noChangeShapeType="1"/>
          </p:cNvSpPr>
          <p:nvPr/>
        </p:nvSpPr>
        <p:spPr bwMode="auto">
          <a:xfrm>
            <a:off x="6996113" y="1042988"/>
            <a:ext cx="2609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2" name="Line 54"/>
          <p:cNvSpPr>
            <a:spLocks noChangeShapeType="1"/>
          </p:cNvSpPr>
          <p:nvPr/>
        </p:nvSpPr>
        <p:spPr bwMode="auto">
          <a:xfrm>
            <a:off x="6996114" y="1179513"/>
            <a:ext cx="130492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7843" name="Object 55"/>
          <p:cNvGraphicFramePr>
            <a:graphicFrameLocks noChangeAspect="1"/>
          </p:cNvGraphicFramePr>
          <p:nvPr/>
        </p:nvGraphicFramePr>
        <p:xfrm>
          <a:off x="7299326" y="1122363"/>
          <a:ext cx="327025" cy="703262"/>
        </p:xfrm>
        <a:graphic>
          <a:graphicData uri="http://schemas.openxmlformats.org/presentationml/2006/ole">
            <mc:AlternateContent xmlns:mc="http://schemas.openxmlformats.org/markup-compatibility/2006">
              <mc:Choice xmlns:v="urn:schemas-microsoft-com:vml" Requires="v">
                <p:oleObj spid="_x0000_s78064" name="Equation" r:id="rId18" imgW="164957" imgH="393359" progId="Equation.DSMT4">
                  <p:embed/>
                </p:oleObj>
              </mc:Choice>
              <mc:Fallback>
                <p:oleObj name="Equation" r:id="rId18" imgW="164957" imgH="393359" progId="Equation.DSMT4">
                  <p:embed/>
                  <p:pic>
                    <p:nvPicPr>
                      <p:cNvPr id="0" name="Object 5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99326" y="1122363"/>
                        <a:ext cx="327025" cy="70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44" name="Line 56"/>
          <p:cNvSpPr>
            <a:spLocks noChangeShapeType="1"/>
          </p:cNvSpPr>
          <p:nvPr/>
        </p:nvSpPr>
        <p:spPr bwMode="auto">
          <a:xfrm>
            <a:off x="8345489" y="1179513"/>
            <a:ext cx="130492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7845" name="Object 57"/>
          <p:cNvGraphicFramePr>
            <a:graphicFrameLocks noChangeAspect="1"/>
          </p:cNvGraphicFramePr>
          <p:nvPr/>
        </p:nvGraphicFramePr>
        <p:xfrm>
          <a:off x="8796339" y="1104901"/>
          <a:ext cx="327025" cy="703263"/>
        </p:xfrm>
        <a:graphic>
          <a:graphicData uri="http://schemas.openxmlformats.org/presentationml/2006/ole">
            <mc:AlternateContent xmlns:mc="http://schemas.openxmlformats.org/markup-compatibility/2006">
              <mc:Choice xmlns:v="urn:schemas-microsoft-com:vml" Requires="v">
                <p:oleObj spid="_x0000_s78065" name="Equation" r:id="rId20" imgW="164957" imgH="393359" progId="Equation.DSMT4">
                  <p:embed/>
                </p:oleObj>
              </mc:Choice>
              <mc:Fallback>
                <p:oleObj name="Equation" r:id="rId20" imgW="164957" imgH="393359" progId="Equation.DSMT4">
                  <p:embed/>
                  <p:pic>
                    <p:nvPicPr>
                      <p:cNvPr id="0" name="Object 5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96339" y="1104901"/>
                        <a:ext cx="327025"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6" name="Object 58"/>
          <p:cNvGraphicFramePr>
            <a:graphicFrameLocks noChangeAspect="1"/>
          </p:cNvGraphicFramePr>
          <p:nvPr/>
        </p:nvGraphicFramePr>
        <p:xfrm>
          <a:off x="6999289" y="1808163"/>
          <a:ext cx="503237" cy="703262"/>
        </p:xfrm>
        <a:graphic>
          <a:graphicData uri="http://schemas.openxmlformats.org/presentationml/2006/ole">
            <mc:AlternateContent xmlns:mc="http://schemas.openxmlformats.org/markup-compatibility/2006">
              <mc:Choice xmlns:v="urn:schemas-microsoft-com:vml" Requires="v">
                <p:oleObj spid="_x0000_s78066" name="Equation" r:id="rId21" imgW="253890" imgH="393529" progId="Equation.DSMT4">
                  <p:embed/>
                </p:oleObj>
              </mc:Choice>
              <mc:Fallback>
                <p:oleObj name="Equation" r:id="rId21" imgW="253890" imgH="393529" progId="Equation.DSMT4">
                  <p:embed/>
                  <p:pic>
                    <p:nvPicPr>
                      <p:cNvPr id="0" name="Object 5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99289" y="1808163"/>
                        <a:ext cx="503237" cy="70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7" name="Object 59"/>
          <p:cNvGraphicFramePr>
            <a:graphicFrameLocks noChangeAspect="1"/>
          </p:cNvGraphicFramePr>
          <p:nvPr/>
        </p:nvGraphicFramePr>
        <p:xfrm>
          <a:off x="9752014" y="1854201"/>
          <a:ext cx="301625" cy="703263"/>
        </p:xfrm>
        <a:graphic>
          <a:graphicData uri="http://schemas.openxmlformats.org/presentationml/2006/ole">
            <mc:AlternateContent xmlns:mc="http://schemas.openxmlformats.org/markup-compatibility/2006">
              <mc:Choice xmlns:v="urn:schemas-microsoft-com:vml" Requires="v">
                <p:oleObj spid="_x0000_s78067" name="Equation" r:id="rId23" imgW="152334" imgH="393529" progId="Equation.DSMT4">
                  <p:embed/>
                </p:oleObj>
              </mc:Choice>
              <mc:Fallback>
                <p:oleObj name="Equation" r:id="rId23" imgW="152334" imgH="393529" progId="Equation.DSMT4">
                  <p:embed/>
                  <p:pic>
                    <p:nvPicPr>
                      <p:cNvPr id="0" name="Object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752014" y="1854201"/>
                        <a:ext cx="301625"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8" name="Object 60"/>
          <p:cNvGraphicFramePr>
            <a:graphicFrameLocks noChangeAspect="1"/>
          </p:cNvGraphicFramePr>
          <p:nvPr/>
        </p:nvGraphicFramePr>
        <p:xfrm>
          <a:off x="10236201" y="1898650"/>
          <a:ext cx="225425" cy="249238"/>
        </p:xfrm>
        <a:graphic>
          <a:graphicData uri="http://schemas.openxmlformats.org/presentationml/2006/ole">
            <mc:AlternateContent xmlns:mc="http://schemas.openxmlformats.org/markup-compatibility/2006">
              <mc:Choice xmlns:v="urn:schemas-microsoft-com:vml" Requires="v">
                <p:oleObj spid="_x0000_s78068" name="Equation" r:id="rId25" imgW="126835" imgH="139518" progId="Equation.DSMT4">
                  <p:embed/>
                </p:oleObj>
              </mc:Choice>
              <mc:Fallback>
                <p:oleObj name="Equation" r:id="rId25" imgW="126835" imgH="139518" progId="Equation.DSMT4">
                  <p:embed/>
                  <p:pic>
                    <p:nvPicPr>
                      <p:cNvPr id="0" name="Object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236201" y="1898650"/>
                        <a:ext cx="225425"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49" name="Line 61"/>
          <p:cNvSpPr>
            <a:spLocks noChangeShapeType="1"/>
          </p:cNvSpPr>
          <p:nvPr/>
        </p:nvSpPr>
        <p:spPr bwMode="auto">
          <a:xfrm>
            <a:off x="9740901" y="1763713"/>
            <a:ext cx="6762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Text Box 47"/>
          <p:cNvSpPr txBox="1">
            <a:spLocks noChangeArrowheads="1"/>
          </p:cNvSpPr>
          <p:nvPr/>
        </p:nvSpPr>
        <p:spPr bwMode="auto">
          <a:xfrm>
            <a:off x="5060950" y="3924300"/>
            <a:ext cx="36957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solidFill>
                  <a:srgbClr val="FF0000"/>
                </a:solidFill>
                <a:ea typeface="隶书" panose="02010509060101010101" pitchFamily="49" charset="-122"/>
              </a:rPr>
              <a:t>管外磁场等于零？</a:t>
            </a:r>
          </a:p>
        </p:txBody>
      </p:sp>
      <p:sp>
        <p:nvSpPr>
          <p:cNvPr id="27" name="Text Box 47"/>
          <p:cNvSpPr txBox="1">
            <a:spLocks noChangeArrowheads="1"/>
          </p:cNvSpPr>
          <p:nvPr/>
        </p:nvSpPr>
        <p:spPr bwMode="auto">
          <a:xfrm>
            <a:off x="4970464" y="4914900"/>
            <a:ext cx="4905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solidFill>
                  <a:srgbClr val="FF0000"/>
                </a:solidFill>
                <a:ea typeface="隶书" panose="02010509060101010101" pitchFamily="49" charset="-122"/>
              </a:rPr>
              <a:t>管外轴向磁场等于零！！</a:t>
            </a:r>
          </a:p>
        </p:txBody>
      </p:sp>
      <p:sp>
        <p:nvSpPr>
          <p:cNvPr id="28" name="Text Box 47"/>
          <p:cNvSpPr txBox="1">
            <a:spLocks noChangeArrowheads="1"/>
          </p:cNvSpPr>
          <p:nvPr/>
        </p:nvSpPr>
        <p:spPr bwMode="auto">
          <a:xfrm>
            <a:off x="4926014" y="5724525"/>
            <a:ext cx="4905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solidFill>
                  <a:srgbClr val="FF0000"/>
                </a:solidFill>
                <a:ea typeface="隶书" panose="02010509060101010101" pitchFamily="49" charset="-122"/>
              </a:rPr>
              <a:t>管外切向磁场不等于零！！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4"/>
          <p:cNvSpPr txBox="1">
            <a:spLocks noChangeArrowheads="1"/>
          </p:cNvSpPr>
          <p:nvPr/>
        </p:nvSpPr>
        <p:spPr bwMode="auto">
          <a:xfrm>
            <a:off x="2000251" y="323850"/>
            <a:ext cx="328612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隶书" panose="02010509060101010101" pitchFamily="49" charset="-122"/>
              </a:rPr>
              <a:t>一多层密绕螺线管中磁场，内半径</a:t>
            </a:r>
            <a:r>
              <a:rPr lang="en-US" altLang="zh-CN" sz="2400">
                <a:solidFill>
                  <a:srgbClr val="FF0000"/>
                </a:solidFill>
                <a:ea typeface="隶书" panose="02010509060101010101" pitchFamily="49" charset="-122"/>
              </a:rPr>
              <a:t>R1</a:t>
            </a:r>
            <a:r>
              <a:rPr lang="zh-CN" altLang="en-US" sz="2400">
                <a:solidFill>
                  <a:srgbClr val="FF0000"/>
                </a:solidFill>
                <a:ea typeface="隶书" panose="02010509060101010101" pitchFamily="49" charset="-122"/>
              </a:rPr>
              <a:t>，外半径</a:t>
            </a:r>
            <a:r>
              <a:rPr lang="en-US" altLang="zh-CN" sz="2400">
                <a:solidFill>
                  <a:srgbClr val="FF0000"/>
                </a:solidFill>
                <a:ea typeface="隶书" panose="02010509060101010101" pitchFamily="49" charset="-122"/>
              </a:rPr>
              <a:t>R2</a:t>
            </a:r>
            <a:r>
              <a:rPr lang="zh-CN" altLang="en-US" sz="2400">
                <a:solidFill>
                  <a:srgbClr val="FF0000"/>
                </a:solidFill>
                <a:ea typeface="隶书" panose="02010509060101010101" pitchFamily="49" charset="-122"/>
              </a:rPr>
              <a:t>，总长度</a:t>
            </a:r>
            <a:r>
              <a:rPr lang="en-US" altLang="zh-CN" sz="2400">
                <a:solidFill>
                  <a:srgbClr val="FF0000"/>
                </a:solidFill>
                <a:ea typeface="隶书" panose="02010509060101010101" pitchFamily="49" charset="-122"/>
              </a:rPr>
              <a:t>L=2l</a:t>
            </a:r>
            <a:r>
              <a:rPr lang="zh-CN" altLang="en-US" sz="2400">
                <a:solidFill>
                  <a:srgbClr val="FF0000"/>
                </a:solidFill>
                <a:ea typeface="隶书" panose="02010509060101010101" pitchFamily="49" charset="-122"/>
              </a:rPr>
              <a:t>，总匝数为</a:t>
            </a:r>
            <a:r>
              <a:rPr lang="en-US" altLang="zh-CN" sz="2400">
                <a:solidFill>
                  <a:srgbClr val="FF0000"/>
                </a:solidFill>
                <a:ea typeface="隶书" panose="02010509060101010101" pitchFamily="49" charset="-122"/>
              </a:rPr>
              <a:t>N</a:t>
            </a:r>
            <a:r>
              <a:rPr lang="zh-CN" altLang="en-US" sz="2400">
                <a:solidFill>
                  <a:srgbClr val="FF0000"/>
                </a:solidFill>
                <a:ea typeface="隶书" panose="02010509060101010101" pitchFamily="49" charset="-122"/>
              </a:rPr>
              <a:t>，求中心</a:t>
            </a:r>
            <a:r>
              <a:rPr lang="en-US" altLang="zh-CN" sz="2400">
                <a:solidFill>
                  <a:srgbClr val="FF0000"/>
                </a:solidFill>
                <a:ea typeface="隶书" panose="02010509060101010101" pitchFamily="49" charset="-122"/>
              </a:rPr>
              <a:t>O</a:t>
            </a:r>
            <a:r>
              <a:rPr lang="zh-CN" altLang="en-US" sz="2400">
                <a:solidFill>
                  <a:srgbClr val="FF0000"/>
                </a:solidFill>
                <a:ea typeface="隶书" panose="02010509060101010101" pitchFamily="49" charset="-122"/>
              </a:rPr>
              <a:t>点的磁场</a:t>
            </a:r>
            <a:r>
              <a:rPr lang="en-US" altLang="zh-CN" sz="2400">
                <a:solidFill>
                  <a:srgbClr val="FF0000"/>
                </a:solidFill>
                <a:ea typeface="隶书" panose="02010509060101010101" pitchFamily="49" charset="-122"/>
              </a:rPr>
              <a:t>.</a:t>
            </a:r>
          </a:p>
        </p:txBody>
      </p:sp>
      <p:graphicFrame>
        <p:nvGraphicFramePr>
          <p:cNvPr id="79875" name="Object 5"/>
          <p:cNvGraphicFramePr>
            <a:graphicFrameLocks noChangeAspect="1"/>
          </p:cNvGraphicFramePr>
          <p:nvPr/>
        </p:nvGraphicFramePr>
        <p:xfrm>
          <a:off x="9842501" y="2024064"/>
          <a:ext cx="339725" cy="407987"/>
        </p:xfrm>
        <a:graphic>
          <a:graphicData uri="http://schemas.openxmlformats.org/presentationml/2006/ole">
            <mc:AlternateContent xmlns:mc="http://schemas.openxmlformats.org/markup-compatibility/2006">
              <mc:Choice xmlns:v="urn:schemas-microsoft-com:vml" Requires="v">
                <p:oleObj spid="_x0000_s80126" name="Equation" r:id="rId4" imgW="190500" imgH="228600" progId="Equation.DSMT4">
                  <p:embed/>
                </p:oleObj>
              </mc:Choice>
              <mc:Fallback>
                <p:oleObj name="Equation" r:id="rId4" imgW="19050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42501" y="2024064"/>
                        <a:ext cx="339725"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6" name="Object 6"/>
          <p:cNvGraphicFramePr>
            <a:graphicFrameLocks noChangeAspect="1"/>
          </p:cNvGraphicFramePr>
          <p:nvPr/>
        </p:nvGraphicFramePr>
        <p:xfrm>
          <a:off x="7986713" y="1808163"/>
          <a:ext cx="271462" cy="317500"/>
        </p:xfrm>
        <a:graphic>
          <a:graphicData uri="http://schemas.openxmlformats.org/presentationml/2006/ole">
            <mc:AlternateContent xmlns:mc="http://schemas.openxmlformats.org/markup-compatibility/2006">
              <mc:Choice xmlns:v="urn:schemas-microsoft-com:vml" Requires="v">
                <p:oleObj spid="_x0000_s80127" name="Equation" r:id="rId6" imgW="152202" imgH="177569" progId="Equation.DSMT4">
                  <p:embed/>
                </p:oleObj>
              </mc:Choice>
              <mc:Fallback>
                <p:oleObj name="Equation" r:id="rId6" imgW="152202" imgH="177569"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86713" y="1808163"/>
                        <a:ext cx="271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7" name="Object 7"/>
          <p:cNvGraphicFramePr>
            <a:graphicFrameLocks noChangeAspect="1"/>
          </p:cNvGraphicFramePr>
          <p:nvPr/>
        </p:nvGraphicFramePr>
        <p:xfrm>
          <a:off x="9021764" y="1854200"/>
          <a:ext cx="293687" cy="406400"/>
        </p:xfrm>
        <a:graphic>
          <a:graphicData uri="http://schemas.openxmlformats.org/presentationml/2006/ole">
            <mc:AlternateContent xmlns:mc="http://schemas.openxmlformats.org/markup-compatibility/2006">
              <mc:Choice xmlns:v="urn:schemas-microsoft-com:vml" Requires="v">
                <p:oleObj spid="_x0000_s80128" name="Equation" r:id="rId8" imgW="165028" imgH="228501" progId="Equation.DSMT4">
                  <p:embed/>
                </p:oleObj>
              </mc:Choice>
              <mc:Fallback>
                <p:oleObj name="Equation" r:id="rId8" imgW="165028" imgH="228501"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21764" y="1854200"/>
                        <a:ext cx="2936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8" name="Object 8"/>
          <p:cNvGraphicFramePr>
            <a:graphicFrameLocks noChangeAspect="1"/>
          </p:cNvGraphicFramePr>
          <p:nvPr/>
        </p:nvGraphicFramePr>
        <p:xfrm>
          <a:off x="5916613" y="819150"/>
          <a:ext cx="341312" cy="317500"/>
        </p:xfrm>
        <a:graphic>
          <a:graphicData uri="http://schemas.openxmlformats.org/presentationml/2006/ole">
            <mc:AlternateContent xmlns:mc="http://schemas.openxmlformats.org/markup-compatibility/2006">
              <mc:Choice xmlns:v="urn:schemas-microsoft-com:vml" Requires="v">
                <p:oleObj spid="_x0000_s80129" name="Equation" r:id="rId10" imgW="190335" imgH="177646" progId="Equation.DSMT4">
                  <p:embed/>
                </p:oleObj>
              </mc:Choice>
              <mc:Fallback>
                <p:oleObj name="Equation" r:id="rId10" imgW="190335" imgH="177646"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16613" y="819150"/>
                        <a:ext cx="3413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9" name="Object 10"/>
          <p:cNvGraphicFramePr>
            <a:graphicFrameLocks noChangeAspect="1"/>
          </p:cNvGraphicFramePr>
          <p:nvPr/>
        </p:nvGraphicFramePr>
        <p:xfrm>
          <a:off x="9426576" y="1089025"/>
          <a:ext cx="339725" cy="407988"/>
        </p:xfrm>
        <a:graphic>
          <a:graphicData uri="http://schemas.openxmlformats.org/presentationml/2006/ole">
            <mc:AlternateContent xmlns:mc="http://schemas.openxmlformats.org/markup-compatibility/2006">
              <mc:Choice xmlns:v="urn:schemas-microsoft-com:vml" Requires="v">
                <p:oleObj spid="_x0000_s80130" name="Equation" r:id="rId12" imgW="190500" imgH="228600" progId="Equation.DSMT4">
                  <p:embed/>
                </p:oleObj>
              </mc:Choice>
              <mc:Fallback>
                <p:oleObj name="Equation" r:id="rId12" imgW="190500" imgH="228600"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26576" y="1089025"/>
                        <a:ext cx="3397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0" name="Object 11"/>
          <p:cNvGraphicFramePr>
            <a:graphicFrameLocks noChangeAspect="1"/>
          </p:cNvGraphicFramePr>
          <p:nvPr/>
        </p:nvGraphicFramePr>
        <p:xfrm>
          <a:off x="4430714" y="2393951"/>
          <a:ext cx="1112837" cy="352425"/>
        </p:xfrm>
        <a:graphic>
          <a:graphicData uri="http://schemas.openxmlformats.org/presentationml/2006/ole">
            <mc:AlternateContent xmlns:mc="http://schemas.openxmlformats.org/markup-compatibility/2006">
              <mc:Choice xmlns:v="urn:schemas-microsoft-com:vml" Requires="v">
                <p:oleObj spid="_x0000_s80131" name="Equation" r:id="rId14" imgW="723586" imgH="228501" progId="Equation.DSMT4">
                  <p:embed/>
                </p:oleObj>
              </mc:Choice>
              <mc:Fallback>
                <p:oleObj name="Equation" r:id="rId14" imgW="723586" imgH="228501"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30714" y="2393951"/>
                        <a:ext cx="1112837"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1" name="Object 12"/>
          <p:cNvGraphicFramePr>
            <a:graphicFrameLocks noChangeAspect="1"/>
          </p:cNvGraphicFramePr>
          <p:nvPr/>
        </p:nvGraphicFramePr>
        <p:xfrm>
          <a:off x="5330825" y="3563939"/>
          <a:ext cx="2324100" cy="604837"/>
        </p:xfrm>
        <a:graphic>
          <a:graphicData uri="http://schemas.openxmlformats.org/presentationml/2006/ole">
            <mc:AlternateContent xmlns:mc="http://schemas.openxmlformats.org/markup-compatibility/2006">
              <mc:Choice xmlns:v="urn:schemas-microsoft-com:vml" Requires="v">
                <p:oleObj spid="_x0000_s80132" name="Equation" r:id="rId16" imgW="1511300" imgH="393700" progId="Equation.DSMT4">
                  <p:embed/>
                </p:oleObj>
              </mc:Choice>
              <mc:Fallback>
                <p:oleObj name="Equation" r:id="rId16" imgW="1511300" imgH="393700"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30825" y="3563939"/>
                        <a:ext cx="2324100"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2" name="Text Box 13"/>
          <p:cNvSpPr txBox="1">
            <a:spLocks noChangeArrowheads="1"/>
          </p:cNvSpPr>
          <p:nvPr/>
        </p:nvSpPr>
        <p:spPr bwMode="auto">
          <a:xfrm>
            <a:off x="1909764" y="2303463"/>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隶书" panose="02010509060101010101" pitchFamily="49" charset="-122"/>
              </a:rPr>
              <a:t>取绕线薄层</a:t>
            </a:r>
            <a:r>
              <a:rPr lang="en-US" altLang="zh-CN" sz="2400">
                <a:solidFill>
                  <a:srgbClr val="0000CC"/>
                </a:solidFill>
                <a:ea typeface="隶书" panose="02010509060101010101" pitchFamily="49" charset="-122"/>
              </a:rPr>
              <a:t>dr</a:t>
            </a:r>
            <a:r>
              <a:rPr lang="zh-CN" altLang="en-US" sz="2400">
                <a:solidFill>
                  <a:srgbClr val="0000CC"/>
                </a:solidFill>
                <a:ea typeface="隶书" panose="02010509060101010101" pitchFamily="49" charset="-122"/>
              </a:rPr>
              <a:t>：</a:t>
            </a:r>
          </a:p>
        </p:txBody>
      </p:sp>
      <p:graphicFrame>
        <p:nvGraphicFramePr>
          <p:cNvPr id="79883" name="Object 34"/>
          <p:cNvGraphicFramePr>
            <a:graphicFrameLocks noChangeAspect="1"/>
          </p:cNvGraphicFramePr>
          <p:nvPr/>
        </p:nvGraphicFramePr>
        <p:xfrm>
          <a:off x="2225676" y="4149726"/>
          <a:ext cx="1724025" cy="771525"/>
        </p:xfrm>
        <a:graphic>
          <a:graphicData uri="http://schemas.openxmlformats.org/presentationml/2006/ole">
            <mc:AlternateContent xmlns:mc="http://schemas.openxmlformats.org/markup-compatibility/2006">
              <mc:Choice xmlns:v="urn:schemas-microsoft-com:vml" Requires="v">
                <p:oleObj spid="_x0000_s80133" name="Equation" r:id="rId18" imgW="965200" imgH="431800" progId="Equation.DSMT4">
                  <p:embed/>
                </p:oleObj>
              </mc:Choice>
              <mc:Fallback>
                <p:oleObj name="Equation" r:id="rId18" imgW="965200" imgH="431800" progId="Equation.DSMT4">
                  <p:embed/>
                  <p:pic>
                    <p:nvPicPr>
                      <p:cNvPr id="0" name="Object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5676" y="4149726"/>
                        <a:ext cx="1724025"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4" name="Text Box 38"/>
          <p:cNvSpPr txBox="1">
            <a:spLocks noChangeArrowheads="1"/>
          </p:cNvSpPr>
          <p:nvPr/>
        </p:nvSpPr>
        <p:spPr bwMode="auto">
          <a:xfrm>
            <a:off x="2000251" y="3608388"/>
            <a:ext cx="3375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0000"/>
                </a:solidFill>
                <a:ea typeface="隶书" panose="02010509060101010101" pitchFamily="49" charset="-122"/>
              </a:rPr>
              <a:t>dr</a:t>
            </a:r>
            <a:r>
              <a:rPr lang="zh-CN" altLang="en-US" sz="2400">
                <a:solidFill>
                  <a:srgbClr val="FF0000"/>
                </a:solidFill>
                <a:ea typeface="隶书" panose="02010509060101010101" pitchFamily="49" charset="-122"/>
              </a:rPr>
              <a:t>薄层在</a:t>
            </a:r>
            <a:r>
              <a:rPr lang="en-US" altLang="zh-CN" sz="2400">
                <a:solidFill>
                  <a:srgbClr val="FF0000"/>
                </a:solidFill>
                <a:ea typeface="隶书" panose="02010509060101010101" pitchFamily="49" charset="-122"/>
              </a:rPr>
              <a:t>O</a:t>
            </a:r>
            <a:r>
              <a:rPr lang="zh-CN" altLang="en-US" sz="2400">
                <a:solidFill>
                  <a:srgbClr val="FF0000"/>
                </a:solidFill>
                <a:ea typeface="隶书" panose="02010509060101010101" pitchFamily="49" charset="-122"/>
              </a:rPr>
              <a:t>点的磁场：</a:t>
            </a:r>
          </a:p>
        </p:txBody>
      </p:sp>
      <p:graphicFrame>
        <p:nvGraphicFramePr>
          <p:cNvPr id="79885" name="Object 40"/>
          <p:cNvGraphicFramePr>
            <a:graphicFrameLocks noChangeAspect="1"/>
          </p:cNvGraphicFramePr>
          <p:nvPr/>
        </p:nvGraphicFramePr>
        <p:xfrm>
          <a:off x="2090739" y="5184776"/>
          <a:ext cx="1836737" cy="428625"/>
        </p:xfrm>
        <a:graphic>
          <a:graphicData uri="http://schemas.openxmlformats.org/presentationml/2006/ole">
            <mc:AlternateContent xmlns:mc="http://schemas.openxmlformats.org/markup-compatibility/2006">
              <mc:Choice xmlns:v="urn:schemas-microsoft-com:vml" Requires="v">
                <p:oleObj spid="_x0000_s80134" name="Equation" r:id="rId20" imgW="1193800" imgH="279400" progId="Equation.DSMT4">
                  <p:embed/>
                </p:oleObj>
              </mc:Choice>
              <mc:Fallback>
                <p:oleObj name="Equation" r:id="rId20" imgW="1193800" imgH="279400" progId="Equation.DSMT4">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90739" y="5184776"/>
                        <a:ext cx="1836737"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9886" name="Group 50"/>
          <p:cNvGrpSpPr>
            <a:grpSpLocks/>
          </p:cNvGrpSpPr>
          <p:nvPr/>
        </p:nvGrpSpPr>
        <p:grpSpPr bwMode="auto">
          <a:xfrm>
            <a:off x="6456364" y="773114"/>
            <a:ext cx="3825875" cy="1982787"/>
            <a:chOff x="3107" y="487"/>
            <a:chExt cx="2410" cy="1249"/>
          </a:xfrm>
        </p:grpSpPr>
        <p:sp>
          <p:nvSpPr>
            <p:cNvPr id="79900" name="Line 15"/>
            <p:cNvSpPr>
              <a:spLocks noChangeShapeType="1"/>
            </p:cNvSpPr>
            <p:nvPr/>
          </p:nvSpPr>
          <p:spPr bwMode="auto">
            <a:xfrm>
              <a:off x="3107" y="1111"/>
              <a:ext cx="2410"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1" name="Rectangle 46" descr="轮廓式菱形"/>
            <p:cNvSpPr>
              <a:spLocks noChangeArrowheads="1"/>
            </p:cNvSpPr>
            <p:nvPr/>
          </p:nvSpPr>
          <p:spPr bwMode="auto">
            <a:xfrm>
              <a:off x="3447" y="487"/>
              <a:ext cx="1616" cy="256"/>
            </a:xfrm>
            <a:prstGeom prst="rect">
              <a:avLst/>
            </a:prstGeom>
            <a:pattFill prst="openDmnd">
              <a:fgClr>
                <a:schemeClr val="accent1"/>
              </a:fgClr>
              <a:bgClr>
                <a:schemeClr val="bg1"/>
              </a:bgClr>
            </a:patt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9902" name="Rectangle 47" descr="轮廓式菱形"/>
            <p:cNvSpPr>
              <a:spLocks noChangeArrowheads="1"/>
            </p:cNvSpPr>
            <p:nvPr/>
          </p:nvSpPr>
          <p:spPr bwMode="auto">
            <a:xfrm>
              <a:off x="3447" y="1480"/>
              <a:ext cx="1616" cy="256"/>
            </a:xfrm>
            <a:prstGeom prst="rect">
              <a:avLst/>
            </a:prstGeom>
            <a:pattFill prst="openDmnd">
              <a:fgClr>
                <a:schemeClr val="accent1"/>
              </a:fgClr>
              <a:bgClr>
                <a:schemeClr val="bg1"/>
              </a:bgClr>
            </a:patt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79903" name="Line 48"/>
            <p:cNvSpPr>
              <a:spLocks noChangeShapeType="1"/>
            </p:cNvSpPr>
            <p:nvPr/>
          </p:nvSpPr>
          <p:spPr bwMode="auto">
            <a:xfrm>
              <a:off x="3447" y="572"/>
              <a:ext cx="0" cy="99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4" name="Line 49"/>
            <p:cNvSpPr>
              <a:spLocks noChangeShapeType="1"/>
            </p:cNvSpPr>
            <p:nvPr/>
          </p:nvSpPr>
          <p:spPr bwMode="auto">
            <a:xfrm>
              <a:off x="5063" y="686"/>
              <a:ext cx="0" cy="99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887" name="Line 51"/>
          <p:cNvSpPr>
            <a:spLocks noChangeShapeType="1"/>
          </p:cNvSpPr>
          <p:nvPr/>
        </p:nvSpPr>
        <p:spPr bwMode="auto">
          <a:xfrm>
            <a:off x="6230938" y="908050"/>
            <a:ext cx="364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8" name="Line 52"/>
          <p:cNvSpPr>
            <a:spLocks noChangeShapeType="1"/>
          </p:cNvSpPr>
          <p:nvPr/>
        </p:nvSpPr>
        <p:spPr bwMode="auto">
          <a:xfrm>
            <a:off x="6230938" y="1042988"/>
            <a:ext cx="364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9" name="Line 53"/>
          <p:cNvSpPr>
            <a:spLocks noChangeShapeType="1"/>
          </p:cNvSpPr>
          <p:nvPr/>
        </p:nvSpPr>
        <p:spPr bwMode="auto">
          <a:xfrm flipH="1" flipV="1">
            <a:off x="6996114" y="1042989"/>
            <a:ext cx="1260475" cy="720725"/>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0" name="Line 54"/>
          <p:cNvSpPr>
            <a:spLocks noChangeShapeType="1"/>
          </p:cNvSpPr>
          <p:nvPr/>
        </p:nvSpPr>
        <p:spPr bwMode="auto">
          <a:xfrm flipV="1">
            <a:off x="8256589" y="1042989"/>
            <a:ext cx="1304925" cy="720725"/>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91" name="Object 61"/>
          <p:cNvGraphicFramePr>
            <a:graphicFrameLocks noChangeAspect="1"/>
          </p:cNvGraphicFramePr>
          <p:nvPr/>
        </p:nvGraphicFramePr>
        <p:xfrm>
          <a:off x="7400925" y="1042989"/>
          <a:ext cx="317500" cy="407987"/>
        </p:xfrm>
        <a:graphic>
          <a:graphicData uri="http://schemas.openxmlformats.org/presentationml/2006/ole">
            <mc:AlternateContent xmlns:mc="http://schemas.openxmlformats.org/markup-compatibility/2006">
              <mc:Choice xmlns:v="urn:schemas-microsoft-com:vml" Requires="v">
                <p:oleObj spid="_x0000_s80135" name="Equation" r:id="rId22" imgW="177646" imgH="228402" progId="Equation.DSMT4">
                  <p:embed/>
                </p:oleObj>
              </mc:Choice>
              <mc:Fallback>
                <p:oleObj name="Equation" r:id="rId22" imgW="177646" imgH="228402" progId="Equation.DSMT4">
                  <p:embed/>
                  <p:pic>
                    <p:nvPicPr>
                      <p:cNvPr id="0" name="Object 6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400925" y="1042989"/>
                        <a:ext cx="31750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92" name="Line 62"/>
          <p:cNvSpPr>
            <a:spLocks noChangeShapeType="1"/>
          </p:cNvSpPr>
          <p:nvPr/>
        </p:nvSpPr>
        <p:spPr bwMode="auto">
          <a:xfrm>
            <a:off x="6365875" y="638176"/>
            <a:ext cx="0"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93" name="Line 63"/>
          <p:cNvSpPr>
            <a:spLocks noChangeShapeType="1"/>
          </p:cNvSpPr>
          <p:nvPr/>
        </p:nvSpPr>
        <p:spPr bwMode="auto">
          <a:xfrm flipV="1">
            <a:off x="6365875" y="1042989"/>
            <a:ext cx="0" cy="180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94" name="Line 64"/>
          <p:cNvSpPr>
            <a:spLocks noChangeShapeType="1"/>
          </p:cNvSpPr>
          <p:nvPr/>
        </p:nvSpPr>
        <p:spPr bwMode="auto">
          <a:xfrm>
            <a:off x="8840788" y="1763714"/>
            <a:ext cx="0" cy="5857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95" name="Line 65"/>
          <p:cNvSpPr>
            <a:spLocks noChangeShapeType="1"/>
          </p:cNvSpPr>
          <p:nvPr/>
        </p:nvSpPr>
        <p:spPr bwMode="auto">
          <a:xfrm>
            <a:off x="9561514" y="2754313"/>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6" name="Line 66"/>
          <p:cNvSpPr>
            <a:spLocks noChangeShapeType="1"/>
          </p:cNvSpPr>
          <p:nvPr/>
        </p:nvSpPr>
        <p:spPr bwMode="auto">
          <a:xfrm>
            <a:off x="9786938" y="1763713"/>
            <a:ext cx="0" cy="990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97" name="Object 67"/>
          <p:cNvGraphicFramePr>
            <a:graphicFrameLocks noChangeAspect="1"/>
          </p:cNvGraphicFramePr>
          <p:nvPr/>
        </p:nvGraphicFramePr>
        <p:xfrm>
          <a:off x="2451100" y="2933701"/>
          <a:ext cx="2343150" cy="352425"/>
        </p:xfrm>
        <a:graphic>
          <a:graphicData uri="http://schemas.openxmlformats.org/presentationml/2006/ole">
            <mc:AlternateContent xmlns:mc="http://schemas.openxmlformats.org/markup-compatibility/2006">
              <mc:Choice xmlns:v="urn:schemas-microsoft-com:vml" Requires="v">
                <p:oleObj spid="_x0000_s80136" name="Equation" r:id="rId24" imgW="1524000" imgH="228600" progId="Equation.DSMT4">
                  <p:embed/>
                </p:oleObj>
              </mc:Choice>
              <mc:Fallback>
                <p:oleObj name="Equation" r:id="rId24" imgW="1524000" imgH="228600" progId="Equation.DSMT4">
                  <p:embed/>
                  <p:pic>
                    <p:nvPicPr>
                      <p:cNvPr id="0" name="Object 6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451100" y="2933701"/>
                        <a:ext cx="2343150"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98" name="Object 68"/>
          <p:cNvGraphicFramePr>
            <a:graphicFrameLocks noChangeAspect="1"/>
          </p:cNvGraphicFramePr>
          <p:nvPr/>
        </p:nvGraphicFramePr>
        <p:xfrm>
          <a:off x="5513389" y="4397375"/>
          <a:ext cx="998537" cy="363538"/>
        </p:xfrm>
        <a:graphic>
          <a:graphicData uri="http://schemas.openxmlformats.org/presentationml/2006/ole">
            <mc:AlternateContent xmlns:mc="http://schemas.openxmlformats.org/markup-compatibility/2006">
              <mc:Choice xmlns:v="urn:schemas-microsoft-com:vml" Requires="v">
                <p:oleObj spid="_x0000_s80137" name="Equation" r:id="rId26" imgW="558558" imgH="203112" progId="Equation.DSMT4">
                  <p:embed/>
                </p:oleObj>
              </mc:Choice>
              <mc:Fallback>
                <p:oleObj name="Equation" r:id="rId26" imgW="558558" imgH="203112" progId="Equation.DSMT4">
                  <p:embed/>
                  <p:pic>
                    <p:nvPicPr>
                      <p:cNvPr id="0" name="Object 6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513389" y="4397375"/>
                        <a:ext cx="998537"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99" name="Object 69"/>
          <p:cNvGraphicFramePr>
            <a:graphicFrameLocks noChangeAspect="1"/>
          </p:cNvGraphicFramePr>
          <p:nvPr/>
        </p:nvGraphicFramePr>
        <p:xfrm>
          <a:off x="2181225" y="5768976"/>
          <a:ext cx="3748088" cy="663575"/>
        </p:xfrm>
        <a:graphic>
          <a:graphicData uri="http://schemas.openxmlformats.org/presentationml/2006/ole">
            <mc:AlternateContent xmlns:mc="http://schemas.openxmlformats.org/markup-compatibility/2006">
              <mc:Choice xmlns:v="urn:schemas-microsoft-com:vml" Requires="v">
                <p:oleObj spid="_x0000_s80138" name="Equation" r:id="rId28" imgW="2438400" imgH="431800" progId="Equation.DSMT4">
                  <p:embed/>
                </p:oleObj>
              </mc:Choice>
              <mc:Fallback>
                <p:oleObj name="Equation" r:id="rId28" imgW="2438400" imgH="431800" progId="Equation.DSMT4">
                  <p:embed/>
                  <p:pic>
                    <p:nvPicPr>
                      <p:cNvPr id="0" name="Object 6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181225" y="5768976"/>
                        <a:ext cx="3748088"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2" name="Object 4"/>
          <p:cNvGraphicFramePr>
            <a:graphicFrameLocks noChangeAspect="1"/>
          </p:cNvGraphicFramePr>
          <p:nvPr/>
        </p:nvGraphicFramePr>
        <p:xfrm>
          <a:off x="9842501" y="2024064"/>
          <a:ext cx="339725" cy="407987"/>
        </p:xfrm>
        <a:graphic>
          <a:graphicData uri="http://schemas.openxmlformats.org/presentationml/2006/ole">
            <mc:AlternateContent xmlns:mc="http://schemas.openxmlformats.org/markup-compatibility/2006">
              <mc:Choice xmlns:v="urn:schemas-microsoft-com:vml" Requires="v">
                <p:oleObj spid="_x0000_s82157" name="Equation" r:id="rId4" imgW="190500" imgH="228600" progId="Equation.DSMT4">
                  <p:embed/>
                </p:oleObj>
              </mc:Choice>
              <mc:Fallback>
                <p:oleObj name="Equation" r:id="rId4" imgW="19050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42501" y="2024064"/>
                        <a:ext cx="339725"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3" name="Object 5"/>
          <p:cNvGraphicFramePr>
            <a:graphicFrameLocks noChangeAspect="1"/>
          </p:cNvGraphicFramePr>
          <p:nvPr/>
        </p:nvGraphicFramePr>
        <p:xfrm>
          <a:off x="7986713" y="1808163"/>
          <a:ext cx="271462" cy="317500"/>
        </p:xfrm>
        <a:graphic>
          <a:graphicData uri="http://schemas.openxmlformats.org/presentationml/2006/ole">
            <mc:AlternateContent xmlns:mc="http://schemas.openxmlformats.org/markup-compatibility/2006">
              <mc:Choice xmlns:v="urn:schemas-microsoft-com:vml" Requires="v">
                <p:oleObj spid="_x0000_s82158" name="Equation" r:id="rId6" imgW="152202" imgH="177569" progId="Equation.DSMT4">
                  <p:embed/>
                </p:oleObj>
              </mc:Choice>
              <mc:Fallback>
                <p:oleObj name="Equation" r:id="rId6" imgW="152202" imgH="177569"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86713" y="1808163"/>
                        <a:ext cx="27146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4" name="Object 6"/>
          <p:cNvGraphicFramePr>
            <a:graphicFrameLocks noChangeAspect="1"/>
          </p:cNvGraphicFramePr>
          <p:nvPr/>
        </p:nvGraphicFramePr>
        <p:xfrm>
          <a:off x="9021764" y="1854200"/>
          <a:ext cx="293687" cy="406400"/>
        </p:xfrm>
        <a:graphic>
          <a:graphicData uri="http://schemas.openxmlformats.org/presentationml/2006/ole">
            <mc:AlternateContent xmlns:mc="http://schemas.openxmlformats.org/markup-compatibility/2006">
              <mc:Choice xmlns:v="urn:schemas-microsoft-com:vml" Requires="v">
                <p:oleObj spid="_x0000_s82159" name="Equation" r:id="rId8" imgW="165028" imgH="228501" progId="Equation.DSMT4">
                  <p:embed/>
                </p:oleObj>
              </mc:Choice>
              <mc:Fallback>
                <p:oleObj name="Equation" r:id="rId8" imgW="165028" imgH="228501"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21764" y="1854200"/>
                        <a:ext cx="2936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5" name="Object 7"/>
          <p:cNvGraphicFramePr>
            <a:graphicFrameLocks noChangeAspect="1"/>
          </p:cNvGraphicFramePr>
          <p:nvPr/>
        </p:nvGraphicFramePr>
        <p:xfrm>
          <a:off x="5916613" y="819150"/>
          <a:ext cx="341312" cy="317500"/>
        </p:xfrm>
        <a:graphic>
          <a:graphicData uri="http://schemas.openxmlformats.org/presentationml/2006/ole">
            <mc:AlternateContent xmlns:mc="http://schemas.openxmlformats.org/markup-compatibility/2006">
              <mc:Choice xmlns:v="urn:schemas-microsoft-com:vml" Requires="v">
                <p:oleObj spid="_x0000_s82160" name="Equation" r:id="rId10" imgW="190335" imgH="177646" progId="Equation.DSMT4">
                  <p:embed/>
                </p:oleObj>
              </mc:Choice>
              <mc:Fallback>
                <p:oleObj name="Equation" r:id="rId10" imgW="190335" imgH="177646"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16613" y="819150"/>
                        <a:ext cx="3413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8"/>
          <p:cNvGraphicFramePr>
            <a:graphicFrameLocks noChangeAspect="1"/>
          </p:cNvGraphicFramePr>
          <p:nvPr/>
        </p:nvGraphicFramePr>
        <p:xfrm>
          <a:off x="9426576" y="1089025"/>
          <a:ext cx="339725" cy="407988"/>
        </p:xfrm>
        <a:graphic>
          <a:graphicData uri="http://schemas.openxmlformats.org/presentationml/2006/ole">
            <mc:AlternateContent xmlns:mc="http://schemas.openxmlformats.org/markup-compatibility/2006">
              <mc:Choice xmlns:v="urn:schemas-microsoft-com:vml" Requires="v">
                <p:oleObj spid="_x0000_s82161" name="Equation" r:id="rId12" imgW="190500" imgH="228600" progId="Equation.DSMT4">
                  <p:embed/>
                </p:oleObj>
              </mc:Choice>
              <mc:Fallback>
                <p:oleObj name="Equation" r:id="rId12" imgW="190500" imgH="2286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26576" y="1089025"/>
                        <a:ext cx="33972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7" name="Object 9"/>
          <p:cNvGraphicFramePr>
            <a:graphicFrameLocks noChangeAspect="1"/>
          </p:cNvGraphicFramePr>
          <p:nvPr/>
        </p:nvGraphicFramePr>
        <p:xfrm>
          <a:off x="2225676" y="1179513"/>
          <a:ext cx="936625" cy="704850"/>
        </p:xfrm>
        <a:graphic>
          <a:graphicData uri="http://schemas.openxmlformats.org/presentationml/2006/ole">
            <mc:AlternateContent xmlns:mc="http://schemas.openxmlformats.org/markup-compatibility/2006">
              <mc:Choice xmlns:v="urn:schemas-microsoft-com:vml" Requires="v">
                <p:oleObj spid="_x0000_s82162" name="Equation" r:id="rId14" imgW="609600" imgH="457200" progId="Equation.DSMT4">
                  <p:embed/>
                </p:oleObj>
              </mc:Choice>
              <mc:Fallback>
                <p:oleObj name="Equation" r:id="rId14" imgW="609600" imgH="4572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25676" y="1179513"/>
                        <a:ext cx="936625"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8" name="Text Box 11"/>
          <p:cNvSpPr txBox="1">
            <a:spLocks noChangeArrowheads="1"/>
          </p:cNvSpPr>
          <p:nvPr/>
        </p:nvSpPr>
        <p:spPr bwMode="auto">
          <a:xfrm>
            <a:off x="3530601" y="4238625"/>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隶书" panose="02010509060101010101" pitchFamily="49" charset="-122"/>
              </a:rPr>
              <a:t>约化半尺度</a:t>
            </a:r>
          </a:p>
        </p:txBody>
      </p:sp>
      <p:graphicFrame>
        <p:nvGraphicFramePr>
          <p:cNvPr id="81929" name="Object 14"/>
          <p:cNvGraphicFramePr>
            <a:graphicFrameLocks noChangeAspect="1"/>
          </p:cNvGraphicFramePr>
          <p:nvPr/>
        </p:nvGraphicFramePr>
        <p:xfrm>
          <a:off x="2360614" y="4329114"/>
          <a:ext cx="839787" cy="350837"/>
        </p:xfrm>
        <a:graphic>
          <a:graphicData uri="http://schemas.openxmlformats.org/presentationml/2006/ole">
            <mc:AlternateContent xmlns:mc="http://schemas.openxmlformats.org/markup-compatibility/2006">
              <mc:Choice xmlns:v="urn:schemas-microsoft-com:vml" Requires="v">
                <p:oleObj spid="_x0000_s82163" name="Equation" r:id="rId16" imgW="545863" imgH="228501" progId="Equation.DSMT4">
                  <p:embed/>
                </p:oleObj>
              </mc:Choice>
              <mc:Fallback>
                <p:oleObj name="Equation" r:id="rId16" imgW="545863" imgH="228501"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60614" y="4329114"/>
                        <a:ext cx="839787"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1930" name="Group 15"/>
          <p:cNvGrpSpPr>
            <a:grpSpLocks/>
          </p:cNvGrpSpPr>
          <p:nvPr/>
        </p:nvGrpSpPr>
        <p:grpSpPr bwMode="auto">
          <a:xfrm>
            <a:off x="6456364" y="773114"/>
            <a:ext cx="3825875" cy="1982787"/>
            <a:chOff x="3107" y="487"/>
            <a:chExt cx="2410" cy="1249"/>
          </a:xfrm>
        </p:grpSpPr>
        <p:sp>
          <p:nvSpPr>
            <p:cNvPr id="81948" name="Line 16"/>
            <p:cNvSpPr>
              <a:spLocks noChangeShapeType="1"/>
            </p:cNvSpPr>
            <p:nvPr/>
          </p:nvSpPr>
          <p:spPr bwMode="auto">
            <a:xfrm>
              <a:off x="3107" y="1111"/>
              <a:ext cx="2410" cy="0"/>
            </a:xfrm>
            <a:prstGeom prst="line">
              <a:avLst/>
            </a:prstGeom>
            <a:noFill/>
            <a:ln w="9525">
              <a:solidFill>
                <a:srgbClr val="FF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9" name="Rectangle 17" descr="轮廓式菱形"/>
            <p:cNvSpPr>
              <a:spLocks noChangeArrowheads="1"/>
            </p:cNvSpPr>
            <p:nvPr/>
          </p:nvSpPr>
          <p:spPr bwMode="auto">
            <a:xfrm>
              <a:off x="3447" y="487"/>
              <a:ext cx="1616" cy="256"/>
            </a:xfrm>
            <a:prstGeom prst="rect">
              <a:avLst/>
            </a:prstGeom>
            <a:pattFill prst="openDmnd">
              <a:fgClr>
                <a:schemeClr val="accent1"/>
              </a:fgClr>
              <a:bgClr>
                <a:schemeClr val="bg1"/>
              </a:bgClr>
            </a:patt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81950" name="Rectangle 18" descr="轮廓式菱形"/>
            <p:cNvSpPr>
              <a:spLocks noChangeArrowheads="1"/>
            </p:cNvSpPr>
            <p:nvPr/>
          </p:nvSpPr>
          <p:spPr bwMode="auto">
            <a:xfrm>
              <a:off x="3447" y="1480"/>
              <a:ext cx="1616" cy="256"/>
            </a:xfrm>
            <a:prstGeom prst="rect">
              <a:avLst/>
            </a:prstGeom>
            <a:pattFill prst="openDmnd">
              <a:fgClr>
                <a:schemeClr val="accent1"/>
              </a:fgClr>
              <a:bgClr>
                <a:schemeClr val="bg1"/>
              </a:bgClr>
            </a:patt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81951" name="Line 19"/>
            <p:cNvSpPr>
              <a:spLocks noChangeShapeType="1"/>
            </p:cNvSpPr>
            <p:nvPr/>
          </p:nvSpPr>
          <p:spPr bwMode="auto">
            <a:xfrm>
              <a:off x="3447" y="572"/>
              <a:ext cx="0" cy="99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2" name="Line 20"/>
            <p:cNvSpPr>
              <a:spLocks noChangeShapeType="1"/>
            </p:cNvSpPr>
            <p:nvPr/>
          </p:nvSpPr>
          <p:spPr bwMode="auto">
            <a:xfrm>
              <a:off x="5063" y="686"/>
              <a:ext cx="0" cy="99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931" name="Line 21"/>
          <p:cNvSpPr>
            <a:spLocks noChangeShapeType="1"/>
          </p:cNvSpPr>
          <p:nvPr/>
        </p:nvSpPr>
        <p:spPr bwMode="auto">
          <a:xfrm>
            <a:off x="6230938" y="908050"/>
            <a:ext cx="364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2" name="Line 22"/>
          <p:cNvSpPr>
            <a:spLocks noChangeShapeType="1"/>
          </p:cNvSpPr>
          <p:nvPr/>
        </p:nvSpPr>
        <p:spPr bwMode="auto">
          <a:xfrm>
            <a:off x="6230938" y="1042988"/>
            <a:ext cx="364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3" name="Line 23"/>
          <p:cNvSpPr>
            <a:spLocks noChangeShapeType="1"/>
          </p:cNvSpPr>
          <p:nvPr/>
        </p:nvSpPr>
        <p:spPr bwMode="auto">
          <a:xfrm flipH="1" flipV="1">
            <a:off x="6996114" y="1042989"/>
            <a:ext cx="1260475" cy="720725"/>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4" name="Line 24"/>
          <p:cNvSpPr>
            <a:spLocks noChangeShapeType="1"/>
          </p:cNvSpPr>
          <p:nvPr/>
        </p:nvSpPr>
        <p:spPr bwMode="auto">
          <a:xfrm flipV="1">
            <a:off x="8256589" y="1042989"/>
            <a:ext cx="1304925" cy="720725"/>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1935" name="Object 25"/>
          <p:cNvGraphicFramePr>
            <a:graphicFrameLocks noChangeAspect="1"/>
          </p:cNvGraphicFramePr>
          <p:nvPr/>
        </p:nvGraphicFramePr>
        <p:xfrm>
          <a:off x="7400925" y="1042989"/>
          <a:ext cx="317500" cy="407987"/>
        </p:xfrm>
        <a:graphic>
          <a:graphicData uri="http://schemas.openxmlformats.org/presentationml/2006/ole">
            <mc:AlternateContent xmlns:mc="http://schemas.openxmlformats.org/markup-compatibility/2006">
              <mc:Choice xmlns:v="urn:schemas-microsoft-com:vml" Requires="v">
                <p:oleObj spid="_x0000_s82164" name="Equation" r:id="rId18" imgW="177646" imgH="228402" progId="Equation.DSMT4">
                  <p:embed/>
                </p:oleObj>
              </mc:Choice>
              <mc:Fallback>
                <p:oleObj name="Equation" r:id="rId18" imgW="177646" imgH="228402" progId="Equation.DSMT4">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00925" y="1042989"/>
                        <a:ext cx="31750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6" name="Line 26"/>
          <p:cNvSpPr>
            <a:spLocks noChangeShapeType="1"/>
          </p:cNvSpPr>
          <p:nvPr/>
        </p:nvSpPr>
        <p:spPr bwMode="auto">
          <a:xfrm>
            <a:off x="6365875" y="638176"/>
            <a:ext cx="0"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7" name="Line 27"/>
          <p:cNvSpPr>
            <a:spLocks noChangeShapeType="1"/>
          </p:cNvSpPr>
          <p:nvPr/>
        </p:nvSpPr>
        <p:spPr bwMode="auto">
          <a:xfrm flipV="1">
            <a:off x="6365875" y="1042989"/>
            <a:ext cx="0" cy="180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8" name="Line 28"/>
          <p:cNvSpPr>
            <a:spLocks noChangeShapeType="1"/>
          </p:cNvSpPr>
          <p:nvPr/>
        </p:nvSpPr>
        <p:spPr bwMode="auto">
          <a:xfrm>
            <a:off x="8840788" y="1763714"/>
            <a:ext cx="0" cy="5857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9" name="Line 29"/>
          <p:cNvSpPr>
            <a:spLocks noChangeShapeType="1"/>
          </p:cNvSpPr>
          <p:nvPr/>
        </p:nvSpPr>
        <p:spPr bwMode="auto">
          <a:xfrm>
            <a:off x="9561514" y="2754313"/>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0" name="Line 30"/>
          <p:cNvSpPr>
            <a:spLocks noChangeShapeType="1"/>
          </p:cNvSpPr>
          <p:nvPr/>
        </p:nvSpPr>
        <p:spPr bwMode="auto">
          <a:xfrm>
            <a:off x="9786938" y="1763713"/>
            <a:ext cx="0" cy="990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1941" name="Object 33"/>
          <p:cNvGraphicFramePr>
            <a:graphicFrameLocks noChangeAspect="1"/>
          </p:cNvGraphicFramePr>
          <p:nvPr/>
        </p:nvGraphicFramePr>
        <p:xfrm>
          <a:off x="2000250" y="323851"/>
          <a:ext cx="3748088" cy="663575"/>
        </p:xfrm>
        <a:graphic>
          <a:graphicData uri="http://schemas.openxmlformats.org/presentationml/2006/ole">
            <mc:AlternateContent xmlns:mc="http://schemas.openxmlformats.org/markup-compatibility/2006">
              <mc:Choice xmlns:v="urn:schemas-microsoft-com:vml" Requires="v">
                <p:oleObj spid="_x0000_s82165" name="Equation" r:id="rId20" imgW="2438400" imgH="431800" progId="Equation.DSMT4">
                  <p:embed/>
                </p:oleObj>
              </mc:Choice>
              <mc:Fallback>
                <p:oleObj name="Equation" r:id="rId20" imgW="2438400" imgH="431800" progId="Equation.DSMT4">
                  <p:embed/>
                  <p:pic>
                    <p:nvPicPr>
                      <p:cNvPr id="0" name="Object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00250" y="323851"/>
                        <a:ext cx="3748088"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42" name="Object 34"/>
          <p:cNvGraphicFramePr>
            <a:graphicFrameLocks noChangeAspect="1"/>
          </p:cNvGraphicFramePr>
          <p:nvPr/>
        </p:nvGraphicFramePr>
        <p:xfrm>
          <a:off x="1955800" y="2079626"/>
          <a:ext cx="4370388" cy="822325"/>
        </p:xfrm>
        <a:graphic>
          <a:graphicData uri="http://schemas.openxmlformats.org/presentationml/2006/ole">
            <mc:AlternateContent xmlns:mc="http://schemas.openxmlformats.org/markup-compatibility/2006">
              <mc:Choice xmlns:v="urn:schemas-microsoft-com:vml" Requires="v">
                <p:oleObj spid="_x0000_s82166" name="Equation" r:id="rId22" imgW="2844800" imgH="533400" progId="Equation.DSMT4">
                  <p:embed/>
                </p:oleObj>
              </mc:Choice>
              <mc:Fallback>
                <p:oleObj name="Equation" r:id="rId22" imgW="2844800" imgH="533400" progId="Equation.DSMT4">
                  <p:embed/>
                  <p:pic>
                    <p:nvPicPr>
                      <p:cNvPr id="0" name="Object 3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55800" y="2079626"/>
                        <a:ext cx="4370388"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43" name="Object 35"/>
          <p:cNvGraphicFramePr>
            <a:graphicFrameLocks noChangeAspect="1"/>
          </p:cNvGraphicFramePr>
          <p:nvPr/>
        </p:nvGraphicFramePr>
        <p:xfrm>
          <a:off x="1909763" y="3203576"/>
          <a:ext cx="2633662" cy="822325"/>
        </p:xfrm>
        <a:graphic>
          <a:graphicData uri="http://schemas.openxmlformats.org/presentationml/2006/ole">
            <mc:AlternateContent xmlns:mc="http://schemas.openxmlformats.org/markup-compatibility/2006">
              <mc:Choice xmlns:v="urn:schemas-microsoft-com:vml" Requires="v">
                <p:oleObj spid="_x0000_s82167" name="Equation" r:id="rId24" imgW="1714500" imgH="533400" progId="Equation.DSMT4">
                  <p:embed/>
                </p:oleObj>
              </mc:Choice>
              <mc:Fallback>
                <p:oleObj name="Equation" r:id="rId24" imgW="1714500" imgH="533400" progId="Equation.DSMT4">
                  <p:embed/>
                  <p:pic>
                    <p:nvPicPr>
                      <p:cNvPr id="0" name="Object 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09763" y="3203576"/>
                        <a:ext cx="263366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44" name="Object 36"/>
          <p:cNvGraphicFramePr>
            <a:graphicFrameLocks noChangeAspect="1"/>
          </p:cNvGraphicFramePr>
          <p:nvPr/>
        </p:nvGraphicFramePr>
        <p:xfrm>
          <a:off x="2270125" y="5094289"/>
          <a:ext cx="1035050" cy="350837"/>
        </p:xfrm>
        <a:graphic>
          <a:graphicData uri="http://schemas.openxmlformats.org/presentationml/2006/ole">
            <mc:AlternateContent xmlns:mc="http://schemas.openxmlformats.org/markup-compatibility/2006">
              <mc:Choice xmlns:v="urn:schemas-microsoft-com:vml" Requires="v">
                <p:oleObj spid="_x0000_s82168" name="Equation" r:id="rId26" imgW="672808" imgH="228501" progId="Equation.DSMT4">
                  <p:embed/>
                </p:oleObj>
              </mc:Choice>
              <mc:Fallback>
                <p:oleObj name="Equation" r:id="rId26" imgW="672808" imgH="228501" progId="Equation.DSMT4">
                  <p:embed/>
                  <p:pic>
                    <p:nvPicPr>
                      <p:cNvPr id="0" name="Object 3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70125" y="5094289"/>
                        <a:ext cx="1035050"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45" name="Text Box 37"/>
          <p:cNvSpPr txBox="1">
            <a:spLocks noChangeArrowheads="1"/>
          </p:cNvSpPr>
          <p:nvPr/>
        </p:nvSpPr>
        <p:spPr bwMode="auto">
          <a:xfrm>
            <a:off x="3530601" y="5003800"/>
            <a:ext cx="2339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隶书" panose="02010509060101010101" pitchFamily="49" charset="-122"/>
              </a:rPr>
              <a:t>约化外半径</a:t>
            </a:r>
          </a:p>
        </p:txBody>
      </p:sp>
      <p:sp>
        <p:nvSpPr>
          <p:cNvPr id="81946" name="AutoShape 38"/>
          <p:cNvSpPr>
            <a:spLocks/>
          </p:cNvSpPr>
          <p:nvPr/>
        </p:nvSpPr>
        <p:spPr bwMode="auto">
          <a:xfrm>
            <a:off x="2000250" y="4464051"/>
            <a:ext cx="223838" cy="809625"/>
          </a:xfrm>
          <a:prstGeom prst="leftBrace">
            <a:avLst>
              <a:gd name="adj1" fmla="val 3014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81947" name="TextBox 31"/>
          <p:cNvSpPr txBox="1">
            <a:spLocks noChangeArrowheads="1"/>
          </p:cNvSpPr>
          <p:nvPr/>
        </p:nvSpPr>
        <p:spPr bwMode="auto">
          <a:xfrm>
            <a:off x="7445376" y="5138739"/>
            <a:ext cx="234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latin typeface="Symbol" panose="05050102010706020507" pitchFamily="18" charset="2"/>
              </a:rPr>
              <a:t>作业：</a:t>
            </a:r>
            <a:r>
              <a:rPr lang="en-US" altLang="zh-CN" sz="1800">
                <a:latin typeface="Symbol" panose="05050102010706020507" pitchFamily="18" charset="2"/>
              </a:rPr>
              <a:t>2,3</a:t>
            </a:r>
            <a:r>
              <a:rPr lang="zh-CN" altLang="en-US" sz="1800">
                <a:latin typeface="Symbol" panose="05050102010706020507" pitchFamily="18" charset="2"/>
              </a:rPr>
              <a:t>，</a:t>
            </a:r>
            <a:r>
              <a:rPr lang="en-US" altLang="zh-CN" sz="1800">
                <a:latin typeface="Symbol" panose="05050102010706020507" pitchFamily="18" charset="2"/>
              </a:rPr>
              <a:t>4</a:t>
            </a:r>
            <a:endParaRPr lang="zh-CN" altLang="en-US" sz="1800">
              <a:latin typeface="Symbol" panose="05050102010706020507" pitchFamily="18" charset="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981200" y="274638"/>
            <a:ext cx="8229600" cy="588962"/>
          </a:xfrm>
        </p:spPr>
        <p:txBody>
          <a:bodyPr/>
          <a:lstStyle/>
          <a:p>
            <a:pPr eaLnBrk="1" hangingPunct="1"/>
            <a:r>
              <a:rPr lang="zh-CN" altLang="en-US" sz="4000"/>
              <a:t>磁场的几何描述</a:t>
            </a:r>
          </a:p>
        </p:txBody>
      </p:sp>
      <p:sp>
        <p:nvSpPr>
          <p:cNvPr id="83971" name="Rectangle 3"/>
          <p:cNvSpPr>
            <a:spLocks noGrp="1" noChangeArrowheads="1"/>
          </p:cNvSpPr>
          <p:nvPr>
            <p:ph type="body" idx="1"/>
          </p:nvPr>
        </p:nvSpPr>
        <p:spPr>
          <a:xfrm>
            <a:off x="1955800" y="1042988"/>
            <a:ext cx="8229600" cy="4525962"/>
          </a:xfrm>
        </p:spPr>
        <p:txBody>
          <a:bodyPr/>
          <a:lstStyle/>
          <a:p>
            <a:pPr eaLnBrk="1" hangingPunct="1"/>
            <a:r>
              <a:rPr lang="zh-CN" altLang="en-US">
                <a:solidFill>
                  <a:srgbClr val="0000CC"/>
                </a:solidFill>
              </a:rPr>
              <a:t>磁力线：曲线上每一点的切线方向正是该点磁感应强度</a:t>
            </a:r>
            <a:r>
              <a:rPr lang="en-US" altLang="zh-CN">
                <a:solidFill>
                  <a:srgbClr val="0000CC"/>
                </a:solidFill>
              </a:rPr>
              <a:t>B</a:t>
            </a:r>
            <a:r>
              <a:rPr lang="zh-CN" altLang="en-US">
                <a:solidFill>
                  <a:srgbClr val="0000CC"/>
                </a:solidFill>
              </a:rPr>
              <a:t>的方向，这样的曲线叫做磁感应线。</a:t>
            </a:r>
          </a:p>
          <a:p>
            <a:pPr eaLnBrk="1" hangingPunct="1"/>
            <a:r>
              <a:rPr lang="zh-CN" altLang="en-US">
                <a:solidFill>
                  <a:srgbClr val="FF0000"/>
                </a:solidFill>
              </a:rPr>
              <a:t>磁力线数密度：垂直磁力线的单位横截面穿过的磁力线数与该处的磁感应强度值等</a:t>
            </a:r>
          </a:p>
          <a:p>
            <a:pPr eaLnBrk="1" hangingPunct="1"/>
            <a:r>
              <a:rPr lang="zh-CN" altLang="en-US" b="1">
                <a:solidFill>
                  <a:srgbClr val="0000CC"/>
                </a:solidFill>
              </a:rPr>
              <a:t>磁感应曲线图：可以把磁场在空间的各自处的强弱、方向分布情况直观、形象在表示出来。</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981200" y="274639"/>
            <a:ext cx="2540000" cy="319087"/>
          </a:xfrm>
        </p:spPr>
        <p:txBody>
          <a:bodyPr/>
          <a:lstStyle/>
          <a:p>
            <a:pPr eaLnBrk="1" hangingPunct="1"/>
            <a:r>
              <a:rPr lang="zh-CN" altLang="en-US" sz="4000"/>
              <a:t>磁力线</a:t>
            </a:r>
          </a:p>
        </p:txBody>
      </p:sp>
      <p:pic>
        <p:nvPicPr>
          <p:cNvPr id="860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0489" y="819151"/>
            <a:ext cx="187642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6039" y="3338514"/>
            <a:ext cx="39147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5625" y="638175"/>
            <a:ext cx="3270250"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2" name="Text Box 6"/>
          <p:cNvSpPr txBox="1">
            <a:spLocks noChangeArrowheads="1"/>
          </p:cNvSpPr>
          <p:nvPr/>
        </p:nvSpPr>
        <p:spPr bwMode="auto">
          <a:xfrm>
            <a:off x="4651415" y="863601"/>
            <a:ext cx="55399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华文行楷" panose="02010800040101010101" pitchFamily="2" charset="-122"/>
              </a:rPr>
              <a:t>通电直导线</a:t>
            </a:r>
          </a:p>
        </p:txBody>
      </p:sp>
      <p:sp>
        <p:nvSpPr>
          <p:cNvPr id="86023" name="Text Box 7"/>
          <p:cNvSpPr txBox="1">
            <a:spLocks noChangeArrowheads="1"/>
          </p:cNvSpPr>
          <p:nvPr/>
        </p:nvSpPr>
        <p:spPr bwMode="auto">
          <a:xfrm>
            <a:off x="3170238" y="5768975"/>
            <a:ext cx="2654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华文中宋" panose="02010600040101010101" pitchFamily="2" charset="-122"/>
              </a:rPr>
              <a:t>通电平行直导线</a:t>
            </a:r>
          </a:p>
        </p:txBody>
      </p:sp>
      <p:sp>
        <p:nvSpPr>
          <p:cNvPr id="86024" name="Text Box 8"/>
          <p:cNvSpPr txBox="1">
            <a:spLocks noChangeArrowheads="1"/>
          </p:cNvSpPr>
          <p:nvPr/>
        </p:nvSpPr>
        <p:spPr bwMode="auto">
          <a:xfrm>
            <a:off x="7805739" y="4373563"/>
            <a:ext cx="1665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hlink"/>
                </a:solidFill>
                <a:ea typeface="华文中宋" panose="02010600040101010101" pitchFamily="2" charset="-122"/>
              </a:rPr>
              <a:t>通电圆环</a:t>
            </a:r>
          </a:p>
        </p:txBody>
      </p:sp>
      <p:sp>
        <p:nvSpPr>
          <p:cNvPr id="86025" name="Line 10"/>
          <p:cNvSpPr>
            <a:spLocks noChangeShapeType="1"/>
          </p:cNvSpPr>
          <p:nvPr/>
        </p:nvSpPr>
        <p:spPr bwMode="auto">
          <a:xfrm flipH="1" flipV="1">
            <a:off x="4025900" y="4059238"/>
            <a:ext cx="495300" cy="4492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026" name="Line 11"/>
          <p:cNvSpPr>
            <a:spLocks noChangeShapeType="1"/>
          </p:cNvSpPr>
          <p:nvPr/>
        </p:nvSpPr>
        <p:spPr bwMode="auto">
          <a:xfrm>
            <a:off x="4521200" y="4508500"/>
            <a:ext cx="495300" cy="4064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981200" y="274639"/>
            <a:ext cx="2540000" cy="319087"/>
          </a:xfrm>
        </p:spPr>
        <p:txBody>
          <a:bodyPr/>
          <a:lstStyle/>
          <a:p>
            <a:pPr eaLnBrk="1" hangingPunct="1"/>
            <a:r>
              <a:rPr lang="zh-CN" altLang="en-US" sz="4000"/>
              <a:t>磁力线</a:t>
            </a:r>
          </a:p>
        </p:txBody>
      </p:sp>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684214"/>
            <a:ext cx="41814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314" y="1179513"/>
            <a:ext cx="42005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Text Box 5"/>
          <p:cNvSpPr txBox="1">
            <a:spLocks noChangeArrowheads="1"/>
          </p:cNvSpPr>
          <p:nvPr/>
        </p:nvSpPr>
        <p:spPr bwMode="auto">
          <a:xfrm>
            <a:off x="2405064" y="4149725"/>
            <a:ext cx="2655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华文新魏" panose="02010800040101010101" pitchFamily="2" charset="-122"/>
              </a:rPr>
              <a:t>有限长通电螺线管</a:t>
            </a:r>
          </a:p>
        </p:txBody>
      </p:sp>
      <p:sp>
        <p:nvSpPr>
          <p:cNvPr id="88070" name="Text Box 6"/>
          <p:cNvSpPr txBox="1">
            <a:spLocks noChangeArrowheads="1"/>
          </p:cNvSpPr>
          <p:nvPr/>
        </p:nvSpPr>
        <p:spPr bwMode="auto">
          <a:xfrm>
            <a:off x="7805738" y="410368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华文新魏" panose="02010800040101010101" pitchFamily="2" charset="-122"/>
              </a:rPr>
              <a:t>磁铁</a:t>
            </a:r>
          </a:p>
        </p:txBody>
      </p:sp>
      <p:sp>
        <p:nvSpPr>
          <p:cNvPr id="88071" name="Text Box 7"/>
          <p:cNvSpPr txBox="1">
            <a:spLocks noChangeArrowheads="1"/>
          </p:cNvSpPr>
          <p:nvPr/>
        </p:nvSpPr>
        <p:spPr bwMode="auto">
          <a:xfrm>
            <a:off x="2135189" y="4643438"/>
            <a:ext cx="778668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ea typeface="华文新魏" panose="02010800040101010101" pitchFamily="2" charset="-122"/>
              </a:rPr>
              <a:t>磁棒的磁感应线是从</a:t>
            </a:r>
            <a:r>
              <a:rPr lang="en-US" altLang="zh-CN" sz="2400">
                <a:solidFill>
                  <a:srgbClr val="0000CC"/>
                </a:solidFill>
                <a:ea typeface="华文新魏" panose="02010800040101010101" pitchFamily="2" charset="-122"/>
              </a:rPr>
              <a:t>N</a:t>
            </a:r>
            <a:r>
              <a:rPr lang="zh-CN" altLang="en-US" sz="2400">
                <a:solidFill>
                  <a:srgbClr val="0000CC"/>
                </a:solidFill>
                <a:ea typeface="华文新魏" panose="02010800040101010101" pitchFamily="2" charset="-122"/>
              </a:rPr>
              <a:t>极出发走向</a:t>
            </a:r>
            <a:r>
              <a:rPr lang="en-US" altLang="zh-CN" sz="2400">
                <a:solidFill>
                  <a:srgbClr val="0000CC"/>
                </a:solidFill>
                <a:ea typeface="华文新魏" panose="02010800040101010101" pitchFamily="2" charset="-122"/>
              </a:rPr>
              <a:t>S</a:t>
            </a:r>
            <a:r>
              <a:rPr lang="zh-CN" altLang="en-US" sz="2400">
                <a:solidFill>
                  <a:srgbClr val="0000CC"/>
                </a:solidFill>
                <a:ea typeface="华文新魏" panose="02010800040101010101" pitchFamily="2" charset="-122"/>
              </a:rPr>
              <a:t>极</a:t>
            </a:r>
          </a:p>
          <a:p>
            <a:pPr eaLnBrk="1" hangingPunct="1">
              <a:spcBef>
                <a:spcPct val="50000"/>
              </a:spcBef>
              <a:buFontTx/>
              <a:buNone/>
            </a:pPr>
            <a:r>
              <a:rPr lang="zh-CN" altLang="en-US" sz="2400">
                <a:solidFill>
                  <a:srgbClr val="FF0000"/>
                </a:solidFill>
                <a:ea typeface="华文新魏" panose="02010800040101010101" pitchFamily="2" charset="-122"/>
              </a:rPr>
              <a:t>螺线管在外部的磁感应线与磁棒的磁感应线十分相似</a:t>
            </a:r>
            <a:r>
              <a:rPr lang="en-US" altLang="zh-CN" sz="2400">
                <a:solidFill>
                  <a:srgbClr val="FF0000"/>
                </a:solidFill>
                <a:ea typeface="华文新魏" panose="02010800040101010101" pitchFamily="2" charset="-122"/>
              </a:rPr>
              <a:t>,</a:t>
            </a:r>
            <a:r>
              <a:rPr lang="zh-CN" altLang="en-US" sz="2400">
                <a:solidFill>
                  <a:srgbClr val="FF0000"/>
                </a:solidFill>
                <a:ea typeface="华文新魏" panose="02010800040101010101" pitchFamily="2" charset="-122"/>
              </a:rPr>
              <a:t>它从是螺线管的一端</a:t>
            </a:r>
            <a:r>
              <a:rPr lang="en-US" altLang="zh-CN" sz="2400">
                <a:solidFill>
                  <a:srgbClr val="FF0000"/>
                </a:solidFill>
                <a:ea typeface="华文新魏" panose="02010800040101010101" pitchFamily="2" charset="-122"/>
              </a:rPr>
              <a:t>(</a:t>
            </a:r>
            <a:r>
              <a:rPr lang="zh-CN" altLang="en-US" sz="2400">
                <a:solidFill>
                  <a:srgbClr val="FF0000"/>
                </a:solidFill>
                <a:ea typeface="华文新魏" panose="02010800040101010101" pitchFamily="2" charset="-122"/>
              </a:rPr>
              <a:t>等效</a:t>
            </a:r>
            <a:r>
              <a:rPr lang="en-US" altLang="zh-CN" sz="2400">
                <a:solidFill>
                  <a:srgbClr val="FF0000"/>
                </a:solidFill>
                <a:ea typeface="华文新魏" panose="02010800040101010101" pitchFamily="2" charset="-122"/>
              </a:rPr>
              <a:t>N</a:t>
            </a:r>
            <a:r>
              <a:rPr lang="zh-CN" altLang="en-US" sz="2400">
                <a:solidFill>
                  <a:srgbClr val="FF0000"/>
                </a:solidFill>
                <a:ea typeface="华文新魏" panose="02010800040101010101" pitchFamily="2" charset="-122"/>
              </a:rPr>
              <a:t>极</a:t>
            </a:r>
            <a:r>
              <a:rPr lang="en-US" altLang="zh-CN" sz="2400">
                <a:solidFill>
                  <a:srgbClr val="FF0000"/>
                </a:solidFill>
                <a:ea typeface="华文新魏" panose="02010800040101010101" pitchFamily="2" charset="-122"/>
              </a:rPr>
              <a:t>)</a:t>
            </a:r>
            <a:r>
              <a:rPr lang="zh-CN" altLang="en-US" sz="2400">
                <a:solidFill>
                  <a:srgbClr val="FF0000"/>
                </a:solidFill>
                <a:ea typeface="华文新魏" panose="02010800040101010101" pitchFamily="2" charset="-122"/>
              </a:rPr>
              <a:t>出发走向另一端</a:t>
            </a:r>
            <a:r>
              <a:rPr lang="en-US" altLang="zh-CN" sz="2400">
                <a:solidFill>
                  <a:srgbClr val="FF0000"/>
                </a:solidFill>
                <a:ea typeface="华文新魏" panose="02010800040101010101" pitchFamily="2" charset="-122"/>
              </a:rPr>
              <a:t>(</a:t>
            </a:r>
            <a:r>
              <a:rPr lang="zh-CN" altLang="en-US" sz="2400">
                <a:solidFill>
                  <a:srgbClr val="FF0000"/>
                </a:solidFill>
                <a:ea typeface="华文新魏" panose="02010800040101010101" pitchFamily="2" charset="-122"/>
              </a:rPr>
              <a:t>等效</a:t>
            </a:r>
            <a:r>
              <a:rPr lang="en-US" altLang="zh-CN" sz="2400">
                <a:solidFill>
                  <a:srgbClr val="FF0000"/>
                </a:solidFill>
                <a:ea typeface="华文新魏" panose="02010800040101010101" pitchFamily="2" charset="-122"/>
              </a:rPr>
              <a:t>S</a:t>
            </a:r>
            <a:r>
              <a:rPr lang="zh-CN" altLang="en-US" sz="2400">
                <a:solidFill>
                  <a:srgbClr val="FF0000"/>
                </a:solidFill>
                <a:ea typeface="华文新魏" panose="02010800040101010101" pitchFamily="2" charset="-122"/>
              </a:rPr>
              <a:t>极</a:t>
            </a:r>
            <a:r>
              <a:rPr lang="en-US" altLang="zh-CN" sz="2400">
                <a:solidFill>
                  <a:srgbClr val="FF0000"/>
                </a:solidFill>
                <a:ea typeface="华文新魏" panose="02010800040101010101" pitchFamily="2" charset="-122"/>
              </a:rPr>
              <a:t>),</a:t>
            </a:r>
            <a:r>
              <a:rPr lang="zh-CN" altLang="en-US" sz="2400">
                <a:solidFill>
                  <a:srgbClr val="FF0000"/>
                </a:solidFill>
                <a:ea typeface="华文新魏" panose="02010800040101010101" pitchFamily="2" charset="-122"/>
              </a:rPr>
              <a:t>但在内部却是从</a:t>
            </a:r>
            <a:r>
              <a:rPr lang="en-US" altLang="zh-CN" sz="2400">
                <a:solidFill>
                  <a:srgbClr val="FF0000"/>
                </a:solidFill>
                <a:ea typeface="华文新魏" panose="02010800040101010101" pitchFamily="2" charset="-122"/>
              </a:rPr>
              <a:t>S</a:t>
            </a:r>
            <a:r>
              <a:rPr lang="zh-CN" altLang="en-US" sz="2400">
                <a:solidFill>
                  <a:srgbClr val="FF0000"/>
                </a:solidFill>
                <a:ea typeface="华文新魏" panose="02010800040101010101" pitchFamily="2" charset="-122"/>
              </a:rPr>
              <a:t>极走向</a:t>
            </a:r>
            <a:r>
              <a:rPr lang="en-US" altLang="zh-CN" sz="2400">
                <a:solidFill>
                  <a:srgbClr val="FF0000"/>
                </a:solidFill>
                <a:ea typeface="华文新魏" panose="02010800040101010101" pitchFamily="2" charset="-122"/>
              </a:rPr>
              <a:t>N</a:t>
            </a:r>
            <a:r>
              <a:rPr lang="zh-CN" altLang="en-US" sz="2400">
                <a:solidFill>
                  <a:srgbClr val="FF0000"/>
                </a:solidFill>
                <a:ea typeface="华文新魏" panose="02010800040101010101" pitchFamily="2" charset="-122"/>
              </a:rPr>
              <a:t>极</a:t>
            </a:r>
          </a:p>
        </p:txBody>
      </p:sp>
      <p:sp>
        <p:nvSpPr>
          <p:cNvPr id="88072" name="Rectangle 8"/>
          <p:cNvSpPr>
            <a:spLocks noChangeArrowheads="1"/>
          </p:cNvSpPr>
          <p:nvPr/>
        </p:nvSpPr>
        <p:spPr bwMode="auto">
          <a:xfrm>
            <a:off x="7265989" y="2168526"/>
            <a:ext cx="1844675" cy="85566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88073" name="Text Box 9"/>
          <p:cNvSpPr txBox="1">
            <a:spLocks noChangeArrowheads="1"/>
          </p:cNvSpPr>
          <p:nvPr/>
        </p:nvSpPr>
        <p:spPr bwMode="auto">
          <a:xfrm>
            <a:off x="7356476" y="2393950"/>
            <a:ext cx="449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华文新魏" panose="02010800040101010101" pitchFamily="2" charset="-122"/>
              </a:rPr>
              <a:t>S</a:t>
            </a:r>
          </a:p>
        </p:txBody>
      </p:sp>
      <p:sp>
        <p:nvSpPr>
          <p:cNvPr id="88074" name="Text Box 10"/>
          <p:cNvSpPr txBox="1">
            <a:spLocks noChangeArrowheads="1"/>
          </p:cNvSpPr>
          <p:nvPr/>
        </p:nvSpPr>
        <p:spPr bwMode="auto">
          <a:xfrm>
            <a:off x="8661401" y="2393950"/>
            <a:ext cx="449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0000"/>
                </a:solidFill>
                <a:latin typeface="Times New Roman" panose="02020603050405020304" pitchFamily="18" charset="0"/>
                <a:ea typeface="华文新魏" panose="02010800040101010101" pitchFamily="2" charset="-122"/>
              </a:rPr>
              <a:t>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a:t>磁感应通量</a:t>
            </a:r>
          </a:p>
        </p:txBody>
      </p:sp>
      <p:graphicFrame>
        <p:nvGraphicFramePr>
          <p:cNvPr id="90115" name="Object 3"/>
          <p:cNvGraphicFramePr>
            <a:graphicFrameLocks noGrp="1" noChangeAspect="1"/>
          </p:cNvGraphicFramePr>
          <p:nvPr>
            <p:ph idx="1"/>
          </p:nvPr>
        </p:nvGraphicFramePr>
        <p:xfrm>
          <a:off x="2586038" y="1763714"/>
          <a:ext cx="2324100" cy="1106487"/>
        </p:xfrm>
        <a:graphic>
          <a:graphicData uri="http://schemas.openxmlformats.org/presentationml/2006/ole">
            <mc:AlternateContent xmlns:mc="http://schemas.openxmlformats.org/markup-compatibility/2006">
              <mc:Choice xmlns:v="urn:schemas-microsoft-com:vml" Requires="v">
                <p:oleObj spid="_x0000_s90181" name="Equation" r:id="rId4" imgW="799753" imgH="380835" progId="Equation.DSMT4">
                  <p:embed/>
                </p:oleObj>
              </mc:Choice>
              <mc:Fallback>
                <p:oleObj name="Equation" r:id="rId4" imgW="799753" imgH="38083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8" y="1763714"/>
                        <a:ext cx="232410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16" name="Text Box 4"/>
          <p:cNvSpPr txBox="1">
            <a:spLocks noChangeArrowheads="1"/>
          </p:cNvSpPr>
          <p:nvPr/>
        </p:nvSpPr>
        <p:spPr bwMode="auto">
          <a:xfrm>
            <a:off x="5195888" y="1989138"/>
            <a:ext cx="29702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通过曲面</a:t>
            </a:r>
            <a:r>
              <a:rPr lang="en-US" altLang="zh-CN" sz="1800">
                <a:solidFill>
                  <a:srgbClr val="FF0000"/>
                </a:solidFill>
              </a:rPr>
              <a:t>S</a:t>
            </a:r>
            <a:r>
              <a:rPr lang="zh-CN" altLang="en-US" sz="1800">
                <a:solidFill>
                  <a:srgbClr val="FF0000"/>
                </a:solidFill>
              </a:rPr>
              <a:t>的磁感应数目</a:t>
            </a:r>
          </a:p>
        </p:txBody>
      </p:sp>
      <p:graphicFrame>
        <p:nvGraphicFramePr>
          <p:cNvPr id="90117" name="Object 5"/>
          <p:cNvGraphicFramePr>
            <a:graphicFrameLocks noChangeAspect="1"/>
          </p:cNvGraphicFramePr>
          <p:nvPr/>
        </p:nvGraphicFramePr>
        <p:xfrm>
          <a:off x="2360614" y="2933701"/>
          <a:ext cx="3025775" cy="1217613"/>
        </p:xfrm>
        <a:graphic>
          <a:graphicData uri="http://schemas.openxmlformats.org/presentationml/2006/ole">
            <mc:AlternateContent xmlns:mc="http://schemas.openxmlformats.org/markup-compatibility/2006">
              <mc:Choice xmlns:v="urn:schemas-microsoft-com:vml" Requires="v">
                <p:oleObj spid="_x0000_s90182" name="Equation" r:id="rId6" imgW="1040948" imgH="418918" progId="Equation.DSMT4">
                  <p:embed/>
                </p:oleObj>
              </mc:Choice>
              <mc:Fallback>
                <p:oleObj name="Equation" r:id="rId6" imgW="1040948" imgH="418918"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0614" y="2933701"/>
                        <a:ext cx="3025775"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18" name="Text Box 6"/>
          <p:cNvSpPr txBox="1">
            <a:spLocks noChangeArrowheads="1"/>
          </p:cNvSpPr>
          <p:nvPr/>
        </p:nvSpPr>
        <p:spPr bwMode="auto">
          <a:xfrm>
            <a:off x="5600701" y="2979738"/>
            <a:ext cx="3781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0000"/>
                </a:solidFill>
              </a:rPr>
              <a:t>R</a:t>
            </a:r>
            <a:r>
              <a:rPr lang="zh-CN" altLang="en-US" sz="1800">
                <a:solidFill>
                  <a:srgbClr val="FF0000"/>
                </a:solidFill>
              </a:rPr>
              <a:t>：电流元到场点的距离矢量。</a:t>
            </a:r>
          </a:p>
        </p:txBody>
      </p:sp>
      <p:sp>
        <p:nvSpPr>
          <p:cNvPr id="90119" name="Text Box 7"/>
          <p:cNvSpPr txBox="1">
            <a:spLocks noChangeArrowheads="1"/>
          </p:cNvSpPr>
          <p:nvPr/>
        </p:nvSpPr>
        <p:spPr bwMode="auto">
          <a:xfrm>
            <a:off x="5735639" y="3563938"/>
            <a:ext cx="3781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0000"/>
                </a:solidFill>
              </a:rPr>
              <a:t>dB</a:t>
            </a:r>
            <a:r>
              <a:rPr lang="zh-CN" altLang="en-US" sz="1800">
                <a:solidFill>
                  <a:srgbClr val="FF0000"/>
                </a:solidFill>
              </a:rPr>
              <a:t>垂直由</a:t>
            </a:r>
            <a:r>
              <a:rPr lang="en-US" altLang="zh-CN" sz="1800">
                <a:solidFill>
                  <a:srgbClr val="FF0000"/>
                </a:solidFill>
              </a:rPr>
              <a:t>dl</a:t>
            </a:r>
            <a:r>
              <a:rPr lang="zh-CN" altLang="en-US" sz="1800">
                <a:solidFill>
                  <a:srgbClr val="FF0000"/>
                </a:solidFill>
              </a:rPr>
              <a:t>和</a:t>
            </a:r>
            <a:r>
              <a:rPr lang="en-US" altLang="zh-CN" sz="1800">
                <a:solidFill>
                  <a:srgbClr val="FF0000"/>
                </a:solidFill>
              </a:rPr>
              <a:t>R</a:t>
            </a:r>
            <a:r>
              <a:rPr lang="zh-CN" altLang="en-US" sz="1800">
                <a:solidFill>
                  <a:srgbClr val="FF0000"/>
                </a:solidFill>
              </a:rPr>
              <a:t>组成的平面。</a:t>
            </a:r>
          </a:p>
        </p:txBody>
      </p:sp>
      <p:sp>
        <p:nvSpPr>
          <p:cNvPr id="90120" name="Line 8"/>
          <p:cNvSpPr>
            <a:spLocks noChangeShapeType="1"/>
          </p:cNvSpPr>
          <p:nvPr/>
        </p:nvSpPr>
        <p:spPr bwMode="auto">
          <a:xfrm>
            <a:off x="7491413" y="5003801"/>
            <a:ext cx="0" cy="765175"/>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21" name="Line 9"/>
          <p:cNvSpPr>
            <a:spLocks noChangeShapeType="1"/>
          </p:cNvSpPr>
          <p:nvPr/>
        </p:nvSpPr>
        <p:spPr bwMode="auto">
          <a:xfrm flipV="1">
            <a:off x="7491413" y="4194176"/>
            <a:ext cx="0" cy="8556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2" name="Oval 10"/>
          <p:cNvSpPr>
            <a:spLocks noChangeArrowheads="1"/>
          </p:cNvSpPr>
          <p:nvPr/>
        </p:nvSpPr>
        <p:spPr bwMode="auto">
          <a:xfrm>
            <a:off x="7040564" y="5184776"/>
            <a:ext cx="854075" cy="3143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0123" name="Oval 11"/>
          <p:cNvSpPr>
            <a:spLocks noChangeArrowheads="1"/>
          </p:cNvSpPr>
          <p:nvPr/>
        </p:nvSpPr>
        <p:spPr bwMode="auto">
          <a:xfrm>
            <a:off x="6770688" y="5094288"/>
            <a:ext cx="1395412" cy="495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0124" name="Oval 12"/>
          <p:cNvSpPr>
            <a:spLocks noChangeArrowheads="1"/>
          </p:cNvSpPr>
          <p:nvPr/>
        </p:nvSpPr>
        <p:spPr bwMode="auto">
          <a:xfrm>
            <a:off x="6816726" y="4103688"/>
            <a:ext cx="1395413" cy="495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0125" name="Line 13"/>
          <p:cNvSpPr>
            <a:spLocks noChangeShapeType="1"/>
          </p:cNvSpPr>
          <p:nvPr/>
        </p:nvSpPr>
        <p:spPr bwMode="auto">
          <a:xfrm flipV="1">
            <a:off x="7491414" y="4373563"/>
            <a:ext cx="719137"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6" name="AutoShape 14"/>
          <p:cNvSpPr>
            <a:spLocks noChangeArrowheads="1"/>
          </p:cNvSpPr>
          <p:nvPr/>
        </p:nvSpPr>
        <p:spPr bwMode="auto">
          <a:xfrm>
            <a:off x="8256588" y="4194176"/>
            <a:ext cx="360362" cy="404813"/>
          </a:xfrm>
          <a:prstGeom prst="flowChartOr">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0127" name="Line 15"/>
          <p:cNvSpPr>
            <a:spLocks noChangeShapeType="1"/>
          </p:cNvSpPr>
          <p:nvPr/>
        </p:nvSpPr>
        <p:spPr bwMode="auto">
          <a:xfrm>
            <a:off x="7491414" y="5319713"/>
            <a:ext cx="6746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8" name="AutoShape 16"/>
          <p:cNvSpPr>
            <a:spLocks noChangeArrowheads="1"/>
          </p:cNvSpPr>
          <p:nvPr/>
        </p:nvSpPr>
        <p:spPr bwMode="auto">
          <a:xfrm>
            <a:off x="8210551" y="5229226"/>
            <a:ext cx="360363" cy="404813"/>
          </a:xfrm>
          <a:prstGeom prst="flowChartOr">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90129" name="Object 17"/>
          <p:cNvGraphicFramePr>
            <a:graphicFrameLocks noChangeAspect="1"/>
          </p:cNvGraphicFramePr>
          <p:nvPr/>
        </p:nvGraphicFramePr>
        <p:xfrm>
          <a:off x="2900364" y="4643439"/>
          <a:ext cx="1697037" cy="1144587"/>
        </p:xfrm>
        <a:graphic>
          <a:graphicData uri="http://schemas.openxmlformats.org/presentationml/2006/ole">
            <mc:AlternateContent xmlns:mc="http://schemas.openxmlformats.org/markup-compatibility/2006">
              <mc:Choice xmlns:v="urn:schemas-microsoft-com:vml" Requires="v">
                <p:oleObj spid="_x0000_s90183" name="Equation" r:id="rId8" imgW="583947" imgH="393529" progId="Equation.DSMT4">
                  <p:embed/>
                </p:oleObj>
              </mc:Choice>
              <mc:Fallback>
                <p:oleObj name="Equation" r:id="rId8" imgW="583947" imgH="393529"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0364" y="4643439"/>
                        <a:ext cx="1697037" cy="1144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a:t>磁通量</a:t>
            </a:r>
          </a:p>
        </p:txBody>
      </p:sp>
      <p:graphicFrame>
        <p:nvGraphicFramePr>
          <p:cNvPr id="92163" name="Object 3"/>
          <p:cNvGraphicFramePr>
            <a:graphicFrameLocks noGrp="1" noChangeAspect="1"/>
          </p:cNvGraphicFramePr>
          <p:nvPr>
            <p:ph idx="1"/>
          </p:nvPr>
        </p:nvGraphicFramePr>
        <p:xfrm>
          <a:off x="2586038" y="1763714"/>
          <a:ext cx="2324100" cy="1106487"/>
        </p:xfrm>
        <a:graphic>
          <a:graphicData uri="http://schemas.openxmlformats.org/presentationml/2006/ole">
            <mc:AlternateContent xmlns:mc="http://schemas.openxmlformats.org/markup-compatibility/2006">
              <mc:Choice xmlns:v="urn:schemas-microsoft-com:vml" Requires="v">
                <p:oleObj spid="_x0000_s92219" name="Equation" r:id="rId4" imgW="799753" imgH="380835" progId="Equation.DSMT4">
                  <p:embed/>
                </p:oleObj>
              </mc:Choice>
              <mc:Fallback>
                <p:oleObj name="Equation" r:id="rId4" imgW="799753" imgH="38083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8" y="1763714"/>
                        <a:ext cx="232410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4" name="Text Box 4"/>
          <p:cNvSpPr txBox="1">
            <a:spLocks noChangeArrowheads="1"/>
          </p:cNvSpPr>
          <p:nvPr/>
        </p:nvSpPr>
        <p:spPr bwMode="auto">
          <a:xfrm>
            <a:off x="2630488" y="2979738"/>
            <a:ext cx="256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单位</a:t>
            </a:r>
            <a:r>
              <a:rPr lang="en-US" altLang="zh-CN" sz="1800">
                <a:solidFill>
                  <a:srgbClr val="FF0000"/>
                </a:solidFill>
              </a:rPr>
              <a:t>:</a:t>
            </a:r>
            <a:r>
              <a:rPr lang="zh-CN" altLang="en-US" sz="1800">
                <a:solidFill>
                  <a:srgbClr val="FF0000"/>
                </a:solidFill>
              </a:rPr>
              <a:t>韦伯</a:t>
            </a:r>
            <a:r>
              <a:rPr lang="en-US" altLang="zh-CN" sz="1800">
                <a:solidFill>
                  <a:srgbClr val="FF0000"/>
                </a:solidFill>
              </a:rPr>
              <a:t>(Wb)</a:t>
            </a:r>
          </a:p>
        </p:txBody>
      </p:sp>
      <p:graphicFrame>
        <p:nvGraphicFramePr>
          <p:cNvPr id="92165" name="Object 5"/>
          <p:cNvGraphicFramePr>
            <a:graphicFrameLocks noChangeAspect="1"/>
          </p:cNvGraphicFramePr>
          <p:nvPr/>
        </p:nvGraphicFramePr>
        <p:xfrm>
          <a:off x="5961064" y="1808164"/>
          <a:ext cx="2249487" cy="663575"/>
        </p:xfrm>
        <a:graphic>
          <a:graphicData uri="http://schemas.openxmlformats.org/presentationml/2006/ole">
            <mc:AlternateContent xmlns:mc="http://schemas.openxmlformats.org/markup-compatibility/2006">
              <mc:Choice xmlns:v="urn:schemas-microsoft-com:vml" Requires="v">
                <p:oleObj spid="_x0000_s92220" name="Equation" r:id="rId6" imgW="774364" imgH="228501" progId="Equation.DSMT4">
                  <p:embed/>
                </p:oleObj>
              </mc:Choice>
              <mc:Fallback>
                <p:oleObj name="Equation" r:id="rId6" imgW="774364" imgH="228501"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1064" y="1808164"/>
                        <a:ext cx="2249487"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6" name="Object 6"/>
          <p:cNvGraphicFramePr>
            <a:graphicFrameLocks noChangeAspect="1"/>
          </p:cNvGraphicFramePr>
          <p:nvPr/>
        </p:nvGraphicFramePr>
        <p:xfrm>
          <a:off x="2947988" y="3608388"/>
          <a:ext cx="4425950" cy="1327150"/>
        </p:xfrm>
        <a:graphic>
          <a:graphicData uri="http://schemas.openxmlformats.org/presentationml/2006/ole">
            <mc:AlternateContent xmlns:mc="http://schemas.openxmlformats.org/markup-compatibility/2006">
              <mc:Choice xmlns:v="urn:schemas-microsoft-com:vml" Requires="v">
                <p:oleObj spid="_x0000_s92221" name="Equation" r:id="rId8" imgW="1524000" imgH="457200" progId="Equation.DSMT4">
                  <p:embed/>
                </p:oleObj>
              </mc:Choice>
              <mc:Fallback>
                <p:oleObj name="Equation" r:id="rId8" imgW="1524000" imgH="4572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7988" y="3608388"/>
                        <a:ext cx="4425950"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7" name="Text Box 7"/>
          <p:cNvSpPr txBox="1">
            <a:spLocks noChangeArrowheads="1"/>
          </p:cNvSpPr>
          <p:nvPr/>
        </p:nvSpPr>
        <p:spPr bwMode="auto">
          <a:xfrm>
            <a:off x="2630488" y="2979738"/>
            <a:ext cx="256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FF0000"/>
                </a:solidFill>
              </a:rPr>
              <a:t>单位</a:t>
            </a:r>
            <a:r>
              <a:rPr lang="en-US" altLang="zh-CN" sz="1800">
                <a:solidFill>
                  <a:srgbClr val="FF0000"/>
                </a:solidFill>
              </a:rPr>
              <a:t>:</a:t>
            </a:r>
            <a:r>
              <a:rPr lang="zh-CN" altLang="en-US" sz="1800">
                <a:solidFill>
                  <a:srgbClr val="FF0000"/>
                </a:solidFill>
              </a:rPr>
              <a:t>韦伯</a:t>
            </a:r>
            <a:r>
              <a:rPr lang="en-US" altLang="zh-CN" sz="1800">
                <a:solidFill>
                  <a:srgbClr val="FF0000"/>
                </a:solidFill>
              </a:rPr>
              <a:t>(Wb)</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FF0000"/>
                </a:solidFill>
                <a:ea typeface="华文隶书" panose="02010800040101010101" pitchFamily="2" charset="-122"/>
              </a:rPr>
              <a:t>磁场高斯定理</a:t>
            </a:r>
          </a:p>
        </p:txBody>
      </p:sp>
      <p:graphicFrame>
        <p:nvGraphicFramePr>
          <p:cNvPr id="94211" name="Object 3"/>
          <p:cNvGraphicFramePr>
            <a:graphicFrameLocks noGrp="1" noChangeAspect="1"/>
          </p:cNvGraphicFramePr>
          <p:nvPr>
            <p:ph idx="1"/>
          </p:nvPr>
        </p:nvGraphicFramePr>
        <p:xfrm>
          <a:off x="2900363" y="1628775"/>
          <a:ext cx="1789112" cy="958850"/>
        </p:xfrm>
        <a:graphic>
          <a:graphicData uri="http://schemas.openxmlformats.org/presentationml/2006/ole">
            <mc:AlternateContent xmlns:mc="http://schemas.openxmlformats.org/markup-compatibility/2006">
              <mc:Choice xmlns:v="urn:schemas-microsoft-com:vml" Requires="v">
                <p:oleObj spid="_x0000_s94234" name="Equation" r:id="rId4" imgW="710891" imgH="380835" progId="Equation.DSMT4">
                  <p:embed/>
                </p:oleObj>
              </mc:Choice>
              <mc:Fallback>
                <p:oleObj name="Equation" r:id="rId4" imgW="710891" imgH="38083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0363" y="1628775"/>
                        <a:ext cx="1789112" cy="95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2" name="Text Box 4"/>
          <p:cNvSpPr txBox="1">
            <a:spLocks noChangeArrowheads="1"/>
          </p:cNvSpPr>
          <p:nvPr/>
        </p:nvSpPr>
        <p:spPr bwMode="auto">
          <a:xfrm>
            <a:off x="2135188" y="2438401"/>
            <a:ext cx="76057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物理意义</a:t>
            </a:r>
            <a:r>
              <a:rPr lang="en-US" altLang="zh-CN" sz="2400">
                <a:solidFill>
                  <a:srgbClr val="FF0000"/>
                </a:solidFill>
                <a:latin typeface="华文行楷" panose="02010800040101010101" pitchFamily="2" charset="-122"/>
                <a:ea typeface="华文行楷" panose="02010800040101010101" pitchFamily="2" charset="-122"/>
              </a:rPr>
              <a:t>:</a:t>
            </a:r>
            <a:r>
              <a:rPr lang="zh-CN" altLang="en-US" sz="2400">
                <a:solidFill>
                  <a:srgbClr val="FF0000"/>
                </a:solidFill>
                <a:latin typeface="华文行楷" panose="02010800040101010101" pitchFamily="2" charset="-122"/>
                <a:ea typeface="华文行楷" panose="02010800040101010101" pitchFamily="2" charset="-122"/>
              </a:rPr>
              <a:t>反映了磁场的</a:t>
            </a:r>
            <a:r>
              <a:rPr lang="zh-CN" altLang="en-US" sz="2400">
                <a:solidFill>
                  <a:srgbClr val="FF0000"/>
                </a:solidFill>
                <a:ea typeface="华文行楷" panose="02010800040101010101" pitchFamily="2" charset="-122"/>
              </a:rPr>
              <a:t>”</a:t>
            </a:r>
            <a:r>
              <a:rPr lang="zh-CN" altLang="en-US" sz="2400">
                <a:solidFill>
                  <a:srgbClr val="FF0000"/>
                </a:solidFill>
                <a:latin typeface="华文行楷" panose="02010800040101010101" pitchFamily="2" charset="-122"/>
                <a:ea typeface="华文行楷" panose="02010800040101010101" pitchFamily="2" charset="-122"/>
              </a:rPr>
              <a:t>无源性</a:t>
            </a:r>
            <a:r>
              <a:rPr lang="zh-CN" altLang="en-US" sz="2400">
                <a:solidFill>
                  <a:srgbClr val="FF0000"/>
                </a:solidFill>
                <a:ea typeface="华文行楷" panose="02010800040101010101" pitchFamily="2" charset="-122"/>
              </a:rPr>
              <a:t>”</a:t>
            </a:r>
            <a:r>
              <a:rPr lang="en-US" altLang="zh-CN" sz="2400">
                <a:solidFill>
                  <a:srgbClr val="FF0000"/>
                </a:solidFill>
                <a:latin typeface="华文行楷" panose="02010800040101010101" pitchFamily="2" charset="-122"/>
                <a:ea typeface="华文行楷" panose="02010800040101010101" pitchFamily="2" charset="-122"/>
              </a:rPr>
              <a:t>,</a:t>
            </a:r>
            <a:r>
              <a:rPr lang="zh-CN" altLang="en-US" sz="2400">
                <a:solidFill>
                  <a:srgbClr val="FF0000"/>
                </a:solidFill>
                <a:latin typeface="华文行楷" panose="02010800040101010101" pitchFamily="2" charset="-122"/>
                <a:ea typeface="华文行楷" panose="02010800040101010101" pitchFamily="2" charset="-122"/>
              </a:rPr>
              <a:t>即孤立磁荷不可能存在</a:t>
            </a:r>
          </a:p>
        </p:txBody>
      </p:sp>
      <p:sp>
        <p:nvSpPr>
          <p:cNvPr id="94213" name="Text Box 5"/>
          <p:cNvSpPr txBox="1">
            <a:spLocks noChangeArrowheads="1"/>
          </p:cNvSpPr>
          <p:nvPr/>
        </p:nvSpPr>
        <p:spPr bwMode="auto">
          <a:xfrm>
            <a:off x="2316164" y="1042988"/>
            <a:ext cx="684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隶书" panose="02010800040101010101" pitchFamily="2" charset="-122"/>
                <a:ea typeface="华文隶书" panose="02010800040101010101" pitchFamily="2" charset="-122"/>
              </a:rPr>
              <a:t>高斯定理</a:t>
            </a:r>
            <a:r>
              <a:rPr lang="en-US" altLang="zh-CN" sz="2400">
                <a:solidFill>
                  <a:srgbClr val="0000CC"/>
                </a:solidFill>
                <a:latin typeface="华文隶书" panose="02010800040101010101" pitchFamily="2" charset="-122"/>
                <a:ea typeface="华文隶书" panose="02010800040101010101" pitchFamily="2" charset="-122"/>
              </a:rPr>
              <a:t>:</a:t>
            </a:r>
            <a:r>
              <a:rPr lang="zh-CN" altLang="en-US" sz="2400">
                <a:solidFill>
                  <a:srgbClr val="0000CC"/>
                </a:solidFill>
                <a:latin typeface="华文隶书" panose="02010800040101010101" pitchFamily="2" charset="-122"/>
                <a:ea typeface="华文隶书" panose="02010800040101010101" pitchFamily="2" charset="-122"/>
              </a:rPr>
              <a:t>通过任意闭合曲面</a:t>
            </a:r>
            <a:r>
              <a:rPr lang="en-US" altLang="zh-CN" sz="2400">
                <a:solidFill>
                  <a:srgbClr val="0000CC"/>
                </a:solidFill>
                <a:latin typeface="华文隶书" panose="02010800040101010101" pitchFamily="2" charset="-122"/>
                <a:ea typeface="华文隶书" panose="02010800040101010101" pitchFamily="2" charset="-122"/>
              </a:rPr>
              <a:t>S</a:t>
            </a:r>
            <a:r>
              <a:rPr lang="zh-CN" altLang="en-US" sz="2400">
                <a:solidFill>
                  <a:srgbClr val="0000CC"/>
                </a:solidFill>
                <a:latin typeface="华文隶书" panose="02010800040101010101" pitchFamily="2" charset="-122"/>
                <a:ea typeface="华文隶书" panose="02010800040101010101" pitchFamily="2" charset="-122"/>
              </a:rPr>
              <a:t>的磁通量等于零</a:t>
            </a:r>
            <a:r>
              <a:rPr lang="en-US" altLang="zh-CN" sz="2400">
                <a:solidFill>
                  <a:srgbClr val="0000CC"/>
                </a:solidFill>
                <a:latin typeface="华文隶书" panose="02010800040101010101" pitchFamily="2" charset="-122"/>
                <a:ea typeface="华文隶书" panose="02010800040101010101" pitchFamily="2" charset="-122"/>
              </a:rPr>
              <a:t>.</a:t>
            </a:r>
          </a:p>
        </p:txBody>
      </p:sp>
      <p:sp>
        <p:nvSpPr>
          <p:cNvPr id="94214" name="Text Box 6"/>
          <p:cNvSpPr txBox="1">
            <a:spLocks noChangeArrowheads="1"/>
          </p:cNvSpPr>
          <p:nvPr/>
        </p:nvSpPr>
        <p:spPr bwMode="auto">
          <a:xfrm>
            <a:off x="2135189" y="3159126"/>
            <a:ext cx="77866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隶书" panose="02010800040101010101" pitchFamily="2" charset="-122"/>
                <a:ea typeface="华文隶书" panose="02010800040101010101" pitchFamily="2" charset="-122"/>
              </a:rPr>
              <a:t>证明</a:t>
            </a:r>
            <a:r>
              <a:rPr lang="en-US" altLang="zh-CN" sz="2400">
                <a:solidFill>
                  <a:srgbClr val="0000CC"/>
                </a:solidFill>
                <a:latin typeface="华文隶书" panose="02010800040101010101" pitchFamily="2" charset="-122"/>
                <a:ea typeface="华文隶书" panose="02010800040101010101" pitchFamily="2" charset="-122"/>
              </a:rPr>
              <a:t>:</a:t>
            </a:r>
            <a:r>
              <a:rPr lang="zh-CN" altLang="en-US" sz="2400">
                <a:solidFill>
                  <a:srgbClr val="0000CC"/>
                </a:solidFill>
                <a:latin typeface="华文隶书" panose="02010800040101010101" pitchFamily="2" charset="-122"/>
                <a:ea typeface="华文隶书" panose="02010800040101010101" pitchFamily="2" charset="-122"/>
              </a:rPr>
              <a:t>因任一磁场</a:t>
            </a:r>
            <a:r>
              <a:rPr lang="en-US" altLang="zh-CN" sz="2400">
                <a:solidFill>
                  <a:srgbClr val="0000CC"/>
                </a:solidFill>
                <a:latin typeface="华文隶书" panose="02010800040101010101" pitchFamily="2" charset="-122"/>
                <a:ea typeface="华文隶书" panose="02010800040101010101" pitchFamily="2" charset="-122"/>
              </a:rPr>
              <a:t>B</a:t>
            </a:r>
            <a:r>
              <a:rPr lang="zh-CN" altLang="en-US" sz="2400">
                <a:solidFill>
                  <a:srgbClr val="0000CC"/>
                </a:solidFill>
                <a:latin typeface="华文隶书" panose="02010800040101010101" pitchFamily="2" charset="-122"/>
                <a:ea typeface="华文隶书" panose="02010800040101010101" pitchFamily="2" charset="-122"/>
              </a:rPr>
              <a:t>都是由许多电流元产生的磁场的叠加</a:t>
            </a:r>
            <a:r>
              <a:rPr lang="en-US" altLang="zh-CN" sz="2400">
                <a:solidFill>
                  <a:srgbClr val="0000CC"/>
                </a:solidFill>
                <a:latin typeface="华文隶书" panose="02010800040101010101" pitchFamily="2" charset="-122"/>
                <a:ea typeface="华文隶书" panose="02010800040101010101" pitchFamily="2" charset="-122"/>
              </a:rPr>
              <a:t>,</a:t>
            </a:r>
            <a:r>
              <a:rPr lang="zh-CN" altLang="en-US" sz="2400">
                <a:solidFill>
                  <a:srgbClr val="0000CC"/>
                </a:solidFill>
                <a:latin typeface="华文隶书" panose="02010800040101010101" pitchFamily="2" charset="-122"/>
                <a:ea typeface="华文隶书" panose="02010800040101010101" pitchFamily="2" charset="-122"/>
              </a:rPr>
              <a:t>只要证明电流元产生的磁场满足高斯定理</a:t>
            </a:r>
          </a:p>
        </p:txBody>
      </p:sp>
      <p:pic>
        <p:nvPicPr>
          <p:cNvPr id="9421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064" y="4014789"/>
            <a:ext cx="5940425"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6" name="Text Box 8"/>
          <p:cNvSpPr txBox="1">
            <a:spLocks noChangeArrowheads="1"/>
          </p:cNvSpPr>
          <p:nvPr/>
        </p:nvSpPr>
        <p:spPr bwMode="auto">
          <a:xfrm>
            <a:off x="8435976" y="5094288"/>
            <a:ext cx="18907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电流元磁场高斯定理的证明</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FF0000"/>
                </a:solidFill>
                <a:ea typeface="华文隶书" panose="02010800040101010101" pitchFamily="2" charset="-122"/>
              </a:rPr>
              <a:t>磁场高斯定理证明</a:t>
            </a:r>
          </a:p>
        </p:txBody>
      </p:sp>
      <p:graphicFrame>
        <p:nvGraphicFramePr>
          <p:cNvPr id="96259" name="Object 3"/>
          <p:cNvGraphicFramePr>
            <a:graphicFrameLocks noGrp="1" noChangeAspect="1"/>
          </p:cNvGraphicFramePr>
          <p:nvPr>
            <p:ph idx="1"/>
          </p:nvPr>
        </p:nvGraphicFramePr>
        <p:xfrm>
          <a:off x="8210550" y="1719263"/>
          <a:ext cx="1620838" cy="577850"/>
        </p:xfrm>
        <a:graphic>
          <a:graphicData uri="http://schemas.openxmlformats.org/presentationml/2006/ole">
            <mc:AlternateContent xmlns:mc="http://schemas.openxmlformats.org/markup-compatibility/2006">
              <mc:Choice xmlns:v="urn:schemas-microsoft-com:vml" Requires="v">
                <p:oleObj spid="_x0000_s96374" name="Equation" r:id="rId4" imgW="1104900" imgH="393700" progId="Equation.DSMT4">
                  <p:embed/>
                </p:oleObj>
              </mc:Choice>
              <mc:Fallback>
                <p:oleObj name="Equation" r:id="rId4" imgW="1104900" imgH="393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0550" y="1719263"/>
                        <a:ext cx="1620838"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0" name="Text Box 4"/>
          <p:cNvSpPr txBox="1">
            <a:spLocks noChangeArrowheads="1"/>
          </p:cNvSpPr>
          <p:nvPr/>
        </p:nvSpPr>
        <p:spPr bwMode="auto">
          <a:xfrm>
            <a:off x="8058151" y="2393951"/>
            <a:ext cx="2359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FF0000"/>
                </a:solidFill>
                <a:latin typeface="华文行楷" panose="02010800040101010101" pitchFamily="2" charset="-122"/>
                <a:ea typeface="华文行楷" panose="02010800040101010101" pitchFamily="2" charset="-122"/>
              </a:rPr>
              <a:t>方向</a:t>
            </a:r>
            <a:r>
              <a:rPr lang="en-US" altLang="zh-CN" sz="2000">
                <a:solidFill>
                  <a:srgbClr val="FF0000"/>
                </a:solidFill>
                <a:latin typeface="华文行楷" panose="02010800040101010101" pitchFamily="2" charset="-122"/>
                <a:ea typeface="华文行楷" panose="02010800040101010101" pitchFamily="2" charset="-122"/>
              </a:rPr>
              <a:t>:</a:t>
            </a:r>
            <a:r>
              <a:rPr lang="zh-CN" altLang="en-US" sz="2000">
                <a:solidFill>
                  <a:srgbClr val="FF0000"/>
                </a:solidFill>
                <a:latin typeface="华文行楷" panose="02010800040101010101" pitchFamily="2" charset="-122"/>
                <a:ea typeface="华文行楷" panose="02010800040101010101" pitchFamily="2" charset="-122"/>
              </a:rPr>
              <a:t>与园周相切</a:t>
            </a:r>
          </a:p>
        </p:txBody>
      </p:sp>
      <p:pic>
        <p:nvPicPr>
          <p:cNvPr id="9626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5189" y="728664"/>
            <a:ext cx="5940425"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6262" name="Object 6"/>
          <p:cNvGraphicFramePr>
            <a:graphicFrameLocks noChangeAspect="1"/>
          </p:cNvGraphicFramePr>
          <p:nvPr/>
        </p:nvGraphicFramePr>
        <p:xfrm>
          <a:off x="8301039" y="773113"/>
          <a:ext cx="1508125" cy="633412"/>
        </p:xfrm>
        <a:graphic>
          <a:graphicData uri="http://schemas.openxmlformats.org/presentationml/2006/ole">
            <mc:AlternateContent xmlns:mc="http://schemas.openxmlformats.org/markup-compatibility/2006">
              <mc:Choice xmlns:v="urn:schemas-microsoft-com:vml" Requires="v">
                <p:oleObj spid="_x0000_s96375" name="Equation" r:id="rId7" imgW="1028254" imgH="431613" progId="Equation.DSMT4">
                  <p:embed/>
                </p:oleObj>
              </mc:Choice>
              <mc:Fallback>
                <p:oleObj name="Equation" r:id="rId7" imgW="1028254" imgH="431613"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1039" y="773113"/>
                        <a:ext cx="15081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3" name="Text Box 7"/>
          <p:cNvSpPr txBox="1">
            <a:spLocks noChangeArrowheads="1"/>
          </p:cNvSpPr>
          <p:nvPr/>
        </p:nvSpPr>
        <p:spPr bwMode="auto">
          <a:xfrm>
            <a:off x="2135188" y="2979739"/>
            <a:ext cx="418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0000CC"/>
                </a:solidFill>
                <a:latin typeface="华文中宋" panose="02010600040101010101" pitchFamily="2" charset="-122"/>
                <a:ea typeface="华文中宋" panose="02010600040101010101" pitchFamily="2" charset="-122"/>
              </a:rPr>
              <a:t>结论</a:t>
            </a:r>
            <a:r>
              <a:rPr lang="en-US" altLang="zh-CN" sz="2000">
                <a:solidFill>
                  <a:srgbClr val="0000CC"/>
                </a:solidFill>
                <a:latin typeface="华文中宋" panose="02010600040101010101" pitchFamily="2" charset="-122"/>
                <a:ea typeface="华文中宋" panose="02010600040101010101" pitchFamily="2" charset="-122"/>
              </a:rPr>
              <a:t>:</a:t>
            </a:r>
            <a:r>
              <a:rPr lang="zh-CN" altLang="en-US" sz="2000">
                <a:solidFill>
                  <a:srgbClr val="0000CC"/>
                </a:solidFill>
                <a:latin typeface="华文中宋" panose="02010600040101010101" pitchFamily="2" charset="-122"/>
                <a:ea typeface="华文中宋" panose="02010600040101010101" pitchFamily="2" charset="-122"/>
              </a:rPr>
              <a:t>园环上任意截面的磁通都相同</a:t>
            </a:r>
          </a:p>
        </p:txBody>
      </p:sp>
      <p:graphicFrame>
        <p:nvGraphicFramePr>
          <p:cNvPr id="96264" name="Object 8"/>
          <p:cNvGraphicFramePr>
            <a:graphicFrameLocks noChangeAspect="1"/>
          </p:cNvGraphicFramePr>
          <p:nvPr/>
        </p:nvGraphicFramePr>
        <p:xfrm>
          <a:off x="2316163" y="3608388"/>
          <a:ext cx="2813050" cy="334962"/>
        </p:xfrm>
        <a:graphic>
          <a:graphicData uri="http://schemas.openxmlformats.org/presentationml/2006/ole">
            <mc:AlternateContent xmlns:mc="http://schemas.openxmlformats.org/markup-compatibility/2006">
              <mc:Choice xmlns:v="urn:schemas-microsoft-com:vml" Requires="v">
                <p:oleObj spid="_x0000_s96376" name="Equation" r:id="rId9" imgW="1917700" imgH="228600" progId="Equation.DSMT4">
                  <p:embed/>
                </p:oleObj>
              </mc:Choice>
              <mc:Fallback>
                <p:oleObj name="Equation" r:id="rId9" imgW="1917700" imgH="2286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6163" y="3608388"/>
                        <a:ext cx="2813050"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6265"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05063" y="4059238"/>
            <a:ext cx="7112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6"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5551" y="4733926"/>
            <a:ext cx="6975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7" name="Line 11"/>
          <p:cNvSpPr>
            <a:spLocks noChangeShapeType="1"/>
          </p:cNvSpPr>
          <p:nvPr/>
        </p:nvSpPr>
        <p:spPr bwMode="auto">
          <a:xfrm>
            <a:off x="2540001" y="5949950"/>
            <a:ext cx="1260475"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6268" name="Object 12"/>
          <p:cNvGraphicFramePr>
            <a:graphicFrameLocks noChangeAspect="1"/>
          </p:cNvGraphicFramePr>
          <p:nvPr/>
        </p:nvGraphicFramePr>
        <p:xfrm>
          <a:off x="4070351" y="5678489"/>
          <a:ext cx="1260475" cy="674687"/>
        </p:xfrm>
        <a:graphic>
          <a:graphicData uri="http://schemas.openxmlformats.org/presentationml/2006/ole">
            <mc:AlternateContent xmlns:mc="http://schemas.openxmlformats.org/markup-compatibility/2006">
              <mc:Choice xmlns:v="urn:schemas-microsoft-com:vml" Requires="v">
                <p:oleObj spid="_x0000_s96377" name="Equation" r:id="rId13" imgW="710891" imgH="380835" progId="Equation.DSMT4">
                  <p:embed/>
                </p:oleObj>
              </mc:Choice>
              <mc:Fallback>
                <p:oleObj name="Equation" r:id="rId13" imgW="710891" imgH="380835"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70351" y="5678489"/>
                        <a:ext cx="1260475"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9" name="Object 13"/>
          <p:cNvGraphicFramePr>
            <a:graphicFrameLocks noChangeAspect="1"/>
          </p:cNvGraphicFramePr>
          <p:nvPr/>
        </p:nvGraphicFramePr>
        <p:xfrm>
          <a:off x="5916613" y="5678489"/>
          <a:ext cx="1689100" cy="674687"/>
        </p:xfrm>
        <a:graphic>
          <a:graphicData uri="http://schemas.openxmlformats.org/presentationml/2006/ole">
            <mc:AlternateContent xmlns:mc="http://schemas.openxmlformats.org/markup-compatibility/2006">
              <mc:Choice xmlns:v="urn:schemas-microsoft-com:vml" Requires="v">
                <p:oleObj spid="_x0000_s96378" name="Equation" r:id="rId15" imgW="952087" imgH="380835" progId="Equation.DSMT4">
                  <p:embed/>
                </p:oleObj>
              </mc:Choice>
              <mc:Fallback>
                <p:oleObj name="Equation" r:id="rId15" imgW="952087" imgH="380835"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16613" y="5678489"/>
                        <a:ext cx="1689100" cy="674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70" name="Object 14"/>
          <p:cNvGraphicFramePr>
            <a:graphicFrameLocks noChangeAspect="1"/>
          </p:cNvGraphicFramePr>
          <p:nvPr/>
        </p:nvGraphicFramePr>
        <p:xfrm>
          <a:off x="8886825" y="5815014"/>
          <a:ext cx="990600" cy="382587"/>
        </p:xfrm>
        <a:graphic>
          <a:graphicData uri="http://schemas.openxmlformats.org/presentationml/2006/ole">
            <mc:AlternateContent xmlns:mc="http://schemas.openxmlformats.org/markup-compatibility/2006">
              <mc:Choice xmlns:v="urn:schemas-microsoft-com:vml" Requires="v">
                <p:oleObj spid="_x0000_s96379" name="Equation" r:id="rId17" imgW="558558" imgH="215806" progId="Equation.DSMT4">
                  <p:embed/>
                </p:oleObj>
              </mc:Choice>
              <mc:Fallback>
                <p:oleObj name="Equation" r:id="rId17" imgW="558558" imgH="215806" progId="Equation.DSMT4">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86825" y="5815014"/>
                        <a:ext cx="99060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71" name="Line 15"/>
          <p:cNvSpPr>
            <a:spLocks noChangeShapeType="1"/>
          </p:cNvSpPr>
          <p:nvPr/>
        </p:nvSpPr>
        <p:spPr bwMode="auto">
          <a:xfrm>
            <a:off x="7581901" y="5949950"/>
            <a:ext cx="1260475"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FF0000"/>
                </a:solidFill>
                <a:ea typeface="华文隶书" panose="02010800040101010101" pitchFamily="2" charset="-122"/>
              </a:rPr>
              <a:t>磁场中环路定理</a:t>
            </a:r>
          </a:p>
        </p:txBody>
      </p:sp>
      <p:graphicFrame>
        <p:nvGraphicFramePr>
          <p:cNvPr id="98307" name="Object 3"/>
          <p:cNvGraphicFramePr>
            <a:graphicFrameLocks noGrp="1" noChangeAspect="1"/>
          </p:cNvGraphicFramePr>
          <p:nvPr>
            <p:ph idx="1"/>
          </p:nvPr>
        </p:nvGraphicFramePr>
        <p:xfrm>
          <a:off x="3170239" y="3857626"/>
          <a:ext cx="1620837" cy="530225"/>
        </p:xfrm>
        <a:graphic>
          <a:graphicData uri="http://schemas.openxmlformats.org/presentationml/2006/ole">
            <mc:AlternateContent xmlns:mc="http://schemas.openxmlformats.org/markup-compatibility/2006">
              <mc:Choice xmlns:v="urn:schemas-microsoft-com:vml" Requires="v">
                <p:oleObj spid="_x0000_s98743" name="Equation" r:id="rId4" imgW="1320227" imgH="431613" progId="Equation.DSMT4">
                  <p:embed/>
                </p:oleObj>
              </mc:Choice>
              <mc:Fallback>
                <p:oleObj name="Equation" r:id="rId4" imgW="1320227" imgH="431613"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0239" y="3857626"/>
                        <a:ext cx="162083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08" name="Text Box 4"/>
          <p:cNvSpPr txBox="1">
            <a:spLocks noChangeArrowheads="1"/>
          </p:cNvSpPr>
          <p:nvPr/>
        </p:nvSpPr>
        <p:spPr bwMode="auto">
          <a:xfrm>
            <a:off x="4610100" y="2573339"/>
            <a:ext cx="2025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FF0000"/>
                </a:solidFill>
                <a:latin typeface="华文行楷" panose="02010800040101010101" pitchFamily="2" charset="-122"/>
                <a:ea typeface="华文行楷" panose="02010800040101010101" pitchFamily="2" charset="-122"/>
              </a:rPr>
              <a:t>磁场是有旋场</a:t>
            </a:r>
          </a:p>
        </p:txBody>
      </p:sp>
      <p:graphicFrame>
        <p:nvGraphicFramePr>
          <p:cNvPr id="98309" name="Object 5"/>
          <p:cNvGraphicFramePr>
            <a:graphicFrameLocks noChangeAspect="1"/>
          </p:cNvGraphicFramePr>
          <p:nvPr/>
        </p:nvGraphicFramePr>
        <p:xfrm>
          <a:off x="2674939" y="1089025"/>
          <a:ext cx="1284287" cy="539750"/>
        </p:xfrm>
        <a:graphic>
          <a:graphicData uri="http://schemas.openxmlformats.org/presentationml/2006/ole">
            <mc:AlternateContent xmlns:mc="http://schemas.openxmlformats.org/markup-compatibility/2006">
              <mc:Choice xmlns:v="urn:schemas-microsoft-com:vml" Requires="v">
                <p:oleObj spid="_x0000_s98744" name="Equation" r:id="rId6" imgW="876300" imgH="368300" progId="Equation.DSMT4">
                  <p:embed/>
                </p:oleObj>
              </mc:Choice>
              <mc:Fallback>
                <p:oleObj name="Equation" r:id="rId6" imgW="876300" imgH="3683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4939" y="1089025"/>
                        <a:ext cx="1284287"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0" name="Text Box 6"/>
          <p:cNvSpPr txBox="1">
            <a:spLocks noChangeArrowheads="1"/>
          </p:cNvSpPr>
          <p:nvPr/>
        </p:nvSpPr>
        <p:spPr bwMode="auto">
          <a:xfrm>
            <a:off x="2630488" y="1628776"/>
            <a:ext cx="71564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0000CC"/>
                </a:solidFill>
                <a:latin typeface="华文中宋" panose="02010600040101010101" pitchFamily="2" charset="-122"/>
                <a:ea typeface="华文中宋" panose="02010600040101010101" pitchFamily="2" charset="-122"/>
              </a:rPr>
              <a:t>安培环路定理</a:t>
            </a:r>
            <a:r>
              <a:rPr lang="en-US" altLang="zh-CN" sz="2000">
                <a:solidFill>
                  <a:srgbClr val="0000CC"/>
                </a:solidFill>
                <a:latin typeface="华文中宋" panose="02010600040101010101" pitchFamily="2" charset="-122"/>
                <a:ea typeface="华文中宋" panose="02010600040101010101" pitchFamily="2" charset="-122"/>
              </a:rPr>
              <a:t>:</a:t>
            </a:r>
            <a:r>
              <a:rPr lang="zh-CN" altLang="en-US" sz="2000">
                <a:solidFill>
                  <a:srgbClr val="0000CC"/>
                </a:solidFill>
                <a:latin typeface="华文中宋" panose="02010600040101010101" pitchFamily="2" charset="-122"/>
                <a:ea typeface="华文中宋" panose="02010600040101010101" pitchFamily="2" charset="-122"/>
              </a:rPr>
              <a:t>沿任一闭合曲线</a:t>
            </a:r>
            <a:r>
              <a:rPr lang="en-US" altLang="zh-CN" sz="2000">
                <a:solidFill>
                  <a:srgbClr val="0000CC"/>
                </a:solidFill>
                <a:latin typeface="华文中宋" panose="02010600040101010101" pitchFamily="2" charset="-122"/>
                <a:ea typeface="华文中宋" panose="02010600040101010101" pitchFamily="2" charset="-122"/>
              </a:rPr>
              <a:t>L</a:t>
            </a:r>
            <a:r>
              <a:rPr lang="zh-CN" altLang="en-US" sz="2000">
                <a:solidFill>
                  <a:srgbClr val="0000CC"/>
                </a:solidFill>
                <a:latin typeface="华文中宋" panose="02010600040101010101" pitchFamily="2" charset="-122"/>
                <a:ea typeface="华文中宋" panose="02010600040101010101" pitchFamily="2" charset="-122"/>
              </a:rPr>
              <a:t>磁感应强度</a:t>
            </a:r>
            <a:r>
              <a:rPr lang="en-US" altLang="zh-CN" sz="2000">
                <a:solidFill>
                  <a:srgbClr val="0000CC"/>
                </a:solidFill>
                <a:latin typeface="华文中宋" panose="02010600040101010101" pitchFamily="2" charset="-122"/>
                <a:ea typeface="华文中宋" panose="02010600040101010101" pitchFamily="2" charset="-122"/>
              </a:rPr>
              <a:t>B</a:t>
            </a:r>
            <a:r>
              <a:rPr lang="zh-CN" altLang="en-US" sz="2000">
                <a:solidFill>
                  <a:srgbClr val="0000CC"/>
                </a:solidFill>
                <a:latin typeface="华文中宋" panose="02010600040101010101" pitchFamily="2" charset="-122"/>
                <a:ea typeface="华文中宋" panose="02010600040101010101" pitchFamily="2" charset="-122"/>
              </a:rPr>
              <a:t>的环流等于穿过</a:t>
            </a:r>
            <a:r>
              <a:rPr lang="en-US" altLang="zh-CN" sz="2000">
                <a:solidFill>
                  <a:srgbClr val="0000CC"/>
                </a:solidFill>
                <a:latin typeface="华文中宋" panose="02010600040101010101" pitchFamily="2" charset="-122"/>
                <a:ea typeface="华文中宋" panose="02010600040101010101" pitchFamily="2" charset="-122"/>
              </a:rPr>
              <a:t>L</a:t>
            </a:r>
            <a:r>
              <a:rPr lang="zh-CN" altLang="en-US" sz="2000">
                <a:solidFill>
                  <a:srgbClr val="0000CC"/>
                </a:solidFill>
                <a:latin typeface="华文中宋" panose="02010600040101010101" pitchFamily="2" charset="-122"/>
                <a:ea typeface="华文中宋" panose="02010600040101010101" pitchFamily="2" charset="-122"/>
              </a:rPr>
              <a:t>的电流强度的代数和的</a:t>
            </a:r>
            <a:r>
              <a:rPr lang="en-US" altLang="zh-CN" sz="2000">
                <a:solidFill>
                  <a:srgbClr val="0000CC"/>
                </a:solidFill>
                <a:latin typeface="Symbol" panose="05050102010706020507" pitchFamily="18" charset="2"/>
                <a:ea typeface="华文中宋" panose="02010600040101010101" pitchFamily="2" charset="-122"/>
              </a:rPr>
              <a:t>m0</a:t>
            </a:r>
            <a:r>
              <a:rPr lang="zh-CN" altLang="en-US" sz="2000">
                <a:solidFill>
                  <a:srgbClr val="0000CC"/>
                </a:solidFill>
                <a:latin typeface="Symbol" panose="05050102010706020507" pitchFamily="18" charset="2"/>
                <a:ea typeface="华文中宋" panose="02010600040101010101" pitchFamily="2" charset="-122"/>
              </a:rPr>
              <a:t>倍</a:t>
            </a:r>
            <a:endParaRPr lang="zh-CN" altLang="en-US" sz="2000">
              <a:solidFill>
                <a:srgbClr val="0000CC"/>
              </a:solidFill>
              <a:latin typeface="华文中宋" panose="02010600040101010101" pitchFamily="2" charset="-122"/>
              <a:ea typeface="华文中宋" panose="02010600040101010101" pitchFamily="2" charset="-122"/>
            </a:endParaRPr>
          </a:p>
        </p:txBody>
      </p:sp>
      <p:graphicFrame>
        <p:nvGraphicFramePr>
          <p:cNvPr id="98311" name="Object 7"/>
          <p:cNvGraphicFramePr>
            <a:graphicFrameLocks noChangeAspect="1"/>
          </p:cNvGraphicFramePr>
          <p:nvPr/>
        </p:nvGraphicFramePr>
        <p:xfrm>
          <a:off x="2946401" y="2528888"/>
          <a:ext cx="1450975" cy="539750"/>
        </p:xfrm>
        <a:graphic>
          <a:graphicData uri="http://schemas.openxmlformats.org/presentationml/2006/ole">
            <mc:AlternateContent xmlns:mc="http://schemas.openxmlformats.org/markup-compatibility/2006">
              <mc:Choice xmlns:v="urn:schemas-microsoft-com:vml" Requires="v">
                <p:oleObj spid="_x0000_s98745" name="Equation" r:id="rId8" imgW="990600" imgH="368300" progId="Equation.DSMT4">
                  <p:embed/>
                </p:oleObj>
              </mc:Choice>
              <mc:Fallback>
                <p:oleObj name="Equation" r:id="rId8" imgW="990600" imgH="3683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6401" y="2528888"/>
                        <a:ext cx="145097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2" name="Text Box 8"/>
          <p:cNvSpPr txBox="1">
            <a:spLocks noChangeArrowheads="1"/>
          </p:cNvSpPr>
          <p:nvPr/>
        </p:nvSpPr>
        <p:spPr bwMode="auto">
          <a:xfrm>
            <a:off x="2720975" y="3114676"/>
            <a:ext cx="431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rgbClr val="FF0000"/>
                </a:solidFill>
                <a:latin typeface="华文行楷" panose="02010800040101010101" pitchFamily="2" charset="-122"/>
                <a:ea typeface="华文行楷" panose="02010800040101010101" pitchFamily="2" charset="-122"/>
              </a:rPr>
              <a:t>电流的正负由环路右手定则判断</a:t>
            </a:r>
            <a:r>
              <a:rPr lang="en-US" altLang="zh-CN" sz="2000">
                <a:solidFill>
                  <a:srgbClr val="FF0000"/>
                </a:solidFill>
                <a:latin typeface="华文行楷" panose="02010800040101010101" pitchFamily="2" charset="-122"/>
                <a:ea typeface="华文行楷" panose="02010800040101010101" pitchFamily="2" charset="-122"/>
              </a:rPr>
              <a:t>.</a:t>
            </a:r>
          </a:p>
        </p:txBody>
      </p:sp>
      <p:pic>
        <p:nvPicPr>
          <p:cNvPr id="9831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00925" y="2168526"/>
            <a:ext cx="103505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8314" name="Object 10"/>
          <p:cNvGraphicFramePr>
            <a:graphicFrameLocks noChangeAspect="1"/>
          </p:cNvGraphicFramePr>
          <p:nvPr/>
        </p:nvGraphicFramePr>
        <p:xfrm>
          <a:off x="7581900" y="3203575"/>
          <a:ext cx="501650" cy="261938"/>
        </p:xfrm>
        <a:graphic>
          <a:graphicData uri="http://schemas.openxmlformats.org/presentationml/2006/ole">
            <mc:AlternateContent xmlns:mc="http://schemas.openxmlformats.org/markup-compatibility/2006">
              <mc:Choice xmlns:v="urn:schemas-microsoft-com:vml" Requires="v">
                <p:oleObj spid="_x0000_s98746" name="Equation" r:id="rId11" imgW="342603" imgH="177646" progId="Equation.DSMT4">
                  <p:embed/>
                </p:oleObj>
              </mc:Choice>
              <mc:Fallback>
                <p:oleObj name="Equation" r:id="rId11" imgW="342603" imgH="177646"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81900" y="3203575"/>
                        <a:ext cx="50165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8315" name="Picture 1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51888" y="2124076"/>
            <a:ext cx="103505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6" name="Line 12"/>
          <p:cNvSpPr>
            <a:spLocks noChangeShapeType="1"/>
          </p:cNvSpPr>
          <p:nvPr/>
        </p:nvSpPr>
        <p:spPr bwMode="auto">
          <a:xfrm flipH="1">
            <a:off x="9291639" y="2889250"/>
            <a:ext cx="134937" cy="904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8317" name="Object 13"/>
          <p:cNvGraphicFramePr>
            <a:graphicFrameLocks noChangeAspect="1"/>
          </p:cNvGraphicFramePr>
          <p:nvPr/>
        </p:nvGraphicFramePr>
        <p:xfrm>
          <a:off x="9021763" y="3159125"/>
          <a:ext cx="501650" cy="261938"/>
        </p:xfrm>
        <a:graphic>
          <a:graphicData uri="http://schemas.openxmlformats.org/presentationml/2006/ole">
            <mc:AlternateContent xmlns:mc="http://schemas.openxmlformats.org/markup-compatibility/2006">
              <mc:Choice xmlns:v="urn:schemas-microsoft-com:vml" Requires="v">
                <p:oleObj spid="_x0000_s98747" name="Equation" r:id="rId13" imgW="342603" imgH="177646" progId="Equation.DSMT4">
                  <p:embed/>
                </p:oleObj>
              </mc:Choice>
              <mc:Fallback>
                <p:oleObj name="Equation" r:id="rId13" imgW="342603" imgH="177646"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21763" y="3159125"/>
                        <a:ext cx="50165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8" name="Text Box 14"/>
          <p:cNvSpPr txBox="1">
            <a:spLocks noChangeArrowheads="1"/>
          </p:cNvSpPr>
          <p:nvPr/>
        </p:nvSpPr>
        <p:spPr bwMode="auto">
          <a:xfrm>
            <a:off x="2046288" y="3743325"/>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行楷" panose="02010800040101010101" pitchFamily="2" charset="-122"/>
                <a:ea typeface="华文行楷" panose="02010800040101010101" pitchFamily="2" charset="-122"/>
              </a:rPr>
              <a:t>证明</a:t>
            </a:r>
            <a:r>
              <a:rPr lang="en-US" altLang="zh-CN" sz="2400">
                <a:solidFill>
                  <a:srgbClr val="0000CC"/>
                </a:solidFill>
                <a:latin typeface="华文行楷" panose="02010800040101010101" pitchFamily="2" charset="-122"/>
                <a:ea typeface="华文行楷" panose="02010800040101010101" pitchFamily="2" charset="-122"/>
              </a:rPr>
              <a:t>:</a:t>
            </a:r>
          </a:p>
        </p:txBody>
      </p:sp>
      <p:graphicFrame>
        <p:nvGraphicFramePr>
          <p:cNvPr id="98319" name="Object 15"/>
          <p:cNvGraphicFramePr>
            <a:graphicFrameLocks noChangeAspect="1"/>
          </p:cNvGraphicFramePr>
          <p:nvPr/>
        </p:nvGraphicFramePr>
        <p:xfrm>
          <a:off x="5195889" y="3968750"/>
          <a:ext cx="708025" cy="242888"/>
        </p:xfrm>
        <a:graphic>
          <a:graphicData uri="http://schemas.openxmlformats.org/presentationml/2006/ole">
            <mc:AlternateContent xmlns:mc="http://schemas.openxmlformats.org/markup-compatibility/2006">
              <mc:Choice xmlns:v="urn:schemas-microsoft-com:vml" Requires="v">
                <p:oleObj spid="_x0000_s98748" name="Equation" r:id="rId15" imgW="482391" imgH="165028" progId="Equation.DSMT4">
                  <p:embed/>
                </p:oleObj>
              </mc:Choice>
              <mc:Fallback>
                <p:oleObj name="Equation" r:id="rId15" imgW="482391" imgH="165028"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95889" y="3968750"/>
                        <a:ext cx="708025"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8320" name="Group 16"/>
          <p:cNvGrpSpPr>
            <a:grpSpLocks/>
          </p:cNvGrpSpPr>
          <p:nvPr/>
        </p:nvGrpSpPr>
        <p:grpSpPr bwMode="auto">
          <a:xfrm>
            <a:off x="6861175" y="3519488"/>
            <a:ext cx="3176588" cy="2309812"/>
            <a:chOff x="3390" y="2302"/>
            <a:chExt cx="2001" cy="1455"/>
          </a:xfrm>
        </p:grpSpPr>
        <p:grpSp>
          <p:nvGrpSpPr>
            <p:cNvPr id="98324" name="Group 17"/>
            <p:cNvGrpSpPr>
              <a:grpSpLocks/>
            </p:cNvGrpSpPr>
            <p:nvPr/>
          </p:nvGrpSpPr>
          <p:grpSpPr bwMode="auto">
            <a:xfrm>
              <a:off x="3390" y="2358"/>
              <a:ext cx="2001" cy="1399"/>
              <a:chOff x="3390" y="2302"/>
              <a:chExt cx="2001" cy="1399"/>
            </a:xfrm>
          </p:grpSpPr>
          <p:grpSp>
            <p:nvGrpSpPr>
              <p:cNvPr id="98327" name="Group 18"/>
              <p:cNvGrpSpPr>
                <a:grpSpLocks/>
              </p:cNvGrpSpPr>
              <p:nvPr/>
            </p:nvGrpSpPr>
            <p:grpSpPr bwMode="auto">
              <a:xfrm>
                <a:off x="3589" y="2358"/>
                <a:ext cx="1725" cy="1134"/>
                <a:chOff x="3589" y="2358"/>
                <a:chExt cx="1725" cy="1134"/>
              </a:xfrm>
            </p:grpSpPr>
            <p:grpSp>
              <p:nvGrpSpPr>
                <p:cNvPr id="98341" name="Group 19"/>
                <p:cNvGrpSpPr>
                  <a:grpSpLocks/>
                </p:cNvGrpSpPr>
                <p:nvPr/>
              </p:nvGrpSpPr>
              <p:grpSpPr bwMode="auto">
                <a:xfrm>
                  <a:off x="3589" y="2358"/>
                  <a:ext cx="1725" cy="1134"/>
                  <a:chOff x="3589" y="2358"/>
                  <a:chExt cx="1725" cy="1134"/>
                </a:xfrm>
              </p:grpSpPr>
              <p:grpSp>
                <p:nvGrpSpPr>
                  <p:cNvPr id="98343" name="Group 20"/>
                  <p:cNvGrpSpPr>
                    <a:grpSpLocks/>
                  </p:cNvGrpSpPr>
                  <p:nvPr/>
                </p:nvGrpSpPr>
                <p:grpSpPr bwMode="auto">
                  <a:xfrm>
                    <a:off x="3589" y="2500"/>
                    <a:ext cx="1725" cy="992"/>
                    <a:chOff x="3589" y="2500"/>
                    <a:chExt cx="1725" cy="992"/>
                  </a:xfrm>
                </p:grpSpPr>
                <p:grpSp>
                  <p:nvGrpSpPr>
                    <p:cNvPr id="98345" name="Group 21"/>
                    <p:cNvGrpSpPr>
                      <a:grpSpLocks/>
                    </p:cNvGrpSpPr>
                    <p:nvPr/>
                  </p:nvGrpSpPr>
                  <p:grpSpPr bwMode="auto">
                    <a:xfrm>
                      <a:off x="3589" y="2500"/>
                      <a:ext cx="850" cy="992"/>
                      <a:chOff x="1094" y="2443"/>
                      <a:chExt cx="850" cy="992"/>
                    </a:xfrm>
                  </p:grpSpPr>
                  <p:sp>
                    <p:nvSpPr>
                      <p:cNvPr id="98349" name="Oval 22"/>
                      <p:cNvSpPr>
                        <a:spLocks noChangeArrowheads="1"/>
                      </p:cNvSpPr>
                      <p:nvPr/>
                    </p:nvSpPr>
                    <p:spPr bwMode="auto">
                      <a:xfrm>
                        <a:off x="1094" y="2443"/>
                        <a:ext cx="765" cy="992"/>
                      </a:xfrm>
                      <a:prstGeom prst="ellipse">
                        <a:avLst/>
                      </a:prstGeom>
                      <a:noFill/>
                      <a:ln w="9525">
                        <a:solidFill>
                          <a:srgbClr val="0000CC"/>
                        </a:solidFill>
                        <a:round/>
                        <a:headEnd/>
                        <a:tailEnd/>
                      </a:ln>
                      <a:scene3d>
                        <a:camera prst="legacyObliqueTopRight"/>
                        <a:lightRig rig="legacyFlat3" dir="b"/>
                      </a:scene3d>
                      <a:sp3d extrusionH="430200" prstMaterial="legacyWireframe">
                        <a:bevelT w="13500" h="13500" prst="angle"/>
                        <a:bevelB w="13500" h="13500" prst="angle"/>
                        <a:extrusionClr>
                          <a:srgbClr val="0000CC"/>
                        </a:extrusionClr>
                        <a:contourClr>
                          <a:srgbClr val="0000CC"/>
                        </a:contourClr>
                      </a:sp3d>
                      <a:extLst>
                        <a:ext uri="{909E8E84-426E-40DD-AFC4-6F175D3DCCD1}">
                          <a14:hiddenFill xmlns:a14="http://schemas.microsoft.com/office/drawing/2010/main">
                            <a:solidFill>
                              <a:srgbClr val="FFFFFF"/>
                            </a:solidFill>
                          </a14:hiddenFill>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8350" name="Line 23"/>
                      <p:cNvSpPr>
                        <a:spLocks noChangeShapeType="1"/>
                      </p:cNvSpPr>
                      <p:nvPr/>
                    </p:nvSpPr>
                    <p:spPr bwMode="auto">
                      <a:xfrm flipH="1">
                        <a:off x="1831" y="2642"/>
                        <a:ext cx="113" cy="1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51" name="Line 24"/>
                      <p:cNvSpPr>
                        <a:spLocks noChangeShapeType="1"/>
                      </p:cNvSpPr>
                      <p:nvPr/>
                    </p:nvSpPr>
                    <p:spPr bwMode="auto">
                      <a:xfrm flipH="1" flipV="1">
                        <a:off x="1859" y="2472"/>
                        <a:ext cx="85" cy="17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8346" name="Oval 25"/>
                    <p:cNvSpPr>
                      <a:spLocks noChangeArrowheads="1"/>
                    </p:cNvSpPr>
                    <p:nvPr/>
                  </p:nvSpPr>
                  <p:spPr bwMode="auto">
                    <a:xfrm rot="-1652701">
                      <a:off x="4088" y="2965"/>
                      <a:ext cx="1226" cy="47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98347" name="Line 26"/>
                    <p:cNvSpPr>
                      <a:spLocks noChangeShapeType="1"/>
                    </p:cNvSpPr>
                    <p:nvPr/>
                  </p:nvSpPr>
                  <p:spPr bwMode="auto">
                    <a:xfrm flipV="1">
                      <a:off x="4836" y="3295"/>
                      <a:ext cx="170" cy="8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48" name="Line 27"/>
                    <p:cNvSpPr>
                      <a:spLocks noChangeShapeType="1"/>
                    </p:cNvSpPr>
                    <p:nvPr/>
                  </p:nvSpPr>
                  <p:spPr bwMode="auto">
                    <a:xfrm>
                      <a:off x="4439" y="2699"/>
                      <a:ext cx="397" cy="680"/>
                    </a:xfrm>
                    <a:prstGeom prst="line">
                      <a:avLst/>
                    </a:prstGeom>
                    <a:noFill/>
                    <a:ln w="952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8344" name="Line 28"/>
                  <p:cNvSpPr>
                    <a:spLocks noChangeShapeType="1"/>
                  </p:cNvSpPr>
                  <p:nvPr/>
                </p:nvSpPr>
                <p:spPr bwMode="auto">
                  <a:xfrm flipV="1">
                    <a:off x="4439" y="2358"/>
                    <a:ext cx="227" cy="34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8342" name="Line 29"/>
                <p:cNvSpPr>
                  <a:spLocks noChangeShapeType="1"/>
                </p:cNvSpPr>
                <p:nvPr/>
              </p:nvSpPr>
              <p:spPr bwMode="auto">
                <a:xfrm flipH="1" flipV="1">
                  <a:off x="5120" y="2841"/>
                  <a:ext cx="141" cy="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98328" name="Object 30"/>
              <p:cNvGraphicFramePr>
                <a:graphicFrameLocks noChangeAspect="1"/>
              </p:cNvGraphicFramePr>
              <p:nvPr/>
            </p:nvGraphicFramePr>
            <p:xfrm>
              <a:off x="4694" y="2387"/>
              <a:ext cx="188" cy="164"/>
            </p:xfrm>
            <a:graphic>
              <a:graphicData uri="http://schemas.openxmlformats.org/presentationml/2006/ole">
                <mc:AlternateContent xmlns:mc="http://schemas.openxmlformats.org/markup-compatibility/2006">
                  <mc:Choice xmlns:v="urn:schemas-microsoft-com:vml" Requires="v">
                    <p:oleObj spid="_x0000_s98749" name="Equation" r:id="rId17" imgW="202936" imgH="177569" progId="Equation.DSMT4">
                      <p:embed/>
                    </p:oleObj>
                  </mc:Choice>
                  <mc:Fallback>
                    <p:oleObj name="Equation" r:id="rId17" imgW="202936" imgH="177569" progId="Equation.DSMT4">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94" y="2387"/>
                            <a:ext cx="188"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9" name="Object 31"/>
              <p:cNvGraphicFramePr>
                <a:graphicFrameLocks noChangeAspect="1"/>
              </p:cNvGraphicFramePr>
              <p:nvPr/>
            </p:nvGraphicFramePr>
            <p:xfrm>
              <a:off x="4354" y="2302"/>
              <a:ext cx="223" cy="199"/>
            </p:xfrm>
            <a:graphic>
              <a:graphicData uri="http://schemas.openxmlformats.org/presentationml/2006/ole">
                <mc:AlternateContent xmlns:mc="http://schemas.openxmlformats.org/markup-compatibility/2006">
                  <mc:Choice xmlns:v="urn:schemas-microsoft-com:vml" Requires="v">
                    <p:oleObj spid="_x0000_s98750" name="Equation" r:id="rId19" imgW="241091" imgH="215713" progId="Equation.DSMT4">
                      <p:embed/>
                    </p:oleObj>
                  </mc:Choice>
                  <mc:Fallback>
                    <p:oleObj name="Equation" r:id="rId19" imgW="241091" imgH="215713"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54" y="2302"/>
                            <a:ext cx="22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0" name="Object 32"/>
              <p:cNvGraphicFramePr>
                <a:graphicFrameLocks noChangeAspect="1"/>
              </p:cNvGraphicFramePr>
              <p:nvPr/>
            </p:nvGraphicFramePr>
            <p:xfrm>
              <a:off x="3991" y="2727"/>
              <a:ext cx="270" cy="198"/>
            </p:xfrm>
            <a:graphic>
              <a:graphicData uri="http://schemas.openxmlformats.org/presentationml/2006/ole">
                <mc:AlternateContent xmlns:mc="http://schemas.openxmlformats.org/markup-compatibility/2006">
                  <mc:Choice xmlns:v="urn:schemas-microsoft-com:vml" Requires="v">
                    <p:oleObj spid="_x0000_s98751" name="Equation" r:id="rId21" imgW="291847" imgH="215713" progId="Equation.DSMT4">
                      <p:embed/>
                    </p:oleObj>
                  </mc:Choice>
                  <mc:Fallback>
                    <p:oleObj name="Equation" r:id="rId21" imgW="291847" imgH="215713" progId="Equation.DSMT4">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91" y="2727"/>
                            <a:ext cx="27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1" name="Object 33"/>
              <p:cNvGraphicFramePr>
                <a:graphicFrameLocks noChangeAspect="1"/>
              </p:cNvGraphicFramePr>
              <p:nvPr/>
            </p:nvGraphicFramePr>
            <p:xfrm>
              <a:off x="4849" y="3464"/>
              <a:ext cx="188" cy="198"/>
            </p:xfrm>
            <a:graphic>
              <a:graphicData uri="http://schemas.openxmlformats.org/presentationml/2006/ole">
                <mc:AlternateContent xmlns:mc="http://schemas.openxmlformats.org/markup-compatibility/2006">
                  <mc:Choice xmlns:v="urn:schemas-microsoft-com:vml" Requires="v">
                    <p:oleObj spid="_x0000_s98752" name="Equation" r:id="rId23" imgW="203024" imgH="215713" progId="Equation.DSMT4">
                      <p:embed/>
                    </p:oleObj>
                  </mc:Choice>
                  <mc:Fallback>
                    <p:oleObj name="Equation" r:id="rId23" imgW="203024" imgH="215713" progId="Equation.DSMT4">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49" y="3464"/>
                            <a:ext cx="188"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2" name="Object 34"/>
              <p:cNvGraphicFramePr>
                <a:graphicFrameLocks noChangeAspect="1"/>
              </p:cNvGraphicFramePr>
              <p:nvPr/>
            </p:nvGraphicFramePr>
            <p:xfrm>
              <a:off x="5262" y="2863"/>
              <a:ext cx="129" cy="151"/>
            </p:xfrm>
            <a:graphic>
              <a:graphicData uri="http://schemas.openxmlformats.org/presentationml/2006/ole">
                <mc:AlternateContent xmlns:mc="http://schemas.openxmlformats.org/markup-compatibility/2006">
                  <mc:Choice xmlns:v="urn:schemas-microsoft-com:vml" Requires="v">
                    <p:oleObj spid="_x0000_s98753" name="Equation" r:id="rId25" imgW="139579" imgH="164957" progId="Equation.DSMT4">
                      <p:embed/>
                    </p:oleObj>
                  </mc:Choice>
                  <mc:Fallback>
                    <p:oleObj name="Equation" r:id="rId25" imgW="139579" imgH="164957" progId="Equation.DSMT4">
                      <p:embed/>
                      <p:pic>
                        <p:nvPicPr>
                          <p:cNvPr id="0" name="Object 3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62" y="2863"/>
                            <a:ext cx="12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3" name="Object 35"/>
              <p:cNvGraphicFramePr>
                <a:graphicFrameLocks noChangeAspect="1"/>
              </p:cNvGraphicFramePr>
              <p:nvPr/>
            </p:nvGraphicFramePr>
            <p:xfrm>
              <a:off x="4751" y="3096"/>
              <a:ext cx="117" cy="151"/>
            </p:xfrm>
            <a:graphic>
              <a:graphicData uri="http://schemas.openxmlformats.org/presentationml/2006/ole">
                <mc:AlternateContent xmlns:mc="http://schemas.openxmlformats.org/markup-compatibility/2006">
                  <mc:Choice xmlns:v="urn:schemas-microsoft-com:vml" Requires="v">
                    <p:oleObj spid="_x0000_s98754" name="Equation" r:id="rId27" imgW="126780" imgH="164814" progId="Equation.DSMT4">
                      <p:embed/>
                    </p:oleObj>
                  </mc:Choice>
                  <mc:Fallback>
                    <p:oleObj name="Equation" r:id="rId27" imgW="126780" imgH="164814" progId="Equation.DSMT4">
                      <p:embed/>
                      <p:pic>
                        <p:nvPicPr>
                          <p:cNvPr id="0"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751" y="3096"/>
                            <a:ext cx="117"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4" name="Object 36"/>
              <p:cNvGraphicFramePr>
                <a:graphicFrameLocks noChangeAspect="1"/>
              </p:cNvGraphicFramePr>
              <p:nvPr/>
            </p:nvGraphicFramePr>
            <p:xfrm>
              <a:off x="4723" y="3379"/>
              <a:ext cx="140" cy="151"/>
            </p:xfrm>
            <a:graphic>
              <a:graphicData uri="http://schemas.openxmlformats.org/presentationml/2006/ole">
                <mc:AlternateContent xmlns:mc="http://schemas.openxmlformats.org/markup-compatibility/2006">
                  <mc:Choice xmlns:v="urn:schemas-microsoft-com:vml" Requires="v">
                    <p:oleObj spid="_x0000_s98755" name="Equation" r:id="rId29" imgW="152268" imgH="164957" progId="Equation.DSMT4">
                      <p:embed/>
                    </p:oleObj>
                  </mc:Choice>
                  <mc:Fallback>
                    <p:oleObj name="Equation" r:id="rId29" imgW="152268" imgH="164957" progId="Equation.DSMT4">
                      <p:embed/>
                      <p:pic>
                        <p:nvPicPr>
                          <p:cNvPr id="0"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723" y="3379"/>
                            <a:ext cx="140"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5" name="Object 37"/>
              <p:cNvGraphicFramePr>
                <a:graphicFrameLocks noChangeAspect="1"/>
              </p:cNvGraphicFramePr>
              <p:nvPr/>
            </p:nvGraphicFramePr>
            <p:xfrm>
              <a:off x="4553" y="2812"/>
              <a:ext cx="152" cy="151"/>
            </p:xfrm>
            <a:graphic>
              <a:graphicData uri="http://schemas.openxmlformats.org/presentationml/2006/ole">
                <mc:AlternateContent xmlns:mc="http://schemas.openxmlformats.org/markup-compatibility/2006">
                  <mc:Choice xmlns:v="urn:schemas-microsoft-com:vml" Requires="v">
                    <p:oleObj spid="_x0000_s98756" name="Equation" r:id="rId31" imgW="164885" imgH="164885" progId="Equation.DSMT4">
                      <p:embed/>
                    </p:oleObj>
                  </mc:Choice>
                  <mc:Fallback>
                    <p:oleObj name="Equation" r:id="rId31" imgW="164885" imgH="164885" progId="Equation.DSMT4">
                      <p:embed/>
                      <p:pic>
                        <p:nvPicPr>
                          <p:cNvPr id="0" name="Object 3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553" y="2812"/>
                            <a:ext cx="152"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6" name="Object 38"/>
              <p:cNvGraphicFramePr>
                <a:graphicFrameLocks noChangeAspect="1"/>
              </p:cNvGraphicFramePr>
              <p:nvPr/>
            </p:nvGraphicFramePr>
            <p:xfrm>
              <a:off x="4479" y="2585"/>
              <a:ext cx="175" cy="151"/>
            </p:xfrm>
            <a:graphic>
              <a:graphicData uri="http://schemas.openxmlformats.org/presentationml/2006/ole">
                <mc:AlternateContent xmlns:mc="http://schemas.openxmlformats.org/markup-compatibility/2006">
                  <mc:Choice xmlns:v="urn:schemas-microsoft-com:vml" Requires="v">
                    <p:oleObj spid="_x0000_s98757" name="Equation" r:id="rId33" imgW="190335" imgH="164957" progId="Equation.DSMT4">
                      <p:embed/>
                    </p:oleObj>
                  </mc:Choice>
                  <mc:Fallback>
                    <p:oleObj name="Equation" r:id="rId33" imgW="190335" imgH="164957" progId="Equation.DSMT4">
                      <p:embed/>
                      <p:pic>
                        <p:nvPicPr>
                          <p:cNvPr id="0" name="Object 3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479" y="2585"/>
                            <a:ext cx="17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7" name="Object 39"/>
              <p:cNvGraphicFramePr>
                <a:graphicFrameLocks noChangeAspect="1"/>
              </p:cNvGraphicFramePr>
              <p:nvPr/>
            </p:nvGraphicFramePr>
            <p:xfrm>
              <a:off x="3781" y="3067"/>
              <a:ext cx="200" cy="209"/>
            </p:xfrm>
            <a:graphic>
              <a:graphicData uri="http://schemas.openxmlformats.org/presentationml/2006/ole">
                <mc:AlternateContent xmlns:mc="http://schemas.openxmlformats.org/markup-compatibility/2006">
                  <mc:Choice xmlns:v="urn:schemas-microsoft-com:vml" Requires="v">
                    <p:oleObj spid="_x0000_s98758" name="Equation" r:id="rId35" imgW="215806" imgH="228501" progId="Equation.DSMT4">
                      <p:embed/>
                    </p:oleObj>
                  </mc:Choice>
                  <mc:Fallback>
                    <p:oleObj name="Equation" r:id="rId35" imgW="215806" imgH="228501" progId="Equation.DSMT4">
                      <p:embed/>
                      <p:pic>
                        <p:nvPicPr>
                          <p:cNvPr id="0" name="Object 3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781" y="3067"/>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8" name="Object 40"/>
              <p:cNvGraphicFramePr>
                <a:graphicFrameLocks noChangeAspect="1"/>
              </p:cNvGraphicFramePr>
              <p:nvPr/>
            </p:nvGraphicFramePr>
            <p:xfrm>
              <a:off x="3872" y="3492"/>
              <a:ext cx="212" cy="209"/>
            </p:xfrm>
            <a:graphic>
              <a:graphicData uri="http://schemas.openxmlformats.org/presentationml/2006/ole">
                <mc:AlternateContent xmlns:mc="http://schemas.openxmlformats.org/markup-compatibility/2006">
                  <mc:Choice xmlns:v="urn:schemas-microsoft-com:vml" Requires="v">
                    <p:oleObj spid="_x0000_s98759" name="Equation" r:id="rId37" imgW="228600" imgH="228600" progId="Equation.DSMT4">
                      <p:embed/>
                    </p:oleObj>
                  </mc:Choice>
                  <mc:Fallback>
                    <p:oleObj name="Equation" r:id="rId37" imgW="228600" imgH="228600" progId="Equation.DSMT4">
                      <p:embed/>
                      <p:pic>
                        <p:nvPicPr>
                          <p:cNvPr id="0" name="Object 4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872" y="3492"/>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39" name="Object 41"/>
              <p:cNvGraphicFramePr>
                <a:graphicFrameLocks noChangeAspect="1"/>
              </p:cNvGraphicFramePr>
              <p:nvPr/>
            </p:nvGraphicFramePr>
            <p:xfrm>
              <a:off x="3390" y="2670"/>
              <a:ext cx="212" cy="209"/>
            </p:xfrm>
            <a:graphic>
              <a:graphicData uri="http://schemas.openxmlformats.org/presentationml/2006/ole">
                <mc:AlternateContent xmlns:mc="http://schemas.openxmlformats.org/markup-compatibility/2006">
                  <mc:Choice xmlns:v="urn:schemas-microsoft-com:vml" Requires="v">
                    <p:oleObj spid="_x0000_s98760" name="Equation" r:id="rId39" imgW="228600" imgH="228600" progId="Equation.DSMT4">
                      <p:embed/>
                    </p:oleObj>
                  </mc:Choice>
                  <mc:Fallback>
                    <p:oleObj name="Equation" r:id="rId39" imgW="228600" imgH="228600" progId="Equation.DSMT4">
                      <p:embed/>
                      <p:pic>
                        <p:nvPicPr>
                          <p:cNvPr id="0" name="Object 4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390" y="2670"/>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40" name="Object 42"/>
              <p:cNvGraphicFramePr>
                <a:graphicFrameLocks noChangeAspect="1"/>
              </p:cNvGraphicFramePr>
              <p:nvPr/>
            </p:nvGraphicFramePr>
            <p:xfrm>
              <a:off x="3759" y="2642"/>
              <a:ext cx="200" cy="209"/>
            </p:xfrm>
            <a:graphic>
              <a:graphicData uri="http://schemas.openxmlformats.org/presentationml/2006/ole">
                <mc:AlternateContent xmlns:mc="http://schemas.openxmlformats.org/markup-compatibility/2006">
                  <mc:Choice xmlns:v="urn:schemas-microsoft-com:vml" Requires="v">
                    <p:oleObj spid="_x0000_s98761" name="Equation" r:id="rId41" imgW="215806" imgH="228501" progId="Equation.DSMT4">
                      <p:embed/>
                    </p:oleObj>
                  </mc:Choice>
                  <mc:Fallback>
                    <p:oleObj name="Equation" r:id="rId41" imgW="215806" imgH="228501" progId="Equation.DSMT4">
                      <p:embed/>
                      <p:pic>
                        <p:nvPicPr>
                          <p:cNvPr id="0" name="Object 4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759" y="2642"/>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8325" name="Line 43"/>
            <p:cNvSpPr>
              <a:spLocks noChangeShapeType="1"/>
            </p:cNvSpPr>
            <p:nvPr/>
          </p:nvSpPr>
          <p:spPr bwMode="auto">
            <a:xfrm flipH="1" flipV="1">
              <a:off x="4156" y="2443"/>
              <a:ext cx="113" cy="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8326" name="Object 44"/>
            <p:cNvGraphicFramePr>
              <a:graphicFrameLocks noChangeAspect="1"/>
            </p:cNvGraphicFramePr>
            <p:nvPr/>
          </p:nvGraphicFramePr>
          <p:xfrm>
            <a:off x="4099" y="2302"/>
            <a:ext cx="118" cy="153"/>
          </p:xfrm>
          <a:graphic>
            <a:graphicData uri="http://schemas.openxmlformats.org/presentationml/2006/ole">
              <mc:AlternateContent xmlns:mc="http://schemas.openxmlformats.org/markup-compatibility/2006">
                <mc:Choice xmlns:v="urn:schemas-microsoft-com:vml" Requires="v">
                  <p:oleObj spid="_x0000_s98762" name="Equation" r:id="rId43" imgW="126780" imgH="164814" progId="Equation.DSMT4">
                    <p:embed/>
                  </p:oleObj>
                </mc:Choice>
                <mc:Fallback>
                  <p:oleObj name="Equation" r:id="rId43" imgW="126780" imgH="164814" progId="Equation.DSMT4">
                    <p:embed/>
                    <p:pic>
                      <p:nvPicPr>
                        <p:cNvPr id="0" name="Object 4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099" y="2302"/>
                          <a:ext cx="118"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8321" name="Object 45"/>
          <p:cNvGraphicFramePr>
            <a:graphicFrameLocks noChangeAspect="1"/>
          </p:cNvGraphicFramePr>
          <p:nvPr/>
        </p:nvGraphicFramePr>
        <p:xfrm>
          <a:off x="3486150" y="5543551"/>
          <a:ext cx="1582738" cy="690563"/>
        </p:xfrm>
        <a:graphic>
          <a:graphicData uri="http://schemas.openxmlformats.org/presentationml/2006/ole">
            <mc:AlternateContent xmlns:mc="http://schemas.openxmlformats.org/markup-compatibility/2006">
              <mc:Choice xmlns:v="urn:schemas-microsoft-com:vml" Requires="v">
                <p:oleObj spid="_x0000_s98763" name="Equation" r:id="rId45" imgW="1079500" imgH="469900" progId="Equation.DSMT4">
                  <p:embed/>
                </p:oleObj>
              </mc:Choice>
              <mc:Fallback>
                <p:oleObj name="Equation" r:id="rId45" imgW="1079500" imgH="469900" progId="Equation.DSMT4">
                  <p:embed/>
                  <p:pic>
                    <p:nvPicPr>
                      <p:cNvPr id="0" name="Object 4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486150" y="5543551"/>
                        <a:ext cx="1582738"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2" name="Object 46"/>
          <p:cNvGraphicFramePr>
            <a:graphicFrameLocks noChangeAspect="1"/>
          </p:cNvGraphicFramePr>
          <p:nvPr/>
        </p:nvGraphicFramePr>
        <p:xfrm>
          <a:off x="3260725" y="4464051"/>
          <a:ext cx="1936750" cy="447675"/>
        </p:xfrm>
        <a:graphic>
          <a:graphicData uri="http://schemas.openxmlformats.org/presentationml/2006/ole">
            <mc:AlternateContent xmlns:mc="http://schemas.openxmlformats.org/markup-compatibility/2006">
              <mc:Choice xmlns:v="urn:schemas-microsoft-com:vml" Requires="v">
                <p:oleObj spid="_x0000_s98764" name="Equation" r:id="rId47" imgW="1320227" imgH="304668" progId="Equation.DSMT4">
                  <p:embed/>
                </p:oleObj>
              </mc:Choice>
              <mc:Fallback>
                <p:oleObj name="Equation" r:id="rId47" imgW="1320227" imgH="304668" progId="Equation.DSMT4">
                  <p:embed/>
                  <p:pic>
                    <p:nvPicPr>
                      <p:cNvPr id="0" name="Object 46"/>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3260725" y="4464051"/>
                        <a:ext cx="19367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23" name="Object 47"/>
          <p:cNvGraphicFramePr>
            <a:graphicFrameLocks noChangeAspect="1"/>
          </p:cNvGraphicFramePr>
          <p:nvPr/>
        </p:nvGraphicFramePr>
        <p:xfrm>
          <a:off x="3395664" y="4959350"/>
          <a:ext cx="1265237" cy="317500"/>
        </p:xfrm>
        <a:graphic>
          <a:graphicData uri="http://schemas.openxmlformats.org/presentationml/2006/ole">
            <mc:AlternateContent xmlns:mc="http://schemas.openxmlformats.org/markup-compatibility/2006">
              <mc:Choice xmlns:v="urn:schemas-microsoft-com:vml" Requires="v">
                <p:oleObj spid="_x0000_s98765" name="Equation" r:id="rId49" imgW="863225" imgH="215806" progId="Equation.DSMT4">
                  <p:embed/>
                </p:oleObj>
              </mc:Choice>
              <mc:Fallback>
                <p:oleObj name="Equation" r:id="rId49" imgW="863225" imgH="215806" progId="Equation.DSMT4">
                  <p:embed/>
                  <p:pic>
                    <p:nvPicPr>
                      <p:cNvPr id="0" name="Object 47"/>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395664" y="4959350"/>
                        <a:ext cx="1265237"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chemeClr val="tx1"/>
                </a:solidFill>
                <a:ea typeface="华文隶书" panose="02010800040101010101" pitchFamily="2" charset="-122"/>
              </a:rPr>
              <a:t>磁场中环路定理证明一</a:t>
            </a:r>
          </a:p>
        </p:txBody>
      </p:sp>
      <p:sp>
        <p:nvSpPr>
          <p:cNvPr id="100355" name="Text Box 3"/>
          <p:cNvSpPr txBox="1">
            <a:spLocks noChangeArrowheads="1"/>
          </p:cNvSpPr>
          <p:nvPr/>
        </p:nvSpPr>
        <p:spPr bwMode="auto">
          <a:xfrm>
            <a:off x="1955800" y="773113"/>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行楷" panose="02010800040101010101" pitchFamily="2" charset="-122"/>
                <a:ea typeface="华文行楷" panose="02010800040101010101" pitchFamily="2" charset="-122"/>
              </a:rPr>
              <a:t>证明</a:t>
            </a:r>
            <a:r>
              <a:rPr lang="en-US" altLang="zh-CN" sz="2400">
                <a:solidFill>
                  <a:srgbClr val="0000CC"/>
                </a:solidFill>
                <a:latin typeface="华文行楷" panose="02010800040101010101" pitchFamily="2" charset="-122"/>
                <a:ea typeface="华文行楷" panose="02010800040101010101" pitchFamily="2" charset="-122"/>
              </a:rPr>
              <a:t>:</a:t>
            </a:r>
          </a:p>
        </p:txBody>
      </p:sp>
      <p:grpSp>
        <p:nvGrpSpPr>
          <p:cNvPr id="100356" name="Group 4"/>
          <p:cNvGrpSpPr>
            <a:grpSpLocks/>
          </p:cNvGrpSpPr>
          <p:nvPr/>
        </p:nvGrpSpPr>
        <p:grpSpPr bwMode="auto">
          <a:xfrm>
            <a:off x="6905625" y="593726"/>
            <a:ext cx="3176588" cy="2309813"/>
            <a:chOff x="3390" y="2302"/>
            <a:chExt cx="2001" cy="1455"/>
          </a:xfrm>
        </p:grpSpPr>
        <p:grpSp>
          <p:nvGrpSpPr>
            <p:cNvPr id="100392" name="Group 5"/>
            <p:cNvGrpSpPr>
              <a:grpSpLocks/>
            </p:cNvGrpSpPr>
            <p:nvPr/>
          </p:nvGrpSpPr>
          <p:grpSpPr bwMode="auto">
            <a:xfrm>
              <a:off x="3390" y="2358"/>
              <a:ext cx="2001" cy="1399"/>
              <a:chOff x="3390" y="2302"/>
              <a:chExt cx="2001" cy="1399"/>
            </a:xfrm>
          </p:grpSpPr>
          <p:grpSp>
            <p:nvGrpSpPr>
              <p:cNvPr id="100395" name="Group 6"/>
              <p:cNvGrpSpPr>
                <a:grpSpLocks/>
              </p:cNvGrpSpPr>
              <p:nvPr/>
            </p:nvGrpSpPr>
            <p:grpSpPr bwMode="auto">
              <a:xfrm>
                <a:off x="3589" y="2358"/>
                <a:ext cx="1758" cy="1134"/>
                <a:chOff x="3589" y="2358"/>
                <a:chExt cx="1758" cy="1134"/>
              </a:xfrm>
            </p:grpSpPr>
            <p:grpSp>
              <p:nvGrpSpPr>
                <p:cNvPr id="100409" name="Group 7"/>
                <p:cNvGrpSpPr>
                  <a:grpSpLocks/>
                </p:cNvGrpSpPr>
                <p:nvPr/>
              </p:nvGrpSpPr>
              <p:grpSpPr bwMode="auto">
                <a:xfrm>
                  <a:off x="3589" y="2358"/>
                  <a:ext cx="1758" cy="1134"/>
                  <a:chOff x="3589" y="2358"/>
                  <a:chExt cx="1758" cy="1134"/>
                </a:xfrm>
              </p:grpSpPr>
              <p:grpSp>
                <p:nvGrpSpPr>
                  <p:cNvPr id="100411" name="Group 8"/>
                  <p:cNvGrpSpPr>
                    <a:grpSpLocks/>
                  </p:cNvGrpSpPr>
                  <p:nvPr/>
                </p:nvGrpSpPr>
                <p:grpSpPr bwMode="auto">
                  <a:xfrm>
                    <a:off x="3589" y="2500"/>
                    <a:ext cx="1758" cy="992"/>
                    <a:chOff x="3589" y="2500"/>
                    <a:chExt cx="1758" cy="992"/>
                  </a:xfrm>
                </p:grpSpPr>
                <p:grpSp>
                  <p:nvGrpSpPr>
                    <p:cNvPr id="100413" name="Group 9"/>
                    <p:cNvGrpSpPr>
                      <a:grpSpLocks/>
                    </p:cNvGrpSpPr>
                    <p:nvPr/>
                  </p:nvGrpSpPr>
                  <p:grpSpPr bwMode="auto">
                    <a:xfrm>
                      <a:off x="3589" y="2500"/>
                      <a:ext cx="850" cy="992"/>
                      <a:chOff x="1094" y="2443"/>
                      <a:chExt cx="850" cy="992"/>
                    </a:xfrm>
                  </p:grpSpPr>
                  <p:sp>
                    <p:nvSpPr>
                      <p:cNvPr id="100417" name="Oval 10"/>
                      <p:cNvSpPr>
                        <a:spLocks noChangeArrowheads="1"/>
                      </p:cNvSpPr>
                      <p:nvPr/>
                    </p:nvSpPr>
                    <p:spPr bwMode="auto">
                      <a:xfrm>
                        <a:off x="1094" y="2443"/>
                        <a:ext cx="765" cy="992"/>
                      </a:xfrm>
                      <a:prstGeom prst="ellipse">
                        <a:avLst/>
                      </a:prstGeom>
                      <a:noFill/>
                      <a:ln w="9525">
                        <a:solidFill>
                          <a:srgbClr val="0000CC"/>
                        </a:solidFill>
                        <a:round/>
                        <a:headEnd/>
                        <a:tailEnd/>
                      </a:ln>
                      <a:scene3d>
                        <a:camera prst="legacyObliqueTopRight"/>
                        <a:lightRig rig="legacyFlat3" dir="b"/>
                      </a:scene3d>
                      <a:sp3d extrusionH="430200" prstMaterial="legacyWireframe">
                        <a:bevelT w="13500" h="13500" prst="angle"/>
                        <a:bevelB w="13500" h="13500" prst="angle"/>
                        <a:extrusionClr>
                          <a:srgbClr val="0000CC"/>
                        </a:extrusionClr>
                        <a:contourClr>
                          <a:srgbClr val="0000CC"/>
                        </a:contourClr>
                      </a:sp3d>
                      <a:extLst>
                        <a:ext uri="{909E8E84-426E-40DD-AFC4-6F175D3DCCD1}">
                          <a14:hiddenFill xmlns:a14="http://schemas.microsoft.com/office/drawing/2010/main">
                            <a:solidFill>
                              <a:srgbClr val="FFFFFF"/>
                            </a:solidFill>
                          </a14:hiddenFill>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0418" name="Line 11"/>
                      <p:cNvSpPr>
                        <a:spLocks noChangeShapeType="1"/>
                      </p:cNvSpPr>
                      <p:nvPr/>
                    </p:nvSpPr>
                    <p:spPr bwMode="auto">
                      <a:xfrm flipH="1">
                        <a:off x="1831" y="2642"/>
                        <a:ext cx="113" cy="1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9" name="Line 12"/>
                      <p:cNvSpPr>
                        <a:spLocks noChangeShapeType="1"/>
                      </p:cNvSpPr>
                      <p:nvPr/>
                    </p:nvSpPr>
                    <p:spPr bwMode="auto">
                      <a:xfrm flipH="1" flipV="1">
                        <a:off x="1859" y="2472"/>
                        <a:ext cx="85" cy="17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414" name="Oval 13"/>
                    <p:cNvSpPr>
                      <a:spLocks noChangeArrowheads="1"/>
                    </p:cNvSpPr>
                    <p:nvPr/>
                  </p:nvSpPr>
                  <p:spPr bwMode="auto">
                    <a:xfrm>
                      <a:off x="4326" y="2982"/>
                      <a:ext cx="1021" cy="39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0415" name="Line 14"/>
                    <p:cNvSpPr>
                      <a:spLocks noChangeShapeType="1"/>
                    </p:cNvSpPr>
                    <p:nvPr/>
                  </p:nvSpPr>
                  <p:spPr bwMode="auto">
                    <a:xfrm flipV="1">
                      <a:off x="4836" y="3379"/>
                      <a:ext cx="17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6" name="Line 15"/>
                    <p:cNvSpPr>
                      <a:spLocks noChangeShapeType="1"/>
                    </p:cNvSpPr>
                    <p:nvPr/>
                  </p:nvSpPr>
                  <p:spPr bwMode="auto">
                    <a:xfrm>
                      <a:off x="4439" y="2699"/>
                      <a:ext cx="397" cy="680"/>
                    </a:xfrm>
                    <a:prstGeom prst="line">
                      <a:avLst/>
                    </a:prstGeom>
                    <a:noFill/>
                    <a:ln w="952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412" name="Line 16"/>
                  <p:cNvSpPr>
                    <a:spLocks noChangeShapeType="1"/>
                  </p:cNvSpPr>
                  <p:nvPr/>
                </p:nvSpPr>
                <p:spPr bwMode="auto">
                  <a:xfrm flipV="1">
                    <a:off x="4439" y="2358"/>
                    <a:ext cx="227" cy="34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410" name="Line 17"/>
                <p:cNvSpPr>
                  <a:spLocks noChangeShapeType="1"/>
                </p:cNvSpPr>
                <p:nvPr/>
              </p:nvSpPr>
              <p:spPr bwMode="auto">
                <a:xfrm flipH="1" flipV="1">
                  <a:off x="5120" y="3010"/>
                  <a:ext cx="141" cy="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0396" name="Object 18"/>
              <p:cNvGraphicFramePr>
                <a:graphicFrameLocks noChangeAspect="1"/>
              </p:cNvGraphicFramePr>
              <p:nvPr/>
            </p:nvGraphicFramePr>
            <p:xfrm>
              <a:off x="4694" y="2387"/>
              <a:ext cx="188" cy="164"/>
            </p:xfrm>
            <a:graphic>
              <a:graphicData uri="http://schemas.openxmlformats.org/presentationml/2006/ole">
                <mc:AlternateContent xmlns:mc="http://schemas.openxmlformats.org/markup-compatibility/2006">
                  <mc:Choice xmlns:v="urn:schemas-microsoft-com:vml" Requires="v">
                    <p:oleObj spid="_x0000_s100913" name="Equation" r:id="rId4" imgW="202936" imgH="177569" progId="Equation.DSMT4">
                      <p:embed/>
                    </p:oleObj>
                  </mc:Choice>
                  <mc:Fallback>
                    <p:oleObj name="Equation" r:id="rId4" imgW="202936" imgH="177569"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 y="2387"/>
                            <a:ext cx="188"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97" name="Object 19"/>
              <p:cNvGraphicFramePr>
                <a:graphicFrameLocks noChangeAspect="1"/>
              </p:cNvGraphicFramePr>
              <p:nvPr/>
            </p:nvGraphicFramePr>
            <p:xfrm>
              <a:off x="4354" y="2302"/>
              <a:ext cx="223" cy="199"/>
            </p:xfrm>
            <a:graphic>
              <a:graphicData uri="http://schemas.openxmlformats.org/presentationml/2006/ole">
                <mc:AlternateContent xmlns:mc="http://schemas.openxmlformats.org/markup-compatibility/2006">
                  <mc:Choice xmlns:v="urn:schemas-microsoft-com:vml" Requires="v">
                    <p:oleObj spid="_x0000_s100914" name="Equation" r:id="rId6" imgW="241091" imgH="215713" progId="Equation.DSMT4">
                      <p:embed/>
                    </p:oleObj>
                  </mc:Choice>
                  <mc:Fallback>
                    <p:oleObj name="Equation" r:id="rId6" imgW="241091" imgH="215713"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4" y="2302"/>
                            <a:ext cx="22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98" name="Object 20"/>
              <p:cNvGraphicFramePr>
                <a:graphicFrameLocks noChangeAspect="1"/>
              </p:cNvGraphicFramePr>
              <p:nvPr/>
            </p:nvGraphicFramePr>
            <p:xfrm>
              <a:off x="3991" y="2727"/>
              <a:ext cx="270" cy="198"/>
            </p:xfrm>
            <a:graphic>
              <a:graphicData uri="http://schemas.openxmlformats.org/presentationml/2006/ole">
                <mc:AlternateContent xmlns:mc="http://schemas.openxmlformats.org/markup-compatibility/2006">
                  <mc:Choice xmlns:v="urn:schemas-microsoft-com:vml" Requires="v">
                    <p:oleObj spid="_x0000_s100915" name="Equation" r:id="rId8" imgW="291847" imgH="215713" progId="Equation.DSMT4">
                      <p:embed/>
                    </p:oleObj>
                  </mc:Choice>
                  <mc:Fallback>
                    <p:oleObj name="Equation" r:id="rId8" imgW="291847" imgH="215713"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1" y="2727"/>
                            <a:ext cx="27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99" name="Object 21"/>
              <p:cNvGraphicFramePr>
                <a:graphicFrameLocks noChangeAspect="1"/>
              </p:cNvGraphicFramePr>
              <p:nvPr/>
            </p:nvGraphicFramePr>
            <p:xfrm>
              <a:off x="4849" y="3464"/>
              <a:ext cx="188" cy="198"/>
            </p:xfrm>
            <a:graphic>
              <a:graphicData uri="http://schemas.openxmlformats.org/presentationml/2006/ole">
                <mc:AlternateContent xmlns:mc="http://schemas.openxmlformats.org/markup-compatibility/2006">
                  <mc:Choice xmlns:v="urn:schemas-microsoft-com:vml" Requires="v">
                    <p:oleObj spid="_x0000_s100916" name="Equation" r:id="rId10" imgW="203024" imgH="215713" progId="Equation.DSMT4">
                      <p:embed/>
                    </p:oleObj>
                  </mc:Choice>
                  <mc:Fallback>
                    <p:oleObj name="Equation" r:id="rId10" imgW="203024" imgH="215713"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9" y="3464"/>
                            <a:ext cx="188"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0" name="Object 22"/>
              <p:cNvGraphicFramePr>
                <a:graphicFrameLocks noChangeAspect="1"/>
              </p:cNvGraphicFramePr>
              <p:nvPr/>
            </p:nvGraphicFramePr>
            <p:xfrm>
              <a:off x="5262" y="2863"/>
              <a:ext cx="129" cy="151"/>
            </p:xfrm>
            <a:graphic>
              <a:graphicData uri="http://schemas.openxmlformats.org/presentationml/2006/ole">
                <mc:AlternateContent xmlns:mc="http://schemas.openxmlformats.org/markup-compatibility/2006">
                  <mc:Choice xmlns:v="urn:schemas-microsoft-com:vml" Requires="v">
                    <p:oleObj spid="_x0000_s100917" name="Equation" r:id="rId12" imgW="139579" imgH="164957" progId="Equation.DSMT4">
                      <p:embed/>
                    </p:oleObj>
                  </mc:Choice>
                  <mc:Fallback>
                    <p:oleObj name="Equation" r:id="rId12" imgW="139579" imgH="164957"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62" y="2863"/>
                            <a:ext cx="12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1" name="Object 23"/>
              <p:cNvGraphicFramePr>
                <a:graphicFrameLocks noChangeAspect="1"/>
              </p:cNvGraphicFramePr>
              <p:nvPr/>
            </p:nvGraphicFramePr>
            <p:xfrm>
              <a:off x="4751" y="3096"/>
              <a:ext cx="117" cy="151"/>
            </p:xfrm>
            <a:graphic>
              <a:graphicData uri="http://schemas.openxmlformats.org/presentationml/2006/ole">
                <mc:AlternateContent xmlns:mc="http://schemas.openxmlformats.org/markup-compatibility/2006">
                  <mc:Choice xmlns:v="urn:schemas-microsoft-com:vml" Requires="v">
                    <p:oleObj spid="_x0000_s100918" name="Equation" r:id="rId14" imgW="126780" imgH="164814" progId="Equation.DSMT4">
                      <p:embed/>
                    </p:oleObj>
                  </mc:Choice>
                  <mc:Fallback>
                    <p:oleObj name="Equation" r:id="rId14" imgW="126780" imgH="164814"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51" y="3096"/>
                            <a:ext cx="117"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2" name="Object 24"/>
              <p:cNvGraphicFramePr>
                <a:graphicFrameLocks noChangeAspect="1"/>
              </p:cNvGraphicFramePr>
              <p:nvPr/>
            </p:nvGraphicFramePr>
            <p:xfrm>
              <a:off x="4723" y="3379"/>
              <a:ext cx="140" cy="151"/>
            </p:xfrm>
            <a:graphic>
              <a:graphicData uri="http://schemas.openxmlformats.org/presentationml/2006/ole">
                <mc:AlternateContent xmlns:mc="http://schemas.openxmlformats.org/markup-compatibility/2006">
                  <mc:Choice xmlns:v="urn:schemas-microsoft-com:vml" Requires="v">
                    <p:oleObj spid="_x0000_s100919" name="Equation" r:id="rId16" imgW="152268" imgH="164957" progId="Equation.DSMT4">
                      <p:embed/>
                    </p:oleObj>
                  </mc:Choice>
                  <mc:Fallback>
                    <p:oleObj name="Equation" r:id="rId16" imgW="152268" imgH="164957"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23" y="3379"/>
                            <a:ext cx="140"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3" name="Object 25"/>
              <p:cNvGraphicFramePr>
                <a:graphicFrameLocks noChangeAspect="1"/>
              </p:cNvGraphicFramePr>
              <p:nvPr/>
            </p:nvGraphicFramePr>
            <p:xfrm>
              <a:off x="4553" y="2812"/>
              <a:ext cx="152" cy="151"/>
            </p:xfrm>
            <a:graphic>
              <a:graphicData uri="http://schemas.openxmlformats.org/presentationml/2006/ole">
                <mc:AlternateContent xmlns:mc="http://schemas.openxmlformats.org/markup-compatibility/2006">
                  <mc:Choice xmlns:v="urn:schemas-microsoft-com:vml" Requires="v">
                    <p:oleObj spid="_x0000_s100920" name="Equation" r:id="rId18" imgW="164885" imgH="164885" progId="Equation.DSMT4">
                      <p:embed/>
                    </p:oleObj>
                  </mc:Choice>
                  <mc:Fallback>
                    <p:oleObj name="Equation" r:id="rId18" imgW="164885" imgH="164885" progId="Equation.DSMT4">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53" y="2812"/>
                            <a:ext cx="152"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4" name="Object 26"/>
              <p:cNvGraphicFramePr>
                <a:graphicFrameLocks noChangeAspect="1"/>
              </p:cNvGraphicFramePr>
              <p:nvPr/>
            </p:nvGraphicFramePr>
            <p:xfrm>
              <a:off x="4479" y="2585"/>
              <a:ext cx="175" cy="151"/>
            </p:xfrm>
            <a:graphic>
              <a:graphicData uri="http://schemas.openxmlformats.org/presentationml/2006/ole">
                <mc:AlternateContent xmlns:mc="http://schemas.openxmlformats.org/markup-compatibility/2006">
                  <mc:Choice xmlns:v="urn:schemas-microsoft-com:vml" Requires="v">
                    <p:oleObj spid="_x0000_s100921" name="Equation" r:id="rId20" imgW="190335" imgH="164957" progId="Equation.DSMT4">
                      <p:embed/>
                    </p:oleObj>
                  </mc:Choice>
                  <mc:Fallback>
                    <p:oleObj name="Equation" r:id="rId20" imgW="190335" imgH="164957" progId="Equation.DSMT4">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79" y="2585"/>
                            <a:ext cx="17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5" name="Object 27"/>
              <p:cNvGraphicFramePr>
                <a:graphicFrameLocks noChangeAspect="1"/>
              </p:cNvGraphicFramePr>
              <p:nvPr/>
            </p:nvGraphicFramePr>
            <p:xfrm>
              <a:off x="3781" y="3067"/>
              <a:ext cx="200" cy="209"/>
            </p:xfrm>
            <a:graphic>
              <a:graphicData uri="http://schemas.openxmlformats.org/presentationml/2006/ole">
                <mc:AlternateContent xmlns:mc="http://schemas.openxmlformats.org/markup-compatibility/2006">
                  <mc:Choice xmlns:v="urn:schemas-microsoft-com:vml" Requires="v">
                    <p:oleObj spid="_x0000_s100922" name="Equation" r:id="rId22" imgW="215806" imgH="228501" progId="Equation.DSMT4">
                      <p:embed/>
                    </p:oleObj>
                  </mc:Choice>
                  <mc:Fallback>
                    <p:oleObj name="Equation" r:id="rId22" imgW="215806" imgH="228501" progId="Equation.DSMT4">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81" y="3067"/>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6" name="Object 28"/>
              <p:cNvGraphicFramePr>
                <a:graphicFrameLocks noChangeAspect="1"/>
              </p:cNvGraphicFramePr>
              <p:nvPr/>
            </p:nvGraphicFramePr>
            <p:xfrm>
              <a:off x="3872" y="3492"/>
              <a:ext cx="212" cy="209"/>
            </p:xfrm>
            <a:graphic>
              <a:graphicData uri="http://schemas.openxmlformats.org/presentationml/2006/ole">
                <mc:AlternateContent xmlns:mc="http://schemas.openxmlformats.org/markup-compatibility/2006">
                  <mc:Choice xmlns:v="urn:schemas-microsoft-com:vml" Requires="v">
                    <p:oleObj spid="_x0000_s100923" name="Equation" r:id="rId24" imgW="228600" imgH="228600" progId="Equation.DSMT4">
                      <p:embed/>
                    </p:oleObj>
                  </mc:Choice>
                  <mc:Fallback>
                    <p:oleObj name="Equation" r:id="rId24" imgW="228600" imgH="228600" progId="Equation.DSMT4">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72" y="3492"/>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7" name="Object 29"/>
              <p:cNvGraphicFramePr>
                <a:graphicFrameLocks noChangeAspect="1"/>
              </p:cNvGraphicFramePr>
              <p:nvPr/>
            </p:nvGraphicFramePr>
            <p:xfrm>
              <a:off x="3390" y="2670"/>
              <a:ext cx="212" cy="209"/>
            </p:xfrm>
            <a:graphic>
              <a:graphicData uri="http://schemas.openxmlformats.org/presentationml/2006/ole">
                <mc:AlternateContent xmlns:mc="http://schemas.openxmlformats.org/markup-compatibility/2006">
                  <mc:Choice xmlns:v="urn:schemas-microsoft-com:vml" Requires="v">
                    <p:oleObj spid="_x0000_s100924" name="Equation" r:id="rId26" imgW="228600" imgH="228600" progId="Equation.DSMT4">
                      <p:embed/>
                    </p:oleObj>
                  </mc:Choice>
                  <mc:Fallback>
                    <p:oleObj name="Equation" r:id="rId26" imgW="228600" imgH="228600" progId="Equation.DSMT4">
                      <p:embed/>
                      <p:pic>
                        <p:nvPicPr>
                          <p:cNvPr id="0" name="Object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390" y="2670"/>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408" name="Object 30"/>
              <p:cNvGraphicFramePr>
                <a:graphicFrameLocks noChangeAspect="1"/>
              </p:cNvGraphicFramePr>
              <p:nvPr/>
            </p:nvGraphicFramePr>
            <p:xfrm>
              <a:off x="3759" y="2642"/>
              <a:ext cx="200" cy="209"/>
            </p:xfrm>
            <a:graphic>
              <a:graphicData uri="http://schemas.openxmlformats.org/presentationml/2006/ole">
                <mc:AlternateContent xmlns:mc="http://schemas.openxmlformats.org/markup-compatibility/2006">
                  <mc:Choice xmlns:v="urn:schemas-microsoft-com:vml" Requires="v">
                    <p:oleObj spid="_x0000_s100925" name="Equation" r:id="rId28" imgW="215806" imgH="228501" progId="Equation.DSMT4">
                      <p:embed/>
                    </p:oleObj>
                  </mc:Choice>
                  <mc:Fallback>
                    <p:oleObj name="Equation" r:id="rId28" imgW="215806" imgH="228501" progId="Equation.DSMT4">
                      <p:embed/>
                      <p:pic>
                        <p:nvPicPr>
                          <p:cNvPr id="0"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59" y="2642"/>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0393" name="Line 31"/>
            <p:cNvSpPr>
              <a:spLocks noChangeShapeType="1"/>
            </p:cNvSpPr>
            <p:nvPr/>
          </p:nvSpPr>
          <p:spPr bwMode="auto">
            <a:xfrm flipH="1" flipV="1">
              <a:off x="4156" y="2443"/>
              <a:ext cx="113" cy="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0394" name="Object 32"/>
            <p:cNvGraphicFramePr>
              <a:graphicFrameLocks noChangeAspect="1"/>
            </p:cNvGraphicFramePr>
            <p:nvPr/>
          </p:nvGraphicFramePr>
          <p:xfrm>
            <a:off x="4099" y="2302"/>
            <a:ext cx="118" cy="153"/>
          </p:xfrm>
          <a:graphic>
            <a:graphicData uri="http://schemas.openxmlformats.org/presentationml/2006/ole">
              <mc:AlternateContent xmlns:mc="http://schemas.openxmlformats.org/markup-compatibility/2006">
                <mc:Choice xmlns:v="urn:schemas-microsoft-com:vml" Requires="v">
                  <p:oleObj spid="_x0000_s100926" name="Equation" r:id="rId30" imgW="126780" imgH="164814" progId="Equation.DSMT4">
                    <p:embed/>
                  </p:oleObj>
                </mc:Choice>
                <mc:Fallback>
                  <p:oleObj name="Equation" r:id="rId30" imgW="126780" imgH="164814" progId="Equation.DSMT4">
                    <p:embed/>
                    <p:pic>
                      <p:nvPicPr>
                        <p:cNvPr id="0" name="Object 3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99" y="2302"/>
                          <a:ext cx="118"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0357" name="Object 33"/>
          <p:cNvGraphicFramePr>
            <a:graphicFrameLocks noChangeAspect="1"/>
          </p:cNvGraphicFramePr>
          <p:nvPr/>
        </p:nvGraphicFramePr>
        <p:xfrm>
          <a:off x="3025775" y="1493838"/>
          <a:ext cx="2235200" cy="690562"/>
        </p:xfrm>
        <a:graphic>
          <a:graphicData uri="http://schemas.openxmlformats.org/presentationml/2006/ole">
            <mc:AlternateContent xmlns:mc="http://schemas.openxmlformats.org/markup-compatibility/2006">
              <mc:Choice xmlns:v="urn:schemas-microsoft-com:vml" Requires="v">
                <p:oleObj spid="_x0000_s100927" name="Equation" r:id="rId32" imgW="1524000" imgH="469900" progId="Equation.DSMT4">
                  <p:embed/>
                </p:oleObj>
              </mc:Choice>
              <mc:Fallback>
                <p:oleObj name="Equation" r:id="rId32" imgW="1524000" imgH="469900" progId="Equation.DSMT4">
                  <p:embed/>
                  <p:pic>
                    <p:nvPicPr>
                      <p:cNvPr id="0" name="Object 3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025775" y="1493838"/>
                        <a:ext cx="2235200" cy="69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8" name="Object 34"/>
          <p:cNvGraphicFramePr>
            <a:graphicFrameLocks noChangeAspect="1"/>
          </p:cNvGraphicFramePr>
          <p:nvPr/>
        </p:nvGraphicFramePr>
        <p:xfrm>
          <a:off x="2946400" y="863601"/>
          <a:ext cx="1936750" cy="447675"/>
        </p:xfrm>
        <a:graphic>
          <a:graphicData uri="http://schemas.openxmlformats.org/presentationml/2006/ole">
            <mc:AlternateContent xmlns:mc="http://schemas.openxmlformats.org/markup-compatibility/2006">
              <mc:Choice xmlns:v="urn:schemas-microsoft-com:vml" Requires="v">
                <p:oleObj spid="_x0000_s100928" name="Equation" r:id="rId34" imgW="1320227" imgH="304668" progId="Equation.DSMT4">
                  <p:embed/>
                </p:oleObj>
              </mc:Choice>
              <mc:Fallback>
                <p:oleObj name="Equation" r:id="rId34" imgW="1320227" imgH="304668" progId="Equation.DSMT4">
                  <p:embed/>
                  <p:pic>
                    <p:nvPicPr>
                      <p:cNvPr id="0" name="Object 3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946400" y="863601"/>
                        <a:ext cx="19367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9" name="Object 35"/>
          <p:cNvGraphicFramePr>
            <a:graphicFrameLocks noChangeAspect="1"/>
          </p:cNvGraphicFramePr>
          <p:nvPr/>
        </p:nvGraphicFramePr>
        <p:xfrm>
          <a:off x="5105400" y="908050"/>
          <a:ext cx="1265238" cy="317500"/>
        </p:xfrm>
        <a:graphic>
          <a:graphicData uri="http://schemas.openxmlformats.org/presentationml/2006/ole">
            <mc:AlternateContent xmlns:mc="http://schemas.openxmlformats.org/markup-compatibility/2006">
              <mc:Choice xmlns:v="urn:schemas-microsoft-com:vml" Requires="v">
                <p:oleObj spid="_x0000_s100929" name="Equation" r:id="rId36" imgW="863225" imgH="215806" progId="Equation.DSMT4">
                  <p:embed/>
                </p:oleObj>
              </mc:Choice>
              <mc:Fallback>
                <p:oleObj name="Equation" r:id="rId36" imgW="863225" imgH="215806" progId="Equation.DSMT4">
                  <p:embed/>
                  <p:pic>
                    <p:nvPicPr>
                      <p:cNvPr id="0" name="Object 3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105400" y="908050"/>
                        <a:ext cx="12652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60" name="Object 36"/>
          <p:cNvGraphicFramePr>
            <a:graphicFrameLocks noChangeAspect="1"/>
          </p:cNvGraphicFramePr>
          <p:nvPr/>
        </p:nvGraphicFramePr>
        <p:xfrm>
          <a:off x="2892425" y="2438401"/>
          <a:ext cx="2736850" cy="765175"/>
        </p:xfrm>
        <a:graphic>
          <a:graphicData uri="http://schemas.openxmlformats.org/presentationml/2006/ole">
            <mc:AlternateContent xmlns:mc="http://schemas.openxmlformats.org/markup-compatibility/2006">
              <mc:Choice xmlns:v="urn:schemas-microsoft-com:vml" Requires="v">
                <p:oleObj spid="_x0000_s100930" name="Equation" r:id="rId38" imgW="1866900" imgH="520700" progId="Equation.DSMT4">
                  <p:embed/>
                </p:oleObj>
              </mc:Choice>
              <mc:Fallback>
                <p:oleObj name="Equation" r:id="rId38" imgW="1866900" imgH="520700" progId="Equation.DSMT4">
                  <p:embed/>
                  <p:pic>
                    <p:nvPicPr>
                      <p:cNvPr id="0" name="Object 36"/>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892425" y="2438401"/>
                        <a:ext cx="273685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61" name="Object 37"/>
          <p:cNvGraphicFramePr>
            <a:graphicFrameLocks noChangeAspect="1"/>
          </p:cNvGraphicFramePr>
          <p:nvPr/>
        </p:nvGraphicFramePr>
        <p:xfrm>
          <a:off x="2933701" y="3319464"/>
          <a:ext cx="1470025" cy="447675"/>
        </p:xfrm>
        <a:graphic>
          <a:graphicData uri="http://schemas.openxmlformats.org/presentationml/2006/ole">
            <mc:AlternateContent xmlns:mc="http://schemas.openxmlformats.org/markup-compatibility/2006">
              <mc:Choice xmlns:v="urn:schemas-microsoft-com:vml" Requires="v">
                <p:oleObj spid="_x0000_s100931" name="Equation" r:id="rId40" imgW="1002865" imgH="304668" progId="Equation.DSMT4">
                  <p:embed/>
                </p:oleObj>
              </mc:Choice>
              <mc:Fallback>
                <p:oleObj name="Equation" r:id="rId40" imgW="1002865" imgH="304668" progId="Equation.DSMT4">
                  <p:embed/>
                  <p:pic>
                    <p:nvPicPr>
                      <p:cNvPr id="0" name="Object 37"/>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933701" y="3319464"/>
                        <a:ext cx="147002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2" name="Text Box 38"/>
          <p:cNvSpPr txBox="1">
            <a:spLocks noChangeArrowheads="1"/>
          </p:cNvSpPr>
          <p:nvPr/>
        </p:nvSpPr>
        <p:spPr bwMode="auto">
          <a:xfrm>
            <a:off x="4521200" y="3338513"/>
            <a:ext cx="2249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平行四边形的面积</a:t>
            </a:r>
          </a:p>
        </p:txBody>
      </p:sp>
      <p:sp>
        <p:nvSpPr>
          <p:cNvPr id="100363" name="Text Box 39"/>
          <p:cNvSpPr txBox="1">
            <a:spLocks noChangeArrowheads="1"/>
          </p:cNvSpPr>
          <p:nvPr/>
        </p:nvSpPr>
        <p:spPr bwMode="auto">
          <a:xfrm>
            <a:off x="2046289" y="3743326"/>
            <a:ext cx="7380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场点</a:t>
            </a:r>
            <a:r>
              <a:rPr lang="en-US" altLang="zh-CN" sz="1800">
                <a:latin typeface="Times New Roman" panose="02020603050405020304" pitchFamily="18" charset="0"/>
              </a:rPr>
              <a:t>P</a:t>
            </a:r>
            <a:r>
              <a:rPr lang="zh-CN" altLang="en-US" sz="1800">
                <a:latin typeface="Times New Roman" panose="02020603050405020304" pitchFamily="18" charset="0"/>
              </a:rPr>
              <a:t>沿</a:t>
            </a:r>
            <a:r>
              <a:rPr lang="en-US" altLang="zh-CN" sz="1800">
                <a:latin typeface="Times New Roman" panose="02020603050405020304" pitchFamily="18" charset="0"/>
              </a:rPr>
              <a:t>d</a:t>
            </a:r>
            <a:r>
              <a:rPr lang="en-US" altLang="zh-CN" sz="1800" b="1">
                <a:latin typeface="Times New Roman" panose="02020603050405020304" pitchFamily="18" charset="0"/>
              </a:rPr>
              <a:t>l</a:t>
            </a:r>
            <a:r>
              <a:rPr lang="zh-CN" altLang="en-US" sz="1800">
                <a:latin typeface="Times New Roman" panose="02020603050405020304" pitchFamily="18" charset="0"/>
              </a:rPr>
              <a:t>的移动与场点不动</a:t>
            </a:r>
            <a:r>
              <a:rPr lang="en-US" altLang="zh-CN" sz="1800">
                <a:latin typeface="Times New Roman" panose="02020603050405020304" pitchFamily="18" charset="0"/>
              </a:rPr>
              <a:t>,</a:t>
            </a:r>
            <a:r>
              <a:rPr lang="zh-CN" altLang="en-US" sz="1800">
                <a:latin typeface="Times New Roman" panose="02020603050405020304" pitchFamily="18" charset="0"/>
              </a:rPr>
              <a:t>载流回路</a:t>
            </a:r>
            <a:r>
              <a:rPr lang="en-US" altLang="zh-CN" sz="1800">
                <a:latin typeface="Times New Roman" panose="02020603050405020304" pitchFamily="18" charset="0"/>
              </a:rPr>
              <a:t>L’</a:t>
            </a:r>
            <a:r>
              <a:rPr lang="zh-CN" altLang="en-US" sz="1800">
                <a:latin typeface="Times New Roman" panose="02020603050405020304" pitchFamily="18" charset="0"/>
              </a:rPr>
              <a:t>沿</a:t>
            </a:r>
            <a:r>
              <a:rPr lang="en-US" altLang="zh-CN" sz="1800">
                <a:latin typeface="Times New Roman" panose="02020603050405020304" pitchFamily="18" charset="0"/>
              </a:rPr>
              <a:t>- d</a:t>
            </a:r>
            <a:r>
              <a:rPr lang="en-US" altLang="zh-CN" sz="1800" b="1">
                <a:latin typeface="Times New Roman" panose="02020603050405020304" pitchFamily="18" charset="0"/>
              </a:rPr>
              <a:t>l</a:t>
            </a:r>
            <a:r>
              <a:rPr lang="zh-CN" altLang="en-US" sz="1800">
                <a:latin typeface="Times New Roman" panose="02020603050405020304" pitchFamily="18" charset="0"/>
              </a:rPr>
              <a:t>的平移等价</a:t>
            </a:r>
            <a:r>
              <a:rPr lang="en-US" altLang="zh-CN" sz="1800">
                <a:latin typeface="Times New Roman" panose="02020603050405020304" pitchFamily="18" charset="0"/>
              </a:rPr>
              <a:t>.</a:t>
            </a:r>
            <a:endParaRPr lang="en-US" altLang="zh-CN" sz="1800">
              <a:latin typeface="Symbol" panose="05050102010706020507" pitchFamily="18" charset="2"/>
            </a:endParaRPr>
          </a:p>
        </p:txBody>
      </p:sp>
      <p:graphicFrame>
        <p:nvGraphicFramePr>
          <p:cNvPr id="100364" name="Object 40"/>
          <p:cNvGraphicFramePr>
            <a:graphicFrameLocks noChangeAspect="1"/>
          </p:cNvGraphicFramePr>
          <p:nvPr/>
        </p:nvGraphicFramePr>
        <p:xfrm>
          <a:off x="2900363" y="4149726"/>
          <a:ext cx="1098550" cy="447675"/>
        </p:xfrm>
        <a:graphic>
          <a:graphicData uri="http://schemas.openxmlformats.org/presentationml/2006/ole">
            <mc:AlternateContent xmlns:mc="http://schemas.openxmlformats.org/markup-compatibility/2006">
              <mc:Choice xmlns:v="urn:schemas-microsoft-com:vml" Requires="v">
                <p:oleObj spid="_x0000_s100932" name="Equation" r:id="rId42" imgW="748975" imgH="304668" progId="Equation.DSMT4">
                  <p:embed/>
                </p:oleObj>
              </mc:Choice>
              <mc:Fallback>
                <p:oleObj name="Equation" r:id="rId42" imgW="748975" imgH="304668" progId="Equation.DSMT4">
                  <p:embed/>
                  <p:pic>
                    <p:nvPicPr>
                      <p:cNvPr id="0" name="Object 4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900363" y="4149726"/>
                        <a:ext cx="10985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5" name="Text Box 41"/>
          <p:cNvSpPr txBox="1">
            <a:spLocks noChangeArrowheads="1"/>
          </p:cNvSpPr>
          <p:nvPr/>
        </p:nvSpPr>
        <p:spPr bwMode="auto">
          <a:xfrm>
            <a:off x="4070351" y="4194176"/>
            <a:ext cx="5040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电流元</a:t>
            </a:r>
            <a:r>
              <a:rPr lang="en-US" altLang="zh-CN" sz="1800">
                <a:latin typeface="Symbol" panose="05050102010706020507" pitchFamily="18" charset="2"/>
              </a:rPr>
              <a:t>I</a:t>
            </a:r>
            <a:r>
              <a:rPr lang="en-US" altLang="zh-CN" sz="1800">
                <a:latin typeface="Times New Roman" panose="02020603050405020304" pitchFamily="18" charset="0"/>
              </a:rPr>
              <a:t>d</a:t>
            </a:r>
            <a:r>
              <a:rPr lang="en-US" altLang="zh-CN" sz="1800" b="1">
                <a:latin typeface="Times New Roman" panose="02020603050405020304" pitchFamily="18" charset="0"/>
              </a:rPr>
              <a:t>l</a:t>
            </a:r>
            <a:r>
              <a:rPr lang="en-US" altLang="zh-CN" sz="1800">
                <a:latin typeface="Times New Roman" panose="02020603050405020304" pitchFamily="18" charset="0"/>
              </a:rPr>
              <a:t>’</a:t>
            </a:r>
            <a:r>
              <a:rPr lang="zh-CN" altLang="en-US" sz="1800">
                <a:latin typeface="Times New Roman" panose="02020603050405020304" pitchFamily="18" charset="0"/>
              </a:rPr>
              <a:t>作位移</a:t>
            </a:r>
            <a:r>
              <a:rPr lang="en-US" altLang="zh-CN" sz="1800">
                <a:latin typeface="Times New Roman" panose="02020603050405020304" pitchFamily="18" charset="0"/>
              </a:rPr>
              <a:t>-d</a:t>
            </a:r>
            <a:r>
              <a:rPr lang="en-US" altLang="zh-CN" sz="1800" b="1">
                <a:latin typeface="Times New Roman" panose="02020603050405020304" pitchFamily="18" charset="0"/>
              </a:rPr>
              <a:t>l</a:t>
            </a:r>
            <a:r>
              <a:rPr lang="zh-CN" altLang="en-US" sz="1800" b="1">
                <a:latin typeface="Times New Roman" panose="02020603050405020304" pitchFamily="18" charset="0"/>
              </a:rPr>
              <a:t>扫过</a:t>
            </a:r>
            <a:r>
              <a:rPr lang="zh-CN" altLang="en-US" sz="1800">
                <a:latin typeface="Symbol" panose="05050102010706020507" pitchFamily="18" charset="2"/>
              </a:rPr>
              <a:t>平行四边形的面积</a:t>
            </a:r>
            <a:r>
              <a:rPr lang="en-US" altLang="zh-CN" sz="1800">
                <a:latin typeface="Times New Roman" panose="02020603050405020304" pitchFamily="18" charset="0"/>
              </a:rPr>
              <a:t>ds</a:t>
            </a:r>
          </a:p>
        </p:txBody>
      </p:sp>
      <p:graphicFrame>
        <p:nvGraphicFramePr>
          <p:cNvPr id="100366" name="Object 42"/>
          <p:cNvGraphicFramePr>
            <a:graphicFrameLocks noChangeAspect="1"/>
          </p:cNvGraphicFramePr>
          <p:nvPr/>
        </p:nvGraphicFramePr>
        <p:xfrm>
          <a:off x="2946401" y="4733926"/>
          <a:ext cx="1470025" cy="447675"/>
        </p:xfrm>
        <a:graphic>
          <a:graphicData uri="http://schemas.openxmlformats.org/presentationml/2006/ole">
            <mc:AlternateContent xmlns:mc="http://schemas.openxmlformats.org/markup-compatibility/2006">
              <mc:Choice xmlns:v="urn:schemas-microsoft-com:vml" Requires="v">
                <p:oleObj spid="_x0000_s100933" name="Equation" r:id="rId44" imgW="1002865" imgH="304668" progId="Equation.DSMT4">
                  <p:embed/>
                </p:oleObj>
              </mc:Choice>
              <mc:Fallback>
                <p:oleObj name="Equation" r:id="rId44" imgW="1002865" imgH="304668" progId="Equation.DSMT4">
                  <p:embed/>
                  <p:pic>
                    <p:nvPicPr>
                      <p:cNvPr id="0" name="Object 42"/>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946401" y="4733926"/>
                        <a:ext cx="147002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67" name="Object 43"/>
          <p:cNvGraphicFramePr>
            <a:graphicFrameLocks noChangeAspect="1"/>
          </p:cNvGraphicFramePr>
          <p:nvPr/>
        </p:nvGraphicFramePr>
        <p:xfrm>
          <a:off x="5375276" y="4778375"/>
          <a:ext cx="650875" cy="317500"/>
        </p:xfrm>
        <a:graphic>
          <a:graphicData uri="http://schemas.openxmlformats.org/presentationml/2006/ole">
            <mc:AlternateContent xmlns:mc="http://schemas.openxmlformats.org/markup-compatibility/2006">
              <mc:Choice xmlns:v="urn:schemas-microsoft-com:vml" Requires="v">
                <p:oleObj spid="_x0000_s100934" name="Equation" r:id="rId46" imgW="444114" imgH="215713" progId="Equation.DSMT4">
                  <p:embed/>
                </p:oleObj>
              </mc:Choice>
              <mc:Fallback>
                <p:oleObj name="Equation" r:id="rId46" imgW="444114" imgH="215713" progId="Equation.DSMT4">
                  <p:embed/>
                  <p:pic>
                    <p:nvPicPr>
                      <p:cNvPr id="0" name="Object 43"/>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5375276" y="4778375"/>
                        <a:ext cx="650875"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68" name="Text Box 44"/>
          <p:cNvSpPr txBox="1">
            <a:spLocks noChangeArrowheads="1"/>
          </p:cNvSpPr>
          <p:nvPr/>
        </p:nvSpPr>
        <p:spPr bwMode="auto">
          <a:xfrm>
            <a:off x="6140450" y="4733926"/>
            <a:ext cx="256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zh-CN" altLang="en-US" sz="1800">
                <a:latin typeface="Symbol" panose="05050102010706020507" pitchFamily="18" charset="2"/>
              </a:rPr>
              <a:t>为</a:t>
            </a:r>
            <a:r>
              <a:rPr lang="en-US" altLang="zh-CN" sz="1800">
                <a:latin typeface="Times New Roman" panose="02020603050405020304" pitchFamily="18" charset="0"/>
              </a:rPr>
              <a:t>d</a:t>
            </a:r>
            <a:r>
              <a:rPr lang="en-US" altLang="zh-CN" sz="1800" b="1">
                <a:latin typeface="Times New Roman" panose="02020603050405020304" pitchFamily="18" charset="0"/>
              </a:rPr>
              <a:t>s</a:t>
            </a:r>
            <a:r>
              <a:rPr lang="zh-CN" altLang="en-US" sz="1800">
                <a:latin typeface="Times New Roman" panose="02020603050405020304" pitchFamily="18" charset="0"/>
              </a:rPr>
              <a:t>在</a:t>
            </a:r>
            <a:r>
              <a:rPr lang="en-US" altLang="zh-CN" sz="1800" b="1">
                <a:latin typeface="Times New Roman" panose="02020603050405020304" pitchFamily="18" charset="0"/>
              </a:rPr>
              <a:t>r</a:t>
            </a:r>
            <a:r>
              <a:rPr lang="en-US" altLang="zh-CN" sz="1800">
                <a:latin typeface="Times New Roman" panose="02020603050405020304" pitchFamily="18" charset="0"/>
              </a:rPr>
              <a:t>’</a:t>
            </a:r>
            <a:r>
              <a:rPr lang="zh-CN" altLang="en-US" sz="1800">
                <a:latin typeface="Times New Roman" panose="02020603050405020304" pitchFamily="18" charset="0"/>
              </a:rPr>
              <a:t>方向上的投影</a:t>
            </a:r>
          </a:p>
        </p:txBody>
      </p:sp>
      <p:graphicFrame>
        <p:nvGraphicFramePr>
          <p:cNvPr id="100369" name="Object 45"/>
          <p:cNvGraphicFramePr>
            <a:graphicFrameLocks noChangeAspect="1"/>
          </p:cNvGraphicFramePr>
          <p:nvPr/>
        </p:nvGraphicFramePr>
        <p:xfrm>
          <a:off x="2946400" y="5319713"/>
          <a:ext cx="1841500" cy="709612"/>
        </p:xfrm>
        <a:graphic>
          <a:graphicData uri="http://schemas.openxmlformats.org/presentationml/2006/ole">
            <mc:AlternateContent xmlns:mc="http://schemas.openxmlformats.org/markup-compatibility/2006">
              <mc:Choice xmlns:v="urn:schemas-microsoft-com:vml" Requires="v">
                <p:oleObj spid="_x0000_s100935" name="Equation" r:id="rId48" imgW="1256755" imgH="482391" progId="Equation.DSMT4">
                  <p:embed/>
                </p:oleObj>
              </mc:Choice>
              <mc:Fallback>
                <p:oleObj name="Equation" r:id="rId48" imgW="1256755" imgH="482391" progId="Equation.DSMT4">
                  <p:embed/>
                  <p:pic>
                    <p:nvPicPr>
                      <p:cNvPr id="0" name="Object 45"/>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946400" y="5319713"/>
                        <a:ext cx="1841500" cy="70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0" name="Text Box 46"/>
          <p:cNvSpPr txBox="1">
            <a:spLocks noChangeArrowheads="1"/>
          </p:cNvSpPr>
          <p:nvPr/>
        </p:nvSpPr>
        <p:spPr bwMode="auto">
          <a:xfrm>
            <a:off x="4881563" y="5499101"/>
            <a:ext cx="314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zh-CN" altLang="en-US" sz="1800">
                <a:latin typeface="Symbol" panose="05050102010706020507" pitchFamily="18" charset="2"/>
              </a:rPr>
              <a:t>为</a:t>
            </a:r>
            <a:r>
              <a:rPr lang="en-US" altLang="zh-CN" sz="1800">
                <a:latin typeface="Times New Roman" panose="02020603050405020304" pitchFamily="18" charset="0"/>
              </a:rPr>
              <a:t>d</a:t>
            </a:r>
            <a:r>
              <a:rPr lang="en-US" altLang="zh-CN" sz="1800" b="1">
                <a:latin typeface="Times New Roman" panose="02020603050405020304" pitchFamily="18" charset="0"/>
              </a:rPr>
              <a:t>s</a:t>
            </a:r>
            <a:r>
              <a:rPr lang="zh-CN" altLang="en-US" sz="1800">
                <a:latin typeface="Times New Roman" panose="02020603050405020304" pitchFamily="18" charset="0"/>
              </a:rPr>
              <a:t>对场点</a:t>
            </a:r>
            <a:r>
              <a:rPr lang="en-US" altLang="zh-CN" sz="1800">
                <a:latin typeface="Times New Roman" panose="02020603050405020304" pitchFamily="18" charset="0"/>
              </a:rPr>
              <a:t>P</a:t>
            </a:r>
            <a:r>
              <a:rPr lang="zh-CN" altLang="en-US" sz="1800">
                <a:latin typeface="Times New Roman" panose="02020603050405020304" pitchFamily="18" charset="0"/>
              </a:rPr>
              <a:t>所张立体角</a:t>
            </a:r>
          </a:p>
        </p:txBody>
      </p:sp>
      <p:grpSp>
        <p:nvGrpSpPr>
          <p:cNvPr id="100371" name="Group 47"/>
          <p:cNvGrpSpPr>
            <a:grpSpLocks/>
          </p:cNvGrpSpPr>
          <p:nvPr/>
        </p:nvGrpSpPr>
        <p:grpSpPr bwMode="auto">
          <a:xfrm>
            <a:off x="8975726" y="4059238"/>
            <a:ext cx="1362075" cy="2582862"/>
            <a:chOff x="4694" y="2557"/>
            <a:chExt cx="858" cy="1627"/>
          </a:xfrm>
        </p:grpSpPr>
        <p:grpSp>
          <p:nvGrpSpPr>
            <p:cNvPr id="100373" name="Group 48"/>
            <p:cNvGrpSpPr>
              <a:grpSpLocks/>
            </p:cNvGrpSpPr>
            <p:nvPr/>
          </p:nvGrpSpPr>
          <p:grpSpPr bwMode="auto">
            <a:xfrm>
              <a:off x="4694" y="2755"/>
              <a:ext cx="737" cy="1276"/>
              <a:chOff x="4553" y="2642"/>
              <a:chExt cx="737" cy="1276"/>
            </a:xfrm>
          </p:grpSpPr>
          <p:grpSp>
            <p:nvGrpSpPr>
              <p:cNvPr id="100380" name="Group 49"/>
              <p:cNvGrpSpPr>
                <a:grpSpLocks/>
              </p:cNvGrpSpPr>
              <p:nvPr/>
            </p:nvGrpSpPr>
            <p:grpSpPr bwMode="auto">
              <a:xfrm>
                <a:off x="4553" y="2642"/>
                <a:ext cx="737" cy="1276"/>
                <a:chOff x="4553" y="2642"/>
                <a:chExt cx="737" cy="1276"/>
              </a:xfrm>
            </p:grpSpPr>
            <p:grpSp>
              <p:nvGrpSpPr>
                <p:cNvPr id="100382" name="Group 50"/>
                <p:cNvGrpSpPr>
                  <a:grpSpLocks/>
                </p:cNvGrpSpPr>
                <p:nvPr/>
              </p:nvGrpSpPr>
              <p:grpSpPr bwMode="auto">
                <a:xfrm>
                  <a:off x="4553" y="2642"/>
                  <a:ext cx="737" cy="1276"/>
                  <a:chOff x="4553" y="2642"/>
                  <a:chExt cx="737" cy="1276"/>
                </a:xfrm>
              </p:grpSpPr>
              <p:sp>
                <p:nvSpPr>
                  <p:cNvPr id="100384" name="AutoShape 51"/>
                  <p:cNvSpPr>
                    <a:spLocks noChangeArrowheads="1"/>
                  </p:cNvSpPr>
                  <p:nvPr/>
                </p:nvSpPr>
                <p:spPr bwMode="auto">
                  <a:xfrm>
                    <a:off x="4609" y="2983"/>
                    <a:ext cx="595" cy="255"/>
                  </a:xfrm>
                  <a:prstGeom prst="parallelogram">
                    <a:avLst>
                      <a:gd name="adj" fmla="val 58333"/>
                    </a:avLst>
                  </a:prstGeom>
                  <a:noFill/>
                  <a:ln w="952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0385" name="Line 52"/>
                  <p:cNvSpPr>
                    <a:spLocks noChangeShapeType="1"/>
                  </p:cNvSpPr>
                  <p:nvPr/>
                </p:nvSpPr>
                <p:spPr bwMode="auto">
                  <a:xfrm>
                    <a:off x="4553" y="3124"/>
                    <a:ext cx="368" cy="7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6" name="Line 53"/>
                  <p:cNvSpPr>
                    <a:spLocks noChangeShapeType="1"/>
                  </p:cNvSpPr>
                  <p:nvPr/>
                </p:nvSpPr>
                <p:spPr bwMode="auto">
                  <a:xfrm flipH="1">
                    <a:off x="4921" y="3237"/>
                    <a:ext cx="142"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7" name="Line 54"/>
                  <p:cNvSpPr>
                    <a:spLocks noChangeShapeType="1"/>
                  </p:cNvSpPr>
                  <p:nvPr/>
                </p:nvSpPr>
                <p:spPr bwMode="auto">
                  <a:xfrm>
                    <a:off x="4723" y="2755"/>
                    <a:ext cx="198" cy="116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8" name="Line 55"/>
                  <p:cNvSpPr>
                    <a:spLocks noChangeShapeType="1"/>
                  </p:cNvSpPr>
                  <p:nvPr/>
                </p:nvSpPr>
                <p:spPr bwMode="auto">
                  <a:xfrm flipH="1" flipV="1">
                    <a:off x="4723" y="2755"/>
                    <a:ext cx="482"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9" name="Line 56"/>
                  <p:cNvSpPr>
                    <a:spLocks noChangeShapeType="1"/>
                  </p:cNvSpPr>
                  <p:nvPr/>
                </p:nvSpPr>
                <p:spPr bwMode="auto">
                  <a:xfrm flipH="1">
                    <a:off x="4553" y="2755"/>
                    <a:ext cx="170" cy="3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0" name="Line 57"/>
                  <p:cNvSpPr>
                    <a:spLocks noChangeShapeType="1"/>
                  </p:cNvSpPr>
                  <p:nvPr/>
                </p:nvSpPr>
                <p:spPr bwMode="auto">
                  <a:xfrm>
                    <a:off x="4553" y="3124"/>
                    <a:ext cx="510" cy="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1" name="Line 58"/>
                  <p:cNvSpPr>
                    <a:spLocks noChangeShapeType="1"/>
                  </p:cNvSpPr>
                  <p:nvPr/>
                </p:nvSpPr>
                <p:spPr bwMode="auto">
                  <a:xfrm flipV="1">
                    <a:off x="5205" y="2642"/>
                    <a:ext cx="85"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383" name="Line 59"/>
                <p:cNvSpPr>
                  <a:spLocks noChangeShapeType="1"/>
                </p:cNvSpPr>
                <p:nvPr/>
              </p:nvSpPr>
              <p:spPr bwMode="auto">
                <a:xfrm flipV="1">
                  <a:off x="4921" y="2982"/>
                  <a:ext cx="284" cy="9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381" name="Line 60"/>
              <p:cNvSpPr>
                <a:spLocks noChangeShapeType="1"/>
              </p:cNvSpPr>
              <p:nvPr/>
            </p:nvSpPr>
            <p:spPr bwMode="auto">
              <a:xfrm flipH="1">
                <a:off x="5035" y="2982"/>
                <a:ext cx="17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0374" name="Object 61"/>
            <p:cNvGraphicFramePr>
              <a:graphicFrameLocks noChangeAspect="1"/>
            </p:cNvGraphicFramePr>
            <p:nvPr/>
          </p:nvGraphicFramePr>
          <p:xfrm>
            <a:off x="5063" y="2727"/>
            <a:ext cx="223" cy="200"/>
          </p:xfrm>
          <a:graphic>
            <a:graphicData uri="http://schemas.openxmlformats.org/presentationml/2006/ole">
              <mc:AlternateContent xmlns:mc="http://schemas.openxmlformats.org/markup-compatibility/2006">
                <mc:Choice xmlns:v="urn:schemas-microsoft-com:vml" Requires="v">
                  <p:oleObj spid="_x0000_s100936" name="Equation" r:id="rId50" imgW="241091" imgH="215713" progId="Equation.DSMT4">
                    <p:embed/>
                  </p:oleObj>
                </mc:Choice>
                <mc:Fallback>
                  <p:oleObj name="Equation" r:id="rId50" imgW="241091" imgH="215713" progId="Equation.DSMT4">
                    <p:embed/>
                    <p:pic>
                      <p:nvPicPr>
                        <p:cNvPr id="0" name="Object 61"/>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063" y="2727"/>
                          <a:ext cx="223"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5" name="Object 62"/>
            <p:cNvGraphicFramePr>
              <a:graphicFrameLocks noChangeAspect="1"/>
            </p:cNvGraphicFramePr>
            <p:nvPr/>
          </p:nvGraphicFramePr>
          <p:xfrm>
            <a:off x="5006" y="3096"/>
            <a:ext cx="270" cy="200"/>
          </p:xfrm>
          <a:graphic>
            <a:graphicData uri="http://schemas.openxmlformats.org/presentationml/2006/ole">
              <mc:AlternateContent xmlns:mc="http://schemas.openxmlformats.org/markup-compatibility/2006">
                <mc:Choice xmlns:v="urn:schemas-microsoft-com:vml" Requires="v">
                  <p:oleObj spid="_x0000_s100937" name="Equation" r:id="rId52" imgW="291847" imgH="215713" progId="Equation.DSMT4">
                    <p:embed/>
                  </p:oleObj>
                </mc:Choice>
                <mc:Fallback>
                  <p:oleObj name="Equation" r:id="rId52" imgW="291847" imgH="215713" progId="Equation.DSMT4">
                    <p:embed/>
                    <p:pic>
                      <p:nvPicPr>
                        <p:cNvPr id="0" name="Object 62"/>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5006" y="3096"/>
                          <a:ext cx="27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6" name="Object 63"/>
            <p:cNvGraphicFramePr>
              <a:graphicFrameLocks noChangeAspect="1"/>
            </p:cNvGraphicFramePr>
            <p:nvPr/>
          </p:nvGraphicFramePr>
          <p:xfrm>
            <a:off x="5328" y="2557"/>
            <a:ext cx="224" cy="165"/>
          </p:xfrm>
          <a:graphic>
            <a:graphicData uri="http://schemas.openxmlformats.org/presentationml/2006/ole">
              <mc:AlternateContent xmlns:mc="http://schemas.openxmlformats.org/markup-compatibility/2006">
                <mc:Choice xmlns:v="urn:schemas-microsoft-com:vml" Requires="v">
                  <p:oleObj spid="_x0000_s100938" name="Equation" r:id="rId54" imgW="241091" imgH="177646" progId="Equation.DSMT4">
                    <p:embed/>
                  </p:oleObj>
                </mc:Choice>
                <mc:Fallback>
                  <p:oleObj name="Equation" r:id="rId54" imgW="241091" imgH="177646" progId="Equation.DSMT4">
                    <p:embed/>
                    <p:pic>
                      <p:nvPicPr>
                        <p:cNvPr id="0" name="Object 63"/>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5328" y="2557"/>
                          <a:ext cx="224"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7" name="Object 64"/>
            <p:cNvGraphicFramePr>
              <a:graphicFrameLocks noChangeAspect="1"/>
            </p:cNvGraphicFramePr>
            <p:nvPr/>
          </p:nvGraphicFramePr>
          <p:xfrm>
            <a:off x="5325" y="3357"/>
            <a:ext cx="154" cy="153"/>
          </p:xfrm>
          <a:graphic>
            <a:graphicData uri="http://schemas.openxmlformats.org/presentationml/2006/ole">
              <mc:AlternateContent xmlns:mc="http://schemas.openxmlformats.org/markup-compatibility/2006">
                <mc:Choice xmlns:v="urn:schemas-microsoft-com:vml" Requires="v">
                  <p:oleObj spid="_x0000_s100939" name="Equation" r:id="rId56" imgW="164885" imgH="164885" progId="Equation.DSMT4">
                    <p:embed/>
                  </p:oleObj>
                </mc:Choice>
                <mc:Fallback>
                  <p:oleObj name="Equation" r:id="rId56" imgW="164885" imgH="164885" progId="Equation.DSMT4">
                    <p:embed/>
                    <p:pic>
                      <p:nvPicPr>
                        <p:cNvPr id="0" name="Object 64"/>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5325" y="3357"/>
                          <a:ext cx="154"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8" name="Object 65"/>
            <p:cNvGraphicFramePr>
              <a:graphicFrameLocks noChangeAspect="1"/>
            </p:cNvGraphicFramePr>
            <p:nvPr/>
          </p:nvGraphicFramePr>
          <p:xfrm>
            <a:off x="5035" y="4031"/>
            <a:ext cx="142" cy="153"/>
          </p:xfrm>
          <a:graphic>
            <a:graphicData uri="http://schemas.openxmlformats.org/presentationml/2006/ole">
              <mc:AlternateContent xmlns:mc="http://schemas.openxmlformats.org/markup-compatibility/2006">
                <mc:Choice xmlns:v="urn:schemas-microsoft-com:vml" Requires="v">
                  <p:oleObj spid="_x0000_s100940" name="Equation" r:id="rId58" imgW="152268" imgH="164957" progId="Equation.DSMT4">
                    <p:embed/>
                  </p:oleObj>
                </mc:Choice>
                <mc:Fallback>
                  <p:oleObj name="Equation" r:id="rId58" imgW="152268" imgH="164957" progId="Equation.DSMT4">
                    <p:embed/>
                    <p:pic>
                      <p:nvPicPr>
                        <p:cNvPr id="0" name="Object 65"/>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5035" y="4031"/>
                          <a:ext cx="142"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9" name="Object 66"/>
            <p:cNvGraphicFramePr>
              <a:graphicFrameLocks noChangeAspect="1"/>
            </p:cNvGraphicFramePr>
            <p:nvPr/>
          </p:nvGraphicFramePr>
          <p:xfrm>
            <a:off x="4893" y="3663"/>
            <a:ext cx="225" cy="164"/>
          </p:xfrm>
          <a:graphic>
            <a:graphicData uri="http://schemas.openxmlformats.org/presentationml/2006/ole">
              <mc:AlternateContent xmlns:mc="http://schemas.openxmlformats.org/markup-compatibility/2006">
                <mc:Choice xmlns:v="urn:schemas-microsoft-com:vml" Requires="v">
                  <p:oleObj spid="_x0000_s100941" name="Equation" r:id="rId60" imgW="241091" imgH="177646" progId="Equation.DSMT4">
                    <p:embed/>
                  </p:oleObj>
                </mc:Choice>
                <mc:Fallback>
                  <p:oleObj name="Equation" r:id="rId60" imgW="241091" imgH="177646" progId="Equation.DSMT4">
                    <p:embed/>
                    <p:pic>
                      <p:nvPicPr>
                        <p:cNvPr id="0" name="Object 66"/>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4893" y="3663"/>
                          <a:ext cx="225"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71" name="直接箭头连接符 70"/>
          <p:cNvCxnSpPr>
            <a:endCxn id="100417" idx="7"/>
          </p:cNvCxnSpPr>
          <p:nvPr/>
        </p:nvCxnSpPr>
        <p:spPr bwMode="auto">
          <a:xfrm flipH="1" flipV="1">
            <a:off x="8258175" y="1227138"/>
            <a:ext cx="312738" cy="131762"/>
          </a:xfrm>
          <a:prstGeom prst="straightConnector1">
            <a:avLst/>
          </a:prstGeom>
          <a:ln>
            <a:solidFill>
              <a:srgbClr val="0000CC"/>
            </a:solidFill>
            <a:headEnd type="none" w="med" len="med"/>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磁场中环路定理证明二</a:t>
            </a:r>
          </a:p>
        </p:txBody>
      </p:sp>
      <p:sp>
        <p:nvSpPr>
          <p:cNvPr id="102403" name="Text Box 3"/>
          <p:cNvSpPr txBox="1">
            <a:spLocks noChangeArrowheads="1"/>
          </p:cNvSpPr>
          <p:nvPr/>
        </p:nvSpPr>
        <p:spPr bwMode="auto">
          <a:xfrm>
            <a:off x="1955800" y="773113"/>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行楷" panose="02010800040101010101" pitchFamily="2" charset="-122"/>
                <a:ea typeface="华文行楷" panose="02010800040101010101" pitchFamily="2" charset="-122"/>
              </a:rPr>
              <a:t>证明</a:t>
            </a:r>
            <a:r>
              <a:rPr lang="en-US" altLang="zh-CN" sz="2400">
                <a:solidFill>
                  <a:srgbClr val="0000CC"/>
                </a:solidFill>
                <a:latin typeface="华文行楷" panose="02010800040101010101" pitchFamily="2" charset="-122"/>
                <a:ea typeface="华文行楷" panose="02010800040101010101" pitchFamily="2" charset="-122"/>
              </a:rPr>
              <a:t>:</a:t>
            </a:r>
          </a:p>
        </p:txBody>
      </p:sp>
      <p:grpSp>
        <p:nvGrpSpPr>
          <p:cNvPr id="102404" name="Group 4"/>
          <p:cNvGrpSpPr>
            <a:grpSpLocks/>
          </p:cNvGrpSpPr>
          <p:nvPr/>
        </p:nvGrpSpPr>
        <p:grpSpPr bwMode="auto">
          <a:xfrm>
            <a:off x="6905625" y="593726"/>
            <a:ext cx="3176588" cy="2309813"/>
            <a:chOff x="3390" y="2302"/>
            <a:chExt cx="2001" cy="1455"/>
          </a:xfrm>
        </p:grpSpPr>
        <p:grpSp>
          <p:nvGrpSpPr>
            <p:cNvPr id="102436" name="Group 5"/>
            <p:cNvGrpSpPr>
              <a:grpSpLocks/>
            </p:cNvGrpSpPr>
            <p:nvPr/>
          </p:nvGrpSpPr>
          <p:grpSpPr bwMode="auto">
            <a:xfrm>
              <a:off x="3390" y="2358"/>
              <a:ext cx="2001" cy="1399"/>
              <a:chOff x="3390" y="2302"/>
              <a:chExt cx="2001" cy="1399"/>
            </a:xfrm>
          </p:grpSpPr>
          <p:grpSp>
            <p:nvGrpSpPr>
              <p:cNvPr id="102439" name="Group 6"/>
              <p:cNvGrpSpPr>
                <a:grpSpLocks/>
              </p:cNvGrpSpPr>
              <p:nvPr/>
            </p:nvGrpSpPr>
            <p:grpSpPr bwMode="auto">
              <a:xfrm>
                <a:off x="3589" y="2358"/>
                <a:ext cx="1758" cy="1134"/>
                <a:chOff x="3589" y="2358"/>
                <a:chExt cx="1758" cy="1134"/>
              </a:xfrm>
            </p:grpSpPr>
            <p:grpSp>
              <p:nvGrpSpPr>
                <p:cNvPr id="102453" name="Group 7"/>
                <p:cNvGrpSpPr>
                  <a:grpSpLocks/>
                </p:cNvGrpSpPr>
                <p:nvPr/>
              </p:nvGrpSpPr>
              <p:grpSpPr bwMode="auto">
                <a:xfrm>
                  <a:off x="3589" y="2358"/>
                  <a:ext cx="1758" cy="1134"/>
                  <a:chOff x="3589" y="2358"/>
                  <a:chExt cx="1758" cy="1134"/>
                </a:xfrm>
              </p:grpSpPr>
              <p:grpSp>
                <p:nvGrpSpPr>
                  <p:cNvPr id="102455" name="Group 8"/>
                  <p:cNvGrpSpPr>
                    <a:grpSpLocks/>
                  </p:cNvGrpSpPr>
                  <p:nvPr/>
                </p:nvGrpSpPr>
                <p:grpSpPr bwMode="auto">
                  <a:xfrm>
                    <a:off x="3589" y="2500"/>
                    <a:ext cx="1758" cy="992"/>
                    <a:chOff x="3589" y="2500"/>
                    <a:chExt cx="1758" cy="992"/>
                  </a:xfrm>
                </p:grpSpPr>
                <p:grpSp>
                  <p:nvGrpSpPr>
                    <p:cNvPr id="102457" name="Group 9"/>
                    <p:cNvGrpSpPr>
                      <a:grpSpLocks/>
                    </p:cNvGrpSpPr>
                    <p:nvPr/>
                  </p:nvGrpSpPr>
                  <p:grpSpPr bwMode="auto">
                    <a:xfrm>
                      <a:off x="3589" y="2500"/>
                      <a:ext cx="850" cy="992"/>
                      <a:chOff x="1094" y="2443"/>
                      <a:chExt cx="850" cy="992"/>
                    </a:xfrm>
                  </p:grpSpPr>
                  <p:sp>
                    <p:nvSpPr>
                      <p:cNvPr id="102461" name="Oval 10"/>
                      <p:cNvSpPr>
                        <a:spLocks noChangeArrowheads="1"/>
                      </p:cNvSpPr>
                      <p:nvPr/>
                    </p:nvSpPr>
                    <p:spPr bwMode="auto">
                      <a:xfrm>
                        <a:off x="1094" y="2443"/>
                        <a:ext cx="765" cy="992"/>
                      </a:xfrm>
                      <a:prstGeom prst="ellipse">
                        <a:avLst/>
                      </a:prstGeom>
                      <a:noFill/>
                      <a:ln w="9525">
                        <a:solidFill>
                          <a:srgbClr val="0000CC"/>
                        </a:solidFill>
                        <a:round/>
                        <a:headEnd/>
                        <a:tailEnd/>
                      </a:ln>
                      <a:scene3d>
                        <a:camera prst="legacyObliqueTopRight"/>
                        <a:lightRig rig="legacyFlat3" dir="b"/>
                      </a:scene3d>
                      <a:sp3d extrusionH="430200" prstMaterial="legacyWireframe">
                        <a:bevelT w="13500" h="13500" prst="angle"/>
                        <a:bevelB w="13500" h="13500" prst="angle"/>
                        <a:extrusionClr>
                          <a:srgbClr val="0000CC"/>
                        </a:extrusionClr>
                        <a:contourClr>
                          <a:srgbClr val="0000CC"/>
                        </a:contourClr>
                      </a:sp3d>
                      <a:extLst>
                        <a:ext uri="{909E8E84-426E-40DD-AFC4-6F175D3DCCD1}">
                          <a14:hiddenFill xmlns:a14="http://schemas.microsoft.com/office/drawing/2010/main">
                            <a:solidFill>
                              <a:srgbClr val="FFFFFF"/>
                            </a:solidFill>
                          </a14:hiddenFill>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2462" name="Line 11"/>
                      <p:cNvSpPr>
                        <a:spLocks noChangeShapeType="1"/>
                      </p:cNvSpPr>
                      <p:nvPr/>
                    </p:nvSpPr>
                    <p:spPr bwMode="auto">
                      <a:xfrm flipH="1">
                        <a:off x="1831" y="2642"/>
                        <a:ext cx="113" cy="1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63" name="Line 12"/>
                      <p:cNvSpPr>
                        <a:spLocks noChangeShapeType="1"/>
                      </p:cNvSpPr>
                      <p:nvPr/>
                    </p:nvSpPr>
                    <p:spPr bwMode="auto">
                      <a:xfrm flipH="1" flipV="1">
                        <a:off x="1859" y="2472"/>
                        <a:ext cx="85" cy="17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458" name="Oval 13"/>
                    <p:cNvSpPr>
                      <a:spLocks noChangeArrowheads="1"/>
                    </p:cNvSpPr>
                    <p:nvPr/>
                  </p:nvSpPr>
                  <p:spPr bwMode="auto">
                    <a:xfrm>
                      <a:off x="4326" y="2982"/>
                      <a:ext cx="1021" cy="39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2459" name="Line 14"/>
                    <p:cNvSpPr>
                      <a:spLocks noChangeShapeType="1"/>
                    </p:cNvSpPr>
                    <p:nvPr/>
                  </p:nvSpPr>
                  <p:spPr bwMode="auto">
                    <a:xfrm flipV="1">
                      <a:off x="4836" y="3379"/>
                      <a:ext cx="17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60" name="Line 15"/>
                    <p:cNvSpPr>
                      <a:spLocks noChangeShapeType="1"/>
                    </p:cNvSpPr>
                    <p:nvPr/>
                  </p:nvSpPr>
                  <p:spPr bwMode="auto">
                    <a:xfrm>
                      <a:off x="4439" y="2699"/>
                      <a:ext cx="397" cy="680"/>
                    </a:xfrm>
                    <a:prstGeom prst="line">
                      <a:avLst/>
                    </a:prstGeom>
                    <a:noFill/>
                    <a:ln w="952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456" name="Line 16"/>
                  <p:cNvSpPr>
                    <a:spLocks noChangeShapeType="1"/>
                  </p:cNvSpPr>
                  <p:nvPr/>
                </p:nvSpPr>
                <p:spPr bwMode="auto">
                  <a:xfrm flipV="1">
                    <a:off x="4439" y="2358"/>
                    <a:ext cx="227" cy="34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454" name="Line 17"/>
                <p:cNvSpPr>
                  <a:spLocks noChangeShapeType="1"/>
                </p:cNvSpPr>
                <p:nvPr/>
              </p:nvSpPr>
              <p:spPr bwMode="auto">
                <a:xfrm flipH="1" flipV="1">
                  <a:off x="5120" y="3010"/>
                  <a:ext cx="141" cy="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2440" name="Object 18"/>
              <p:cNvGraphicFramePr>
                <a:graphicFrameLocks noChangeAspect="1"/>
              </p:cNvGraphicFramePr>
              <p:nvPr/>
            </p:nvGraphicFramePr>
            <p:xfrm>
              <a:off x="4694" y="2387"/>
              <a:ext cx="188" cy="164"/>
            </p:xfrm>
            <a:graphic>
              <a:graphicData uri="http://schemas.openxmlformats.org/presentationml/2006/ole">
                <mc:AlternateContent xmlns:mc="http://schemas.openxmlformats.org/markup-compatibility/2006">
                  <mc:Choice xmlns:v="urn:schemas-microsoft-com:vml" Requires="v">
                    <p:oleObj spid="_x0000_s102872" name="Equation" r:id="rId4" imgW="202936" imgH="177569" progId="Equation.DSMT4">
                      <p:embed/>
                    </p:oleObj>
                  </mc:Choice>
                  <mc:Fallback>
                    <p:oleObj name="Equation" r:id="rId4" imgW="202936" imgH="177569"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 y="2387"/>
                            <a:ext cx="188"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1" name="Object 19"/>
              <p:cNvGraphicFramePr>
                <a:graphicFrameLocks noChangeAspect="1"/>
              </p:cNvGraphicFramePr>
              <p:nvPr/>
            </p:nvGraphicFramePr>
            <p:xfrm>
              <a:off x="4354" y="2302"/>
              <a:ext cx="223" cy="199"/>
            </p:xfrm>
            <a:graphic>
              <a:graphicData uri="http://schemas.openxmlformats.org/presentationml/2006/ole">
                <mc:AlternateContent xmlns:mc="http://schemas.openxmlformats.org/markup-compatibility/2006">
                  <mc:Choice xmlns:v="urn:schemas-microsoft-com:vml" Requires="v">
                    <p:oleObj spid="_x0000_s102873" name="Equation" r:id="rId6" imgW="241091" imgH="215713" progId="Equation.DSMT4">
                      <p:embed/>
                    </p:oleObj>
                  </mc:Choice>
                  <mc:Fallback>
                    <p:oleObj name="Equation" r:id="rId6" imgW="241091" imgH="215713"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4" y="2302"/>
                            <a:ext cx="22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2" name="Object 20"/>
              <p:cNvGraphicFramePr>
                <a:graphicFrameLocks noChangeAspect="1"/>
              </p:cNvGraphicFramePr>
              <p:nvPr/>
            </p:nvGraphicFramePr>
            <p:xfrm>
              <a:off x="3991" y="2727"/>
              <a:ext cx="270" cy="198"/>
            </p:xfrm>
            <a:graphic>
              <a:graphicData uri="http://schemas.openxmlformats.org/presentationml/2006/ole">
                <mc:AlternateContent xmlns:mc="http://schemas.openxmlformats.org/markup-compatibility/2006">
                  <mc:Choice xmlns:v="urn:schemas-microsoft-com:vml" Requires="v">
                    <p:oleObj spid="_x0000_s102874" name="Equation" r:id="rId8" imgW="291847" imgH="215713" progId="Equation.DSMT4">
                      <p:embed/>
                    </p:oleObj>
                  </mc:Choice>
                  <mc:Fallback>
                    <p:oleObj name="Equation" r:id="rId8" imgW="291847" imgH="215713"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1" y="2727"/>
                            <a:ext cx="27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3" name="Object 21"/>
              <p:cNvGraphicFramePr>
                <a:graphicFrameLocks noChangeAspect="1"/>
              </p:cNvGraphicFramePr>
              <p:nvPr/>
            </p:nvGraphicFramePr>
            <p:xfrm>
              <a:off x="4849" y="3464"/>
              <a:ext cx="188" cy="198"/>
            </p:xfrm>
            <a:graphic>
              <a:graphicData uri="http://schemas.openxmlformats.org/presentationml/2006/ole">
                <mc:AlternateContent xmlns:mc="http://schemas.openxmlformats.org/markup-compatibility/2006">
                  <mc:Choice xmlns:v="urn:schemas-microsoft-com:vml" Requires="v">
                    <p:oleObj spid="_x0000_s102875" name="Equation" r:id="rId10" imgW="203024" imgH="215713" progId="Equation.DSMT4">
                      <p:embed/>
                    </p:oleObj>
                  </mc:Choice>
                  <mc:Fallback>
                    <p:oleObj name="Equation" r:id="rId10" imgW="203024" imgH="215713"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9" y="3464"/>
                            <a:ext cx="188"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4" name="Object 22"/>
              <p:cNvGraphicFramePr>
                <a:graphicFrameLocks noChangeAspect="1"/>
              </p:cNvGraphicFramePr>
              <p:nvPr/>
            </p:nvGraphicFramePr>
            <p:xfrm>
              <a:off x="5262" y="2863"/>
              <a:ext cx="129" cy="151"/>
            </p:xfrm>
            <a:graphic>
              <a:graphicData uri="http://schemas.openxmlformats.org/presentationml/2006/ole">
                <mc:AlternateContent xmlns:mc="http://schemas.openxmlformats.org/markup-compatibility/2006">
                  <mc:Choice xmlns:v="urn:schemas-microsoft-com:vml" Requires="v">
                    <p:oleObj spid="_x0000_s102876" name="Equation" r:id="rId12" imgW="139579" imgH="164957" progId="Equation.DSMT4">
                      <p:embed/>
                    </p:oleObj>
                  </mc:Choice>
                  <mc:Fallback>
                    <p:oleObj name="Equation" r:id="rId12" imgW="139579" imgH="164957"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62" y="2863"/>
                            <a:ext cx="12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5" name="Object 23"/>
              <p:cNvGraphicFramePr>
                <a:graphicFrameLocks noChangeAspect="1"/>
              </p:cNvGraphicFramePr>
              <p:nvPr/>
            </p:nvGraphicFramePr>
            <p:xfrm>
              <a:off x="4751" y="3096"/>
              <a:ext cx="117" cy="151"/>
            </p:xfrm>
            <a:graphic>
              <a:graphicData uri="http://schemas.openxmlformats.org/presentationml/2006/ole">
                <mc:AlternateContent xmlns:mc="http://schemas.openxmlformats.org/markup-compatibility/2006">
                  <mc:Choice xmlns:v="urn:schemas-microsoft-com:vml" Requires="v">
                    <p:oleObj spid="_x0000_s102877" name="Equation" r:id="rId14" imgW="126780" imgH="164814" progId="Equation.DSMT4">
                      <p:embed/>
                    </p:oleObj>
                  </mc:Choice>
                  <mc:Fallback>
                    <p:oleObj name="Equation" r:id="rId14" imgW="126780" imgH="164814"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51" y="3096"/>
                            <a:ext cx="117"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6" name="Object 24"/>
              <p:cNvGraphicFramePr>
                <a:graphicFrameLocks noChangeAspect="1"/>
              </p:cNvGraphicFramePr>
              <p:nvPr/>
            </p:nvGraphicFramePr>
            <p:xfrm>
              <a:off x="4723" y="3379"/>
              <a:ext cx="140" cy="151"/>
            </p:xfrm>
            <a:graphic>
              <a:graphicData uri="http://schemas.openxmlformats.org/presentationml/2006/ole">
                <mc:AlternateContent xmlns:mc="http://schemas.openxmlformats.org/markup-compatibility/2006">
                  <mc:Choice xmlns:v="urn:schemas-microsoft-com:vml" Requires="v">
                    <p:oleObj spid="_x0000_s102878" name="Equation" r:id="rId16" imgW="152268" imgH="164957" progId="Equation.DSMT4">
                      <p:embed/>
                    </p:oleObj>
                  </mc:Choice>
                  <mc:Fallback>
                    <p:oleObj name="Equation" r:id="rId16" imgW="152268" imgH="164957"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23" y="3379"/>
                            <a:ext cx="140"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7" name="Object 25"/>
              <p:cNvGraphicFramePr>
                <a:graphicFrameLocks noChangeAspect="1"/>
              </p:cNvGraphicFramePr>
              <p:nvPr/>
            </p:nvGraphicFramePr>
            <p:xfrm>
              <a:off x="4553" y="2812"/>
              <a:ext cx="152" cy="151"/>
            </p:xfrm>
            <a:graphic>
              <a:graphicData uri="http://schemas.openxmlformats.org/presentationml/2006/ole">
                <mc:AlternateContent xmlns:mc="http://schemas.openxmlformats.org/markup-compatibility/2006">
                  <mc:Choice xmlns:v="urn:schemas-microsoft-com:vml" Requires="v">
                    <p:oleObj spid="_x0000_s102879" name="Equation" r:id="rId18" imgW="164885" imgH="164885" progId="Equation.DSMT4">
                      <p:embed/>
                    </p:oleObj>
                  </mc:Choice>
                  <mc:Fallback>
                    <p:oleObj name="Equation" r:id="rId18" imgW="164885" imgH="164885" progId="Equation.DSMT4">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53" y="2812"/>
                            <a:ext cx="152"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8" name="Object 26"/>
              <p:cNvGraphicFramePr>
                <a:graphicFrameLocks noChangeAspect="1"/>
              </p:cNvGraphicFramePr>
              <p:nvPr/>
            </p:nvGraphicFramePr>
            <p:xfrm>
              <a:off x="4479" y="2585"/>
              <a:ext cx="175" cy="151"/>
            </p:xfrm>
            <a:graphic>
              <a:graphicData uri="http://schemas.openxmlformats.org/presentationml/2006/ole">
                <mc:AlternateContent xmlns:mc="http://schemas.openxmlformats.org/markup-compatibility/2006">
                  <mc:Choice xmlns:v="urn:schemas-microsoft-com:vml" Requires="v">
                    <p:oleObj spid="_x0000_s102880" name="Equation" r:id="rId20" imgW="190335" imgH="164957" progId="Equation.DSMT4">
                      <p:embed/>
                    </p:oleObj>
                  </mc:Choice>
                  <mc:Fallback>
                    <p:oleObj name="Equation" r:id="rId20" imgW="190335" imgH="164957" progId="Equation.DSMT4">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79" y="2585"/>
                            <a:ext cx="17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9" name="Object 27"/>
              <p:cNvGraphicFramePr>
                <a:graphicFrameLocks noChangeAspect="1"/>
              </p:cNvGraphicFramePr>
              <p:nvPr/>
            </p:nvGraphicFramePr>
            <p:xfrm>
              <a:off x="3781" y="3067"/>
              <a:ext cx="200" cy="209"/>
            </p:xfrm>
            <a:graphic>
              <a:graphicData uri="http://schemas.openxmlformats.org/presentationml/2006/ole">
                <mc:AlternateContent xmlns:mc="http://schemas.openxmlformats.org/markup-compatibility/2006">
                  <mc:Choice xmlns:v="urn:schemas-microsoft-com:vml" Requires="v">
                    <p:oleObj spid="_x0000_s102881" name="Equation" r:id="rId22" imgW="215806" imgH="228501" progId="Equation.DSMT4">
                      <p:embed/>
                    </p:oleObj>
                  </mc:Choice>
                  <mc:Fallback>
                    <p:oleObj name="Equation" r:id="rId22" imgW="215806" imgH="228501" progId="Equation.DSMT4">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81" y="3067"/>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0" name="Object 28"/>
              <p:cNvGraphicFramePr>
                <a:graphicFrameLocks noChangeAspect="1"/>
              </p:cNvGraphicFramePr>
              <p:nvPr/>
            </p:nvGraphicFramePr>
            <p:xfrm>
              <a:off x="3872" y="3492"/>
              <a:ext cx="212" cy="209"/>
            </p:xfrm>
            <a:graphic>
              <a:graphicData uri="http://schemas.openxmlformats.org/presentationml/2006/ole">
                <mc:AlternateContent xmlns:mc="http://schemas.openxmlformats.org/markup-compatibility/2006">
                  <mc:Choice xmlns:v="urn:schemas-microsoft-com:vml" Requires="v">
                    <p:oleObj spid="_x0000_s102882" name="Equation" r:id="rId24" imgW="228600" imgH="228600" progId="Equation.DSMT4">
                      <p:embed/>
                    </p:oleObj>
                  </mc:Choice>
                  <mc:Fallback>
                    <p:oleObj name="Equation" r:id="rId24" imgW="228600" imgH="228600" progId="Equation.DSMT4">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72" y="3492"/>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1" name="Object 29"/>
              <p:cNvGraphicFramePr>
                <a:graphicFrameLocks noChangeAspect="1"/>
              </p:cNvGraphicFramePr>
              <p:nvPr/>
            </p:nvGraphicFramePr>
            <p:xfrm>
              <a:off x="3390" y="2670"/>
              <a:ext cx="212" cy="209"/>
            </p:xfrm>
            <a:graphic>
              <a:graphicData uri="http://schemas.openxmlformats.org/presentationml/2006/ole">
                <mc:AlternateContent xmlns:mc="http://schemas.openxmlformats.org/markup-compatibility/2006">
                  <mc:Choice xmlns:v="urn:schemas-microsoft-com:vml" Requires="v">
                    <p:oleObj spid="_x0000_s102883" name="Equation" r:id="rId26" imgW="228600" imgH="228600" progId="Equation.DSMT4">
                      <p:embed/>
                    </p:oleObj>
                  </mc:Choice>
                  <mc:Fallback>
                    <p:oleObj name="Equation" r:id="rId26" imgW="228600" imgH="228600" progId="Equation.DSMT4">
                      <p:embed/>
                      <p:pic>
                        <p:nvPicPr>
                          <p:cNvPr id="0" name="Object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390" y="2670"/>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2" name="Object 30"/>
              <p:cNvGraphicFramePr>
                <a:graphicFrameLocks noChangeAspect="1"/>
              </p:cNvGraphicFramePr>
              <p:nvPr/>
            </p:nvGraphicFramePr>
            <p:xfrm>
              <a:off x="3759" y="2642"/>
              <a:ext cx="200" cy="209"/>
            </p:xfrm>
            <a:graphic>
              <a:graphicData uri="http://schemas.openxmlformats.org/presentationml/2006/ole">
                <mc:AlternateContent xmlns:mc="http://schemas.openxmlformats.org/markup-compatibility/2006">
                  <mc:Choice xmlns:v="urn:schemas-microsoft-com:vml" Requires="v">
                    <p:oleObj spid="_x0000_s102884" name="Equation" r:id="rId28" imgW="215806" imgH="228501" progId="Equation.DSMT4">
                      <p:embed/>
                    </p:oleObj>
                  </mc:Choice>
                  <mc:Fallback>
                    <p:oleObj name="Equation" r:id="rId28" imgW="215806" imgH="228501" progId="Equation.DSMT4">
                      <p:embed/>
                      <p:pic>
                        <p:nvPicPr>
                          <p:cNvPr id="0"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59" y="2642"/>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437" name="Line 31"/>
            <p:cNvSpPr>
              <a:spLocks noChangeShapeType="1"/>
            </p:cNvSpPr>
            <p:nvPr/>
          </p:nvSpPr>
          <p:spPr bwMode="auto">
            <a:xfrm flipH="1" flipV="1">
              <a:off x="4156" y="2443"/>
              <a:ext cx="113" cy="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2438" name="Object 32"/>
            <p:cNvGraphicFramePr>
              <a:graphicFrameLocks noChangeAspect="1"/>
            </p:cNvGraphicFramePr>
            <p:nvPr/>
          </p:nvGraphicFramePr>
          <p:xfrm>
            <a:off x="4099" y="2302"/>
            <a:ext cx="118" cy="153"/>
          </p:xfrm>
          <a:graphic>
            <a:graphicData uri="http://schemas.openxmlformats.org/presentationml/2006/ole">
              <mc:AlternateContent xmlns:mc="http://schemas.openxmlformats.org/markup-compatibility/2006">
                <mc:Choice xmlns:v="urn:schemas-microsoft-com:vml" Requires="v">
                  <p:oleObj spid="_x0000_s102885" name="Equation" r:id="rId30" imgW="126780" imgH="164814" progId="Equation.DSMT4">
                    <p:embed/>
                  </p:oleObj>
                </mc:Choice>
                <mc:Fallback>
                  <p:oleObj name="Equation" r:id="rId30" imgW="126780" imgH="164814" progId="Equation.DSMT4">
                    <p:embed/>
                    <p:pic>
                      <p:nvPicPr>
                        <p:cNvPr id="0" name="Object 3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99" y="2302"/>
                          <a:ext cx="118"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405" name="Object 33"/>
          <p:cNvGraphicFramePr>
            <a:graphicFrameLocks noChangeAspect="1"/>
          </p:cNvGraphicFramePr>
          <p:nvPr/>
        </p:nvGraphicFramePr>
        <p:xfrm>
          <a:off x="2990851" y="1042989"/>
          <a:ext cx="2811463" cy="765175"/>
        </p:xfrm>
        <a:graphic>
          <a:graphicData uri="http://schemas.openxmlformats.org/presentationml/2006/ole">
            <mc:AlternateContent xmlns:mc="http://schemas.openxmlformats.org/markup-compatibility/2006">
              <mc:Choice xmlns:v="urn:schemas-microsoft-com:vml" Requires="v">
                <p:oleObj spid="_x0000_s102886" name="Equation" r:id="rId32" imgW="1917700" imgH="520700" progId="Equation.DSMT4">
                  <p:embed/>
                </p:oleObj>
              </mc:Choice>
              <mc:Fallback>
                <p:oleObj name="Equation" r:id="rId32" imgW="1917700" imgH="520700" progId="Equation.DSMT4">
                  <p:embed/>
                  <p:pic>
                    <p:nvPicPr>
                      <p:cNvPr id="0" name="Object 3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990851" y="1042989"/>
                        <a:ext cx="28114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06" name="Text Box 34"/>
          <p:cNvSpPr txBox="1">
            <a:spLocks noChangeArrowheads="1"/>
          </p:cNvSpPr>
          <p:nvPr/>
        </p:nvSpPr>
        <p:spPr bwMode="auto">
          <a:xfrm>
            <a:off x="3260726" y="3473450"/>
            <a:ext cx="4456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w:</a:t>
            </a:r>
            <a:r>
              <a:rPr lang="zh-CN" altLang="en-US" sz="1800">
                <a:latin typeface="Symbol" panose="05050102010706020507" pitchFamily="18" charset="2"/>
              </a:rPr>
              <a:t>载流回路</a:t>
            </a:r>
            <a:r>
              <a:rPr lang="en-US" altLang="zh-CN" sz="1800">
                <a:latin typeface="Times New Roman" panose="02020603050405020304" pitchFamily="18" charset="0"/>
              </a:rPr>
              <a:t>L’</a:t>
            </a:r>
            <a:r>
              <a:rPr lang="zh-CN" altLang="en-US" sz="1800">
                <a:latin typeface="Times New Roman" panose="02020603050405020304" pitchFamily="18" charset="0"/>
              </a:rPr>
              <a:t>平移</a:t>
            </a:r>
            <a:r>
              <a:rPr lang="en-US" altLang="zh-CN" sz="1800">
                <a:latin typeface="Times New Roman" panose="02020603050405020304" pitchFamily="18" charset="0"/>
              </a:rPr>
              <a:t>-d</a:t>
            </a:r>
            <a:r>
              <a:rPr lang="en-US" altLang="zh-CN" sz="1800" b="1">
                <a:latin typeface="Times New Roman" panose="02020603050405020304" pitchFamily="18" charset="0"/>
              </a:rPr>
              <a:t>l</a:t>
            </a:r>
            <a:r>
              <a:rPr lang="zh-CN" altLang="en-US" sz="1800">
                <a:latin typeface="Times New Roman" panose="02020603050405020304" pitchFamily="18" charset="0"/>
              </a:rPr>
              <a:t>过程中扫过的带状面积对场点</a:t>
            </a:r>
            <a:r>
              <a:rPr lang="en-US" altLang="zh-CN" sz="1800">
                <a:latin typeface="Times New Roman" panose="02020603050405020304" pitchFamily="18" charset="0"/>
              </a:rPr>
              <a:t>P</a:t>
            </a:r>
            <a:r>
              <a:rPr lang="zh-CN" altLang="en-US" sz="1800">
                <a:latin typeface="Times New Roman" panose="02020603050405020304" pitchFamily="18" charset="0"/>
              </a:rPr>
              <a:t>所张立体角</a:t>
            </a:r>
          </a:p>
        </p:txBody>
      </p:sp>
      <p:grpSp>
        <p:nvGrpSpPr>
          <p:cNvPr id="102407" name="Group 35"/>
          <p:cNvGrpSpPr>
            <a:grpSpLocks/>
          </p:cNvGrpSpPr>
          <p:nvPr/>
        </p:nvGrpSpPr>
        <p:grpSpPr bwMode="auto">
          <a:xfrm>
            <a:off x="8526464" y="2933701"/>
            <a:ext cx="1362075" cy="2582863"/>
            <a:chOff x="4694" y="2557"/>
            <a:chExt cx="858" cy="1627"/>
          </a:xfrm>
        </p:grpSpPr>
        <p:grpSp>
          <p:nvGrpSpPr>
            <p:cNvPr id="102417" name="Group 36"/>
            <p:cNvGrpSpPr>
              <a:grpSpLocks/>
            </p:cNvGrpSpPr>
            <p:nvPr/>
          </p:nvGrpSpPr>
          <p:grpSpPr bwMode="auto">
            <a:xfrm>
              <a:off x="4694" y="2755"/>
              <a:ext cx="737" cy="1276"/>
              <a:chOff x="4553" y="2642"/>
              <a:chExt cx="737" cy="1276"/>
            </a:xfrm>
          </p:grpSpPr>
          <p:grpSp>
            <p:nvGrpSpPr>
              <p:cNvPr id="102424" name="Group 37"/>
              <p:cNvGrpSpPr>
                <a:grpSpLocks/>
              </p:cNvGrpSpPr>
              <p:nvPr/>
            </p:nvGrpSpPr>
            <p:grpSpPr bwMode="auto">
              <a:xfrm>
                <a:off x="4553" y="2642"/>
                <a:ext cx="737" cy="1276"/>
                <a:chOff x="4553" y="2642"/>
                <a:chExt cx="737" cy="1276"/>
              </a:xfrm>
            </p:grpSpPr>
            <p:grpSp>
              <p:nvGrpSpPr>
                <p:cNvPr id="102426" name="Group 38"/>
                <p:cNvGrpSpPr>
                  <a:grpSpLocks/>
                </p:cNvGrpSpPr>
                <p:nvPr/>
              </p:nvGrpSpPr>
              <p:grpSpPr bwMode="auto">
                <a:xfrm>
                  <a:off x="4553" y="2642"/>
                  <a:ext cx="737" cy="1276"/>
                  <a:chOff x="4553" y="2642"/>
                  <a:chExt cx="737" cy="1276"/>
                </a:xfrm>
              </p:grpSpPr>
              <p:sp>
                <p:nvSpPr>
                  <p:cNvPr id="102428" name="AutoShape 39"/>
                  <p:cNvSpPr>
                    <a:spLocks noChangeArrowheads="1"/>
                  </p:cNvSpPr>
                  <p:nvPr/>
                </p:nvSpPr>
                <p:spPr bwMode="auto">
                  <a:xfrm>
                    <a:off x="4609" y="2983"/>
                    <a:ext cx="595" cy="255"/>
                  </a:xfrm>
                  <a:prstGeom prst="parallelogram">
                    <a:avLst>
                      <a:gd name="adj" fmla="val 58333"/>
                    </a:avLst>
                  </a:prstGeom>
                  <a:noFill/>
                  <a:ln w="952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2429" name="Line 40"/>
                  <p:cNvSpPr>
                    <a:spLocks noChangeShapeType="1"/>
                  </p:cNvSpPr>
                  <p:nvPr/>
                </p:nvSpPr>
                <p:spPr bwMode="auto">
                  <a:xfrm>
                    <a:off x="4553" y="3124"/>
                    <a:ext cx="368" cy="7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0" name="Line 41"/>
                  <p:cNvSpPr>
                    <a:spLocks noChangeShapeType="1"/>
                  </p:cNvSpPr>
                  <p:nvPr/>
                </p:nvSpPr>
                <p:spPr bwMode="auto">
                  <a:xfrm flipH="1">
                    <a:off x="4921" y="3237"/>
                    <a:ext cx="142"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1" name="Line 42"/>
                  <p:cNvSpPr>
                    <a:spLocks noChangeShapeType="1"/>
                  </p:cNvSpPr>
                  <p:nvPr/>
                </p:nvSpPr>
                <p:spPr bwMode="auto">
                  <a:xfrm>
                    <a:off x="4723" y="2755"/>
                    <a:ext cx="198" cy="116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2" name="Line 43"/>
                  <p:cNvSpPr>
                    <a:spLocks noChangeShapeType="1"/>
                  </p:cNvSpPr>
                  <p:nvPr/>
                </p:nvSpPr>
                <p:spPr bwMode="auto">
                  <a:xfrm flipH="1" flipV="1">
                    <a:off x="4723" y="2755"/>
                    <a:ext cx="482"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3" name="Line 44"/>
                  <p:cNvSpPr>
                    <a:spLocks noChangeShapeType="1"/>
                  </p:cNvSpPr>
                  <p:nvPr/>
                </p:nvSpPr>
                <p:spPr bwMode="auto">
                  <a:xfrm flipH="1">
                    <a:off x="4553" y="2755"/>
                    <a:ext cx="170" cy="3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4" name="Line 45"/>
                  <p:cNvSpPr>
                    <a:spLocks noChangeShapeType="1"/>
                  </p:cNvSpPr>
                  <p:nvPr/>
                </p:nvSpPr>
                <p:spPr bwMode="auto">
                  <a:xfrm>
                    <a:off x="4553" y="3124"/>
                    <a:ext cx="510" cy="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35" name="Line 46"/>
                  <p:cNvSpPr>
                    <a:spLocks noChangeShapeType="1"/>
                  </p:cNvSpPr>
                  <p:nvPr/>
                </p:nvSpPr>
                <p:spPr bwMode="auto">
                  <a:xfrm flipV="1">
                    <a:off x="5205" y="2642"/>
                    <a:ext cx="85"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427" name="Line 47"/>
                <p:cNvSpPr>
                  <a:spLocks noChangeShapeType="1"/>
                </p:cNvSpPr>
                <p:nvPr/>
              </p:nvSpPr>
              <p:spPr bwMode="auto">
                <a:xfrm flipV="1">
                  <a:off x="4921" y="2982"/>
                  <a:ext cx="284" cy="9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425" name="Line 48"/>
              <p:cNvSpPr>
                <a:spLocks noChangeShapeType="1"/>
              </p:cNvSpPr>
              <p:nvPr/>
            </p:nvSpPr>
            <p:spPr bwMode="auto">
              <a:xfrm flipH="1">
                <a:off x="5035" y="2982"/>
                <a:ext cx="17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2418" name="Object 49"/>
            <p:cNvGraphicFramePr>
              <a:graphicFrameLocks noChangeAspect="1"/>
            </p:cNvGraphicFramePr>
            <p:nvPr/>
          </p:nvGraphicFramePr>
          <p:xfrm>
            <a:off x="5063" y="2727"/>
            <a:ext cx="223" cy="200"/>
          </p:xfrm>
          <a:graphic>
            <a:graphicData uri="http://schemas.openxmlformats.org/presentationml/2006/ole">
              <mc:AlternateContent xmlns:mc="http://schemas.openxmlformats.org/markup-compatibility/2006">
                <mc:Choice xmlns:v="urn:schemas-microsoft-com:vml" Requires="v">
                  <p:oleObj spid="_x0000_s102887" name="Equation" r:id="rId34" imgW="241091" imgH="215713" progId="Equation.DSMT4">
                    <p:embed/>
                  </p:oleObj>
                </mc:Choice>
                <mc:Fallback>
                  <p:oleObj name="Equation" r:id="rId34" imgW="241091" imgH="215713" progId="Equation.DSMT4">
                    <p:embed/>
                    <p:pic>
                      <p:nvPicPr>
                        <p:cNvPr id="0" name="Object 4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63" y="2727"/>
                          <a:ext cx="223"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19" name="Object 50"/>
            <p:cNvGraphicFramePr>
              <a:graphicFrameLocks noChangeAspect="1"/>
            </p:cNvGraphicFramePr>
            <p:nvPr/>
          </p:nvGraphicFramePr>
          <p:xfrm>
            <a:off x="5006" y="3096"/>
            <a:ext cx="270" cy="200"/>
          </p:xfrm>
          <a:graphic>
            <a:graphicData uri="http://schemas.openxmlformats.org/presentationml/2006/ole">
              <mc:AlternateContent xmlns:mc="http://schemas.openxmlformats.org/markup-compatibility/2006">
                <mc:Choice xmlns:v="urn:schemas-microsoft-com:vml" Requires="v">
                  <p:oleObj spid="_x0000_s102888" name="Equation" r:id="rId36" imgW="291847" imgH="215713" progId="Equation.DSMT4">
                    <p:embed/>
                  </p:oleObj>
                </mc:Choice>
                <mc:Fallback>
                  <p:oleObj name="Equation" r:id="rId36" imgW="291847" imgH="215713" progId="Equation.DSMT4">
                    <p:embed/>
                    <p:pic>
                      <p:nvPicPr>
                        <p:cNvPr id="0" name="Object 5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006" y="3096"/>
                          <a:ext cx="27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0" name="Object 51"/>
            <p:cNvGraphicFramePr>
              <a:graphicFrameLocks noChangeAspect="1"/>
            </p:cNvGraphicFramePr>
            <p:nvPr/>
          </p:nvGraphicFramePr>
          <p:xfrm>
            <a:off x="5328" y="2557"/>
            <a:ext cx="224" cy="165"/>
          </p:xfrm>
          <a:graphic>
            <a:graphicData uri="http://schemas.openxmlformats.org/presentationml/2006/ole">
              <mc:AlternateContent xmlns:mc="http://schemas.openxmlformats.org/markup-compatibility/2006">
                <mc:Choice xmlns:v="urn:schemas-microsoft-com:vml" Requires="v">
                  <p:oleObj spid="_x0000_s102889" name="Equation" r:id="rId38" imgW="241091" imgH="177646" progId="Equation.DSMT4">
                    <p:embed/>
                  </p:oleObj>
                </mc:Choice>
                <mc:Fallback>
                  <p:oleObj name="Equation" r:id="rId38" imgW="241091" imgH="177646" progId="Equation.DSMT4">
                    <p:embed/>
                    <p:pic>
                      <p:nvPicPr>
                        <p:cNvPr id="0" name="Object 5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328" y="2557"/>
                          <a:ext cx="224"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1" name="Object 52"/>
            <p:cNvGraphicFramePr>
              <a:graphicFrameLocks noChangeAspect="1"/>
            </p:cNvGraphicFramePr>
            <p:nvPr/>
          </p:nvGraphicFramePr>
          <p:xfrm>
            <a:off x="5325" y="3357"/>
            <a:ext cx="154" cy="153"/>
          </p:xfrm>
          <a:graphic>
            <a:graphicData uri="http://schemas.openxmlformats.org/presentationml/2006/ole">
              <mc:AlternateContent xmlns:mc="http://schemas.openxmlformats.org/markup-compatibility/2006">
                <mc:Choice xmlns:v="urn:schemas-microsoft-com:vml" Requires="v">
                  <p:oleObj spid="_x0000_s102890" name="Equation" r:id="rId40" imgW="164885" imgH="164885" progId="Equation.DSMT4">
                    <p:embed/>
                  </p:oleObj>
                </mc:Choice>
                <mc:Fallback>
                  <p:oleObj name="Equation" r:id="rId40" imgW="164885" imgH="164885" progId="Equation.DSMT4">
                    <p:embed/>
                    <p:pic>
                      <p:nvPicPr>
                        <p:cNvPr id="0" name="Object 5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325" y="3357"/>
                          <a:ext cx="154"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2" name="Object 53"/>
            <p:cNvGraphicFramePr>
              <a:graphicFrameLocks noChangeAspect="1"/>
            </p:cNvGraphicFramePr>
            <p:nvPr/>
          </p:nvGraphicFramePr>
          <p:xfrm>
            <a:off x="5035" y="4031"/>
            <a:ext cx="142" cy="153"/>
          </p:xfrm>
          <a:graphic>
            <a:graphicData uri="http://schemas.openxmlformats.org/presentationml/2006/ole">
              <mc:AlternateContent xmlns:mc="http://schemas.openxmlformats.org/markup-compatibility/2006">
                <mc:Choice xmlns:v="urn:schemas-microsoft-com:vml" Requires="v">
                  <p:oleObj spid="_x0000_s102891" name="Equation" r:id="rId42" imgW="152268" imgH="164957" progId="Equation.DSMT4">
                    <p:embed/>
                  </p:oleObj>
                </mc:Choice>
                <mc:Fallback>
                  <p:oleObj name="Equation" r:id="rId42" imgW="152268" imgH="164957" progId="Equation.DSMT4">
                    <p:embed/>
                    <p:pic>
                      <p:nvPicPr>
                        <p:cNvPr id="0" name="Object 53"/>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5035" y="4031"/>
                          <a:ext cx="142"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23" name="Object 54"/>
            <p:cNvGraphicFramePr>
              <a:graphicFrameLocks noChangeAspect="1"/>
            </p:cNvGraphicFramePr>
            <p:nvPr/>
          </p:nvGraphicFramePr>
          <p:xfrm>
            <a:off x="4893" y="3663"/>
            <a:ext cx="225" cy="164"/>
          </p:xfrm>
          <a:graphic>
            <a:graphicData uri="http://schemas.openxmlformats.org/presentationml/2006/ole">
              <mc:AlternateContent xmlns:mc="http://schemas.openxmlformats.org/markup-compatibility/2006">
                <mc:Choice xmlns:v="urn:schemas-microsoft-com:vml" Requires="v">
                  <p:oleObj spid="_x0000_s102892" name="Equation" r:id="rId44" imgW="241091" imgH="177646" progId="Equation.DSMT4">
                    <p:embed/>
                  </p:oleObj>
                </mc:Choice>
                <mc:Fallback>
                  <p:oleObj name="Equation" r:id="rId44" imgW="241091" imgH="177646" progId="Equation.DSMT4">
                    <p:embed/>
                    <p:pic>
                      <p:nvPicPr>
                        <p:cNvPr id="0" name="Object 54"/>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893" y="3663"/>
                          <a:ext cx="225"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408" name="Object 55"/>
          <p:cNvGraphicFramePr>
            <a:graphicFrameLocks noChangeAspect="1"/>
          </p:cNvGraphicFramePr>
          <p:nvPr/>
        </p:nvGraphicFramePr>
        <p:xfrm>
          <a:off x="3125789" y="2033588"/>
          <a:ext cx="1749425" cy="635000"/>
        </p:xfrm>
        <a:graphic>
          <a:graphicData uri="http://schemas.openxmlformats.org/presentationml/2006/ole">
            <mc:AlternateContent xmlns:mc="http://schemas.openxmlformats.org/markup-compatibility/2006">
              <mc:Choice xmlns:v="urn:schemas-microsoft-com:vml" Requires="v">
                <p:oleObj spid="_x0000_s102893" name="Equation" r:id="rId46" imgW="1193800" imgH="431800" progId="Equation.DSMT4">
                  <p:embed/>
                </p:oleObj>
              </mc:Choice>
              <mc:Fallback>
                <p:oleObj name="Equation" r:id="rId46" imgW="1193800" imgH="431800" progId="Equation.DSMT4">
                  <p:embed/>
                  <p:pic>
                    <p:nvPicPr>
                      <p:cNvPr id="0" name="Object 55"/>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3125789" y="2033588"/>
                        <a:ext cx="17494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09" name="Object 56"/>
          <p:cNvGraphicFramePr>
            <a:graphicFrameLocks noChangeAspect="1"/>
          </p:cNvGraphicFramePr>
          <p:nvPr/>
        </p:nvGraphicFramePr>
        <p:xfrm>
          <a:off x="5465763" y="5138738"/>
          <a:ext cx="2641600" cy="336550"/>
        </p:xfrm>
        <a:graphic>
          <a:graphicData uri="http://schemas.openxmlformats.org/presentationml/2006/ole">
            <mc:AlternateContent xmlns:mc="http://schemas.openxmlformats.org/markup-compatibility/2006">
              <mc:Choice xmlns:v="urn:schemas-microsoft-com:vml" Requires="v">
                <p:oleObj spid="_x0000_s102894" name="Equation" r:id="rId48" imgW="1803400" imgH="228600" progId="Equation.DSMT4">
                  <p:embed/>
                </p:oleObj>
              </mc:Choice>
              <mc:Fallback>
                <p:oleObj name="Equation" r:id="rId48" imgW="1803400" imgH="228600" progId="Equation.DSMT4">
                  <p:embed/>
                  <p:pic>
                    <p:nvPicPr>
                      <p:cNvPr id="0" name="Object 56"/>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5465763" y="5138738"/>
                        <a:ext cx="2641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10" name="Text Box 57"/>
          <p:cNvSpPr txBox="1">
            <a:spLocks noChangeArrowheads="1"/>
          </p:cNvSpPr>
          <p:nvPr/>
        </p:nvSpPr>
        <p:spPr bwMode="auto">
          <a:xfrm>
            <a:off x="2316163" y="4238626"/>
            <a:ext cx="44561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zh-CN" altLang="en-US" sz="1800">
                <a:solidFill>
                  <a:srgbClr val="0000CC"/>
                </a:solidFill>
                <a:latin typeface="Symbol" panose="05050102010706020507" pitchFamily="18" charset="2"/>
              </a:rPr>
              <a:t>以</a:t>
            </a:r>
            <a:r>
              <a:rPr lang="en-US" altLang="zh-CN" sz="1800">
                <a:solidFill>
                  <a:srgbClr val="0000CC"/>
                </a:solidFill>
                <a:latin typeface="Times New Roman" panose="02020603050405020304" pitchFamily="18" charset="0"/>
              </a:rPr>
              <a:t>L’</a:t>
            </a:r>
            <a:r>
              <a:rPr lang="zh-CN" altLang="en-US" sz="1800">
                <a:solidFill>
                  <a:srgbClr val="0000CC"/>
                </a:solidFill>
                <a:latin typeface="Times New Roman" panose="02020603050405020304" pitchFamily="18" charset="0"/>
              </a:rPr>
              <a:t>为边界作曲面</a:t>
            </a:r>
            <a:r>
              <a:rPr lang="en-US" altLang="zh-CN" sz="1800">
                <a:solidFill>
                  <a:srgbClr val="0000CC"/>
                </a:solidFill>
                <a:latin typeface="Times New Roman" panose="02020603050405020304" pitchFamily="18" charset="0"/>
              </a:rPr>
              <a:t>S’,S’</a:t>
            </a:r>
            <a:r>
              <a:rPr lang="zh-CN" altLang="en-US" sz="1800">
                <a:solidFill>
                  <a:srgbClr val="0000CC"/>
                </a:solidFill>
                <a:latin typeface="Times New Roman" panose="02020603050405020304" pitchFamily="18" charset="0"/>
              </a:rPr>
              <a:t>对</a:t>
            </a:r>
            <a:r>
              <a:rPr lang="en-US" altLang="zh-CN" sz="1800">
                <a:solidFill>
                  <a:srgbClr val="0000CC"/>
                </a:solidFill>
                <a:latin typeface="Times New Roman" panose="02020603050405020304" pitchFamily="18" charset="0"/>
              </a:rPr>
              <a:t>P</a:t>
            </a:r>
            <a:r>
              <a:rPr lang="zh-CN" altLang="en-US" sz="1800">
                <a:solidFill>
                  <a:srgbClr val="0000CC"/>
                </a:solidFill>
                <a:latin typeface="Times New Roman" panose="02020603050405020304" pitchFamily="18" charset="0"/>
              </a:rPr>
              <a:t>的立体角为</a:t>
            </a:r>
            <a:r>
              <a:rPr lang="en-US" altLang="zh-CN" sz="1800">
                <a:solidFill>
                  <a:srgbClr val="0000CC"/>
                </a:solidFill>
                <a:latin typeface="Symbol" panose="05050102010706020507" pitchFamily="18" charset="2"/>
              </a:rPr>
              <a:t>W</a:t>
            </a:r>
          </a:p>
        </p:txBody>
      </p:sp>
      <p:sp>
        <p:nvSpPr>
          <p:cNvPr id="102411" name="Text Box 58"/>
          <p:cNvSpPr txBox="1">
            <a:spLocks noChangeArrowheads="1"/>
          </p:cNvSpPr>
          <p:nvPr/>
        </p:nvSpPr>
        <p:spPr bwMode="auto">
          <a:xfrm>
            <a:off x="2586038" y="4598988"/>
            <a:ext cx="23860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en-US" altLang="zh-CN" sz="1800">
                <a:solidFill>
                  <a:srgbClr val="0000CC"/>
                </a:solidFill>
                <a:latin typeface="Times New Roman" panose="02020603050405020304" pitchFamily="18" charset="0"/>
              </a:rPr>
              <a:t>L’</a:t>
            </a:r>
            <a:r>
              <a:rPr lang="zh-CN" altLang="en-US" sz="1800">
                <a:solidFill>
                  <a:srgbClr val="0000CC"/>
                </a:solidFill>
                <a:latin typeface="Times New Roman" panose="02020603050405020304" pitchFamily="18" charset="0"/>
              </a:rPr>
              <a:t>平移      </a:t>
            </a:r>
            <a:r>
              <a:rPr lang="en-US" altLang="zh-CN" sz="1800">
                <a:solidFill>
                  <a:srgbClr val="FF0000"/>
                </a:solidFill>
                <a:latin typeface="Symbol" panose="05050102010706020507" pitchFamily="18" charset="2"/>
              </a:rPr>
              <a:t>W</a:t>
            </a:r>
            <a:r>
              <a:rPr lang="zh-CN" altLang="en-US" sz="1800">
                <a:solidFill>
                  <a:srgbClr val="FF0000"/>
                </a:solidFill>
                <a:latin typeface="Symbol" panose="05050102010706020507" pitchFamily="18" charset="2"/>
              </a:rPr>
              <a:t>改变</a:t>
            </a:r>
          </a:p>
        </p:txBody>
      </p:sp>
      <p:sp>
        <p:nvSpPr>
          <p:cNvPr id="102412" name="Text Box 59"/>
          <p:cNvSpPr txBox="1">
            <a:spLocks noChangeArrowheads="1"/>
          </p:cNvSpPr>
          <p:nvPr/>
        </p:nvSpPr>
        <p:spPr bwMode="auto">
          <a:xfrm>
            <a:off x="2495551" y="5364163"/>
            <a:ext cx="23860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en-US" altLang="zh-CN" sz="1800">
                <a:solidFill>
                  <a:srgbClr val="0000CC"/>
                </a:solidFill>
                <a:latin typeface="Times New Roman" panose="02020603050405020304" pitchFamily="18" charset="0"/>
              </a:rPr>
              <a:t>L’</a:t>
            </a:r>
            <a:r>
              <a:rPr lang="zh-CN" altLang="en-US" sz="1800">
                <a:solidFill>
                  <a:srgbClr val="0000CC"/>
                </a:solidFill>
                <a:latin typeface="Times New Roman" panose="02020603050405020304" pitchFamily="18" charset="0"/>
              </a:rPr>
              <a:t>平移前     </a:t>
            </a:r>
            <a:r>
              <a:rPr lang="en-US" altLang="zh-CN" sz="1800">
                <a:solidFill>
                  <a:srgbClr val="FF0000"/>
                </a:solidFill>
                <a:latin typeface="Times New Roman" panose="02020603050405020304" pitchFamily="18" charset="0"/>
              </a:rPr>
              <a:t>S1’</a:t>
            </a:r>
            <a:endParaRPr lang="en-US" altLang="zh-CN" sz="1800">
              <a:solidFill>
                <a:srgbClr val="FF0000"/>
              </a:solidFill>
              <a:latin typeface="Symbol" panose="05050102010706020507" pitchFamily="18" charset="2"/>
            </a:endParaRPr>
          </a:p>
        </p:txBody>
      </p:sp>
      <p:sp>
        <p:nvSpPr>
          <p:cNvPr id="102413" name="Text Box 60"/>
          <p:cNvSpPr txBox="1">
            <a:spLocks noChangeArrowheads="1"/>
          </p:cNvSpPr>
          <p:nvPr/>
        </p:nvSpPr>
        <p:spPr bwMode="auto">
          <a:xfrm>
            <a:off x="2495551" y="5949951"/>
            <a:ext cx="2386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en-US" altLang="zh-CN" sz="1800">
                <a:solidFill>
                  <a:srgbClr val="0000CC"/>
                </a:solidFill>
                <a:latin typeface="Times New Roman" panose="02020603050405020304" pitchFamily="18" charset="0"/>
              </a:rPr>
              <a:t>L’</a:t>
            </a:r>
            <a:r>
              <a:rPr lang="zh-CN" altLang="en-US" sz="1800">
                <a:solidFill>
                  <a:srgbClr val="0000CC"/>
                </a:solidFill>
                <a:latin typeface="Times New Roman" panose="02020603050405020304" pitchFamily="18" charset="0"/>
              </a:rPr>
              <a:t>平移后     </a:t>
            </a:r>
            <a:r>
              <a:rPr lang="en-US" altLang="zh-CN" sz="1800">
                <a:solidFill>
                  <a:srgbClr val="FF0000"/>
                </a:solidFill>
                <a:latin typeface="Times New Roman" panose="02020603050405020304" pitchFamily="18" charset="0"/>
              </a:rPr>
              <a:t>S2’</a:t>
            </a:r>
            <a:endParaRPr lang="en-US" altLang="zh-CN" sz="1800">
              <a:solidFill>
                <a:srgbClr val="FF0000"/>
              </a:solidFill>
              <a:latin typeface="Symbol" panose="05050102010706020507" pitchFamily="18" charset="2"/>
            </a:endParaRPr>
          </a:p>
        </p:txBody>
      </p:sp>
      <p:sp>
        <p:nvSpPr>
          <p:cNvPr id="102414" name="AutoShape 61"/>
          <p:cNvSpPr>
            <a:spLocks/>
          </p:cNvSpPr>
          <p:nvPr/>
        </p:nvSpPr>
        <p:spPr bwMode="auto">
          <a:xfrm>
            <a:off x="4656138" y="5543551"/>
            <a:ext cx="44450" cy="676275"/>
          </a:xfrm>
          <a:prstGeom prst="rightBrace">
            <a:avLst>
              <a:gd name="adj1" fmla="val 12678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2415" name="Line 62"/>
          <p:cNvSpPr>
            <a:spLocks noChangeShapeType="1"/>
          </p:cNvSpPr>
          <p:nvPr/>
        </p:nvSpPr>
        <p:spPr bwMode="auto">
          <a:xfrm>
            <a:off x="4746625" y="5903913"/>
            <a:ext cx="584200"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2416" name="Object 63"/>
          <p:cNvGraphicFramePr>
            <a:graphicFrameLocks noChangeAspect="1"/>
          </p:cNvGraphicFramePr>
          <p:nvPr/>
        </p:nvGraphicFramePr>
        <p:xfrm>
          <a:off x="5465764" y="5724525"/>
          <a:ext cx="3348037" cy="298450"/>
        </p:xfrm>
        <a:graphic>
          <a:graphicData uri="http://schemas.openxmlformats.org/presentationml/2006/ole">
            <mc:AlternateContent xmlns:mc="http://schemas.openxmlformats.org/markup-compatibility/2006">
              <mc:Choice xmlns:v="urn:schemas-microsoft-com:vml" Requires="v">
                <p:oleObj spid="_x0000_s102895" name="Equation" r:id="rId50" imgW="2286000" imgH="203200" progId="Equation.DSMT4">
                  <p:embed/>
                </p:oleObj>
              </mc:Choice>
              <mc:Fallback>
                <p:oleObj name="Equation" r:id="rId50" imgW="2286000" imgH="203200" progId="Equation.DSMT4">
                  <p:embed/>
                  <p:pic>
                    <p:nvPicPr>
                      <p:cNvPr id="0" name="Object 63"/>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465764" y="5724525"/>
                        <a:ext cx="3348037"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磁场中环路定理证明三</a:t>
            </a:r>
          </a:p>
        </p:txBody>
      </p:sp>
      <p:sp>
        <p:nvSpPr>
          <p:cNvPr id="104451" name="Text Box 3"/>
          <p:cNvSpPr txBox="1">
            <a:spLocks noChangeArrowheads="1"/>
          </p:cNvSpPr>
          <p:nvPr/>
        </p:nvSpPr>
        <p:spPr bwMode="auto">
          <a:xfrm>
            <a:off x="1955800" y="773113"/>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行楷" panose="02010800040101010101" pitchFamily="2" charset="-122"/>
                <a:ea typeface="华文行楷" panose="02010800040101010101" pitchFamily="2" charset="-122"/>
              </a:rPr>
              <a:t>证明</a:t>
            </a:r>
            <a:r>
              <a:rPr lang="en-US" altLang="zh-CN" sz="2400">
                <a:solidFill>
                  <a:srgbClr val="0000CC"/>
                </a:solidFill>
                <a:latin typeface="华文行楷" panose="02010800040101010101" pitchFamily="2" charset="-122"/>
                <a:ea typeface="华文行楷" panose="02010800040101010101" pitchFamily="2" charset="-122"/>
              </a:rPr>
              <a:t>:</a:t>
            </a:r>
          </a:p>
        </p:txBody>
      </p:sp>
      <p:grpSp>
        <p:nvGrpSpPr>
          <p:cNvPr id="104452" name="Group 4"/>
          <p:cNvGrpSpPr>
            <a:grpSpLocks/>
          </p:cNvGrpSpPr>
          <p:nvPr/>
        </p:nvGrpSpPr>
        <p:grpSpPr bwMode="auto">
          <a:xfrm>
            <a:off x="6905625" y="593726"/>
            <a:ext cx="3176588" cy="2309813"/>
            <a:chOff x="3390" y="2302"/>
            <a:chExt cx="2001" cy="1455"/>
          </a:xfrm>
        </p:grpSpPr>
        <p:grpSp>
          <p:nvGrpSpPr>
            <p:cNvPr id="104472" name="Group 5"/>
            <p:cNvGrpSpPr>
              <a:grpSpLocks/>
            </p:cNvGrpSpPr>
            <p:nvPr/>
          </p:nvGrpSpPr>
          <p:grpSpPr bwMode="auto">
            <a:xfrm>
              <a:off x="3390" y="2358"/>
              <a:ext cx="2001" cy="1399"/>
              <a:chOff x="3390" y="2302"/>
              <a:chExt cx="2001" cy="1399"/>
            </a:xfrm>
          </p:grpSpPr>
          <p:grpSp>
            <p:nvGrpSpPr>
              <p:cNvPr id="104475" name="Group 6"/>
              <p:cNvGrpSpPr>
                <a:grpSpLocks/>
              </p:cNvGrpSpPr>
              <p:nvPr/>
            </p:nvGrpSpPr>
            <p:grpSpPr bwMode="auto">
              <a:xfrm>
                <a:off x="3589" y="2358"/>
                <a:ext cx="1758" cy="1134"/>
                <a:chOff x="3589" y="2358"/>
                <a:chExt cx="1758" cy="1134"/>
              </a:xfrm>
            </p:grpSpPr>
            <p:grpSp>
              <p:nvGrpSpPr>
                <p:cNvPr id="104489" name="Group 7"/>
                <p:cNvGrpSpPr>
                  <a:grpSpLocks/>
                </p:cNvGrpSpPr>
                <p:nvPr/>
              </p:nvGrpSpPr>
              <p:grpSpPr bwMode="auto">
                <a:xfrm>
                  <a:off x="3589" y="2358"/>
                  <a:ext cx="1758" cy="1134"/>
                  <a:chOff x="3589" y="2358"/>
                  <a:chExt cx="1758" cy="1134"/>
                </a:xfrm>
              </p:grpSpPr>
              <p:grpSp>
                <p:nvGrpSpPr>
                  <p:cNvPr id="104491" name="Group 8"/>
                  <p:cNvGrpSpPr>
                    <a:grpSpLocks/>
                  </p:cNvGrpSpPr>
                  <p:nvPr/>
                </p:nvGrpSpPr>
                <p:grpSpPr bwMode="auto">
                  <a:xfrm>
                    <a:off x="3589" y="2500"/>
                    <a:ext cx="1758" cy="992"/>
                    <a:chOff x="3589" y="2500"/>
                    <a:chExt cx="1758" cy="992"/>
                  </a:xfrm>
                </p:grpSpPr>
                <p:grpSp>
                  <p:nvGrpSpPr>
                    <p:cNvPr id="104493" name="Group 9"/>
                    <p:cNvGrpSpPr>
                      <a:grpSpLocks/>
                    </p:cNvGrpSpPr>
                    <p:nvPr/>
                  </p:nvGrpSpPr>
                  <p:grpSpPr bwMode="auto">
                    <a:xfrm>
                      <a:off x="3589" y="2500"/>
                      <a:ext cx="850" cy="992"/>
                      <a:chOff x="1094" y="2443"/>
                      <a:chExt cx="850" cy="992"/>
                    </a:xfrm>
                  </p:grpSpPr>
                  <p:sp>
                    <p:nvSpPr>
                      <p:cNvPr id="104497" name="Oval 10"/>
                      <p:cNvSpPr>
                        <a:spLocks noChangeArrowheads="1"/>
                      </p:cNvSpPr>
                      <p:nvPr/>
                    </p:nvSpPr>
                    <p:spPr bwMode="auto">
                      <a:xfrm>
                        <a:off x="1094" y="2443"/>
                        <a:ext cx="765" cy="992"/>
                      </a:xfrm>
                      <a:prstGeom prst="ellipse">
                        <a:avLst/>
                      </a:prstGeom>
                      <a:noFill/>
                      <a:ln w="9525">
                        <a:solidFill>
                          <a:srgbClr val="0000CC"/>
                        </a:solidFill>
                        <a:round/>
                        <a:headEnd/>
                        <a:tailEnd/>
                      </a:ln>
                      <a:scene3d>
                        <a:camera prst="legacyObliqueTopRight"/>
                        <a:lightRig rig="legacyFlat3" dir="b"/>
                      </a:scene3d>
                      <a:sp3d extrusionH="430200" prstMaterial="legacyWireframe">
                        <a:bevelT w="13500" h="13500" prst="angle"/>
                        <a:bevelB w="13500" h="13500" prst="angle"/>
                        <a:extrusionClr>
                          <a:srgbClr val="0000CC"/>
                        </a:extrusionClr>
                        <a:contourClr>
                          <a:srgbClr val="0000CC"/>
                        </a:contourClr>
                      </a:sp3d>
                      <a:extLst>
                        <a:ext uri="{909E8E84-426E-40DD-AFC4-6F175D3DCCD1}">
                          <a14:hiddenFill xmlns:a14="http://schemas.microsoft.com/office/drawing/2010/main">
                            <a:solidFill>
                              <a:srgbClr val="FFFFFF"/>
                            </a:solidFill>
                          </a14:hiddenFill>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4498" name="Line 11"/>
                      <p:cNvSpPr>
                        <a:spLocks noChangeShapeType="1"/>
                      </p:cNvSpPr>
                      <p:nvPr/>
                    </p:nvSpPr>
                    <p:spPr bwMode="auto">
                      <a:xfrm flipH="1">
                        <a:off x="1831" y="2642"/>
                        <a:ext cx="113" cy="1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99" name="Line 12"/>
                      <p:cNvSpPr>
                        <a:spLocks noChangeShapeType="1"/>
                      </p:cNvSpPr>
                      <p:nvPr/>
                    </p:nvSpPr>
                    <p:spPr bwMode="auto">
                      <a:xfrm flipH="1" flipV="1">
                        <a:off x="1859" y="2472"/>
                        <a:ext cx="85" cy="17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494" name="Oval 13"/>
                    <p:cNvSpPr>
                      <a:spLocks noChangeArrowheads="1"/>
                    </p:cNvSpPr>
                    <p:nvPr/>
                  </p:nvSpPr>
                  <p:spPr bwMode="auto">
                    <a:xfrm>
                      <a:off x="4326" y="2982"/>
                      <a:ext cx="1021" cy="397"/>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4495" name="Line 14"/>
                    <p:cNvSpPr>
                      <a:spLocks noChangeShapeType="1"/>
                    </p:cNvSpPr>
                    <p:nvPr/>
                  </p:nvSpPr>
                  <p:spPr bwMode="auto">
                    <a:xfrm flipV="1">
                      <a:off x="4836" y="3379"/>
                      <a:ext cx="17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96" name="Line 15"/>
                    <p:cNvSpPr>
                      <a:spLocks noChangeShapeType="1"/>
                    </p:cNvSpPr>
                    <p:nvPr/>
                  </p:nvSpPr>
                  <p:spPr bwMode="auto">
                    <a:xfrm>
                      <a:off x="4439" y="2699"/>
                      <a:ext cx="397" cy="680"/>
                    </a:xfrm>
                    <a:prstGeom prst="line">
                      <a:avLst/>
                    </a:prstGeom>
                    <a:noFill/>
                    <a:ln w="952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492" name="Line 16"/>
                  <p:cNvSpPr>
                    <a:spLocks noChangeShapeType="1"/>
                  </p:cNvSpPr>
                  <p:nvPr/>
                </p:nvSpPr>
                <p:spPr bwMode="auto">
                  <a:xfrm flipV="1">
                    <a:off x="4439" y="2358"/>
                    <a:ext cx="227" cy="34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490" name="Line 17"/>
                <p:cNvSpPr>
                  <a:spLocks noChangeShapeType="1"/>
                </p:cNvSpPr>
                <p:nvPr/>
              </p:nvSpPr>
              <p:spPr bwMode="auto">
                <a:xfrm flipH="1" flipV="1">
                  <a:off x="5120" y="3010"/>
                  <a:ext cx="141" cy="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4476" name="Object 18"/>
              <p:cNvGraphicFramePr>
                <a:graphicFrameLocks noChangeAspect="1"/>
              </p:cNvGraphicFramePr>
              <p:nvPr/>
            </p:nvGraphicFramePr>
            <p:xfrm>
              <a:off x="4694" y="2387"/>
              <a:ext cx="188" cy="164"/>
            </p:xfrm>
            <a:graphic>
              <a:graphicData uri="http://schemas.openxmlformats.org/presentationml/2006/ole">
                <mc:AlternateContent xmlns:mc="http://schemas.openxmlformats.org/markup-compatibility/2006">
                  <mc:Choice xmlns:v="urn:schemas-microsoft-com:vml" Requires="v">
                    <p:oleObj spid="_x0000_s104891" name="Equation" r:id="rId4" imgW="202936" imgH="177569" progId="Equation.DSMT4">
                      <p:embed/>
                    </p:oleObj>
                  </mc:Choice>
                  <mc:Fallback>
                    <p:oleObj name="Equation" r:id="rId4" imgW="202936" imgH="177569"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 y="2387"/>
                            <a:ext cx="188"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7" name="Object 19"/>
              <p:cNvGraphicFramePr>
                <a:graphicFrameLocks noChangeAspect="1"/>
              </p:cNvGraphicFramePr>
              <p:nvPr/>
            </p:nvGraphicFramePr>
            <p:xfrm>
              <a:off x="4354" y="2302"/>
              <a:ext cx="223" cy="199"/>
            </p:xfrm>
            <a:graphic>
              <a:graphicData uri="http://schemas.openxmlformats.org/presentationml/2006/ole">
                <mc:AlternateContent xmlns:mc="http://schemas.openxmlformats.org/markup-compatibility/2006">
                  <mc:Choice xmlns:v="urn:schemas-microsoft-com:vml" Requires="v">
                    <p:oleObj spid="_x0000_s104892" name="Equation" r:id="rId6" imgW="241091" imgH="215713" progId="Equation.DSMT4">
                      <p:embed/>
                    </p:oleObj>
                  </mc:Choice>
                  <mc:Fallback>
                    <p:oleObj name="Equation" r:id="rId6" imgW="241091" imgH="215713"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4" y="2302"/>
                            <a:ext cx="223"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8" name="Object 20"/>
              <p:cNvGraphicFramePr>
                <a:graphicFrameLocks noChangeAspect="1"/>
              </p:cNvGraphicFramePr>
              <p:nvPr/>
            </p:nvGraphicFramePr>
            <p:xfrm>
              <a:off x="3991" y="2727"/>
              <a:ext cx="270" cy="198"/>
            </p:xfrm>
            <a:graphic>
              <a:graphicData uri="http://schemas.openxmlformats.org/presentationml/2006/ole">
                <mc:AlternateContent xmlns:mc="http://schemas.openxmlformats.org/markup-compatibility/2006">
                  <mc:Choice xmlns:v="urn:schemas-microsoft-com:vml" Requires="v">
                    <p:oleObj spid="_x0000_s104893" name="Equation" r:id="rId8" imgW="291847" imgH="215713" progId="Equation.DSMT4">
                      <p:embed/>
                    </p:oleObj>
                  </mc:Choice>
                  <mc:Fallback>
                    <p:oleObj name="Equation" r:id="rId8" imgW="291847" imgH="215713"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1" y="2727"/>
                            <a:ext cx="27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9" name="Object 21"/>
              <p:cNvGraphicFramePr>
                <a:graphicFrameLocks noChangeAspect="1"/>
              </p:cNvGraphicFramePr>
              <p:nvPr/>
            </p:nvGraphicFramePr>
            <p:xfrm>
              <a:off x="4849" y="3464"/>
              <a:ext cx="188" cy="198"/>
            </p:xfrm>
            <a:graphic>
              <a:graphicData uri="http://schemas.openxmlformats.org/presentationml/2006/ole">
                <mc:AlternateContent xmlns:mc="http://schemas.openxmlformats.org/markup-compatibility/2006">
                  <mc:Choice xmlns:v="urn:schemas-microsoft-com:vml" Requires="v">
                    <p:oleObj spid="_x0000_s104894" name="Equation" r:id="rId10" imgW="203024" imgH="215713" progId="Equation.DSMT4">
                      <p:embed/>
                    </p:oleObj>
                  </mc:Choice>
                  <mc:Fallback>
                    <p:oleObj name="Equation" r:id="rId10" imgW="203024" imgH="215713"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9" y="3464"/>
                            <a:ext cx="188"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0" name="Object 22"/>
              <p:cNvGraphicFramePr>
                <a:graphicFrameLocks noChangeAspect="1"/>
              </p:cNvGraphicFramePr>
              <p:nvPr/>
            </p:nvGraphicFramePr>
            <p:xfrm>
              <a:off x="5262" y="2863"/>
              <a:ext cx="129" cy="151"/>
            </p:xfrm>
            <a:graphic>
              <a:graphicData uri="http://schemas.openxmlformats.org/presentationml/2006/ole">
                <mc:AlternateContent xmlns:mc="http://schemas.openxmlformats.org/markup-compatibility/2006">
                  <mc:Choice xmlns:v="urn:schemas-microsoft-com:vml" Requires="v">
                    <p:oleObj spid="_x0000_s104895" name="Equation" r:id="rId12" imgW="139579" imgH="164957" progId="Equation.DSMT4">
                      <p:embed/>
                    </p:oleObj>
                  </mc:Choice>
                  <mc:Fallback>
                    <p:oleObj name="Equation" r:id="rId12" imgW="139579" imgH="164957"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62" y="2863"/>
                            <a:ext cx="12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1" name="Object 23"/>
              <p:cNvGraphicFramePr>
                <a:graphicFrameLocks noChangeAspect="1"/>
              </p:cNvGraphicFramePr>
              <p:nvPr/>
            </p:nvGraphicFramePr>
            <p:xfrm>
              <a:off x="4751" y="3096"/>
              <a:ext cx="117" cy="151"/>
            </p:xfrm>
            <a:graphic>
              <a:graphicData uri="http://schemas.openxmlformats.org/presentationml/2006/ole">
                <mc:AlternateContent xmlns:mc="http://schemas.openxmlformats.org/markup-compatibility/2006">
                  <mc:Choice xmlns:v="urn:schemas-microsoft-com:vml" Requires="v">
                    <p:oleObj spid="_x0000_s104896" name="Equation" r:id="rId14" imgW="126780" imgH="164814" progId="Equation.DSMT4">
                      <p:embed/>
                    </p:oleObj>
                  </mc:Choice>
                  <mc:Fallback>
                    <p:oleObj name="Equation" r:id="rId14" imgW="126780" imgH="164814"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51" y="3096"/>
                            <a:ext cx="117"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2" name="Object 24"/>
              <p:cNvGraphicFramePr>
                <a:graphicFrameLocks noChangeAspect="1"/>
              </p:cNvGraphicFramePr>
              <p:nvPr/>
            </p:nvGraphicFramePr>
            <p:xfrm>
              <a:off x="4723" y="3379"/>
              <a:ext cx="140" cy="151"/>
            </p:xfrm>
            <a:graphic>
              <a:graphicData uri="http://schemas.openxmlformats.org/presentationml/2006/ole">
                <mc:AlternateContent xmlns:mc="http://schemas.openxmlformats.org/markup-compatibility/2006">
                  <mc:Choice xmlns:v="urn:schemas-microsoft-com:vml" Requires="v">
                    <p:oleObj spid="_x0000_s104897" name="Equation" r:id="rId16" imgW="152268" imgH="164957" progId="Equation.DSMT4">
                      <p:embed/>
                    </p:oleObj>
                  </mc:Choice>
                  <mc:Fallback>
                    <p:oleObj name="Equation" r:id="rId16" imgW="152268" imgH="164957"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23" y="3379"/>
                            <a:ext cx="140"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3" name="Object 25"/>
              <p:cNvGraphicFramePr>
                <a:graphicFrameLocks noChangeAspect="1"/>
              </p:cNvGraphicFramePr>
              <p:nvPr/>
            </p:nvGraphicFramePr>
            <p:xfrm>
              <a:off x="4553" y="2812"/>
              <a:ext cx="152" cy="151"/>
            </p:xfrm>
            <a:graphic>
              <a:graphicData uri="http://schemas.openxmlformats.org/presentationml/2006/ole">
                <mc:AlternateContent xmlns:mc="http://schemas.openxmlformats.org/markup-compatibility/2006">
                  <mc:Choice xmlns:v="urn:schemas-microsoft-com:vml" Requires="v">
                    <p:oleObj spid="_x0000_s104898" name="Equation" r:id="rId18" imgW="164885" imgH="164885" progId="Equation.DSMT4">
                      <p:embed/>
                    </p:oleObj>
                  </mc:Choice>
                  <mc:Fallback>
                    <p:oleObj name="Equation" r:id="rId18" imgW="164885" imgH="164885" progId="Equation.DSMT4">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53" y="2812"/>
                            <a:ext cx="152"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4" name="Object 26"/>
              <p:cNvGraphicFramePr>
                <a:graphicFrameLocks noChangeAspect="1"/>
              </p:cNvGraphicFramePr>
              <p:nvPr/>
            </p:nvGraphicFramePr>
            <p:xfrm>
              <a:off x="4479" y="2585"/>
              <a:ext cx="175" cy="151"/>
            </p:xfrm>
            <a:graphic>
              <a:graphicData uri="http://schemas.openxmlformats.org/presentationml/2006/ole">
                <mc:AlternateContent xmlns:mc="http://schemas.openxmlformats.org/markup-compatibility/2006">
                  <mc:Choice xmlns:v="urn:schemas-microsoft-com:vml" Requires="v">
                    <p:oleObj spid="_x0000_s104899" name="Equation" r:id="rId20" imgW="190335" imgH="164957" progId="Equation.DSMT4">
                      <p:embed/>
                    </p:oleObj>
                  </mc:Choice>
                  <mc:Fallback>
                    <p:oleObj name="Equation" r:id="rId20" imgW="190335" imgH="164957" progId="Equation.DSMT4">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79" y="2585"/>
                            <a:ext cx="17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5" name="Object 27"/>
              <p:cNvGraphicFramePr>
                <a:graphicFrameLocks noChangeAspect="1"/>
              </p:cNvGraphicFramePr>
              <p:nvPr/>
            </p:nvGraphicFramePr>
            <p:xfrm>
              <a:off x="3781" y="3067"/>
              <a:ext cx="200" cy="209"/>
            </p:xfrm>
            <a:graphic>
              <a:graphicData uri="http://schemas.openxmlformats.org/presentationml/2006/ole">
                <mc:AlternateContent xmlns:mc="http://schemas.openxmlformats.org/markup-compatibility/2006">
                  <mc:Choice xmlns:v="urn:schemas-microsoft-com:vml" Requires="v">
                    <p:oleObj spid="_x0000_s104900" name="Equation" r:id="rId22" imgW="215806" imgH="228501" progId="Equation.DSMT4">
                      <p:embed/>
                    </p:oleObj>
                  </mc:Choice>
                  <mc:Fallback>
                    <p:oleObj name="Equation" r:id="rId22" imgW="215806" imgH="228501" progId="Equation.DSMT4">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81" y="3067"/>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6" name="Object 28"/>
              <p:cNvGraphicFramePr>
                <a:graphicFrameLocks noChangeAspect="1"/>
              </p:cNvGraphicFramePr>
              <p:nvPr/>
            </p:nvGraphicFramePr>
            <p:xfrm>
              <a:off x="3872" y="3492"/>
              <a:ext cx="212" cy="209"/>
            </p:xfrm>
            <a:graphic>
              <a:graphicData uri="http://schemas.openxmlformats.org/presentationml/2006/ole">
                <mc:AlternateContent xmlns:mc="http://schemas.openxmlformats.org/markup-compatibility/2006">
                  <mc:Choice xmlns:v="urn:schemas-microsoft-com:vml" Requires="v">
                    <p:oleObj spid="_x0000_s104901" name="Equation" r:id="rId24" imgW="228600" imgH="228600" progId="Equation.DSMT4">
                      <p:embed/>
                    </p:oleObj>
                  </mc:Choice>
                  <mc:Fallback>
                    <p:oleObj name="Equation" r:id="rId24" imgW="228600" imgH="228600" progId="Equation.DSMT4">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72" y="3492"/>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7" name="Object 29"/>
              <p:cNvGraphicFramePr>
                <a:graphicFrameLocks noChangeAspect="1"/>
              </p:cNvGraphicFramePr>
              <p:nvPr/>
            </p:nvGraphicFramePr>
            <p:xfrm>
              <a:off x="3390" y="2670"/>
              <a:ext cx="212" cy="209"/>
            </p:xfrm>
            <a:graphic>
              <a:graphicData uri="http://schemas.openxmlformats.org/presentationml/2006/ole">
                <mc:AlternateContent xmlns:mc="http://schemas.openxmlformats.org/markup-compatibility/2006">
                  <mc:Choice xmlns:v="urn:schemas-microsoft-com:vml" Requires="v">
                    <p:oleObj spid="_x0000_s104902" name="Equation" r:id="rId26" imgW="228600" imgH="228600" progId="Equation.DSMT4">
                      <p:embed/>
                    </p:oleObj>
                  </mc:Choice>
                  <mc:Fallback>
                    <p:oleObj name="Equation" r:id="rId26" imgW="228600" imgH="228600" progId="Equation.DSMT4">
                      <p:embed/>
                      <p:pic>
                        <p:nvPicPr>
                          <p:cNvPr id="0" name="Object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390" y="2670"/>
                            <a:ext cx="21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88" name="Object 30"/>
              <p:cNvGraphicFramePr>
                <a:graphicFrameLocks noChangeAspect="1"/>
              </p:cNvGraphicFramePr>
              <p:nvPr/>
            </p:nvGraphicFramePr>
            <p:xfrm>
              <a:off x="3759" y="2642"/>
              <a:ext cx="200" cy="209"/>
            </p:xfrm>
            <a:graphic>
              <a:graphicData uri="http://schemas.openxmlformats.org/presentationml/2006/ole">
                <mc:AlternateContent xmlns:mc="http://schemas.openxmlformats.org/markup-compatibility/2006">
                  <mc:Choice xmlns:v="urn:schemas-microsoft-com:vml" Requires="v">
                    <p:oleObj spid="_x0000_s104903" name="Equation" r:id="rId28" imgW="215806" imgH="228501" progId="Equation.DSMT4">
                      <p:embed/>
                    </p:oleObj>
                  </mc:Choice>
                  <mc:Fallback>
                    <p:oleObj name="Equation" r:id="rId28" imgW="215806" imgH="228501" progId="Equation.DSMT4">
                      <p:embed/>
                      <p:pic>
                        <p:nvPicPr>
                          <p:cNvPr id="0" name="Object 3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59" y="2642"/>
                            <a:ext cx="20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4473" name="Line 31"/>
            <p:cNvSpPr>
              <a:spLocks noChangeShapeType="1"/>
            </p:cNvSpPr>
            <p:nvPr/>
          </p:nvSpPr>
          <p:spPr bwMode="auto">
            <a:xfrm flipH="1" flipV="1">
              <a:off x="4156" y="2443"/>
              <a:ext cx="113" cy="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4474" name="Object 32"/>
            <p:cNvGraphicFramePr>
              <a:graphicFrameLocks noChangeAspect="1"/>
            </p:cNvGraphicFramePr>
            <p:nvPr/>
          </p:nvGraphicFramePr>
          <p:xfrm>
            <a:off x="4099" y="2302"/>
            <a:ext cx="118" cy="153"/>
          </p:xfrm>
          <a:graphic>
            <a:graphicData uri="http://schemas.openxmlformats.org/presentationml/2006/ole">
              <mc:AlternateContent xmlns:mc="http://schemas.openxmlformats.org/markup-compatibility/2006">
                <mc:Choice xmlns:v="urn:schemas-microsoft-com:vml" Requires="v">
                  <p:oleObj spid="_x0000_s104904" name="Equation" r:id="rId30" imgW="126780" imgH="164814" progId="Equation.DSMT4">
                    <p:embed/>
                  </p:oleObj>
                </mc:Choice>
                <mc:Fallback>
                  <p:oleObj name="Equation" r:id="rId30" imgW="126780" imgH="164814" progId="Equation.DSMT4">
                    <p:embed/>
                    <p:pic>
                      <p:nvPicPr>
                        <p:cNvPr id="0" name="Object 32"/>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99" y="2302"/>
                          <a:ext cx="118"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4453" name="Object 33"/>
          <p:cNvGraphicFramePr>
            <a:graphicFrameLocks noChangeAspect="1"/>
          </p:cNvGraphicFramePr>
          <p:nvPr/>
        </p:nvGraphicFramePr>
        <p:xfrm>
          <a:off x="3125789" y="1358900"/>
          <a:ext cx="706437" cy="673100"/>
        </p:xfrm>
        <a:graphic>
          <a:graphicData uri="http://schemas.openxmlformats.org/presentationml/2006/ole">
            <mc:AlternateContent xmlns:mc="http://schemas.openxmlformats.org/markup-compatibility/2006">
              <mc:Choice xmlns:v="urn:schemas-microsoft-com:vml" Requires="v">
                <p:oleObj spid="_x0000_s104905" name="Equation" r:id="rId32" imgW="482600" imgH="457200" progId="Equation.DSMT4">
                  <p:embed/>
                </p:oleObj>
              </mc:Choice>
              <mc:Fallback>
                <p:oleObj name="Equation" r:id="rId32" imgW="482600" imgH="457200" progId="Equation.DSMT4">
                  <p:embed/>
                  <p:pic>
                    <p:nvPicPr>
                      <p:cNvPr id="0" name="Object 33"/>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125789" y="1358900"/>
                        <a:ext cx="706437"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4" name="Text Box 34"/>
          <p:cNvSpPr txBox="1">
            <a:spLocks noChangeArrowheads="1"/>
          </p:cNvSpPr>
          <p:nvPr/>
        </p:nvSpPr>
        <p:spPr bwMode="auto">
          <a:xfrm>
            <a:off x="2405064" y="3024188"/>
            <a:ext cx="5221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Times New Roman" panose="02020603050405020304" pitchFamily="18" charset="0"/>
              </a:rPr>
              <a:t>立体角</a:t>
            </a:r>
            <a:r>
              <a:rPr lang="en-US" altLang="zh-CN" sz="1800">
                <a:solidFill>
                  <a:srgbClr val="0000CC"/>
                </a:solidFill>
                <a:latin typeface="Symbol" panose="05050102010706020507" pitchFamily="18" charset="2"/>
              </a:rPr>
              <a:t>W</a:t>
            </a:r>
            <a:r>
              <a:rPr lang="zh-CN" altLang="en-US" sz="1800">
                <a:solidFill>
                  <a:srgbClr val="0000CC"/>
                </a:solidFill>
                <a:latin typeface="Symbol" panose="05050102010706020507" pitchFamily="18" charset="2"/>
              </a:rPr>
              <a:t>的正负由矢径与面积元法向的夹角决定</a:t>
            </a:r>
          </a:p>
        </p:txBody>
      </p:sp>
      <p:sp>
        <p:nvSpPr>
          <p:cNvPr id="104455" name="Text Box 35"/>
          <p:cNvSpPr txBox="1">
            <a:spLocks noChangeArrowheads="1"/>
          </p:cNvSpPr>
          <p:nvPr/>
        </p:nvSpPr>
        <p:spPr bwMode="auto">
          <a:xfrm>
            <a:off x="2674939" y="3473450"/>
            <a:ext cx="4276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d</a:t>
            </a:r>
            <a:r>
              <a:rPr lang="en-US" altLang="zh-CN" sz="1800">
                <a:solidFill>
                  <a:srgbClr val="FF0000"/>
                </a:solidFill>
                <a:latin typeface="Symbol" panose="05050102010706020507" pitchFamily="18" charset="2"/>
              </a:rPr>
              <a:t>W:</a:t>
            </a:r>
            <a:r>
              <a:rPr lang="zh-CN" altLang="en-US" sz="1800">
                <a:solidFill>
                  <a:srgbClr val="FF0000"/>
                </a:solidFill>
                <a:latin typeface="Symbol" panose="05050102010706020507" pitchFamily="18" charset="2"/>
              </a:rPr>
              <a:t>为载流回路</a:t>
            </a:r>
            <a:r>
              <a:rPr lang="en-US" altLang="zh-CN" sz="1800">
                <a:solidFill>
                  <a:srgbClr val="FF0000"/>
                </a:solidFill>
                <a:latin typeface="Times New Roman" panose="02020603050405020304" pitchFamily="18" charset="0"/>
              </a:rPr>
              <a:t>L’</a:t>
            </a:r>
            <a:r>
              <a:rPr lang="zh-CN" altLang="en-US" sz="1800">
                <a:solidFill>
                  <a:srgbClr val="FF0000"/>
                </a:solidFill>
                <a:latin typeface="Times New Roman" panose="02020603050405020304" pitchFamily="18" charset="0"/>
              </a:rPr>
              <a:t>由于作位移</a:t>
            </a:r>
            <a:r>
              <a:rPr lang="en-US" altLang="zh-CN" sz="1800">
                <a:solidFill>
                  <a:srgbClr val="FF0000"/>
                </a:solidFill>
                <a:latin typeface="Times New Roman" panose="02020603050405020304" pitchFamily="18" charset="0"/>
              </a:rPr>
              <a:t>d</a:t>
            </a:r>
            <a:r>
              <a:rPr lang="en-US" altLang="zh-CN" sz="1800" b="1">
                <a:solidFill>
                  <a:srgbClr val="FF0000"/>
                </a:solidFill>
                <a:latin typeface="Times New Roman" panose="02020603050405020304" pitchFamily="18" charset="0"/>
              </a:rPr>
              <a:t>l</a:t>
            </a:r>
            <a:r>
              <a:rPr lang="zh-CN" altLang="en-US" sz="1800" b="1">
                <a:solidFill>
                  <a:srgbClr val="FF0000"/>
                </a:solidFill>
                <a:latin typeface="Times New Roman" panose="02020603050405020304" pitchFamily="18" charset="0"/>
              </a:rPr>
              <a:t>平移</a:t>
            </a:r>
            <a:r>
              <a:rPr lang="en-US" altLang="zh-CN" sz="1800" b="1">
                <a:solidFill>
                  <a:srgbClr val="FF0000"/>
                </a:solidFill>
                <a:latin typeface="Times New Roman" panose="02020603050405020304" pitchFamily="18" charset="0"/>
              </a:rPr>
              <a:t>,</a:t>
            </a:r>
            <a:r>
              <a:rPr lang="zh-CN" altLang="en-US" sz="1800" b="1">
                <a:solidFill>
                  <a:srgbClr val="FF0000"/>
                </a:solidFill>
                <a:latin typeface="Times New Roman" panose="02020603050405020304" pitchFamily="18" charset="0"/>
              </a:rPr>
              <a:t>使</a:t>
            </a:r>
            <a:r>
              <a:rPr lang="en-US" altLang="zh-CN" sz="1800" b="1">
                <a:solidFill>
                  <a:srgbClr val="FF0000"/>
                </a:solidFill>
                <a:latin typeface="Times New Roman" panose="02020603050405020304" pitchFamily="18" charset="0"/>
              </a:rPr>
              <a:t>L’</a:t>
            </a:r>
            <a:r>
              <a:rPr lang="zh-CN" altLang="en-US" sz="1800">
                <a:solidFill>
                  <a:srgbClr val="FF0000"/>
                </a:solidFill>
                <a:latin typeface="Times New Roman" panose="02020603050405020304" pitchFamily="18" charset="0"/>
              </a:rPr>
              <a:t>所围面积对</a:t>
            </a:r>
            <a:r>
              <a:rPr lang="en-US" altLang="zh-CN" sz="1800">
                <a:solidFill>
                  <a:srgbClr val="FF0000"/>
                </a:solidFill>
                <a:latin typeface="Times New Roman" panose="02020603050405020304" pitchFamily="18" charset="0"/>
              </a:rPr>
              <a:t>P</a:t>
            </a:r>
            <a:r>
              <a:rPr lang="zh-CN" altLang="en-US" sz="1800">
                <a:solidFill>
                  <a:srgbClr val="FF0000"/>
                </a:solidFill>
                <a:latin typeface="Times New Roman" panose="02020603050405020304" pitchFamily="18" charset="0"/>
              </a:rPr>
              <a:t>点立体角的变化量</a:t>
            </a:r>
            <a:endParaRPr lang="zh-CN" altLang="en-US" sz="1800">
              <a:solidFill>
                <a:srgbClr val="FF0000"/>
              </a:solidFill>
              <a:latin typeface="Symbol" panose="05050102010706020507" pitchFamily="18" charset="2"/>
            </a:endParaRPr>
          </a:p>
        </p:txBody>
      </p:sp>
      <p:sp>
        <p:nvSpPr>
          <p:cNvPr id="104456" name="Text Box 36"/>
          <p:cNvSpPr txBox="1">
            <a:spLocks noChangeArrowheads="1"/>
          </p:cNvSpPr>
          <p:nvPr/>
        </p:nvSpPr>
        <p:spPr bwMode="auto">
          <a:xfrm>
            <a:off x="3935413" y="4824413"/>
            <a:ext cx="39608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zh-CN" altLang="en-US" sz="1800">
                <a:solidFill>
                  <a:srgbClr val="0000CC"/>
                </a:solidFill>
                <a:latin typeface="Times New Roman" panose="02020603050405020304" pitchFamily="18" charset="0"/>
              </a:rPr>
              <a:t>沿积分回路场点移动一周时看载流回路</a:t>
            </a:r>
            <a:r>
              <a:rPr lang="en-US" altLang="zh-CN" sz="1800">
                <a:solidFill>
                  <a:srgbClr val="0000CC"/>
                </a:solidFill>
                <a:latin typeface="Times New Roman" panose="02020603050405020304" pitchFamily="18" charset="0"/>
              </a:rPr>
              <a:t>L’</a:t>
            </a:r>
            <a:r>
              <a:rPr lang="zh-CN" altLang="en-US" sz="1800">
                <a:solidFill>
                  <a:srgbClr val="0000CC"/>
                </a:solidFill>
                <a:latin typeface="Times New Roman" panose="02020603050405020304" pitchFamily="18" charset="0"/>
              </a:rPr>
              <a:t>所围面积的立体角的总变化量</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sp>
        <p:nvSpPr>
          <p:cNvPr id="104457" name="Text Box 37"/>
          <p:cNvSpPr txBox="1">
            <a:spLocks noChangeArrowheads="1"/>
          </p:cNvSpPr>
          <p:nvPr/>
        </p:nvSpPr>
        <p:spPr bwMode="auto">
          <a:xfrm>
            <a:off x="2495551" y="5815013"/>
            <a:ext cx="33305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zh-CN" altLang="en-US" sz="1800">
                <a:solidFill>
                  <a:srgbClr val="FF0000"/>
                </a:solidFill>
                <a:latin typeface="Times New Roman" panose="02020603050405020304" pitchFamily="18" charset="0"/>
              </a:rPr>
              <a:t>载流回路</a:t>
            </a:r>
            <a:r>
              <a:rPr lang="en-US" altLang="zh-CN" sz="1800">
                <a:solidFill>
                  <a:srgbClr val="FF0000"/>
                </a:solidFill>
                <a:latin typeface="Times New Roman" panose="02020603050405020304" pitchFamily="18" charset="0"/>
              </a:rPr>
              <a:t>L’</a:t>
            </a:r>
            <a:r>
              <a:rPr lang="zh-CN" altLang="en-US" sz="1800">
                <a:solidFill>
                  <a:srgbClr val="FF0000"/>
                </a:solidFill>
                <a:latin typeface="Times New Roman" panose="02020603050405020304" pitchFamily="18" charset="0"/>
              </a:rPr>
              <a:t>所围面积的面元矢量</a:t>
            </a:r>
            <a:r>
              <a:rPr lang="en-US" altLang="zh-CN" sz="1800">
                <a:solidFill>
                  <a:srgbClr val="FF0000"/>
                </a:solidFill>
                <a:latin typeface="Times New Roman" panose="02020603050405020304" pitchFamily="18" charset="0"/>
              </a:rPr>
              <a:t>d</a:t>
            </a:r>
            <a:r>
              <a:rPr lang="en-US" altLang="zh-CN" sz="1800" b="1">
                <a:solidFill>
                  <a:srgbClr val="FF0000"/>
                </a:solidFill>
                <a:latin typeface="Times New Roman" panose="02020603050405020304" pitchFamily="18" charset="0"/>
              </a:rPr>
              <a:t>s</a:t>
            </a:r>
            <a:r>
              <a:rPr lang="zh-CN" altLang="en-US" sz="1800">
                <a:solidFill>
                  <a:srgbClr val="FF0000"/>
                </a:solidFill>
                <a:latin typeface="Times New Roman" panose="02020603050405020304" pitchFamily="18" charset="0"/>
              </a:rPr>
              <a:t>方向是由右手定则确定的</a:t>
            </a:r>
            <a:r>
              <a:rPr lang="en-US" altLang="zh-CN" sz="1800">
                <a:solidFill>
                  <a:srgbClr val="FF0000"/>
                </a:solidFill>
                <a:latin typeface="Times New Roman" panose="02020603050405020304" pitchFamily="18" charset="0"/>
              </a:rPr>
              <a:t>.</a:t>
            </a:r>
            <a:endParaRPr lang="en-US" altLang="zh-CN" sz="1800" b="1">
              <a:solidFill>
                <a:srgbClr val="FF0000"/>
              </a:solidFill>
              <a:latin typeface="Symbol" panose="05050102010706020507" pitchFamily="18" charset="2"/>
            </a:endParaRPr>
          </a:p>
        </p:txBody>
      </p:sp>
      <p:graphicFrame>
        <p:nvGraphicFramePr>
          <p:cNvPr id="104458" name="Object 38"/>
          <p:cNvGraphicFramePr>
            <a:graphicFrameLocks noChangeAspect="1"/>
          </p:cNvGraphicFramePr>
          <p:nvPr/>
        </p:nvGraphicFramePr>
        <p:xfrm>
          <a:off x="3035300" y="908050"/>
          <a:ext cx="3348038" cy="298450"/>
        </p:xfrm>
        <a:graphic>
          <a:graphicData uri="http://schemas.openxmlformats.org/presentationml/2006/ole">
            <mc:AlternateContent xmlns:mc="http://schemas.openxmlformats.org/markup-compatibility/2006">
              <mc:Choice xmlns:v="urn:schemas-microsoft-com:vml" Requires="v">
                <p:oleObj spid="_x0000_s104906" name="Equation" r:id="rId34" imgW="2286000" imgH="203200" progId="Equation.DSMT4">
                  <p:embed/>
                </p:oleObj>
              </mc:Choice>
              <mc:Fallback>
                <p:oleObj name="Equation" r:id="rId34" imgW="2286000" imgH="203200" progId="Equation.DSMT4">
                  <p:embed/>
                  <p:pic>
                    <p:nvPicPr>
                      <p:cNvPr id="0" name="Object 3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035300" y="908050"/>
                        <a:ext cx="3348038"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9" name="Object 39"/>
          <p:cNvGraphicFramePr>
            <a:graphicFrameLocks noChangeAspect="1"/>
          </p:cNvGraphicFramePr>
          <p:nvPr/>
        </p:nvGraphicFramePr>
        <p:xfrm>
          <a:off x="3125789" y="2079625"/>
          <a:ext cx="1450975" cy="336550"/>
        </p:xfrm>
        <a:graphic>
          <a:graphicData uri="http://schemas.openxmlformats.org/presentationml/2006/ole">
            <mc:AlternateContent xmlns:mc="http://schemas.openxmlformats.org/markup-compatibility/2006">
              <mc:Choice xmlns:v="urn:schemas-microsoft-com:vml" Requires="v">
                <p:oleObj spid="_x0000_s104907" name="Equation" r:id="rId36" imgW="990600" imgH="228600" progId="Equation.DSMT4">
                  <p:embed/>
                </p:oleObj>
              </mc:Choice>
              <mc:Fallback>
                <p:oleObj name="Equation" r:id="rId36" imgW="990600" imgH="228600" progId="Equation.DSMT4">
                  <p:embed/>
                  <p:pic>
                    <p:nvPicPr>
                      <p:cNvPr id="0" name="Object 3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125789" y="2079625"/>
                        <a:ext cx="14509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60" name="Object 40"/>
          <p:cNvGraphicFramePr>
            <a:graphicFrameLocks noChangeAspect="1"/>
          </p:cNvGraphicFramePr>
          <p:nvPr/>
        </p:nvGraphicFramePr>
        <p:xfrm>
          <a:off x="3125789" y="2438400"/>
          <a:ext cx="2122487" cy="374650"/>
        </p:xfrm>
        <a:graphic>
          <a:graphicData uri="http://schemas.openxmlformats.org/presentationml/2006/ole">
            <mc:AlternateContent xmlns:mc="http://schemas.openxmlformats.org/markup-compatibility/2006">
              <mc:Choice xmlns:v="urn:schemas-microsoft-com:vml" Requires="v">
                <p:oleObj spid="_x0000_s104908" name="Equation" r:id="rId38" imgW="1447172" imgH="253890" progId="Equation.DSMT4">
                  <p:embed/>
                </p:oleObj>
              </mc:Choice>
              <mc:Fallback>
                <p:oleObj name="Equation" r:id="rId38" imgW="1447172" imgH="253890" progId="Equation.DSMT4">
                  <p:embed/>
                  <p:pic>
                    <p:nvPicPr>
                      <p:cNvPr id="0" name="Object 4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125789" y="2438400"/>
                        <a:ext cx="2122487"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61" name="Object 41"/>
          <p:cNvGraphicFramePr>
            <a:graphicFrameLocks noChangeAspect="1"/>
          </p:cNvGraphicFramePr>
          <p:nvPr/>
        </p:nvGraphicFramePr>
        <p:xfrm>
          <a:off x="4295775" y="1538289"/>
          <a:ext cx="781050" cy="300037"/>
        </p:xfrm>
        <a:graphic>
          <a:graphicData uri="http://schemas.openxmlformats.org/presentationml/2006/ole">
            <mc:AlternateContent xmlns:mc="http://schemas.openxmlformats.org/markup-compatibility/2006">
              <mc:Choice xmlns:v="urn:schemas-microsoft-com:vml" Requires="v">
                <p:oleObj spid="_x0000_s104909" name="Equation" r:id="rId40" imgW="533169" imgH="203112" progId="Equation.DSMT4">
                  <p:embed/>
                </p:oleObj>
              </mc:Choice>
              <mc:Fallback>
                <p:oleObj name="Equation" r:id="rId40" imgW="533169" imgH="203112" progId="Equation.DSMT4">
                  <p:embed/>
                  <p:pic>
                    <p:nvPicPr>
                      <p:cNvPr id="0" name="Object 4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295775" y="1538289"/>
                        <a:ext cx="781050" cy="30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62" name="AutoShape 42"/>
          <p:cNvSpPr>
            <a:spLocks noChangeArrowheads="1"/>
          </p:cNvSpPr>
          <p:nvPr/>
        </p:nvSpPr>
        <p:spPr bwMode="auto">
          <a:xfrm>
            <a:off x="7851776" y="3878263"/>
            <a:ext cx="1935163" cy="512762"/>
          </a:xfrm>
          <a:prstGeom prst="parallelogram">
            <a:avLst>
              <a:gd name="adj" fmla="val 94350"/>
            </a:avLst>
          </a:prstGeom>
          <a:noFill/>
          <a:ln w="9525" algn="ctr">
            <a:solidFill>
              <a:srgbClr val="0000CC"/>
            </a:solidFill>
            <a:prstDash val="sysDot"/>
            <a:miter lim="800000"/>
            <a:headEnd/>
            <a:tailEnd/>
          </a:ln>
          <a:scene3d>
            <a:camera prst="legacyObliqueTopRight"/>
            <a:lightRig rig="legacyFlat3" dir="b"/>
          </a:scene3d>
          <a:sp3d extrusionH="430200" prstMaterial="legacyWireframe">
            <a:bevelT w="13500" h="13500" prst="angle"/>
            <a:bevelB w="13500" h="13500" prst="angle"/>
            <a:extrusionClr>
              <a:srgbClr val="0000CC"/>
            </a:extrusionClr>
            <a:contourClr>
              <a:srgbClr val="0000CC"/>
            </a:contourClr>
          </a:sp3d>
          <a:extLst>
            <a:ext uri="{909E8E84-426E-40DD-AFC4-6F175D3DCCD1}">
              <a14:hiddenFill xmlns:a14="http://schemas.microsoft.com/office/drawing/2010/main">
                <a:solidFill>
                  <a:srgbClr val="FFFFFF"/>
                </a:solidFill>
              </a14:hiddenFill>
            </a:ext>
          </a:extLst>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4463" name="Line 43"/>
          <p:cNvSpPr>
            <a:spLocks noChangeShapeType="1"/>
          </p:cNvSpPr>
          <p:nvPr/>
        </p:nvSpPr>
        <p:spPr bwMode="auto">
          <a:xfrm flipH="1" flipV="1">
            <a:off x="7851776" y="4394200"/>
            <a:ext cx="873125" cy="169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64" name="Line 44"/>
          <p:cNvSpPr>
            <a:spLocks noChangeShapeType="1"/>
          </p:cNvSpPr>
          <p:nvPr/>
        </p:nvSpPr>
        <p:spPr bwMode="auto">
          <a:xfrm flipH="1" flipV="1">
            <a:off x="8031164" y="4194176"/>
            <a:ext cx="693737" cy="1890713"/>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65" name="Line 45"/>
          <p:cNvSpPr>
            <a:spLocks noChangeShapeType="1"/>
          </p:cNvSpPr>
          <p:nvPr/>
        </p:nvSpPr>
        <p:spPr bwMode="auto">
          <a:xfrm flipV="1">
            <a:off x="8724901" y="4394200"/>
            <a:ext cx="581025" cy="169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66" name="Line 46"/>
          <p:cNvSpPr>
            <a:spLocks noChangeShapeType="1"/>
          </p:cNvSpPr>
          <p:nvPr/>
        </p:nvSpPr>
        <p:spPr bwMode="auto">
          <a:xfrm flipV="1">
            <a:off x="8724901" y="4194176"/>
            <a:ext cx="746125" cy="18907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4467" name="Object 47"/>
          <p:cNvGraphicFramePr>
            <a:graphicFrameLocks noChangeAspect="1"/>
          </p:cNvGraphicFramePr>
          <p:nvPr/>
        </p:nvGraphicFramePr>
        <p:xfrm>
          <a:off x="8345489" y="4284663"/>
          <a:ext cx="669925" cy="336550"/>
        </p:xfrm>
        <a:graphic>
          <a:graphicData uri="http://schemas.openxmlformats.org/presentationml/2006/ole">
            <mc:AlternateContent xmlns:mc="http://schemas.openxmlformats.org/markup-compatibility/2006">
              <mc:Choice xmlns:v="urn:schemas-microsoft-com:vml" Requires="v">
                <p:oleObj spid="_x0000_s104910" name="Equation" r:id="rId42" imgW="457200" imgH="228600" progId="Equation.DSMT4">
                  <p:embed/>
                </p:oleObj>
              </mc:Choice>
              <mc:Fallback>
                <p:oleObj name="Equation" r:id="rId42" imgW="457200" imgH="228600" progId="Equation.DSMT4">
                  <p:embed/>
                  <p:pic>
                    <p:nvPicPr>
                      <p:cNvPr id="0" name="Object 47"/>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8345489" y="4284663"/>
                        <a:ext cx="6699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68" name="Object 48"/>
          <p:cNvGraphicFramePr>
            <a:graphicFrameLocks noChangeAspect="1"/>
          </p:cNvGraphicFramePr>
          <p:nvPr/>
        </p:nvGraphicFramePr>
        <p:xfrm>
          <a:off x="8705850" y="3563938"/>
          <a:ext cx="706438" cy="336550"/>
        </p:xfrm>
        <a:graphic>
          <a:graphicData uri="http://schemas.openxmlformats.org/presentationml/2006/ole">
            <mc:AlternateContent xmlns:mc="http://schemas.openxmlformats.org/markup-compatibility/2006">
              <mc:Choice xmlns:v="urn:schemas-microsoft-com:vml" Requires="v">
                <p:oleObj spid="_x0000_s104911" name="Equation" r:id="rId44" imgW="482391" imgH="228501" progId="Equation.DSMT4">
                  <p:embed/>
                </p:oleObj>
              </mc:Choice>
              <mc:Fallback>
                <p:oleObj name="Equation" r:id="rId44" imgW="482391" imgH="228501" progId="Equation.DSMT4">
                  <p:embed/>
                  <p:pic>
                    <p:nvPicPr>
                      <p:cNvPr id="0" name="Object 48"/>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8705850" y="3563938"/>
                        <a:ext cx="7064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69" name="Text Box 49"/>
          <p:cNvSpPr txBox="1">
            <a:spLocks noChangeArrowheads="1"/>
          </p:cNvSpPr>
          <p:nvPr/>
        </p:nvSpPr>
        <p:spPr bwMode="auto">
          <a:xfrm>
            <a:off x="8391525" y="6038851"/>
            <a:ext cx="628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 </a:t>
            </a:r>
            <a:r>
              <a:rPr lang="en-US" altLang="zh-CN" sz="1800">
                <a:solidFill>
                  <a:srgbClr val="0000CC"/>
                </a:solidFill>
                <a:latin typeface="Times New Roman" panose="02020603050405020304" pitchFamily="18" charset="0"/>
              </a:rPr>
              <a:t>P</a:t>
            </a:r>
            <a:endParaRPr lang="en-US" altLang="zh-CN" sz="1800">
              <a:solidFill>
                <a:srgbClr val="FF0000"/>
              </a:solidFill>
              <a:latin typeface="Symbol" panose="05050102010706020507" pitchFamily="18" charset="2"/>
            </a:endParaRPr>
          </a:p>
        </p:txBody>
      </p:sp>
      <p:graphicFrame>
        <p:nvGraphicFramePr>
          <p:cNvPr id="104470" name="Object 50"/>
          <p:cNvGraphicFramePr>
            <a:graphicFrameLocks noChangeAspect="1"/>
          </p:cNvGraphicFramePr>
          <p:nvPr/>
        </p:nvGraphicFramePr>
        <p:xfrm>
          <a:off x="3216275" y="4194175"/>
          <a:ext cx="1638300" cy="636588"/>
        </p:xfrm>
        <a:graphic>
          <a:graphicData uri="http://schemas.openxmlformats.org/presentationml/2006/ole">
            <mc:AlternateContent xmlns:mc="http://schemas.openxmlformats.org/markup-compatibility/2006">
              <mc:Choice xmlns:v="urn:schemas-microsoft-com:vml" Requires="v">
                <p:oleObj spid="_x0000_s104912" name="Equation" r:id="rId46" imgW="1117600" imgH="431800" progId="Equation.DSMT4">
                  <p:embed/>
                </p:oleObj>
              </mc:Choice>
              <mc:Fallback>
                <p:oleObj name="Equation" r:id="rId46" imgW="1117600" imgH="431800" progId="Equation.DSMT4">
                  <p:embed/>
                  <p:pic>
                    <p:nvPicPr>
                      <p:cNvPr id="0" name="Object 50"/>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3216275" y="4194175"/>
                        <a:ext cx="1638300"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71" name="Object 51"/>
          <p:cNvGraphicFramePr>
            <a:graphicFrameLocks noChangeAspect="1"/>
          </p:cNvGraphicFramePr>
          <p:nvPr/>
        </p:nvGraphicFramePr>
        <p:xfrm>
          <a:off x="3402013" y="4960939"/>
          <a:ext cx="633412" cy="542925"/>
        </p:xfrm>
        <a:graphic>
          <a:graphicData uri="http://schemas.openxmlformats.org/presentationml/2006/ole">
            <mc:AlternateContent xmlns:mc="http://schemas.openxmlformats.org/markup-compatibility/2006">
              <mc:Choice xmlns:v="urn:schemas-microsoft-com:vml" Requires="v">
                <p:oleObj spid="_x0000_s104913" name="Equation" r:id="rId48" imgW="431613" imgH="368140" progId="Equation.DSMT4">
                  <p:embed/>
                </p:oleObj>
              </mc:Choice>
              <mc:Fallback>
                <p:oleObj name="Equation" r:id="rId48" imgW="431613" imgH="368140" progId="Equation.DSMT4">
                  <p:embed/>
                  <p:pic>
                    <p:nvPicPr>
                      <p:cNvPr id="0" name="Object 51"/>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402013" y="4960939"/>
                        <a:ext cx="633412"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磁场中环路定理证明四</a:t>
            </a:r>
          </a:p>
        </p:txBody>
      </p:sp>
      <p:sp>
        <p:nvSpPr>
          <p:cNvPr id="106499" name="Text Box 3"/>
          <p:cNvSpPr txBox="1">
            <a:spLocks noChangeArrowheads="1"/>
          </p:cNvSpPr>
          <p:nvPr/>
        </p:nvSpPr>
        <p:spPr bwMode="auto">
          <a:xfrm>
            <a:off x="1955800" y="773113"/>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0000CC"/>
                </a:solidFill>
                <a:latin typeface="华文行楷" panose="02010800040101010101" pitchFamily="2" charset="-122"/>
                <a:ea typeface="华文行楷" panose="02010800040101010101" pitchFamily="2" charset="-122"/>
              </a:rPr>
              <a:t>证明</a:t>
            </a:r>
            <a:r>
              <a:rPr lang="en-US" altLang="zh-CN" sz="2400">
                <a:solidFill>
                  <a:srgbClr val="0000CC"/>
                </a:solidFill>
                <a:latin typeface="华文行楷" panose="02010800040101010101" pitchFamily="2" charset="-122"/>
                <a:ea typeface="华文行楷" panose="02010800040101010101" pitchFamily="2" charset="-122"/>
              </a:rPr>
              <a:t>:</a:t>
            </a:r>
          </a:p>
        </p:txBody>
      </p:sp>
      <p:sp>
        <p:nvSpPr>
          <p:cNvPr id="106500" name="Text Box 4"/>
          <p:cNvSpPr txBox="1">
            <a:spLocks noChangeArrowheads="1"/>
          </p:cNvSpPr>
          <p:nvPr/>
        </p:nvSpPr>
        <p:spPr bwMode="auto">
          <a:xfrm>
            <a:off x="1820864" y="1808163"/>
            <a:ext cx="5221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1800">
              <a:solidFill>
                <a:srgbClr val="0000CC"/>
              </a:solidFill>
              <a:latin typeface="Symbol" panose="05050102010706020507" pitchFamily="18" charset="2"/>
            </a:endParaRPr>
          </a:p>
        </p:txBody>
      </p:sp>
      <p:sp>
        <p:nvSpPr>
          <p:cNvPr id="106501" name="Text Box 5"/>
          <p:cNvSpPr txBox="1">
            <a:spLocks noChangeArrowheads="1"/>
          </p:cNvSpPr>
          <p:nvPr/>
        </p:nvSpPr>
        <p:spPr bwMode="auto">
          <a:xfrm>
            <a:off x="2451101" y="1223963"/>
            <a:ext cx="4276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L1: ds</a:t>
            </a:r>
            <a:r>
              <a:rPr lang="zh-CN" altLang="en-US" sz="1800">
                <a:solidFill>
                  <a:srgbClr val="0000CC"/>
                </a:solidFill>
                <a:latin typeface="Times New Roman" panose="02020603050405020304" pitchFamily="18" charset="0"/>
              </a:rPr>
              <a:t>面元的方向垂直向外</a:t>
            </a:r>
            <a:r>
              <a:rPr lang="en-US" altLang="zh-CN" sz="1800">
                <a:solidFill>
                  <a:srgbClr val="0000CC"/>
                </a:solidFill>
                <a:latin typeface="Times New Roman" panose="02020603050405020304" pitchFamily="18" charset="0"/>
              </a:rPr>
              <a:t>(</a:t>
            </a:r>
            <a:r>
              <a:rPr lang="zh-CN" altLang="en-US" sz="1800">
                <a:solidFill>
                  <a:srgbClr val="0000CC"/>
                </a:solidFill>
                <a:latin typeface="Times New Roman" panose="02020603050405020304" pitchFamily="18" charset="0"/>
              </a:rPr>
              <a:t>右手定则</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sp>
        <p:nvSpPr>
          <p:cNvPr id="106502" name="Text Box 6"/>
          <p:cNvSpPr txBox="1">
            <a:spLocks noChangeArrowheads="1"/>
          </p:cNvSpPr>
          <p:nvPr/>
        </p:nvSpPr>
        <p:spPr bwMode="auto">
          <a:xfrm>
            <a:off x="2765426" y="773113"/>
            <a:ext cx="2339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latin typeface="Times New Roman" panose="02020603050405020304" pitchFamily="18" charset="0"/>
              </a:rPr>
              <a:t>积分分三种情况</a:t>
            </a:r>
            <a:r>
              <a:rPr lang="en-US" altLang="zh-CN" sz="1800">
                <a:solidFill>
                  <a:srgbClr val="FF0000"/>
                </a:solidFill>
                <a:latin typeface="Times New Roman" panose="02020603050405020304" pitchFamily="18" charset="0"/>
              </a:rPr>
              <a:t>:</a:t>
            </a:r>
            <a:endParaRPr lang="en-US" altLang="zh-CN" sz="1800" b="1">
              <a:solidFill>
                <a:srgbClr val="FF0000"/>
              </a:solidFill>
              <a:latin typeface="Symbol" panose="05050102010706020507" pitchFamily="18" charset="2"/>
            </a:endParaRPr>
          </a:p>
        </p:txBody>
      </p:sp>
      <p:graphicFrame>
        <p:nvGraphicFramePr>
          <p:cNvPr id="106503" name="Object 7"/>
          <p:cNvGraphicFramePr>
            <a:graphicFrameLocks noChangeAspect="1"/>
          </p:cNvGraphicFramePr>
          <p:nvPr/>
        </p:nvGraphicFramePr>
        <p:xfrm>
          <a:off x="3125789" y="5273676"/>
          <a:ext cx="782637" cy="542925"/>
        </p:xfrm>
        <a:graphic>
          <a:graphicData uri="http://schemas.openxmlformats.org/presentationml/2006/ole">
            <mc:AlternateContent xmlns:mc="http://schemas.openxmlformats.org/markup-compatibility/2006">
              <mc:Choice xmlns:v="urn:schemas-microsoft-com:vml" Requires="v">
                <p:oleObj spid="_x0000_s106729" name="Equation" r:id="rId4" imgW="533169" imgH="368140" progId="Equation.DSMT4">
                  <p:embed/>
                </p:oleObj>
              </mc:Choice>
              <mc:Fallback>
                <p:oleObj name="Equation" r:id="rId4" imgW="533169" imgH="3681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5789" y="5273676"/>
                        <a:ext cx="782637"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4" name="Object 8"/>
          <p:cNvGraphicFramePr>
            <a:graphicFrameLocks noChangeAspect="1"/>
          </p:cNvGraphicFramePr>
          <p:nvPr/>
        </p:nvGraphicFramePr>
        <p:xfrm>
          <a:off x="2900364" y="2708276"/>
          <a:ext cx="2066925" cy="542925"/>
        </p:xfrm>
        <a:graphic>
          <a:graphicData uri="http://schemas.openxmlformats.org/presentationml/2006/ole">
            <mc:AlternateContent xmlns:mc="http://schemas.openxmlformats.org/markup-compatibility/2006">
              <mc:Choice xmlns:v="urn:schemas-microsoft-com:vml" Requires="v">
                <p:oleObj spid="_x0000_s106730" name="Equation" r:id="rId6" imgW="1409700" imgH="368300" progId="Equation.DSMT4">
                  <p:embed/>
                </p:oleObj>
              </mc:Choice>
              <mc:Fallback>
                <p:oleObj name="Equation" r:id="rId6" imgW="1409700" imgH="3683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0364" y="2708276"/>
                        <a:ext cx="2066925"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5" name="Oval 9"/>
          <p:cNvSpPr>
            <a:spLocks noChangeArrowheads="1"/>
          </p:cNvSpPr>
          <p:nvPr/>
        </p:nvSpPr>
        <p:spPr bwMode="auto">
          <a:xfrm>
            <a:off x="7356475" y="1042988"/>
            <a:ext cx="1530350" cy="1441450"/>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6506" name="Freeform 10"/>
          <p:cNvSpPr>
            <a:spLocks/>
          </p:cNvSpPr>
          <p:nvPr/>
        </p:nvSpPr>
        <p:spPr bwMode="auto">
          <a:xfrm>
            <a:off x="7040563" y="1538288"/>
            <a:ext cx="831850" cy="1312862"/>
          </a:xfrm>
          <a:custGeom>
            <a:avLst/>
            <a:gdLst>
              <a:gd name="T0" fmla="*/ 2147483646 w 524"/>
              <a:gd name="T1" fmla="*/ 0 h 827"/>
              <a:gd name="T2" fmla="*/ 2147483646 w 524"/>
              <a:gd name="T3" fmla="*/ 2147483646 h 827"/>
              <a:gd name="T4" fmla="*/ 2147483646 w 524"/>
              <a:gd name="T5" fmla="*/ 2147483646 h 827"/>
              <a:gd name="T6" fmla="*/ 2147483646 w 524"/>
              <a:gd name="T7" fmla="*/ 2147483646 h 827"/>
              <a:gd name="T8" fmla="*/ 2147483646 w 524"/>
              <a:gd name="T9" fmla="*/ 2147483646 h 827"/>
              <a:gd name="T10" fmla="*/ 2147483646 w 524"/>
              <a:gd name="T11" fmla="*/ 2147483646 h 827"/>
              <a:gd name="T12" fmla="*/ 2147483646 w 524"/>
              <a:gd name="T13" fmla="*/ 2147483646 h 827"/>
              <a:gd name="T14" fmla="*/ 2147483646 w 524"/>
              <a:gd name="T15" fmla="*/ 2147483646 h 827"/>
              <a:gd name="T16" fmla="*/ 2147483646 w 524"/>
              <a:gd name="T17" fmla="*/ 2147483646 h 8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827"/>
              <a:gd name="T29" fmla="*/ 524 w 524"/>
              <a:gd name="T30" fmla="*/ 827 h 8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827">
                <a:moveTo>
                  <a:pt x="467" y="0"/>
                </a:moveTo>
                <a:cubicBezTo>
                  <a:pt x="386" y="0"/>
                  <a:pt x="306" y="0"/>
                  <a:pt x="240" y="57"/>
                </a:cubicBezTo>
                <a:cubicBezTo>
                  <a:pt x="174" y="114"/>
                  <a:pt x="108" y="237"/>
                  <a:pt x="70" y="341"/>
                </a:cubicBezTo>
                <a:cubicBezTo>
                  <a:pt x="32" y="445"/>
                  <a:pt x="0" y="601"/>
                  <a:pt x="14" y="681"/>
                </a:cubicBezTo>
                <a:cubicBezTo>
                  <a:pt x="28" y="761"/>
                  <a:pt x="98" y="817"/>
                  <a:pt x="155" y="822"/>
                </a:cubicBezTo>
                <a:cubicBezTo>
                  <a:pt x="212" y="827"/>
                  <a:pt x="297" y="766"/>
                  <a:pt x="354" y="709"/>
                </a:cubicBezTo>
                <a:cubicBezTo>
                  <a:pt x="411" y="652"/>
                  <a:pt x="468" y="572"/>
                  <a:pt x="496" y="482"/>
                </a:cubicBezTo>
                <a:cubicBezTo>
                  <a:pt x="524" y="392"/>
                  <a:pt x="524" y="241"/>
                  <a:pt x="524" y="170"/>
                </a:cubicBezTo>
                <a:cubicBezTo>
                  <a:pt x="524" y="99"/>
                  <a:pt x="510" y="78"/>
                  <a:pt x="496" y="5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6507" name="Freeform 11"/>
          <p:cNvSpPr>
            <a:spLocks/>
          </p:cNvSpPr>
          <p:nvPr/>
        </p:nvSpPr>
        <p:spPr bwMode="auto">
          <a:xfrm rot="18900000">
            <a:off x="8210550" y="1719263"/>
            <a:ext cx="831850" cy="1312862"/>
          </a:xfrm>
          <a:custGeom>
            <a:avLst/>
            <a:gdLst>
              <a:gd name="T0" fmla="*/ 2147483646 w 524"/>
              <a:gd name="T1" fmla="*/ 0 h 827"/>
              <a:gd name="T2" fmla="*/ 2147483646 w 524"/>
              <a:gd name="T3" fmla="*/ 2147483646 h 827"/>
              <a:gd name="T4" fmla="*/ 2147483646 w 524"/>
              <a:gd name="T5" fmla="*/ 2147483646 h 827"/>
              <a:gd name="T6" fmla="*/ 2147483646 w 524"/>
              <a:gd name="T7" fmla="*/ 2147483646 h 827"/>
              <a:gd name="T8" fmla="*/ 2147483646 w 524"/>
              <a:gd name="T9" fmla="*/ 2147483646 h 827"/>
              <a:gd name="T10" fmla="*/ 2147483646 w 524"/>
              <a:gd name="T11" fmla="*/ 2147483646 h 827"/>
              <a:gd name="T12" fmla="*/ 2147483646 w 524"/>
              <a:gd name="T13" fmla="*/ 2147483646 h 827"/>
              <a:gd name="T14" fmla="*/ 2147483646 w 524"/>
              <a:gd name="T15" fmla="*/ 2147483646 h 827"/>
              <a:gd name="T16" fmla="*/ 2147483646 w 524"/>
              <a:gd name="T17" fmla="*/ 2147483646 h 8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827"/>
              <a:gd name="T29" fmla="*/ 524 w 524"/>
              <a:gd name="T30" fmla="*/ 827 h 8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827">
                <a:moveTo>
                  <a:pt x="467" y="0"/>
                </a:moveTo>
                <a:cubicBezTo>
                  <a:pt x="386" y="0"/>
                  <a:pt x="306" y="0"/>
                  <a:pt x="240" y="57"/>
                </a:cubicBezTo>
                <a:cubicBezTo>
                  <a:pt x="174" y="114"/>
                  <a:pt x="108" y="237"/>
                  <a:pt x="70" y="341"/>
                </a:cubicBezTo>
                <a:cubicBezTo>
                  <a:pt x="32" y="445"/>
                  <a:pt x="0" y="601"/>
                  <a:pt x="14" y="681"/>
                </a:cubicBezTo>
                <a:cubicBezTo>
                  <a:pt x="28" y="761"/>
                  <a:pt x="98" y="817"/>
                  <a:pt x="155" y="822"/>
                </a:cubicBezTo>
                <a:cubicBezTo>
                  <a:pt x="212" y="827"/>
                  <a:pt x="297" y="766"/>
                  <a:pt x="354" y="709"/>
                </a:cubicBezTo>
                <a:cubicBezTo>
                  <a:pt x="411" y="652"/>
                  <a:pt x="468" y="572"/>
                  <a:pt x="496" y="482"/>
                </a:cubicBezTo>
                <a:cubicBezTo>
                  <a:pt x="524" y="392"/>
                  <a:pt x="524" y="241"/>
                  <a:pt x="524" y="170"/>
                </a:cubicBezTo>
                <a:cubicBezTo>
                  <a:pt x="524" y="99"/>
                  <a:pt x="510" y="78"/>
                  <a:pt x="496" y="5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6508" name="Oval 12"/>
          <p:cNvSpPr>
            <a:spLocks noChangeArrowheads="1"/>
          </p:cNvSpPr>
          <p:nvPr/>
        </p:nvSpPr>
        <p:spPr bwMode="auto">
          <a:xfrm>
            <a:off x="9110664" y="1268414"/>
            <a:ext cx="1214437" cy="6302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6509" name="Line 13"/>
          <p:cNvSpPr>
            <a:spLocks noChangeShapeType="1"/>
          </p:cNvSpPr>
          <p:nvPr/>
        </p:nvSpPr>
        <p:spPr bwMode="auto">
          <a:xfrm flipH="1" flipV="1">
            <a:off x="8526464" y="1133476"/>
            <a:ext cx="179387" cy="180975"/>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0" name="Line 14"/>
          <p:cNvSpPr>
            <a:spLocks noChangeShapeType="1"/>
          </p:cNvSpPr>
          <p:nvPr/>
        </p:nvSpPr>
        <p:spPr bwMode="auto">
          <a:xfrm flipH="1">
            <a:off x="7086600" y="1808163"/>
            <a:ext cx="179388" cy="4064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1" name="Line 15"/>
          <p:cNvSpPr>
            <a:spLocks noChangeShapeType="1"/>
          </p:cNvSpPr>
          <p:nvPr/>
        </p:nvSpPr>
        <p:spPr bwMode="auto">
          <a:xfrm flipV="1">
            <a:off x="7445376" y="2573339"/>
            <a:ext cx="225425" cy="2254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2" name="Line 16"/>
          <p:cNvSpPr>
            <a:spLocks noChangeShapeType="1"/>
          </p:cNvSpPr>
          <p:nvPr/>
        </p:nvSpPr>
        <p:spPr bwMode="auto">
          <a:xfrm>
            <a:off x="8345489" y="2528889"/>
            <a:ext cx="180975" cy="3143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3" name="Line 17"/>
          <p:cNvSpPr>
            <a:spLocks noChangeShapeType="1"/>
          </p:cNvSpPr>
          <p:nvPr/>
        </p:nvSpPr>
        <p:spPr bwMode="auto">
          <a:xfrm flipH="1" flipV="1">
            <a:off x="8616950" y="1763714"/>
            <a:ext cx="134938" cy="17938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4" name="Text Box 18"/>
          <p:cNvSpPr txBox="1">
            <a:spLocks noChangeArrowheads="1"/>
          </p:cNvSpPr>
          <p:nvPr/>
        </p:nvSpPr>
        <p:spPr bwMode="auto">
          <a:xfrm>
            <a:off x="8121651" y="1493838"/>
            <a:ext cx="31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A</a:t>
            </a:r>
          </a:p>
        </p:txBody>
      </p:sp>
      <p:sp>
        <p:nvSpPr>
          <p:cNvPr id="106515" name="Text Box 19"/>
          <p:cNvSpPr txBox="1">
            <a:spLocks noChangeArrowheads="1"/>
          </p:cNvSpPr>
          <p:nvPr/>
        </p:nvSpPr>
        <p:spPr bwMode="auto">
          <a:xfrm>
            <a:off x="7716839" y="1179513"/>
            <a:ext cx="31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B</a:t>
            </a:r>
          </a:p>
        </p:txBody>
      </p:sp>
      <p:sp>
        <p:nvSpPr>
          <p:cNvPr id="106516" name="Text Box 20"/>
          <p:cNvSpPr txBox="1">
            <a:spLocks noChangeArrowheads="1"/>
          </p:cNvSpPr>
          <p:nvPr/>
        </p:nvSpPr>
        <p:spPr bwMode="auto">
          <a:xfrm>
            <a:off x="7491413" y="1673226"/>
            <a:ext cx="493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B</a:t>
            </a:r>
            <a:r>
              <a:rPr lang="en-US" altLang="zh-CN" sz="1800">
                <a:latin typeface="Times New Roman" panose="02020603050405020304" pitchFamily="18" charset="0"/>
              </a:rPr>
              <a:t>’</a:t>
            </a:r>
            <a:endParaRPr lang="en-US" altLang="zh-CN" sz="1800">
              <a:latin typeface="Symbol" panose="05050102010706020507" pitchFamily="18" charset="2"/>
            </a:endParaRPr>
          </a:p>
        </p:txBody>
      </p:sp>
      <p:sp>
        <p:nvSpPr>
          <p:cNvPr id="106517" name="Text Box 21"/>
          <p:cNvSpPr txBox="1">
            <a:spLocks noChangeArrowheads="1"/>
          </p:cNvSpPr>
          <p:nvPr/>
        </p:nvSpPr>
        <p:spPr bwMode="auto">
          <a:xfrm>
            <a:off x="8482013" y="1449388"/>
            <a:ext cx="493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A</a:t>
            </a:r>
            <a:r>
              <a:rPr lang="en-US" altLang="zh-CN" sz="1800">
                <a:latin typeface="Times New Roman" panose="02020603050405020304" pitchFamily="18" charset="0"/>
              </a:rPr>
              <a:t>’</a:t>
            </a:r>
            <a:endParaRPr lang="en-US" altLang="zh-CN" sz="1800">
              <a:latin typeface="Symbol" panose="05050102010706020507" pitchFamily="18" charset="2"/>
            </a:endParaRPr>
          </a:p>
        </p:txBody>
      </p:sp>
      <p:sp>
        <p:nvSpPr>
          <p:cNvPr id="106518" name="Line 22"/>
          <p:cNvSpPr>
            <a:spLocks noChangeShapeType="1"/>
          </p:cNvSpPr>
          <p:nvPr/>
        </p:nvSpPr>
        <p:spPr bwMode="auto">
          <a:xfrm>
            <a:off x="7896226" y="2438400"/>
            <a:ext cx="225425" cy="460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9" name="Text Box 23"/>
          <p:cNvSpPr txBox="1">
            <a:spLocks noChangeArrowheads="1"/>
          </p:cNvSpPr>
          <p:nvPr/>
        </p:nvSpPr>
        <p:spPr bwMode="auto">
          <a:xfrm>
            <a:off x="7805739" y="2663826"/>
            <a:ext cx="31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a:t>
            </a:r>
          </a:p>
        </p:txBody>
      </p:sp>
      <p:sp>
        <p:nvSpPr>
          <p:cNvPr id="106520" name="Text Box 24"/>
          <p:cNvSpPr txBox="1">
            <a:spLocks noChangeArrowheads="1"/>
          </p:cNvSpPr>
          <p:nvPr/>
        </p:nvSpPr>
        <p:spPr bwMode="auto">
          <a:xfrm>
            <a:off x="8526464" y="908051"/>
            <a:ext cx="31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a:t>
            </a:r>
          </a:p>
        </p:txBody>
      </p:sp>
      <p:sp>
        <p:nvSpPr>
          <p:cNvPr id="106521" name="Text Box 25"/>
          <p:cNvSpPr txBox="1">
            <a:spLocks noChangeArrowheads="1"/>
          </p:cNvSpPr>
          <p:nvPr/>
        </p:nvSpPr>
        <p:spPr bwMode="auto">
          <a:xfrm>
            <a:off x="7761288" y="72866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a:t>
            </a:r>
          </a:p>
        </p:txBody>
      </p:sp>
      <p:sp>
        <p:nvSpPr>
          <p:cNvPr id="106522" name="Text Box 26"/>
          <p:cNvSpPr txBox="1">
            <a:spLocks noChangeArrowheads="1"/>
          </p:cNvSpPr>
          <p:nvPr/>
        </p:nvSpPr>
        <p:spPr bwMode="auto">
          <a:xfrm>
            <a:off x="6635750" y="18542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L2</a:t>
            </a:r>
          </a:p>
        </p:txBody>
      </p:sp>
      <p:sp>
        <p:nvSpPr>
          <p:cNvPr id="106523" name="Text Box 27"/>
          <p:cNvSpPr txBox="1">
            <a:spLocks noChangeArrowheads="1"/>
          </p:cNvSpPr>
          <p:nvPr/>
        </p:nvSpPr>
        <p:spPr bwMode="auto">
          <a:xfrm>
            <a:off x="8840788" y="284321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L1</a:t>
            </a:r>
          </a:p>
        </p:txBody>
      </p:sp>
      <p:sp>
        <p:nvSpPr>
          <p:cNvPr id="106524" name="Text Box 28"/>
          <p:cNvSpPr txBox="1">
            <a:spLocks noChangeArrowheads="1"/>
          </p:cNvSpPr>
          <p:nvPr/>
        </p:nvSpPr>
        <p:spPr bwMode="auto">
          <a:xfrm>
            <a:off x="9605963" y="19431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L3</a:t>
            </a:r>
          </a:p>
        </p:txBody>
      </p:sp>
      <p:sp>
        <p:nvSpPr>
          <p:cNvPr id="106525" name="Line 29"/>
          <p:cNvSpPr>
            <a:spLocks noChangeShapeType="1"/>
          </p:cNvSpPr>
          <p:nvPr/>
        </p:nvSpPr>
        <p:spPr bwMode="auto">
          <a:xfrm>
            <a:off x="9517063" y="1898650"/>
            <a:ext cx="4048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26" name="Text Box 30"/>
          <p:cNvSpPr txBox="1">
            <a:spLocks noChangeArrowheads="1"/>
          </p:cNvSpPr>
          <p:nvPr/>
        </p:nvSpPr>
        <p:spPr bwMode="auto">
          <a:xfrm>
            <a:off x="9291638" y="13589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P</a:t>
            </a:r>
          </a:p>
        </p:txBody>
      </p:sp>
      <p:sp>
        <p:nvSpPr>
          <p:cNvPr id="106527" name="Text Box 31"/>
          <p:cNvSpPr txBox="1">
            <a:spLocks noChangeArrowheads="1"/>
          </p:cNvSpPr>
          <p:nvPr/>
        </p:nvSpPr>
        <p:spPr bwMode="auto">
          <a:xfrm>
            <a:off x="2586038" y="1719263"/>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Times New Roman" panose="02020603050405020304" pitchFamily="18" charset="0"/>
              </a:rPr>
              <a:t>外侧</a:t>
            </a:r>
            <a:r>
              <a:rPr lang="en-US" altLang="zh-CN" sz="1800">
                <a:solidFill>
                  <a:srgbClr val="0000CC"/>
                </a:solidFill>
                <a:latin typeface="Times New Roman" panose="02020603050405020304" pitchFamily="18" charset="0"/>
              </a:rPr>
              <a:t>A</a:t>
            </a:r>
            <a:r>
              <a:rPr lang="zh-CN" altLang="en-US" sz="1800">
                <a:solidFill>
                  <a:srgbClr val="0000CC"/>
                </a:solidFill>
                <a:latin typeface="Times New Roman" panose="02020603050405020304" pitchFamily="18" charset="0"/>
              </a:rPr>
              <a:t>点</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graphicFrame>
        <p:nvGraphicFramePr>
          <p:cNvPr id="106528" name="Object 32"/>
          <p:cNvGraphicFramePr>
            <a:graphicFrameLocks noChangeAspect="1"/>
          </p:cNvGraphicFramePr>
          <p:nvPr/>
        </p:nvGraphicFramePr>
        <p:xfrm>
          <a:off x="4267200" y="1719263"/>
          <a:ext cx="966788" cy="336550"/>
        </p:xfrm>
        <a:graphic>
          <a:graphicData uri="http://schemas.openxmlformats.org/presentationml/2006/ole">
            <mc:AlternateContent xmlns:mc="http://schemas.openxmlformats.org/markup-compatibility/2006">
              <mc:Choice xmlns:v="urn:schemas-microsoft-com:vml" Requires="v">
                <p:oleObj spid="_x0000_s106731" name="Equation" r:id="rId8" imgW="660400" imgH="228600" progId="Equation.DSMT4">
                  <p:embed/>
                </p:oleObj>
              </mc:Choice>
              <mc:Fallback>
                <p:oleObj name="Equation" r:id="rId8" imgW="660400" imgH="228600" progId="Equation.DSMT4">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0" y="1719263"/>
                        <a:ext cx="9667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29" name="Text Box 33"/>
          <p:cNvSpPr txBox="1">
            <a:spLocks noChangeArrowheads="1"/>
          </p:cNvSpPr>
          <p:nvPr/>
        </p:nvSpPr>
        <p:spPr bwMode="auto">
          <a:xfrm>
            <a:off x="2586038" y="2214563"/>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Times New Roman" panose="02020603050405020304" pitchFamily="18" charset="0"/>
              </a:rPr>
              <a:t>内侧</a:t>
            </a:r>
            <a:r>
              <a:rPr lang="en-US" altLang="zh-CN" sz="1800">
                <a:solidFill>
                  <a:srgbClr val="0000CC"/>
                </a:solidFill>
                <a:latin typeface="Times New Roman" panose="02020603050405020304" pitchFamily="18" charset="0"/>
              </a:rPr>
              <a:t>A’</a:t>
            </a:r>
            <a:r>
              <a:rPr lang="zh-CN" altLang="en-US" sz="1800">
                <a:solidFill>
                  <a:srgbClr val="0000CC"/>
                </a:solidFill>
                <a:latin typeface="Times New Roman" panose="02020603050405020304" pitchFamily="18" charset="0"/>
              </a:rPr>
              <a:t>点</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graphicFrame>
        <p:nvGraphicFramePr>
          <p:cNvPr id="106530" name="Object 34"/>
          <p:cNvGraphicFramePr>
            <a:graphicFrameLocks noChangeAspect="1"/>
          </p:cNvGraphicFramePr>
          <p:nvPr/>
        </p:nvGraphicFramePr>
        <p:xfrm>
          <a:off x="4297364" y="2303463"/>
          <a:ext cx="873125" cy="336550"/>
        </p:xfrm>
        <a:graphic>
          <a:graphicData uri="http://schemas.openxmlformats.org/presentationml/2006/ole">
            <mc:AlternateContent xmlns:mc="http://schemas.openxmlformats.org/markup-compatibility/2006">
              <mc:Choice xmlns:v="urn:schemas-microsoft-com:vml" Requires="v">
                <p:oleObj spid="_x0000_s106732" name="Equation" r:id="rId10" imgW="596900" imgH="228600" progId="Equation.DSMT4">
                  <p:embed/>
                </p:oleObj>
              </mc:Choice>
              <mc:Fallback>
                <p:oleObj name="Equation" r:id="rId10" imgW="596900" imgH="228600" progId="Equation.DSMT4">
                  <p:embed/>
                  <p:pic>
                    <p:nvPicPr>
                      <p:cNvPr id="0"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7364" y="2303463"/>
                        <a:ext cx="8731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31" name="Text Box 35"/>
          <p:cNvSpPr txBox="1">
            <a:spLocks noChangeArrowheads="1"/>
          </p:cNvSpPr>
          <p:nvPr/>
        </p:nvSpPr>
        <p:spPr bwMode="auto">
          <a:xfrm>
            <a:off x="2270126" y="333851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L2:</a:t>
            </a:r>
            <a:endParaRPr lang="en-US" altLang="zh-CN" sz="1800">
              <a:solidFill>
                <a:srgbClr val="FF0000"/>
              </a:solidFill>
              <a:latin typeface="Symbol" panose="05050102010706020507" pitchFamily="18" charset="2"/>
            </a:endParaRPr>
          </a:p>
        </p:txBody>
      </p:sp>
      <p:graphicFrame>
        <p:nvGraphicFramePr>
          <p:cNvPr id="106532" name="Object 36"/>
          <p:cNvGraphicFramePr>
            <a:graphicFrameLocks noChangeAspect="1"/>
          </p:cNvGraphicFramePr>
          <p:nvPr/>
        </p:nvGraphicFramePr>
        <p:xfrm>
          <a:off x="3170238" y="4373564"/>
          <a:ext cx="2178050" cy="542925"/>
        </p:xfrm>
        <a:graphic>
          <a:graphicData uri="http://schemas.openxmlformats.org/presentationml/2006/ole">
            <mc:AlternateContent xmlns:mc="http://schemas.openxmlformats.org/markup-compatibility/2006">
              <mc:Choice xmlns:v="urn:schemas-microsoft-com:vml" Requires="v">
                <p:oleObj spid="_x0000_s106733" name="Equation" r:id="rId12" imgW="1485900" imgH="368300" progId="Equation.DSMT4">
                  <p:embed/>
                </p:oleObj>
              </mc:Choice>
              <mc:Fallback>
                <p:oleObj name="Equation" r:id="rId12" imgW="1485900" imgH="368300" progId="Equation.DSMT4">
                  <p:embed/>
                  <p:pic>
                    <p:nvPicPr>
                      <p:cNvPr id="0"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70238" y="4373564"/>
                        <a:ext cx="217805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33" name="Text Box 37"/>
          <p:cNvSpPr txBox="1">
            <a:spLocks noChangeArrowheads="1"/>
          </p:cNvSpPr>
          <p:nvPr/>
        </p:nvSpPr>
        <p:spPr bwMode="auto">
          <a:xfrm>
            <a:off x="2901950" y="3430588"/>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Times New Roman" panose="02020603050405020304" pitchFamily="18" charset="0"/>
              </a:rPr>
              <a:t>内侧</a:t>
            </a:r>
            <a:r>
              <a:rPr lang="en-US" altLang="zh-CN" sz="1800">
                <a:solidFill>
                  <a:srgbClr val="0000CC"/>
                </a:solidFill>
                <a:latin typeface="Times New Roman" panose="02020603050405020304" pitchFamily="18" charset="0"/>
              </a:rPr>
              <a:t>B</a:t>
            </a:r>
            <a:r>
              <a:rPr lang="zh-CN" altLang="en-US" sz="1800">
                <a:solidFill>
                  <a:srgbClr val="0000CC"/>
                </a:solidFill>
                <a:latin typeface="Times New Roman" panose="02020603050405020304" pitchFamily="18" charset="0"/>
              </a:rPr>
              <a:t>点</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graphicFrame>
        <p:nvGraphicFramePr>
          <p:cNvPr id="106534" name="Object 38"/>
          <p:cNvGraphicFramePr>
            <a:graphicFrameLocks noChangeAspect="1"/>
          </p:cNvGraphicFramePr>
          <p:nvPr/>
        </p:nvGraphicFramePr>
        <p:xfrm>
          <a:off x="4648201" y="3430588"/>
          <a:ext cx="836613" cy="336550"/>
        </p:xfrm>
        <a:graphic>
          <a:graphicData uri="http://schemas.openxmlformats.org/presentationml/2006/ole">
            <mc:AlternateContent xmlns:mc="http://schemas.openxmlformats.org/markup-compatibility/2006">
              <mc:Choice xmlns:v="urn:schemas-microsoft-com:vml" Requires="v">
                <p:oleObj spid="_x0000_s106734" name="Equation" r:id="rId14" imgW="571252" imgH="228501" progId="Equation.DSMT4">
                  <p:embed/>
                </p:oleObj>
              </mc:Choice>
              <mc:Fallback>
                <p:oleObj name="Equation" r:id="rId14" imgW="571252" imgH="228501" progId="Equation.DSMT4">
                  <p:embed/>
                  <p:pic>
                    <p:nvPicPr>
                      <p:cNvPr id="0" name="Object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8201" y="3430588"/>
                        <a:ext cx="8366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35" name="Text Box 39"/>
          <p:cNvSpPr txBox="1">
            <a:spLocks noChangeArrowheads="1"/>
          </p:cNvSpPr>
          <p:nvPr/>
        </p:nvSpPr>
        <p:spPr bwMode="auto">
          <a:xfrm>
            <a:off x="2901950" y="3925888"/>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Times New Roman" panose="02020603050405020304" pitchFamily="18" charset="0"/>
              </a:rPr>
              <a:t>内侧</a:t>
            </a:r>
            <a:r>
              <a:rPr lang="en-US" altLang="zh-CN" sz="1800">
                <a:solidFill>
                  <a:srgbClr val="0000CC"/>
                </a:solidFill>
                <a:latin typeface="Times New Roman" panose="02020603050405020304" pitchFamily="18" charset="0"/>
              </a:rPr>
              <a:t>B’</a:t>
            </a:r>
            <a:r>
              <a:rPr lang="zh-CN" altLang="en-US" sz="1800">
                <a:solidFill>
                  <a:srgbClr val="0000CC"/>
                </a:solidFill>
                <a:latin typeface="Times New Roman" panose="02020603050405020304" pitchFamily="18" charset="0"/>
              </a:rPr>
              <a:t>点</a:t>
            </a:r>
            <a:r>
              <a:rPr lang="en-US" altLang="zh-CN" sz="1800">
                <a:solidFill>
                  <a:srgbClr val="0000CC"/>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graphicFrame>
        <p:nvGraphicFramePr>
          <p:cNvPr id="106536" name="Object 40"/>
          <p:cNvGraphicFramePr>
            <a:graphicFrameLocks noChangeAspect="1"/>
          </p:cNvGraphicFramePr>
          <p:nvPr/>
        </p:nvGraphicFramePr>
        <p:xfrm>
          <a:off x="4554538" y="4014788"/>
          <a:ext cx="984250" cy="336550"/>
        </p:xfrm>
        <a:graphic>
          <a:graphicData uri="http://schemas.openxmlformats.org/presentationml/2006/ole">
            <mc:AlternateContent xmlns:mc="http://schemas.openxmlformats.org/markup-compatibility/2006">
              <mc:Choice xmlns:v="urn:schemas-microsoft-com:vml" Requires="v">
                <p:oleObj spid="_x0000_s106735" name="Equation" r:id="rId16" imgW="672808" imgH="228501" progId="Equation.DSMT4">
                  <p:embed/>
                </p:oleObj>
              </mc:Choice>
              <mc:Fallback>
                <p:oleObj name="Equation" r:id="rId16" imgW="672808" imgH="228501" progId="Equation.DSMT4">
                  <p:embed/>
                  <p:pic>
                    <p:nvPicPr>
                      <p:cNvPr id="0" name="Object 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54538" y="4014788"/>
                        <a:ext cx="9842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37" name="Text Box 41"/>
          <p:cNvSpPr txBox="1">
            <a:spLocks noChangeArrowheads="1"/>
          </p:cNvSpPr>
          <p:nvPr/>
        </p:nvSpPr>
        <p:spPr bwMode="auto">
          <a:xfrm>
            <a:off x="6140451" y="3519488"/>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L3:</a:t>
            </a:r>
            <a:endParaRPr lang="en-US" altLang="zh-CN" sz="1800">
              <a:solidFill>
                <a:srgbClr val="FF0000"/>
              </a:solidFill>
              <a:latin typeface="Symbol" panose="05050102010706020507" pitchFamily="18" charset="2"/>
            </a:endParaRPr>
          </a:p>
        </p:txBody>
      </p:sp>
      <p:graphicFrame>
        <p:nvGraphicFramePr>
          <p:cNvPr id="106538" name="Object 42"/>
          <p:cNvGraphicFramePr>
            <a:graphicFrameLocks noChangeAspect="1"/>
          </p:cNvGraphicFramePr>
          <p:nvPr/>
        </p:nvGraphicFramePr>
        <p:xfrm>
          <a:off x="7286626" y="3878264"/>
          <a:ext cx="874713" cy="542925"/>
        </p:xfrm>
        <a:graphic>
          <a:graphicData uri="http://schemas.openxmlformats.org/presentationml/2006/ole">
            <mc:AlternateContent xmlns:mc="http://schemas.openxmlformats.org/markup-compatibility/2006">
              <mc:Choice xmlns:v="urn:schemas-microsoft-com:vml" Requires="v">
                <p:oleObj spid="_x0000_s106736" name="Equation" r:id="rId18" imgW="596900" imgH="368300" progId="Equation.DSMT4">
                  <p:embed/>
                </p:oleObj>
              </mc:Choice>
              <mc:Fallback>
                <p:oleObj name="Equation" r:id="rId18" imgW="596900" imgH="368300" progId="Equation.DSMT4">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86626" y="3878264"/>
                        <a:ext cx="874713"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39" name="Object 43"/>
          <p:cNvGraphicFramePr>
            <a:graphicFrameLocks noChangeAspect="1"/>
          </p:cNvGraphicFramePr>
          <p:nvPr/>
        </p:nvGraphicFramePr>
        <p:xfrm>
          <a:off x="4025901" y="4959350"/>
          <a:ext cx="2982913" cy="1011238"/>
        </p:xfrm>
        <a:graphic>
          <a:graphicData uri="http://schemas.openxmlformats.org/presentationml/2006/ole">
            <mc:AlternateContent xmlns:mc="http://schemas.openxmlformats.org/markup-compatibility/2006">
              <mc:Choice xmlns:v="urn:schemas-microsoft-com:vml" Requires="v">
                <p:oleObj spid="_x0000_s106737" name="Equation" r:id="rId20" imgW="2032000" imgH="685800" progId="Equation.DSMT4">
                  <p:embed/>
                </p:oleObj>
              </mc:Choice>
              <mc:Fallback>
                <p:oleObj name="Equation" r:id="rId20" imgW="2032000" imgH="685800" progId="Equation.DSMT4">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25901" y="4959350"/>
                        <a:ext cx="2982913"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40" name="Object 44"/>
          <p:cNvGraphicFramePr>
            <a:graphicFrameLocks noChangeAspect="1"/>
          </p:cNvGraphicFramePr>
          <p:nvPr/>
        </p:nvGraphicFramePr>
        <p:xfrm>
          <a:off x="7310438" y="4419601"/>
          <a:ext cx="1079500" cy="392113"/>
        </p:xfrm>
        <a:graphic>
          <a:graphicData uri="http://schemas.openxmlformats.org/presentationml/2006/ole">
            <mc:AlternateContent xmlns:mc="http://schemas.openxmlformats.org/markup-compatibility/2006">
              <mc:Choice xmlns:v="urn:schemas-microsoft-com:vml" Requires="v">
                <p:oleObj spid="_x0000_s106738" name="Equation" r:id="rId22" imgW="736280" imgH="266584" progId="Equation.DSMT4">
                  <p:embed/>
                </p:oleObj>
              </mc:Choice>
              <mc:Fallback>
                <p:oleObj name="Equation" r:id="rId22" imgW="736280" imgH="266584" progId="Equation.DSMT4">
                  <p:embed/>
                  <p:pic>
                    <p:nvPicPr>
                      <p:cNvPr id="0" name="Object 4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310438" y="4419601"/>
                        <a:ext cx="1079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41" name="Object 45"/>
          <p:cNvGraphicFramePr>
            <a:graphicFrameLocks noChangeAspect="1"/>
          </p:cNvGraphicFramePr>
          <p:nvPr/>
        </p:nvGraphicFramePr>
        <p:xfrm>
          <a:off x="7131050" y="4959351"/>
          <a:ext cx="1862138" cy="1344613"/>
        </p:xfrm>
        <a:graphic>
          <a:graphicData uri="http://schemas.openxmlformats.org/presentationml/2006/ole">
            <mc:AlternateContent xmlns:mc="http://schemas.openxmlformats.org/markup-compatibility/2006">
              <mc:Choice xmlns:v="urn:schemas-microsoft-com:vml" Requires="v">
                <p:oleObj spid="_x0000_s106739" name="Equation" r:id="rId24" imgW="1270000" imgH="914400" progId="Equation.DSMT4">
                  <p:embed/>
                </p:oleObj>
              </mc:Choice>
              <mc:Fallback>
                <p:oleObj name="Equation" r:id="rId24" imgW="1270000" imgH="914400" progId="Equation.DSMT4">
                  <p:embed/>
                  <p:pic>
                    <p:nvPicPr>
                      <p:cNvPr id="0" name="Object 4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131050" y="4959351"/>
                        <a:ext cx="1862138" cy="1344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安培环路定理的微分形式</a:t>
            </a:r>
          </a:p>
        </p:txBody>
      </p:sp>
      <p:sp>
        <p:nvSpPr>
          <p:cNvPr id="108547" name="Oval 3"/>
          <p:cNvSpPr>
            <a:spLocks noChangeArrowheads="1"/>
          </p:cNvSpPr>
          <p:nvPr/>
        </p:nvSpPr>
        <p:spPr bwMode="auto">
          <a:xfrm>
            <a:off x="7356475" y="1042988"/>
            <a:ext cx="1530350" cy="1441450"/>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8548" name="Freeform 4"/>
          <p:cNvSpPr>
            <a:spLocks/>
          </p:cNvSpPr>
          <p:nvPr/>
        </p:nvSpPr>
        <p:spPr bwMode="auto">
          <a:xfrm>
            <a:off x="7040563" y="1538288"/>
            <a:ext cx="831850" cy="1312862"/>
          </a:xfrm>
          <a:custGeom>
            <a:avLst/>
            <a:gdLst>
              <a:gd name="T0" fmla="*/ 2147483646 w 524"/>
              <a:gd name="T1" fmla="*/ 0 h 827"/>
              <a:gd name="T2" fmla="*/ 2147483646 w 524"/>
              <a:gd name="T3" fmla="*/ 2147483646 h 827"/>
              <a:gd name="T4" fmla="*/ 2147483646 w 524"/>
              <a:gd name="T5" fmla="*/ 2147483646 h 827"/>
              <a:gd name="T6" fmla="*/ 2147483646 w 524"/>
              <a:gd name="T7" fmla="*/ 2147483646 h 827"/>
              <a:gd name="T8" fmla="*/ 2147483646 w 524"/>
              <a:gd name="T9" fmla="*/ 2147483646 h 827"/>
              <a:gd name="T10" fmla="*/ 2147483646 w 524"/>
              <a:gd name="T11" fmla="*/ 2147483646 h 827"/>
              <a:gd name="T12" fmla="*/ 2147483646 w 524"/>
              <a:gd name="T13" fmla="*/ 2147483646 h 827"/>
              <a:gd name="T14" fmla="*/ 2147483646 w 524"/>
              <a:gd name="T15" fmla="*/ 2147483646 h 827"/>
              <a:gd name="T16" fmla="*/ 2147483646 w 524"/>
              <a:gd name="T17" fmla="*/ 2147483646 h 8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827"/>
              <a:gd name="T29" fmla="*/ 524 w 524"/>
              <a:gd name="T30" fmla="*/ 827 h 8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827">
                <a:moveTo>
                  <a:pt x="467" y="0"/>
                </a:moveTo>
                <a:cubicBezTo>
                  <a:pt x="386" y="0"/>
                  <a:pt x="306" y="0"/>
                  <a:pt x="240" y="57"/>
                </a:cubicBezTo>
                <a:cubicBezTo>
                  <a:pt x="174" y="114"/>
                  <a:pt x="108" y="237"/>
                  <a:pt x="70" y="341"/>
                </a:cubicBezTo>
                <a:cubicBezTo>
                  <a:pt x="32" y="445"/>
                  <a:pt x="0" y="601"/>
                  <a:pt x="14" y="681"/>
                </a:cubicBezTo>
                <a:cubicBezTo>
                  <a:pt x="28" y="761"/>
                  <a:pt x="98" y="817"/>
                  <a:pt x="155" y="822"/>
                </a:cubicBezTo>
                <a:cubicBezTo>
                  <a:pt x="212" y="827"/>
                  <a:pt x="297" y="766"/>
                  <a:pt x="354" y="709"/>
                </a:cubicBezTo>
                <a:cubicBezTo>
                  <a:pt x="411" y="652"/>
                  <a:pt x="468" y="572"/>
                  <a:pt x="496" y="482"/>
                </a:cubicBezTo>
                <a:cubicBezTo>
                  <a:pt x="524" y="392"/>
                  <a:pt x="524" y="241"/>
                  <a:pt x="524" y="170"/>
                </a:cubicBezTo>
                <a:cubicBezTo>
                  <a:pt x="524" y="99"/>
                  <a:pt x="510" y="78"/>
                  <a:pt x="496" y="5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549" name="Freeform 5"/>
          <p:cNvSpPr>
            <a:spLocks/>
          </p:cNvSpPr>
          <p:nvPr/>
        </p:nvSpPr>
        <p:spPr bwMode="auto">
          <a:xfrm rot="18900000">
            <a:off x="8210550" y="1719263"/>
            <a:ext cx="831850" cy="1312862"/>
          </a:xfrm>
          <a:custGeom>
            <a:avLst/>
            <a:gdLst>
              <a:gd name="T0" fmla="*/ 2147483646 w 524"/>
              <a:gd name="T1" fmla="*/ 0 h 827"/>
              <a:gd name="T2" fmla="*/ 2147483646 w 524"/>
              <a:gd name="T3" fmla="*/ 2147483646 h 827"/>
              <a:gd name="T4" fmla="*/ 2147483646 w 524"/>
              <a:gd name="T5" fmla="*/ 2147483646 h 827"/>
              <a:gd name="T6" fmla="*/ 2147483646 w 524"/>
              <a:gd name="T7" fmla="*/ 2147483646 h 827"/>
              <a:gd name="T8" fmla="*/ 2147483646 w 524"/>
              <a:gd name="T9" fmla="*/ 2147483646 h 827"/>
              <a:gd name="T10" fmla="*/ 2147483646 w 524"/>
              <a:gd name="T11" fmla="*/ 2147483646 h 827"/>
              <a:gd name="T12" fmla="*/ 2147483646 w 524"/>
              <a:gd name="T13" fmla="*/ 2147483646 h 827"/>
              <a:gd name="T14" fmla="*/ 2147483646 w 524"/>
              <a:gd name="T15" fmla="*/ 2147483646 h 827"/>
              <a:gd name="T16" fmla="*/ 2147483646 w 524"/>
              <a:gd name="T17" fmla="*/ 2147483646 h 8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827"/>
              <a:gd name="T29" fmla="*/ 524 w 524"/>
              <a:gd name="T30" fmla="*/ 827 h 8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827">
                <a:moveTo>
                  <a:pt x="467" y="0"/>
                </a:moveTo>
                <a:cubicBezTo>
                  <a:pt x="386" y="0"/>
                  <a:pt x="306" y="0"/>
                  <a:pt x="240" y="57"/>
                </a:cubicBezTo>
                <a:cubicBezTo>
                  <a:pt x="174" y="114"/>
                  <a:pt x="108" y="237"/>
                  <a:pt x="70" y="341"/>
                </a:cubicBezTo>
                <a:cubicBezTo>
                  <a:pt x="32" y="445"/>
                  <a:pt x="0" y="601"/>
                  <a:pt x="14" y="681"/>
                </a:cubicBezTo>
                <a:cubicBezTo>
                  <a:pt x="28" y="761"/>
                  <a:pt x="98" y="817"/>
                  <a:pt x="155" y="822"/>
                </a:cubicBezTo>
                <a:cubicBezTo>
                  <a:pt x="212" y="827"/>
                  <a:pt x="297" y="766"/>
                  <a:pt x="354" y="709"/>
                </a:cubicBezTo>
                <a:cubicBezTo>
                  <a:pt x="411" y="652"/>
                  <a:pt x="468" y="572"/>
                  <a:pt x="496" y="482"/>
                </a:cubicBezTo>
                <a:cubicBezTo>
                  <a:pt x="524" y="392"/>
                  <a:pt x="524" y="241"/>
                  <a:pt x="524" y="170"/>
                </a:cubicBezTo>
                <a:cubicBezTo>
                  <a:pt x="524" y="99"/>
                  <a:pt x="510" y="78"/>
                  <a:pt x="496" y="5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550" name="Oval 6"/>
          <p:cNvSpPr>
            <a:spLocks noChangeArrowheads="1"/>
          </p:cNvSpPr>
          <p:nvPr/>
        </p:nvSpPr>
        <p:spPr bwMode="auto">
          <a:xfrm>
            <a:off x="9110664" y="1268414"/>
            <a:ext cx="1214437" cy="6302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8551" name="Line 7"/>
          <p:cNvSpPr>
            <a:spLocks noChangeShapeType="1"/>
          </p:cNvSpPr>
          <p:nvPr/>
        </p:nvSpPr>
        <p:spPr bwMode="auto">
          <a:xfrm flipH="1" flipV="1">
            <a:off x="8526464" y="1133476"/>
            <a:ext cx="179387" cy="180975"/>
          </a:xfrm>
          <a:prstGeom prst="line">
            <a:avLst/>
          </a:prstGeom>
          <a:noFill/>
          <a:ln w="38100">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2" name="Line 8"/>
          <p:cNvSpPr>
            <a:spLocks noChangeShapeType="1"/>
          </p:cNvSpPr>
          <p:nvPr/>
        </p:nvSpPr>
        <p:spPr bwMode="auto">
          <a:xfrm flipH="1">
            <a:off x="7086600" y="1808163"/>
            <a:ext cx="179388" cy="40640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3" name="Line 9"/>
          <p:cNvSpPr>
            <a:spLocks noChangeShapeType="1"/>
          </p:cNvSpPr>
          <p:nvPr/>
        </p:nvSpPr>
        <p:spPr bwMode="auto">
          <a:xfrm flipV="1">
            <a:off x="7445376" y="2573339"/>
            <a:ext cx="225425" cy="2254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4" name="Line 10"/>
          <p:cNvSpPr>
            <a:spLocks noChangeShapeType="1"/>
          </p:cNvSpPr>
          <p:nvPr/>
        </p:nvSpPr>
        <p:spPr bwMode="auto">
          <a:xfrm>
            <a:off x="8345489" y="2528889"/>
            <a:ext cx="180975" cy="3143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5" name="Line 11"/>
          <p:cNvSpPr>
            <a:spLocks noChangeShapeType="1"/>
          </p:cNvSpPr>
          <p:nvPr/>
        </p:nvSpPr>
        <p:spPr bwMode="auto">
          <a:xfrm flipH="1" flipV="1">
            <a:off x="8616950" y="1763714"/>
            <a:ext cx="134938" cy="17938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6" name="Text Box 12"/>
          <p:cNvSpPr txBox="1">
            <a:spLocks noChangeArrowheads="1"/>
          </p:cNvSpPr>
          <p:nvPr/>
        </p:nvSpPr>
        <p:spPr bwMode="auto">
          <a:xfrm>
            <a:off x="8121651" y="1493838"/>
            <a:ext cx="31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A</a:t>
            </a:r>
          </a:p>
        </p:txBody>
      </p:sp>
      <p:sp>
        <p:nvSpPr>
          <p:cNvPr id="108557" name="Text Box 13"/>
          <p:cNvSpPr txBox="1">
            <a:spLocks noChangeArrowheads="1"/>
          </p:cNvSpPr>
          <p:nvPr/>
        </p:nvSpPr>
        <p:spPr bwMode="auto">
          <a:xfrm>
            <a:off x="7716839" y="1179513"/>
            <a:ext cx="31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B</a:t>
            </a:r>
          </a:p>
        </p:txBody>
      </p:sp>
      <p:sp>
        <p:nvSpPr>
          <p:cNvPr id="108558" name="Text Box 14"/>
          <p:cNvSpPr txBox="1">
            <a:spLocks noChangeArrowheads="1"/>
          </p:cNvSpPr>
          <p:nvPr/>
        </p:nvSpPr>
        <p:spPr bwMode="auto">
          <a:xfrm>
            <a:off x="7491413" y="1673226"/>
            <a:ext cx="493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B</a:t>
            </a:r>
            <a:r>
              <a:rPr lang="en-US" altLang="zh-CN" sz="1800">
                <a:latin typeface="Times New Roman" panose="02020603050405020304" pitchFamily="18" charset="0"/>
              </a:rPr>
              <a:t>’</a:t>
            </a:r>
            <a:endParaRPr lang="en-US" altLang="zh-CN" sz="1800">
              <a:latin typeface="Symbol" panose="05050102010706020507" pitchFamily="18" charset="2"/>
            </a:endParaRPr>
          </a:p>
        </p:txBody>
      </p:sp>
      <p:sp>
        <p:nvSpPr>
          <p:cNvPr id="108559" name="Text Box 15"/>
          <p:cNvSpPr txBox="1">
            <a:spLocks noChangeArrowheads="1"/>
          </p:cNvSpPr>
          <p:nvPr/>
        </p:nvSpPr>
        <p:spPr bwMode="auto">
          <a:xfrm>
            <a:off x="8482013" y="1449388"/>
            <a:ext cx="493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A</a:t>
            </a:r>
            <a:r>
              <a:rPr lang="en-US" altLang="zh-CN" sz="1800">
                <a:latin typeface="Times New Roman" panose="02020603050405020304" pitchFamily="18" charset="0"/>
              </a:rPr>
              <a:t>’</a:t>
            </a:r>
            <a:endParaRPr lang="en-US" altLang="zh-CN" sz="1800">
              <a:latin typeface="Symbol" panose="05050102010706020507" pitchFamily="18" charset="2"/>
            </a:endParaRPr>
          </a:p>
        </p:txBody>
      </p:sp>
      <p:sp>
        <p:nvSpPr>
          <p:cNvPr id="108560" name="Line 16"/>
          <p:cNvSpPr>
            <a:spLocks noChangeShapeType="1"/>
          </p:cNvSpPr>
          <p:nvPr/>
        </p:nvSpPr>
        <p:spPr bwMode="auto">
          <a:xfrm>
            <a:off x="7896226" y="2438400"/>
            <a:ext cx="225425" cy="460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1" name="Text Box 17"/>
          <p:cNvSpPr txBox="1">
            <a:spLocks noChangeArrowheads="1"/>
          </p:cNvSpPr>
          <p:nvPr/>
        </p:nvSpPr>
        <p:spPr bwMode="auto">
          <a:xfrm>
            <a:off x="7805739" y="2663826"/>
            <a:ext cx="31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a:t>
            </a:r>
          </a:p>
        </p:txBody>
      </p:sp>
      <p:sp>
        <p:nvSpPr>
          <p:cNvPr id="108562" name="Text Box 18"/>
          <p:cNvSpPr txBox="1">
            <a:spLocks noChangeArrowheads="1"/>
          </p:cNvSpPr>
          <p:nvPr/>
        </p:nvSpPr>
        <p:spPr bwMode="auto">
          <a:xfrm>
            <a:off x="8526464" y="908051"/>
            <a:ext cx="3143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a:t>
            </a:r>
          </a:p>
        </p:txBody>
      </p:sp>
      <p:sp>
        <p:nvSpPr>
          <p:cNvPr id="108563" name="Text Box 19"/>
          <p:cNvSpPr txBox="1">
            <a:spLocks noChangeArrowheads="1"/>
          </p:cNvSpPr>
          <p:nvPr/>
        </p:nvSpPr>
        <p:spPr bwMode="auto">
          <a:xfrm>
            <a:off x="7761288" y="72866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a:t>
            </a:r>
          </a:p>
        </p:txBody>
      </p:sp>
      <p:sp>
        <p:nvSpPr>
          <p:cNvPr id="108564" name="Text Box 20"/>
          <p:cNvSpPr txBox="1">
            <a:spLocks noChangeArrowheads="1"/>
          </p:cNvSpPr>
          <p:nvPr/>
        </p:nvSpPr>
        <p:spPr bwMode="auto">
          <a:xfrm>
            <a:off x="6635750" y="18542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L2</a:t>
            </a:r>
          </a:p>
        </p:txBody>
      </p:sp>
      <p:sp>
        <p:nvSpPr>
          <p:cNvPr id="108565" name="Text Box 21"/>
          <p:cNvSpPr txBox="1">
            <a:spLocks noChangeArrowheads="1"/>
          </p:cNvSpPr>
          <p:nvPr/>
        </p:nvSpPr>
        <p:spPr bwMode="auto">
          <a:xfrm>
            <a:off x="8840788" y="284321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L1</a:t>
            </a:r>
          </a:p>
        </p:txBody>
      </p:sp>
      <p:sp>
        <p:nvSpPr>
          <p:cNvPr id="108566" name="Text Box 22"/>
          <p:cNvSpPr txBox="1">
            <a:spLocks noChangeArrowheads="1"/>
          </p:cNvSpPr>
          <p:nvPr/>
        </p:nvSpPr>
        <p:spPr bwMode="auto">
          <a:xfrm>
            <a:off x="9605963" y="19431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L3</a:t>
            </a:r>
          </a:p>
        </p:txBody>
      </p:sp>
      <p:sp>
        <p:nvSpPr>
          <p:cNvPr id="108567" name="Line 23"/>
          <p:cNvSpPr>
            <a:spLocks noChangeShapeType="1"/>
          </p:cNvSpPr>
          <p:nvPr/>
        </p:nvSpPr>
        <p:spPr bwMode="auto">
          <a:xfrm>
            <a:off x="9517063" y="1898650"/>
            <a:ext cx="4048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8" name="Text Box 24"/>
          <p:cNvSpPr txBox="1">
            <a:spLocks noChangeArrowheads="1"/>
          </p:cNvSpPr>
          <p:nvPr/>
        </p:nvSpPr>
        <p:spPr bwMode="auto">
          <a:xfrm>
            <a:off x="9291638" y="13589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P</a:t>
            </a:r>
          </a:p>
        </p:txBody>
      </p:sp>
      <p:graphicFrame>
        <p:nvGraphicFramePr>
          <p:cNvPr id="108569" name="Object 25"/>
          <p:cNvGraphicFramePr>
            <a:graphicFrameLocks noChangeAspect="1"/>
          </p:cNvGraphicFramePr>
          <p:nvPr/>
        </p:nvGraphicFramePr>
        <p:xfrm>
          <a:off x="2622551" y="1042989"/>
          <a:ext cx="1490663" cy="541337"/>
        </p:xfrm>
        <a:graphic>
          <a:graphicData uri="http://schemas.openxmlformats.org/presentationml/2006/ole">
            <mc:AlternateContent xmlns:mc="http://schemas.openxmlformats.org/markup-compatibility/2006">
              <mc:Choice xmlns:v="urn:schemas-microsoft-com:vml" Requires="v">
                <p:oleObj spid="_x0000_s108663" name="Equation" r:id="rId4" imgW="1016000" imgH="368300" progId="Equation.DSMT4">
                  <p:embed/>
                </p:oleObj>
              </mc:Choice>
              <mc:Fallback>
                <p:oleObj name="Equation" r:id="rId4" imgW="1016000" imgH="368300" progId="Equation.DSMT4">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2551" y="1042989"/>
                        <a:ext cx="1490663"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0" name="Object 26"/>
          <p:cNvGraphicFramePr>
            <a:graphicFrameLocks noChangeAspect="1"/>
          </p:cNvGraphicFramePr>
          <p:nvPr/>
        </p:nvGraphicFramePr>
        <p:xfrm>
          <a:off x="2495550" y="1673225"/>
          <a:ext cx="1974850" cy="560388"/>
        </p:xfrm>
        <a:graphic>
          <a:graphicData uri="http://schemas.openxmlformats.org/presentationml/2006/ole">
            <mc:AlternateContent xmlns:mc="http://schemas.openxmlformats.org/markup-compatibility/2006">
              <mc:Choice xmlns:v="urn:schemas-microsoft-com:vml" Requires="v">
                <p:oleObj spid="_x0000_s108664" name="Equation" r:id="rId6" imgW="1346200" imgH="381000" progId="Equation.DSMT4">
                  <p:embed/>
                </p:oleObj>
              </mc:Choice>
              <mc:Fallback>
                <p:oleObj name="Equation" r:id="rId6" imgW="1346200" imgH="381000"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0" y="1673225"/>
                        <a:ext cx="197485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1" name="Object 27"/>
          <p:cNvGraphicFramePr>
            <a:graphicFrameLocks noChangeAspect="1"/>
          </p:cNvGraphicFramePr>
          <p:nvPr/>
        </p:nvGraphicFramePr>
        <p:xfrm>
          <a:off x="2765425" y="2393951"/>
          <a:ext cx="1117600" cy="373063"/>
        </p:xfrm>
        <a:graphic>
          <a:graphicData uri="http://schemas.openxmlformats.org/presentationml/2006/ole">
            <mc:AlternateContent xmlns:mc="http://schemas.openxmlformats.org/markup-compatibility/2006">
              <mc:Choice xmlns:v="urn:schemas-microsoft-com:vml" Requires="v">
                <p:oleObj spid="_x0000_s108665" name="Equation" r:id="rId8" imgW="761669" imgH="253890" progId="Equation.DSMT4">
                  <p:embed/>
                </p:oleObj>
              </mc:Choice>
              <mc:Fallback>
                <p:oleObj name="Equation" r:id="rId8" imgW="761669" imgH="253890"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65425" y="2393951"/>
                        <a:ext cx="1117600"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72" name="Oval 28"/>
          <p:cNvSpPr>
            <a:spLocks noChangeArrowheads="1"/>
          </p:cNvSpPr>
          <p:nvPr/>
        </p:nvSpPr>
        <p:spPr bwMode="auto">
          <a:xfrm>
            <a:off x="6051550" y="908050"/>
            <a:ext cx="1214438" cy="6302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08573" name="Freeform 29"/>
          <p:cNvSpPr>
            <a:spLocks/>
          </p:cNvSpPr>
          <p:nvPr/>
        </p:nvSpPr>
        <p:spPr bwMode="auto">
          <a:xfrm rot="12393903">
            <a:off x="8345488" y="233363"/>
            <a:ext cx="831850" cy="1312862"/>
          </a:xfrm>
          <a:custGeom>
            <a:avLst/>
            <a:gdLst>
              <a:gd name="T0" fmla="*/ 2147483646 w 524"/>
              <a:gd name="T1" fmla="*/ 0 h 827"/>
              <a:gd name="T2" fmla="*/ 2147483646 w 524"/>
              <a:gd name="T3" fmla="*/ 2147483646 h 827"/>
              <a:gd name="T4" fmla="*/ 2147483646 w 524"/>
              <a:gd name="T5" fmla="*/ 2147483646 h 827"/>
              <a:gd name="T6" fmla="*/ 2147483646 w 524"/>
              <a:gd name="T7" fmla="*/ 2147483646 h 827"/>
              <a:gd name="T8" fmla="*/ 2147483646 w 524"/>
              <a:gd name="T9" fmla="*/ 2147483646 h 827"/>
              <a:gd name="T10" fmla="*/ 2147483646 w 524"/>
              <a:gd name="T11" fmla="*/ 2147483646 h 827"/>
              <a:gd name="T12" fmla="*/ 2147483646 w 524"/>
              <a:gd name="T13" fmla="*/ 2147483646 h 827"/>
              <a:gd name="T14" fmla="*/ 2147483646 w 524"/>
              <a:gd name="T15" fmla="*/ 2147483646 h 827"/>
              <a:gd name="T16" fmla="*/ 2147483646 w 524"/>
              <a:gd name="T17" fmla="*/ 2147483646 h 8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827"/>
              <a:gd name="T29" fmla="*/ 524 w 524"/>
              <a:gd name="T30" fmla="*/ 827 h 8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827">
                <a:moveTo>
                  <a:pt x="467" y="0"/>
                </a:moveTo>
                <a:cubicBezTo>
                  <a:pt x="386" y="0"/>
                  <a:pt x="306" y="0"/>
                  <a:pt x="240" y="57"/>
                </a:cubicBezTo>
                <a:cubicBezTo>
                  <a:pt x="174" y="114"/>
                  <a:pt x="108" y="237"/>
                  <a:pt x="70" y="341"/>
                </a:cubicBezTo>
                <a:cubicBezTo>
                  <a:pt x="32" y="445"/>
                  <a:pt x="0" y="601"/>
                  <a:pt x="14" y="681"/>
                </a:cubicBezTo>
                <a:cubicBezTo>
                  <a:pt x="28" y="761"/>
                  <a:pt x="98" y="817"/>
                  <a:pt x="155" y="822"/>
                </a:cubicBezTo>
                <a:cubicBezTo>
                  <a:pt x="212" y="827"/>
                  <a:pt x="297" y="766"/>
                  <a:pt x="354" y="709"/>
                </a:cubicBezTo>
                <a:cubicBezTo>
                  <a:pt x="411" y="652"/>
                  <a:pt x="468" y="572"/>
                  <a:pt x="496" y="482"/>
                </a:cubicBezTo>
                <a:cubicBezTo>
                  <a:pt x="524" y="392"/>
                  <a:pt x="524" y="241"/>
                  <a:pt x="524" y="170"/>
                </a:cubicBezTo>
                <a:cubicBezTo>
                  <a:pt x="524" y="99"/>
                  <a:pt x="510" y="78"/>
                  <a:pt x="496" y="5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574" name="Oval 30"/>
          <p:cNvSpPr>
            <a:spLocks noChangeArrowheads="1"/>
          </p:cNvSpPr>
          <p:nvPr/>
        </p:nvSpPr>
        <p:spPr bwMode="auto">
          <a:xfrm>
            <a:off x="7356475" y="2754314"/>
            <a:ext cx="1214438" cy="6302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08575" name="Object 31"/>
          <p:cNvGraphicFramePr>
            <a:graphicFrameLocks noChangeAspect="1"/>
          </p:cNvGraphicFramePr>
          <p:nvPr/>
        </p:nvGraphicFramePr>
        <p:xfrm>
          <a:off x="2765425" y="3068638"/>
          <a:ext cx="541338" cy="336550"/>
        </p:xfrm>
        <a:graphic>
          <a:graphicData uri="http://schemas.openxmlformats.org/presentationml/2006/ole">
            <mc:AlternateContent xmlns:mc="http://schemas.openxmlformats.org/markup-compatibility/2006">
              <mc:Choice xmlns:v="urn:schemas-microsoft-com:vml" Requires="v">
                <p:oleObj spid="_x0000_s108666" name="Equation" r:id="rId10" imgW="368300" imgH="228600" progId="Equation.DSMT4">
                  <p:embed/>
                </p:oleObj>
              </mc:Choice>
              <mc:Fallback>
                <p:oleObj name="Equation" r:id="rId10" imgW="368300" imgH="228600" progId="Equation.DSMT4">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65425" y="3068638"/>
                        <a:ext cx="5413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6" name="Object 32"/>
          <p:cNvGraphicFramePr>
            <a:graphicFrameLocks noChangeAspect="1"/>
          </p:cNvGraphicFramePr>
          <p:nvPr/>
        </p:nvGraphicFramePr>
        <p:xfrm>
          <a:off x="3935413" y="3114676"/>
          <a:ext cx="893762" cy="315913"/>
        </p:xfrm>
        <a:graphic>
          <a:graphicData uri="http://schemas.openxmlformats.org/presentationml/2006/ole">
            <mc:AlternateContent xmlns:mc="http://schemas.openxmlformats.org/markup-compatibility/2006">
              <mc:Choice xmlns:v="urn:schemas-microsoft-com:vml" Requires="v">
                <p:oleObj spid="_x0000_s108667" name="Equation" r:id="rId12" imgW="609336" imgH="215806" progId="Equation.DSMT4">
                  <p:embed/>
                </p:oleObj>
              </mc:Choice>
              <mc:Fallback>
                <p:oleObj name="Equation" r:id="rId12" imgW="609336" imgH="215806" progId="Equation.DSMT4">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5413" y="3114676"/>
                        <a:ext cx="893762"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77" name="Text Box 33"/>
          <p:cNvSpPr txBox="1">
            <a:spLocks noChangeArrowheads="1"/>
          </p:cNvSpPr>
          <p:nvPr/>
        </p:nvSpPr>
        <p:spPr bwMode="auto">
          <a:xfrm>
            <a:off x="1909763" y="3833814"/>
            <a:ext cx="51752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静电场</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有源无旋矢量场</a:t>
            </a:r>
          </a:p>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磁    场</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无源有旋矢量场</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2000250" y="503238"/>
            <a:ext cx="8229600" cy="900112"/>
          </a:xfrm>
        </p:spPr>
        <p:txBody>
          <a:bodyPr/>
          <a:lstStyle/>
          <a:p>
            <a:pPr algn="l" eaLnBrk="1" hangingPunct="1"/>
            <a:r>
              <a:rPr lang="zh-CN" altLang="en-US" sz="2800"/>
              <a:t>在没有电流的区域，如磁场是平行直线，</a:t>
            </a:r>
            <a:r>
              <a:rPr lang="en-US" altLang="zh-CN" sz="2800"/>
              <a:t>B</a:t>
            </a:r>
            <a:r>
              <a:rPr lang="zh-CN" altLang="en-US" sz="2800"/>
              <a:t>是否一定均匀？</a:t>
            </a:r>
          </a:p>
        </p:txBody>
      </p:sp>
      <p:sp>
        <p:nvSpPr>
          <p:cNvPr id="110595" name="Rectangle 3"/>
          <p:cNvSpPr>
            <a:spLocks noGrp="1" noChangeArrowheads="1"/>
          </p:cNvSpPr>
          <p:nvPr>
            <p:ph type="body" idx="1"/>
          </p:nvPr>
        </p:nvSpPr>
        <p:spPr>
          <a:xfrm>
            <a:off x="1774825" y="2663825"/>
            <a:ext cx="8229600" cy="1214438"/>
          </a:xfrm>
        </p:spPr>
        <p:txBody>
          <a:bodyPr/>
          <a:lstStyle/>
          <a:p>
            <a:pPr eaLnBrk="1" hangingPunct="1"/>
            <a:r>
              <a:rPr lang="zh-CN" altLang="en-US"/>
              <a:t>无限长螺线管外部磁场为</a:t>
            </a:r>
            <a:r>
              <a:rPr lang="en-US" altLang="zh-CN"/>
              <a:t>0</a:t>
            </a:r>
            <a:r>
              <a:rPr lang="zh-CN" altLang="en-US"/>
              <a:t>的近似条件是什么？</a:t>
            </a:r>
          </a:p>
        </p:txBody>
      </p:sp>
      <p:sp>
        <p:nvSpPr>
          <p:cNvPr id="110596" name="Rectangle 4"/>
          <p:cNvSpPr>
            <a:spLocks noChangeArrowheads="1"/>
          </p:cNvSpPr>
          <p:nvPr/>
        </p:nvSpPr>
        <p:spPr bwMode="auto">
          <a:xfrm>
            <a:off x="2090738" y="1449388"/>
            <a:ext cx="44513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Symbol" panose="05050102010706020507" pitchFamily="18" charset="2"/>
              </a:rPr>
              <a:t>如果存在电流，结论如何？</a:t>
            </a:r>
            <a:br>
              <a:rPr lang="zh-CN" altLang="en-US" sz="2800">
                <a:solidFill>
                  <a:schemeClr val="tx2"/>
                </a:solidFill>
                <a:latin typeface="Symbol" panose="05050102010706020507" pitchFamily="18" charset="2"/>
              </a:rPr>
            </a:br>
            <a:endParaRPr lang="zh-CN" altLang="en-US" sz="2800">
              <a:solidFill>
                <a:schemeClr val="tx2"/>
              </a:solidFill>
              <a:latin typeface="Symbol" panose="05050102010706020507" pitchFamily="18" charset="2"/>
            </a:endParaRPr>
          </a:p>
        </p:txBody>
      </p:sp>
      <p:sp>
        <p:nvSpPr>
          <p:cNvPr id="110597" name="Rectangle 5"/>
          <p:cNvSpPr>
            <a:spLocks noChangeArrowheads="1"/>
          </p:cNvSpPr>
          <p:nvPr/>
        </p:nvSpPr>
        <p:spPr bwMode="auto">
          <a:xfrm>
            <a:off x="2135188" y="4103688"/>
            <a:ext cx="38274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Symbol" panose="05050102010706020507" pitchFamily="18" charset="2"/>
              </a:rPr>
              <a:t>仅仅密绕是否足够？</a:t>
            </a:r>
            <a:br>
              <a:rPr lang="zh-CN" altLang="en-US" sz="2800">
                <a:solidFill>
                  <a:schemeClr val="tx2"/>
                </a:solidFill>
                <a:latin typeface="Symbol" panose="05050102010706020507" pitchFamily="18" charset="2"/>
              </a:rPr>
            </a:br>
            <a:endParaRPr lang="zh-CN" altLang="en-US" sz="2800">
              <a:solidFill>
                <a:schemeClr val="tx2"/>
              </a:solidFill>
              <a:latin typeface="Symbol" panose="05050102010706020507" pitchFamily="18" charset="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利用安培环路定理解题一</a:t>
            </a:r>
          </a:p>
        </p:txBody>
      </p:sp>
      <p:graphicFrame>
        <p:nvGraphicFramePr>
          <p:cNvPr id="111619" name="Object 3"/>
          <p:cNvGraphicFramePr>
            <a:graphicFrameLocks noChangeAspect="1"/>
          </p:cNvGraphicFramePr>
          <p:nvPr/>
        </p:nvGraphicFramePr>
        <p:xfrm>
          <a:off x="9201150" y="638175"/>
          <a:ext cx="185738" cy="241300"/>
        </p:xfrm>
        <a:graphic>
          <a:graphicData uri="http://schemas.openxmlformats.org/presentationml/2006/ole">
            <mc:AlternateContent xmlns:mc="http://schemas.openxmlformats.org/markup-compatibility/2006">
              <mc:Choice xmlns:v="urn:schemas-microsoft-com:vml" Requires="v">
                <p:oleObj spid="_x0000_s111830" name="Equation" r:id="rId4" imgW="126780" imgH="164814" progId="Equation.DSMT4">
                  <p:embed/>
                </p:oleObj>
              </mc:Choice>
              <mc:Fallback>
                <p:oleObj name="Equation" r:id="rId4" imgW="126780" imgH="164814"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1150" y="638175"/>
                        <a:ext cx="185738"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620" name="Text Box 4"/>
          <p:cNvSpPr txBox="1">
            <a:spLocks noChangeArrowheads="1"/>
          </p:cNvSpPr>
          <p:nvPr/>
        </p:nvSpPr>
        <p:spPr bwMode="auto">
          <a:xfrm>
            <a:off x="2135189" y="819151"/>
            <a:ext cx="67960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例</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横截面为园的无限长载流直导线的磁场分布</a:t>
            </a:r>
            <a:r>
              <a:rPr lang="en-US" altLang="zh-CN" sz="2400">
                <a:latin typeface="Times New Roman" panose="02020603050405020304" pitchFamily="18" charset="0"/>
                <a:ea typeface="华文行楷" panose="02010800040101010101" pitchFamily="2" charset="-122"/>
              </a:rPr>
              <a:t>.(</a:t>
            </a:r>
            <a:r>
              <a:rPr lang="zh-CN" altLang="en-US" sz="2400">
                <a:latin typeface="Times New Roman" panose="02020603050405020304" pitchFamily="18" charset="0"/>
                <a:ea typeface="华文行楷" panose="02010800040101010101" pitchFamily="2" charset="-122"/>
              </a:rPr>
              <a:t>半径</a:t>
            </a:r>
            <a:r>
              <a:rPr lang="en-US" altLang="zh-CN" sz="2400">
                <a:latin typeface="Times New Roman" panose="02020603050405020304" pitchFamily="18" charset="0"/>
                <a:ea typeface="华文行楷" panose="02010800040101010101" pitchFamily="2" charset="-122"/>
              </a:rPr>
              <a:t>R,</a:t>
            </a:r>
            <a:r>
              <a:rPr lang="zh-CN" altLang="en-US" sz="2400">
                <a:latin typeface="Times New Roman" panose="02020603050405020304" pitchFamily="18" charset="0"/>
                <a:ea typeface="华文行楷" panose="02010800040101010101" pitchFamily="2" charset="-122"/>
              </a:rPr>
              <a:t>电流</a:t>
            </a:r>
            <a:r>
              <a:rPr lang="en-US" altLang="zh-CN" sz="2400">
                <a:latin typeface="Times New Roman" panose="02020603050405020304" pitchFamily="18" charset="0"/>
                <a:ea typeface="华文行楷" panose="02010800040101010101" pitchFamily="2" charset="-122"/>
              </a:rPr>
              <a:t>I</a:t>
            </a:r>
            <a:r>
              <a:rPr lang="zh-CN" altLang="en-US" sz="2400">
                <a:latin typeface="Times New Roman" panose="02020603050405020304" pitchFamily="18" charset="0"/>
                <a:ea typeface="华文行楷" panose="02010800040101010101" pitchFamily="2" charset="-122"/>
              </a:rPr>
              <a:t>均匀通过横载面</a:t>
            </a:r>
            <a:r>
              <a:rPr lang="en-US" altLang="zh-CN" sz="2400">
                <a:latin typeface="Times New Roman" panose="02020603050405020304" pitchFamily="18" charset="0"/>
                <a:ea typeface="华文行楷" panose="02010800040101010101" pitchFamily="2" charset="-122"/>
              </a:rPr>
              <a:t>)</a:t>
            </a:r>
          </a:p>
        </p:txBody>
      </p:sp>
      <p:grpSp>
        <p:nvGrpSpPr>
          <p:cNvPr id="111621" name="Group 5"/>
          <p:cNvGrpSpPr>
            <a:grpSpLocks/>
          </p:cNvGrpSpPr>
          <p:nvPr/>
        </p:nvGrpSpPr>
        <p:grpSpPr bwMode="auto">
          <a:xfrm>
            <a:off x="8886825" y="1493838"/>
            <a:ext cx="539750" cy="2474912"/>
            <a:chOff x="4638" y="941"/>
            <a:chExt cx="340" cy="1559"/>
          </a:xfrm>
        </p:grpSpPr>
        <p:sp>
          <p:nvSpPr>
            <p:cNvPr id="111639" name="AutoShape 6"/>
            <p:cNvSpPr>
              <a:spLocks noChangeArrowheads="1"/>
            </p:cNvSpPr>
            <p:nvPr/>
          </p:nvSpPr>
          <p:spPr bwMode="auto">
            <a:xfrm>
              <a:off x="4638" y="941"/>
              <a:ext cx="340" cy="1134"/>
            </a:xfrm>
            <a:prstGeom prst="can">
              <a:avLst>
                <a:gd name="adj" fmla="val 38526"/>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11640" name="Oval 7"/>
            <p:cNvSpPr>
              <a:spLocks noChangeArrowheads="1"/>
            </p:cNvSpPr>
            <p:nvPr/>
          </p:nvSpPr>
          <p:spPr bwMode="auto">
            <a:xfrm>
              <a:off x="4638" y="2330"/>
              <a:ext cx="340" cy="170"/>
            </a:xfrm>
            <a:prstGeom prst="ellipse">
              <a:avLst/>
            </a:prstGeom>
            <a:noFill/>
            <a:ln w="9525" algn="ctr">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11641" name="Line 8"/>
            <p:cNvSpPr>
              <a:spLocks noChangeShapeType="1"/>
            </p:cNvSpPr>
            <p:nvPr/>
          </p:nvSpPr>
          <p:spPr bwMode="auto">
            <a:xfrm>
              <a:off x="4638" y="1989"/>
              <a:ext cx="0" cy="454"/>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2" name="Line 9"/>
            <p:cNvSpPr>
              <a:spLocks noChangeShapeType="1"/>
            </p:cNvSpPr>
            <p:nvPr/>
          </p:nvSpPr>
          <p:spPr bwMode="auto">
            <a:xfrm>
              <a:off x="4978" y="1990"/>
              <a:ext cx="0" cy="454"/>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1622" name="Oval 10"/>
          <p:cNvSpPr>
            <a:spLocks noChangeArrowheads="1"/>
          </p:cNvSpPr>
          <p:nvPr/>
        </p:nvSpPr>
        <p:spPr bwMode="auto">
          <a:xfrm>
            <a:off x="8391526" y="3429001"/>
            <a:ext cx="1484313" cy="765175"/>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11623" name="Line 11"/>
          <p:cNvSpPr>
            <a:spLocks noChangeShapeType="1"/>
          </p:cNvSpPr>
          <p:nvPr/>
        </p:nvSpPr>
        <p:spPr bwMode="auto">
          <a:xfrm>
            <a:off x="9156700" y="3833813"/>
            <a:ext cx="7191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4" name="Line 12"/>
          <p:cNvSpPr>
            <a:spLocks noChangeShapeType="1"/>
          </p:cNvSpPr>
          <p:nvPr/>
        </p:nvSpPr>
        <p:spPr bwMode="auto">
          <a:xfrm flipV="1">
            <a:off x="9156700" y="1538289"/>
            <a:ext cx="0" cy="3151187"/>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5" name="Line 13"/>
          <p:cNvSpPr>
            <a:spLocks noChangeShapeType="1"/>
          </p:cNvSpPr>
          <p:nvPr/>
        </p:nvSpPr>
        <p:spPr bwMode="auto">
          <a:xfrm>
            <a:off x="9156700" y="2484438"/>
            <a:ext cx="71913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6" name="Line 14"/>
          <p:cNvSpPr>
            <a:spLocks noChangeShapeType="1"/>
          </p:cNvSpPr>
          <p:nvPr/>
        </p:nvSpPr>
        <p:spPr bwMode="auto">
          <a:xfrm>
            <a:off x="9875838" y="2484439"/>
            <a:ext cx="0" cy="13493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Line 15"/>
          <p:cNvSpPr>
            <a:spLocks noChangeShapeType="1"/>
          </p:cNvSpPr>
          <p:nvPr/>
        </p:nvSpPr>
        <p:spPr bwMode="auto">
          <a:xfrm flipV="1">
            <a:off x="9156700" y="863600"/>
            <a:ext cx="0" cy="674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8" name="Line 16"/>
          <p:cNvSpPr>
            <a:spLocks noChangeShapeType="1"/>
          </p:cNvSpPr>
          <p:nvPr/>
        </p:nvSpPr>
        <p:spPr bwMode="auto">
          <a:xfrm flipH="1">
            <a:off x="9156701" y="1584325"/>
            <a:ext cx="2698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1629" name="Object 17"/>
          <p:cNvGraphicFramePr>
            <a:graphicFrameLocks noChangeAspect="1"/>
          </p:cNvGraphicFramePr>
          <p:nvPr/>
        </p:nvGraphicFramePr>
        <p:xfrm>
          <a:off x="9201150" y="1268413"/>
          <a:ext cx="223838" cy="241300"/>
        </p:xfrm>
        <a:graphic>
          <a:graphicData uri="http://schemas.openxmlformats.org/presentationml/2006/ole">
            <mc:AlternateContent xmlns:mc="http://schemas.openxmlformats.org/markup-compatibility/2006">
              <mc:Choice xmlns:v="urn:schemas-microsoft-com:vml" Requires="v">
                <p:oleObj spid="_x0000_s111831" name="Equation" r:id="rId6" imgW="152268" imgH="164957" progId="Equation.DSMT4">
                  <p:embed/>
                </p:oleObj>
              </mc:Choice>
              <mc:Fallback>
                <p:oleObj name="Equation" r:id="rId6" imgW="152268" imgH="164957" progId="Equation.DSMT4">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1150" y="1268413"/>
                        <a:ext cx="223838"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0" name="Object 18"/>
          <p:cNvGraphicFramePr>
            <a:graphicFrameLocks noChangeAspect="1"/>
          </p:cNvGraphicFramePr>
          <p:nvPr/>
        </p:nvGraphicFramePr>
        <p:xfrm>
          <a:off x="9499600" y="2195514"/>
          <a:ext cx="166688" cy="185737"/>
        </p:xfrm>
        <a:graphic>
          <a:graphicData uri="http://schemas.openxmlformats.org/presentationml/2006/ole">
            <mc:AlternateContent xmlns:mc="http://schemas.openxmlformats.org/markup-compatibility/2006">
              <mc:Choice xmlns:v="urn:schemas-microsoft-com:vml" Requires="v">
                <p:oleObj spid="_x0000_s111832" name="Equation" r:id="rId8" imgW="114102" imgH="126780" progId="Equation.DSMT4">
                  <p:embed/>
                </p:oleObj>
              </mc:Choice>
              <mc:Fallback>
                <p:oleObj name="Equation" r:id="rId8" imgW="114102" imgH="12678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99600" y="2195514"/>
                        <a:ext cx="166688"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1" name="Object 19"/>
          <p:cNvGraphicFramePr>
            <a:graphicFrameLocks noChangeAspect="1"/>
          </p:cNvGraphicFramePr>
          <p:nvPr/>
        </p:nvGraphicFramePr>
        <p:xfrm>
          <a:off x="9894888" y="2365375"/>
          <a:ext cx="222250" cy="242888"/>
        </p:xfrm>
        <a:graphic>
          <a:graphicData uri="http://schemas.openxmlformats.org/presentationml/2006/ole">
            <mc:AlternateContent xmlns:mc="http://schemas.openxmlformats.org/markup-compatibility/2006">
              <mc:Choice xmlns:v="urn:schemas-microsoft-com:vml" Requires="v">
                <p:oleObj spid="_x0000_s111833" name="Equation" r:id="rId10" imgW="152268" imgH="164957" progId="Equation.DSMT4">
                  <p:embed/>
                </p:oleObj>
              </mc:Choice>
              <mc:Fallback>
                <p:oleObj name="Equation" r:id="rId10" imgW="152268" imgH="164957"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94888" y="2365375"/>
                        <a:ext cx="222250"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2" name="Object 20"/>
          <p:cNvGraphicFramePr>
            <a:graphicFrameLocks noChangeAspect="1"/>
          </p:cNvGraphicFramePr>
          <p:nvPr/>
        </p:nvGraphicFramePr>
        <p:xfrm>
          <a:off x="9561514" y="3563939"/>
          <a:ext cx="166687" cy="185737"/>
        </p:xfrm>
        <a:graphic>
          <a:graphicData uri="http://schemas.openxmlformats.org/presentationml/2006/ole">
            <mc:AlternateContent xmlns:mc="http://schemas.openxmlformats.org/markup-compatibility/2006">
              <mc:Choice xmlns:v="urn:schemas-microsoft-com:vml" Requires="v">
                <p:oleObj spid="_x0000_s111834" name="Equation" r:id="rId12" imgW="114102" imgH="126780" progId="Equation.DSMT4">
                  <p:embed/>
                </p:oleObj>
              </mc:Choice>
              <mc:Fallback>
                <p:oleObj name="Equation" r:id="rId12" imgW="114102" imgH="126780"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61514" y="3563939"/>
                        <a:ext cx="166687" cy="18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3" name="Object 21"/>
          <p:cNvGraphicFramePr>
            <a:graphicFrameLocks noChangeAspect="1"/>
          </p:cNvGraphicFramePr>
          <p:nvPr/>
        </p:nvGraphicFramePr>
        <p:xfrm>
          <a:off x="3395664" y="1808163"/>
          <a:ext cx="1857375" cy="538162"/>
        </p:xfrm>
        <a:graphic>
          <a:graphicData uri="http://schemas.openxmlformats.org/presentationml/2006/ole">
            <mc:AlternateContent xmlns:mc="http://schemas.openxmlformats.org/markup-compatibility/2006">
              <mc:Choice xmlns:v="urn:schemas-microsoft-com:vml" Requires="v">
                <p:oleObj spid="_x0000_s111835" name="Equation" r:id="rId14" imgW="1270000" imgH="368300" progId="Equation.DSMT4">
                  <p:embed/>
                </p:oleObj>
              </mc:Choice>
              <mc:Fallback>
                <p:oleObj name="Equation" r:id="rId14" imgW="1270000" imgH="368300" progId="Equation.DSMT4">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95664" y="1808163"/>
                        <a:ext cx="1857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4" name="Object 22"/>
          <p:cNvGraphicFramePr>
            <a:graphicFrameLocks noChangeAspect="1"/>
          </p:cNvGraphicFramePr>
          <p:nvPr/>
        </p:nvGraphicFramePr>
        <p:xfrm>
          <a:off x="3575051" y="2438400"/>
          <a:ext cx="631825" cy="260350"/>
        </p:xfrm>
        <a:graphic>
          <a:graphicData uri="http://schemas.openxmlformats.org/presentationml/2006/ole">
            <mc:AlternateContent xmlns:mc="http://schemas.openxmlformats.org/markup-compatibility/2006">
              <mc:Choice xmlns:v="urn:schemas-microsoft-com:vml" Requires="v">
                <p:oleObj spid="_x0000_s111836" name="Equation" r:id="rId16" imgW="431425" imgH="177646" progId="Equation.DSMT4">
                  <p:embed/>
                </p:oleObj>
              </mc:Choice>
              <mc:Fallback>
                <p:oleObj name="Equation" r:id="rId16" imgW="431425" imgH="177646" progId="Equation.DSMT4">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75051" y="2438400"/>
                        <a:ext cx="6318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5" name="Object 23"/>
          <p:cNvGraphicFramePr>
            <a:graphicFrameLocks noChangeAspect="1"/>
          </p:cNvGraphicFramePr>
          <p:nvPr/>
        </p:nvGraphicFramePr>
        <p:xfrm>
          <a:off x="4835526" y="2303464"/>
          <a:ext cx="836613" cy="574675"/>
        </p:xfrm>
        <a:graphic>
          <a:graphicData uri="http://schemas.openxmlformats.org/presentationml/2006/ole">
            <mc:AlternateContent xmlns:mc="http://schemas.openxmlformats.org/markup-compatibility/2006">
              <mc:Choice xmlns:v="urn:schemas-microsoft-com:vml" Requires="v">
                <p:oleObj spid="_x0000_s111837" name="Equation" r:id="rId18" imgW="571252" imgH="393529" progId="Equation.DSMT4">
                  <p:embed/>
                </p:oleObj>
              </mc:Choice>
              <mc:Fallback>
                <p:oleObj name="Equation" r:id="rId18" imgW="571252" imgH="393529" progId="Equation.DSMT4">
                  <p:embed/>
                  <p:pic>
                    <p:nvPicPr>
                      <p:cNvPr id="0"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35526" y="2303464"/>
                        <a:ext cx="836613"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6" name="Object 24"/>
          <p:cNvGraphicFramePr>
            <a:graphicFrameLocks noChangeAspect="1"/>
          </p:cNvGraphicFramePr>
          <p:nvPr/>
        </p:nvGraphicFramePr>
        <p:xfrm>
          <a:off x="3495676" y="3159125"/>
          <a:ext cx="612775" cy="260350"/>
        </p:xfrm>
        <a:graphic>
          <a:graphicData uri="http://schemas.openxmlformats.org/presentationml/2006/ole">
            <mc:AlternateContent xmlns:mc="http://schemas.openxmlformats.org/markup-compatibility/2006">
              <mc:Choice xmlns:v="urn:schemas-microsoft-com:vml" Requires="v">
                <p:oleObj spid="_x0000_s111838" name="Equation" r:id="rId20" imgW="418918" imgH="177723" progId="Equation.DSMT4">
                  <p:embed/>
                </p:oleObj>
              </mc:Choice>
              <mc:Fallback>
                <p:oleObj name="Equation" r:id="rId20" imgW="418918" imgH="177723" progId="Equation.DSMT4">
                  <p:embed/>
                  <p:pic>
                    <p:nvPicPr>
                      <p:cNvPr id="0"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95676" y="3159125"/>
                        <a:ext cx="61277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7" name="Object 25"/>
          <p:cNvGraphicFramePr>
            <a:graphicFrameLocks noChangeAspect="1"/>
          </p:cNvGraphicFramePr>
          <p:nvPr/>
        </p:nvGraphicFramePr>
        <p:xfrm>
          <a:off x="3305176" y="3563939"/>
          <a:ext cx="2824163" cy="668337"/>
        </p:xfrm>
        <a:graphic>
          <a:graphicData uri="http://schemas.openxmlformats.org/presentationml/2006/ole">
            <mc:AlternateContent xmlns:mc="http://schemas.openxmlformats.org/markup-compatibility/2006">
              <mc:Choice xmlns:v="urn:schemas-microsoft-com:vml" Requires="v">
                <p:oleObj spid="_x0000_s111839" name="Equation" r:id="rId22" imgW="1930400" imgH="457200" progId="Equation.DSMT4">
                  <p:embed/>
                </p:oleObj>
              </mc:Choice>
              <mc:Fallback>
                <p:oleObj name="Equation" r:id="rId22" imgW="1930400" imgH="457200" progId="Equation.DSMT4">
                  <p:embed/>
                  <p:pic>
                    <p:nvPicPr>
                      <p:cNvPr id="0" name="Object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05176" y="3563939"/>
                        <a:ext cx="2824163" cy="66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8" name="Object 26"/>
          <p:cNvGraphicFramePr>
            <a:graphicFrameLocks noChangeAspect="1"/>
          </p:cNvGraphicFramePr>
          <p:nvPr/>
        </p:nvGraphicFramePr>
        <p:xfrm>
          <a:off x="3486151" y="4598989"/>
          <a:ext cx="1095375" cy="574675"/>
        </p:xfrm>
        <a:graphic>
          <a:graphicData uri="http://schemas.openxmlformats.org/presentationml/2006/ole">
            <mc:AlternateContent xmlns:mc="http://schemas.openxmlformats.org/markup-compatibility/2006">
              <mc:Choice xmlns:v="urn:schemas-microsoft-com:vml" Requires="v">
                <p:oleObj spid="_x0000_s111840" name="Equation" r:id="rId24" imgW="748975" imgH="393529" progId="Equation.DSMT4">
                  <p:embed/>
                </p:oleObj>
              </mc:Choice>
              <mc:Fallback>
                <p:oleObj name="Equation" r:id="rId24" imgW="748975" imgH="393529" progId="Equation.DSMT4">
                  <p:embed/>
                  <p:pic>
                    <p:nvPicPr>
                      <p:cNvPr id="0" name="Object 2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86151" y="4598989"/>
                        <a:ext cx="1095375"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利用安培环路定理解题二</a:t>
            </a:r>
          </a:p>
        </p:txBody>
      </p:sp>
      <p:graphicFrame>
        <p:nvGraphicFramePr>
          <p:cNvPr id="113667" name="Object 3"/>
          <p:cNvGraphicFramePr>
            <a:graphicFrameLocks noChangeAspect="1"/>
          </p:cNvGraphicFramePr>
          <p:nvPr/>
        </p:nvGraphicFramePr>
        <p:xfrm>
          <a:off x="9201151" y="1943100"/>
          <a:ext cx="130175" cy="241300"/>
        </p:xfrm>
        <a:graphic>
          <a:graphicData uri="http://schemas.openxmlformats.org/presentationml/2006/ole">
            <mc:AlternateContent xmlns:mc="http://schemas.openxmlformats.org/markup-compatibility/2006">
              <mc:Choice xmlns:v="urn:schemas-microsoft-com:vml" Requires="v">
                <p:oleObj spid="_x0000_s114074" name="Equation" r:id="rId4" imgW="88707" imgH="164742" progId="Equation.DSMT4">
                  <p:embed/>
                </p:oleObj>
              </mc:Choice>
              <mc:Fallback>
                <p:oleObj name="Equation" r:id="rId4" imgW="88707" imgH="16474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1151" y="1943100"/>
                        <a:ext cx="130175"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68" name="Text Box 4"/>
          <p:cNvSpPr txBox="1">
            <a:spLocks noChangeArrowheads="1"/>
          </p:cNvSpPr>
          <p:nvPr/>
        </p:nvSpPr>
        <p:spPr bwMode="auto">
          <a:xfrm>
            <a:off x="2135189" y="819151"/>
            <a:ext cx="67960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例</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电流均匀分布在无限大平面导体薄板上</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面电流密度为</a:t>
            </a:r>
            <a:r>
              <a:rPr lang="en-US" altLang="zh-CN" sz="2400">
                <a:latin typeface="华文行楷" panose="02010800040101010101" pitchFamily="2" charset="-122"/>
                <a:ea typeface="华文行楷" panose="02010800040101010101" pitchFamily="2" charset="-122"/>
              </a:rPr>
              <a:t>i</a:t>
            </a:r>
            <a:r>
              <a:rPr lang="en-US" altLang="zh-CN" sz="2400" i="1">
                <a:latin typeface="Times New Roman" panose="02020603050405020304" pitchFamily="18" charset="0"/>
                <a:ea typeface="华文行楷" panose="02010800040101010101" pitchFamily="2" charset="-122"/>
              </a:rPr>
              <a:t>,</a:t>
            </a:r>
            <a:r>
              <a:rPr lang="zh-CN" altLang="en-US" sz="2400" i="1">
                <a:latin typeface="Times New Roman" panose="02020603050405020304" pitchFamily="18" charset="0"/>
                <a:ea typeface="华文行楷" panose="02010800040101010101" pitchFamily="2" charset="-122"/>
              </a:rPr>
              <a:t>空间磁场分布情况</a:t>
            </a:r>
            <a:r>
              <a:rPr lang="en-US" altLang="zh-CN" sz="2400" i="1">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sp>
        <p:nvSpPr>
          <p:cNvPr id="113669" name="Line 5"/>
          <p:cNvSpPr>
            <a:spLocks noChangeShapeType="1"/>
          </p:cNvSpPr>
          <p:nvPr/>
        </p:nvSpPr>
        <p:spPr bwMode="auto">
          <a:xfrm flipV="1">
            <a:off x="9156700" y="1314450"/>
            <a:ext cx="0" cy="674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3670" name="Object 6"/>
          <p:cNvGraphicFramePr>
            <a:graphicFrameLocks noChangeAspect="1"/>
          </p:cNvGraphicFramePr>
          <p:nvPr/>
        </p:nvGraphicFramePr>
        <p:xfrm>
          <a:off x="10110789" y="1673225"/>
          <a:ext cx="204787" cy="241300"/>
        </p:xfrm>
        <a:graphic>
          <a:graphicData uri="http://schemas.openxmlformats.org/presentationml/2006/ole">
            <mc:AlternateContent xmlns:mc="http://schemas.openxmlformats.org/markup-compatibility/2006">
              <mc:Choice xmlns:v="urn:schemas-microsoft-com:vml" Requires="v">
                <p:oleObj spid="_x0000_s114075" name="Equation" r:id="rId6" imgW="139579" imgH="164957" progId="Equation.DSMT4">
                  <p:embed/>
                </p:oleObj>
              </mc:Choice>
              <mc:Fallback>
                <p:oleObj name="Equation" r:id="rId6" imgW="139579" imgH="164957"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10789" y="1673225"/>
                        <a:ext cx="2047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1" name="Object 7"/>
          <p:cNvGraphicFramePr>
            <a:graphicFrameLocks noChangeAspect="1"/>
          </p:cNvGraphicFramePr>
          <p:nvPr/>
        </p:nvGraphicFramePr>
        <p:xfrm>
          <a:off x="9156700" y="2663825"/>
          <a:ext cx="185738" cy="204788"/>
        </p:xfrm>
        <a:graphic>
          <a:graphicData uri="http://schemas.openxmlformats.org/presentationml/2006/ole">
            <mc:AlternateContent xmlns:mc="http://schemas.openxmlformats.org/markup-compatibility/2006">
              <mc:Choice xmlns:v="urn:schemas-microsoft-com:vml" Requires="v">
                <p:oleObj spid="_x0000_s114076" name="Equation" r:id="rId8" imgW="126835" imgH="139518" progId="Equation.DSMT4">
                  <p:embed/>
                </p:oleObj>
              </mc:Choice>
              <mc:Fallback>
                <p:oleObj name="Equation" r:id="rId8" imgW="126835" imgH="139518"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56700" y="2663825"/>
                        <a:ext cx="185738" cy="20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2" name="Object 8"/>
          <p:cNvGraphicFramePr>
            <a:graphicFrameLocks noChangeAspect="1"/>
          </p:cNvGraphicFramePr>
          <p:nvPr/>
        </p:nvGraphicFramePr>
        <p:xfrm>
          <a:off x="9921875" y="2708275"/>
          <a:ext cx="222250" cy="242888"/>
        </p:xfrm>
        <a:graphic>
          <a:graphicData uri="http://schemas.openxmlformats.org/presentationml/2006/ole">
            <mc:AlternateContent xmlns:mc="http://schemas.openxmlformats.org/markup-compatibility/2006">
              <mc:Choice xmlns:v="urn:schemas-microsoft-com:vml" Requires="v">
                <p:oleObj spid="_x0000_s114077" name="Equation" r:id="rId10" imgW="152268" imgH="164957" progId="Equation.DSMT4">
                  <p:embed/>
                </p:oleObj>
              </mc:Choice>
              <mc:Fallback>
                <p:oleObj name="Equation" r:id="rId10" imgW="152268" imgH="164957"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21875" y="2708275"/>
                        <a:ext cx="222250"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3" name="Object 9"/>
          <p:cNvGraphicFramePr>
            <a:graphicFrameLocks noChangeAspect="1"/>
          </p:cNvGraphicFramePr>
          <p:nvPr/>
        </p:nvGraphicFramePr>
        <p:xfrm>
          <a:off x="9561513" y="2889250"/>
          <a:ext cx="222250" cy="241300"/>
        </p:xfrm>
        <a:graphic>
          <a:graphicData uri="http://schemas.openxmlformats.org/presentationml/2006/ole">
            <mc:AlternateContent xmlns:mc="http://schemas.openxmlformats.org/markup-compatibility/2006">
              <mc:Choice xmlns:v="urn:schemas-microsoft-com:vml" Requires="v">
                <p:oleObj spid="_x0000_s114078" name="Equation" r:id="rId12" imgW="152268" imgH="164957" progId="Equation.DSMT4">
                  <p:embed/>
                </p:oleObj>
              </mc:Choice>
              <mc:Fallback>
                <p:oleObj name="Equation" r:id="rId12" imgW="152268" imgH="164957"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61513" y="2889250"/>
                        <a:ext cx="22225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4" name="Object 10"/>
          <p:cNvGraphicFramePr>
            <a:graphicFrameLocks noChangeAspect="1"/>
          </p:cNvGraphicFramePr>
          <p:nvPr/>
        </p:nvGraphicFramePr>
        <p:xfrm>
          <a:off x="3081339" y="2214563"/>
          <a:ext cx="1616075" cy="373062"/>
        </p:xfrm>
        <a:graphic>
          <a:graphicData uri="http://schemas.openxmlformats.org/presentationml/2006/ole">
            <mc:AlternateContent xmlns:mc="http://schemas.openxmlformats.org/markup-compatibility/2006">
              <mc:Choice xmlns:v="urn:schemas-microsoft-com:vml" Requires="v">
                <p:oleObj spid="_x0000_s114079" name="Equation" r:id="rId14" imgW="1104900" imgH="254000" progId="Equation.DSMT4">
                  <p:embed/>
                </p:oleObj>
              </mc:Choice>
              <mc:Fallback>
                <p:oleObj name="Equation" r:id="rId14" imgW="1104900" imgH="254000" progId="Equation.DSMT4">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81339" y="2214563"/>
                        <a:ext cx="1616075"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5" name="Object 11"/>
          <p:cNvGraphicFramePr>
            <a:graphicFrameLocks noChangeAspect="1"/>
          </p:cNvGraphicFramePr>
          <p:nvPr/>
        </p:nvGraphicFramePr>
        <p:xfrm>
          <a:off x="3170239" y="2619376"/>
          <a:ext cx="835025" cy="576263"/>
        </p:xfrm>
        <a:graphic>
          <a:graphicData uri="http://schemas.openxmlformats.org/presentationml/2006/ole">
            <mc:AlternateContent xmlns:mc="http://schemas.openxmlformats.org/markup-compatibility/2006">
              <mc:Choice xmlns:v="urn:schemas-microsoft-com:vml" Requires="v">
                <p:oleObj spid="_x0000_s114080" name="Equation" r:id="rId16" imgW="571252" imgH="393529" progId="Equation.DSMT4">
                  <p:embed/>
                </p:oleObj>
              </mc:Choice>
              <mc:Fallback>
                <p:oleObj name="Equation" r:id="rId16" imgW="571252" imgH="393529" progId="Equation.DSMT4">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70239" y="2619376"/>
                        <a:ext cx="8350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6" name="AutoShape 12"/>
          <p:cNvSpPr>
            <a:spLocks noChangeArrowheads="1"/>
          </p:cNvSpPr>
          <p:nvPr/>
        </p:nvSpPr>
        <p:spPr bwMode="auto">
          <a:xfrm>
            <a:off x="7896226" y="2438401"/>
            <a:ext cx="2430463" cy="404813"/>
          </a:xfrm>
          <a:prstGeom prst="parallelogram">
            <a:avLst>
              <a:gd name="adj" fmla="val 150098"/>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13677" name="AutoShape 13"/>
          <p:cNvSpPr>
            <a:spLocks noChangeArrowheads="1"/>
          </p:cNvSpPr>
          <p:nvPr/>
        </p:nvSpPr>
        <p:spPr bwMode="auto">
          <a:xfrm rot="20891212">
            <a:off x="8661400" y="1898651"/>
            <a:ext cx="1035050" cy="1484313"/>
          </a:xfrm>
          <a:prstGeom prst="parallelogram">
            <a:avLst>
              <a:gd name="adj" fmla="val 34051"/>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13678" name="Line 14"/>
          <p:cNvSpPr>
            <a:spLocks noChangeShapeType="1"/>
          </p:cNvSpPr>
          <p:nvPr/>
        </p:nvSpPr>
        <p:spPr bwMode="auto">
          <a:xfrm>
            <a:off x="9156700" y="1898650"/>
            <a:ext cx="0" cy="153035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9" name="Line 15"/>
          <p:cNvSpPr>
            <a:spLocks noChangeShapeType="1"/>
          </p:cNvSpPr>
          <p:nvPr/>
        </p:nvSpPr>
        <p:spPr bwMode="auto">
          <a:xfrm>
            <a:off x="8210551" y="2663825"/>
            <a:ext cx="2295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Line 16"/>
          <p:cNvSpPr>
            <a:spLocks noChangeShapeType="1"/>
          </p:cNvSpPr>
          <p:nvPr/>
        </p:nvSpPr>
        <p:spPr bwMode="auto">
          <a:xfrm flipV="1">
            <a:off x="8840788" y="1943101"/>
            <a:ext cx="1441450" cy="9001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3681" name="Object 17"/>
          <p:cNvGraphicFramePr>
            <a:graphicFrameLocks noChangeAspect="1"/>
          </p:cNvGraphicFramePr>
          <p:nvPr/>
        </p:nvGraphicFramePr>
        <p:xfrm>
          <a:off x="7869238" y="2393950"/>
          <a:ext cx="277812" cy="242888"/>
        </p:xfrm>
        <a:graphic>
          <a:graphicData uri="http://schemas.openxmlformats.org/presentationml/2006/ole">
            <mc:AlternateContent xmlns:mc="http://schemas.openxmlformats.org/markup-compatibility/2006">
              <mc:Choice xmlns:v="urn:schemas-microsoft-com:vml" Requires="v">
                <p:oleObj spid="_x0000_s114081" name="Equation" r:id="rId18" imgW="190335" imgH="164957" progId="Equation.DSMT4">
                  <p:embed/>
                </p:oleObj>
              </mc:Choice>
              <mc:Fallback>
                <p:oleObj name="Equation" r:id="rId18" imgW="190335" imgH="164957"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69238" y="2393950"/>
                        <a:ext cx="277812" cy="24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2" name="Object 18"/>
          <p:cNvGraphicFramePr>
            <a:graphicFrameLocks noChangeAspect="1"/>
          </p:cNvGraphicFramePr>
          <p:nvPr/>
        </p:nvGraphicFramePr>
        <p:xfrm>
          <a:off x="10290176" y="2771775"/>
          <a:ext cx="187325" cy="204788"/>
        </p:xfrm>
        <a:graphic>
          <a:graphicData uri="http://schemas.openxmlformats.org/presentationml/2006/ole">
            <mc:AlternateContent xmlns:mc="http://schemas.openxmlformats.org/markup-compatibility/2006">
              <mc:Choice xmlns:v="urn:schemas-microsoft-com:vml" Requires="v">
                <p:oleObj spid="_x0000_s114082" name="Equation" r:id="rId20" imgW="126835" imgH="139518" progId="Equation.DSMT4">
                  <p:embed/>
                </p:oleObj>
              </mc:Choice>
              <mc:Fallback>
                <p:oleObj name="Equation" r:id="rId20" imgW="126835" imgH="139518" progId="Equation.DSMT4">
                  <p:embed/>
                  <p:pic>
                    <p:nvPicPr>
                      <p:cNvPr id="0" name="Object 1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290176" y="2771775"/>
                        <a:ext cx="187325" cy="20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3" name="Object 19"/>
          <p:cNvGraphicFramePr>
            <a:graphicFrameLocks noChangeAspect="1"/>
          </p:cNvGraphicFramePr>
          <p:nvPr/>
        </p:nvGraphicFramePr>
        <p:xfrm>
          <a:off x="9166225" y="1250950"/>
          <a:ext cx="185738" cy="185738"/>
        </p:xfrm>
        <a:graphic>
          <a:graphicData uri="http://schemas.openxmlformats.org/presentationml/2006/ole">
            <mc:AlternateContent xmlns:mc="http://schemas.openxmlformats.org/markup-compatibility/2006">
              <mc:Choice xmlns:v="urn:schemas-microsoft-com:vml" Requires="v">
                <p:oleObj spid="_x0000_s114083" name="Equation" r:id="rId22" imgW="126725" imgH="126725" progId="Equation.DSMT4">
                  <p:embed/>
                </p:oleObj>
              </mc:Choice>
              <mc:Fallback>
                <p:oleObj name="Equation" r:id="rId22" imgW="126725" imgH="126725" progId="Equation.DSMT4">
                  <p:embed/>
                  <p:pic>
                    <p:nvPicPr>
                      <p:cNvPr id="0" name="Object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66225" y="1250950"/>
                        <a:ext cx="185738"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4" name="Object 20"/>
          <p:cNvGraphicFramePr>
            <a:graphicFrameLocks noChangeAspect="1"/>
          </p:cNvGraphicFramePr>
          <p:nvPr/>
        </p:nvGraphicFramePr>
        <p:xfrm>
          <a:off x="10236200" y="2168525"/>
          <a:ext cx="222250" cy="241300"/>
        </p:xfrm>
        <a:graphic>
          <a:graphicData uri="http://schemas.openxmlformats.org/presentationml/2006/ole">
            <mc:AlternateContent xmlns:mc="http://schemas.openxmlformats.org/markup-compatibility/2006">
              <mc:Choice xmlns:v="urn:schemas-microsoft-com:vml" Requires="v">
                <p:oleObj spid="_x0000_s114084" name="Equation" r:id="rId24" imgW="152268" imgH="164957" progId="Equation.DSMT4">
                  <p:embed/>
                </p:oleObj>
              </mc:Choice>
              <mc:Fallback>
                <p:oleObj name="Equation" r:id="rId24" imgW="152268" imgH="164957" progId="Equation.DSMT4">
                  <p:embed/>
                  <p:pic>
                    <p:nvPicPr>
                      <p:cNvPr id="0" name="Object 2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236200" y="2168525"/>
                        <a:ext cx="22225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5" name="Object 21"/>
          <p:cNvGraphicFramePr>
            <a:graphicFrameLocks noChangeAspect="1"/>
          </p:cNvGraphicFramePr>
          <p:nvPr/>
        </p:nvGraphicFramePr>
        <p:xfrm>
          <a:off x="8345488" y="2071688"/>
          <a:ext cx="222250" cy="258762"/>
        </p:xfrm>
        <a:graphic>
          <a:graphicData uri="http://schemas.openxmlformats.org/presentationml/2006/ole">
            <mc:AlternateContent xmlns:mc="http://schemas.openxmlformats.org/markup-compatibility/2006">
              <mc:Choice xmlns:v="urn:schemas-microsoft-com:vml" Requires="v">
                <p:oleObj spid="_x0000_s114085" name="Equation" r:id="rId26" imgW="152202" imgH="177569" progId="Equation.DSMT4">
                  <p:embed/>
                </p:oleObj>
              </mc:Choice>
              <mc:Fallback>
                <p:oleObj name="Equation" r:id="rId26" imgW="152202" imgH="177569" progId="Equation.DSMT4">
                  <p:embed/>
                  <p:pic>
                    <p:nvPicPr>
                      <p:cNvPr id="0" name="Object 2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345488" y="2071688"/>
                        <a:ext cx="222250" cy="258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86" name="Object 22"/>
          <p:cNvGraphicFramePr>
            <a:graphicFrameLocks noChangeAspect="1"/>
          </p:cNvGraphicFramePr>
          <p:nvPr/>
        </p:nvGraphicFramePr>
        <p:xfrm>
          <a:off x="7662863" y="2933700"/>
          <a:ext cx="239712" cy="241300"/>
        </p:xfrm>
        <a:graphic>
          <a:graphicData uri="http://schemas.openxmlformats.org/presentationml/2006/ole">
            <mc:AlternateContent xmlns:mc="http://schemas.openxmlformats.org/markup-compatibility/2006">
              <mc:Choice xmlns:v="urn:schemas-microsoft-com:vml" Requires="v">
                <p:oleObj spid="_x0000_s114086" name="Equation" r:id="rId28" imgW="164885" imgH="164885" progId="Equation.DSMT4">
                  <p:embed/>
                </p:oleObj>
              </mc:Choice>
              <mc:Fallback>
                <p:oleObj name="Equation" r:id="rId28" imgW="164885" imgH="164885" progId="Equation.DSMT4">
                  <p:embed/>
                  <p:pic>
                    <p:nvPicPr>
                      <p:cNvPr id="0" name="Object 2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662863" y="2933700"/>
                        <a:ext cx="239712"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87" name="Line 23"/>
          <p:cNvSpPr>
            <a:spLocks noChangeShapeType="1"/>
          </p:cNvSpPr>
          <p:nvPr/>
        </p:nvSpPr>
        <p:spPr bwMode="auto">
          <a:xfrm flipV="1">
            <a:off x="9156700" y="2079625"/>
            <a:ext cx="0" cy="5842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8" name="Text Box 24"/>
          <p:cNvSpPr txBox="1">
            <a:spLocks noChangeArrowheads="1"/>
          </p:cNvSpPr>
          <p:nvPr/>
        </p:nvSpPr>
        <p:spPr bwMode="auto">
          <a:xfrm>
            <a:off x="2765426" y="1719263"/>
            <a:ext cx="4321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由于对称性</a:t>
            </a:r>
            <a:r>
              <a:rPr lang="en-US" altLang="zh-CN" sz="1800">
                <a:latin typeface="Symbol" panose="05050102010706020507" pitchFamily="18" charset="2"/>
              </a:rPr>
              <a:t>:</a:t>
            </a:r>
            <a:r>
              <a:rPr lang="zh-CN" altLang="en-US" sz="1800">
                <a:latin typeface="Symbol" panose="05050102010706020507" pitchFamily="18" charset="2"/>
              </a:rPr>
              <a:t>磁场只有沿</a:t>
            </a:r>
            <a:r>
              <a:rPr lang="en-US" altLang="zh-CN" sz="1800">
                <a:latin typeface="Times New Roman" panose="02020603050405020304" pitchFamily="18" charset="0"/>
              </a:rPr>
              <a:t>Y</a:t>
            </a:r>
            <a:r>
              <a:rPr lang="zh-CN" altLang="en-US" sz="1800">
                <a:latin typeface="Times New Roman" panose="02020603050405020304" pitchFamily="18" charset="0"/>
              </a:rPr>
              <a:t>轴方向的分量</a:t>
            </a:r>
            <a:endParaRPr lang="zh-CN" altLang="en-US" sz="1800">
              <a:latin typeface="Symbol" panose="05050102010706020507" pitchFamily="18" charset="2"/>
            </a:endParaRPr>
          </a:p>
        </p:txBody>
      </p:sp>
      <p:graphicFrame>
        <p:nvGraphicFramePr>
          <p:cNvPr id="113689" name="Object 25"/>
          <p:cNvGraphicFramePr>
            <a:graphicFrameLocks noChangeAspect="1"/>
          </p:cNvGraphicFramePr>
          <p:nvPr/>
        </p:nvGraphicFramePr>
        <p:xfrm>
          <a:off x="4746625" y="2619376"/>
          <a:ext cx="1633538" cy="576263"/>
        </p:xfrm>
        <a:graphic>
          <a:graphicData uri="http://schemas.openxmlformats.org/presentationml/2006/ole">
            <mc:AlternateContent xmlns:mc="http://schemas.openxmlformats.org/markup-compatibility/2006">
              <mc:Choice xmlns:v="urn:schemas-microsoft-com:vml" Requires="v">
                <p:oleObj spid="_x0000_s114087" name="Equation" r:id="rId30" imgW="1117115" imgH="393529" progId="Equation.DSMT4">
                  <p:embed/>
                </p:oleObj>
              </mc:Choice>
              <mc:Fallback>
                <p:oleObj name="Equation" r:id="rId30" imgW="1117115" imgH="393529" progId="Equation.DSMT4">
                  <p:embed/>
                  <p:pic>
                    <p:nvPicPr>
                      <p:cNvPr id="0" name="Object 2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46625" y="2619376"/>
                        <a:ext cx="16335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90" name="Text Box 26"/>
          <p:cNvSpPr txBox="1">
            <a:spLocks noChangeArrowheads="1"/>
          </p:cNvSpPr>
          <p:nvPr/>
        </p:nvSpPr>
        <p:spPr bwMode="auto">
          <a:xfrm>
            <a:off x="1730375" y="3429000"/>
            <a:ext cx="621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例</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绕在园环上的线圈叫做螺线管</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半径</a:t>
            </a:r>
            <a:r>
              <a:rPr lang="en-US" altLang="zh-CN" sz="2400">
                <a:latin typeface="华文行楷" panose="02010800040101010101" pitchFamily="2" charset="-122"/>
                <a:ea typeface="华文行楷" panose="02010800040101010101" pitchFamily="2" charset="-122"/>
              </a:rPr>
              <a:t>:</a:t>
            </a:r>
            <a:r>
              <a:rPr lang="en-US" altLang="zh-CN" sz="2400">
                <a:latin typeface="Times New Roman" panose="02020603050405020304" pitchFamily="18" charset="0"/>
                <a:ea typeface="华文行楷" panose="02010800040101010101" pitchFamily="2" charset="-122"/>
              </a:rPr>
              <a:t>R,N,I</a:t>
            </a:r>
          </a:p>
        </p:txBody>
      </p:sp>
      <p:pic>
        <p:nvPicPr>
          <p:cNvPr id="113691" name="Picture 2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986714" y="3473451"/>
            <a:ext cx="248602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13692" name="Object 28"/>
          <p:cNvGraphicFramePr>
            <a:graphicFrameLocks noChangeAspect="1"/>
          </p:cNvGraphicFramePr>
          <p:nvPr/>
        </p:nvGraphicFramePr>
        <p:xfrm>
          <a:off x="2360613" y="4014788"/>
          <a:ext cx="1504950" cy="336550"/>
        </p:xfrm>
        <a:graphic>
          <a:graphicData uri="http://schemas.openxmlformats.org/presentationml/2006/ole">
            <mc:AlternateContent xmlns:mc="http://schemas.openxmlformats.org/markup-compatibility/2006">
              <mc:Choice xmlns:v="urn:schemas-microsoft-com:vml" Requires="v">
                <p:oleObj spid="_x0000_s114088" name="Equation" r:id="rId33" imgW="1028700" imgH="228600" progId="Equation.DSMT4">
                  <p:embed/>
                </p:oleObj>
              </mc:Choice>
              <mc:Fallback>
                <p:oleObj name="Equation" r:id="rId33" imgW="1028700" imgH="228600" progId="Equation.DSMT4">
                  <p:embed/>
                  <p:pic>
                    <p:nvPicPr>
                      <p:cNvPr id="0" name="Object 2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360613" y="4014788"/>
                        <a:ext cx="15049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3" name="Object 29"/>
          <p:cNvGraphicFramePr>
            <a:graphicFrameLocks noChangeAspect="1"/>
          </p:cNvGraphicFramePr>
          <p:nvPr/>
        </p:nvGraphicFramePr>
        <p:xfrm>
          <a:off x="4217989" y="3938589"/>
          <a:ext cx="1208087" cy="579437"/>
        </p:xfrm>
        <a:graphic>
          <a:graphicData uri="http://schemas.openxmlformats.org/presentationml/2006/ole">
            <mc:AlternateContent xmlns:mc="http://schemas.openxmlformats.org/markup-compatibility/2006">
              <mc:Choice xmlns:v="urn:schemas-microsoft-com:vml" Requires="v">
                <p:oleObj spid="_x0000_s114089" name="Equation" r:id="rId35" imgW="825500" imgH="393700" progId="Equation.DSMT4">
                  <p:embed/>
                </p:oleObj>
              </mc:Choice>
              <mc:Fallback>
                <p:oleObj name="Equation" r:id="rId35" imgW="825500" imgH="393700" progId="Equation.DSMT4">
                  <p:embed/>
                  <p:pic>
                    <p:nvPicPr>
                      <p:cNvPr id="0" name="Object 2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217989" y="3938589"/>
                        <a:ext cx="120808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4" name="Object 30"/>
          <p:cNvGraphicFramePr>
            <a:graphicFrameLocks noChangeAspect="1"/>
          </p:cNvGraphicFramePr>
          <p:nvPr/>
        </p:nvGraphicFramePr>
        <p:xfrm>
          <a:off x="2316164" y="4778375"/>
          <a:ext cx="1411287" cy="336550"/>
        </p:xfrm>
        <a:graphic>
          <a:graphicData uri="http://schemas.openxmlformats.org/presentationml/2006/ole">
            <mc:AlternateContent xmlns:mc="http://schemas.openxmlformats.org/markup-compatibility/2006">
              <mc:Choice xmlns:v="urn:schemas-microsoft-com:vml" Requires="v">
                <p:oleObj spid="_x0000_s114090" name="Equation" r:id="rId37" imgW="965200" imgH="228600" progId="Equation.DSMT4">
                  <p:embed/>
                </p:oleObj>
              </mc:Choice>
              <mc:Fallback>
                <p:oleObj name="Equation" r:id="rId37" imgW="965200" imgH="228600" progId="Equation.DSMT4">
                  <p:embed/>
                  <p:pic>
                    <p:nvPicPr>
                      <p:cNvPr id="0" name="Object 3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316164" y="4778375"/>
                        <a:ext cx="1411287"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5" name="Object 31"/>
          <p:cNvGraphicFramePr>
            <a:graphicFrameLocks noChangeAspect="1"/>
          </p:cNvGraphicFramePr>
          <p:nvPr/>
        </p:nvGraphicFramePr>
        <p:xfrm>
          <a:off x="4632325" y="4814889"/>
          <a:ext cx="1189038" cy="261937"/>
        </p:xfrm>
        <a:graphic>
          <a:graphicData uri="http://schemas.openxmlformats.org/presentationml/2006/ole">
            <mc:AlternateContent xmlns:mc="http://schemas.openxmlformats.org/markup-compatibility/2006">
              <mc:Choice xmlns:v="urn:schemas-microsoft-com:vml" Requires="v">
                <p:oleObj spid="_x0000_s114091" name="Equation" r:id="rId39" imgW="812447" imgH="177723" progId="Equation.DSMT4">
                  <p:embed/>
                </p:oleObj>
              </mc:Choice>
              <mc:Fallback>
                <p:oleObj name="Equation" r:id="rId39" imgW="812447" imgH="177723" progId="Equation.DSMT4">
                  <p:embed/>
                  <p:pic>
                    <p:nvPicPr>
                      <p:cNvPr id="0" name="Object 3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32325" y="4814889"/>
                        <a:ext cx="1189038"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6" name="Object 32"/>
          <p:cNvGraphicFramePr>
            <a:graphicFrameLocks noChangeAspect="1"/>
          </p:cNvGraphicFramePr>
          <p:nvPr/>
        </p:nvGraphicFramePr>
        <p:xfrm>
          <a:off x="2181226" y="5184775"/>
          <a:ext cx="1858963" cy="579438"/>
        </p:xfrm>
        <a:graphic>
          <a:graphicData uri="http://schemas.openxmlformats.org/presentationml/2006/ole">
            <mc:AlternateContent xmlns:mc="http://schemas.openxmlformats.org/markup-compatibility/2006">
              <mc:Choice xmlns:v="urn:schemas-microsoft-com:vml" Requires="v">
                <p:oleObj spid="_x0000_s114092" name="Equation" r:id="rId41" imgW="1269449" imgH="393529" progId="Equation.DSMT4">
                  <p:embed/>
                </p:oleObj>
              </mc:Choice>
              <mc:Fallback>
                <p:oleObj name="Equation" r:id="rId41" imgW="1269449" imgH="393529" progId="Equation.DSMT4">
                  <p:embed/>
                  <p:pic>
                    <p:nvPicPr>
                      <p:cNvPr id="0" name="Object 3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181226" y="5184775"/>
                        <a:ext cx="18589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7" name="Object 33"/>
          <p:cNvGraphicFramePr>
            <a:graphicFrameLocks noChangeAspect="1"/>
          </p:cNvGraphicFramePr>
          <p:nvPr/>
        </p:nvGraphicFramePr>
        <p:xfrm>
          <a:off x="2360613" y="5768975"/>
          <a:ext cx="855662" cy="579438"/>
        </p:xfrm>
        <a:graphic>
          <a:graphicData uri="http://schemas.openxmlformats.org/presentationml/2006/ole">
            <mc:AlternateContent xmlns:mc="http://schemas.openxmlformats.org/markup-compatibility/2006">
              <mc:Choice xmlns:v="urn:schemas-microsoft-com:vml" Requires="v">
                <p:oleObj spid="_x0000_s114093" name="Equation" r:id="rId43" imgW="583947" imgH="393529" progId="Equation.DSMT4">
                  <p:embed/>
                </p:oleObj>
              </mc:Choice>
              <mc:Fallback>
                <p:oleObj name="Equation" r:id="rId43" imgW="583947" imgH="393529" progId="Equation.DSMT4">
                  <p:embed/>
                  <p:pic>
                    <p:nvPicPr>
                      <p:cNvPr id="0" name="Object 3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360613" y="5768975"/>
                        <a:ext cx="8556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8" name="Object 34"/>
          <p:cNvGraphicFramePr>
            <a:graphicFrameLocks noChangeAspect="1"/>
          </p:cNvGraphicFramePr>
          <p:nvPr/>
        </p:nvGraphicFramePr>
        <p:xfrm>
          <a:off x="4205289" y="5499100"/>
          <a:ext cx="928687" cy="673100"/>
        </p:xfrm>
        <a:graphic>
          <a:graphicData uri="http://schemas.openxmlformats.org/presentationml/2006/ole">
            <mc:AlternateContent xmlns:mc="http://schemas.openxmlformats.org/markup-compatibility/2006">
              <mc:Choice xmlns:v="urn:schemas-microsoft-com:vml" Requires="v">
                <p:oleObj spid="_x0000_s114094" name="Equation" r:id="rId45" imgW="634725" imgH="457002" progId="Equation.DSMT4">
                  <p:embed/>
                </p:oleObj>
              </mc:Choice>
              <mc:Fallback>
                <p:oleObj name="Equation" r:id="rId45" imgW="634725" imgH="457002" progId="Equation.DSMT4">
                  <p:embed/>
                  <p:pic>
                    <p:nvPicPr>
                      <p:cNvPr id="0" name="Object 34"/>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205289" y="5499100"/>
                        <a:ext cx="928687"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99" name="Object 35"/>
          <p:cNvGraphicFramePr>
            <a:graphicFrameLocks noChangeAspect="1"/>
          </p:cNvGraphicFramePr>
          <p:nvPr/>
        </p:nvGraphicFramePr>
        <p:xfrm>
          <a:off x="5895976" y="5683250"/>
          <a:ext cx="798513" cy="300038"/>
        </p:xfrm>
        <a:graphic>
          <a:graphicData uri="http://schemas.openxmlformats.org/presentationml/2006/ole">
            <mc:AlternateContent xmlns:mc="http://schemas.openxmlformats.org/markup-compatibility/2006">
              <mc:Choice xmlns:v="urn:schemas-microsoft-com:vml" Requires="v">
                <p:oleObj spid="_x0000_s114095" name="Equation" r:id="rId47" imgW="545626" imgH="203024" progId="Equation.DSMT4">
                  <p:embed/>
                </p:oleObj>
              </mc:Choice>
              <mc:Fallback>
                <p:oleObj name="Equation" r:id="rId47" imgW="545626" imgH="203024" progId="Equation.DSMT4">
                  <p:embed/>
                  <p:pic>
                    <p:nvPicPr>
                      <p:cNvPr id="0" name="Object 35"/>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5895976" y="5683250"/>
                        <a:ext cx="798513"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zh-CN" altLang="en-US" sz="4000"/>
              <a:t>验算一下沿圆形载流线圈轴线的积分？</a:t>
            </a:r>
          </a:p>
        </p:txBody>
      </p:sp>
      <p:graphicFrame>
        <p:nvGraphicFramePr>
          <p:cNvPr id="115715" name="Object 4"/>
          <p:cNvGraphicFramePr>
            <a:graphicFrameLocks noGrp="1" noChangeAspect="1"/>
          </p:cNvGraphicFramePr>
          <p:nvPr>
            <p:ph sz="half" idx="1"/>
          </p:nvPr>
        </p:nvGraphicFramePr>
        <p:xfrm>
          <a:off x="2586039" y="1989139"/>
          <a:ext cx="2008187" cy="1417637"/>
        </p:xfrm>
        <a:graphic>
          <a:graphicData uri="http://schemas.openxmlformats.org/presentationml/2006/ole">
            <mc:AlternateContent xmlns:mc="http://schemas.openxmlformats.org/markup-compatibility/2006">
              <mc:Choice xmlns:v="urn:schemas-microsoft-com:vml" Requires="v">
                <p:oleObj spid="_x0000_s115769" name="Equation" r:id="rId4" imgW="647700" imgH="457200" progId="Equation.DSMT4">
                  <p:embed/>
                </p:oleObj>
              </mc:Choice>
              <mc:Fallback>
                <p:oleObj name="Equation" r:id="rId4" imgW="647700" imgH="4572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9" y="1989139"/>
                        <a:ext cx="2008187" cy="1417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6" name="Object 6"/>
          <p:cNvGraphicFramePr>
            <a:graphicFrameLocks noGrp="1" noChangeAspect="1"/>
          </p:cNvGraphicFramePr>
          <p:nvPr>
            <p:ph sz="half" idx="2"/>
          </p:nvPr>
        </p:nvGraphicFramePr>
        <p:xfrm>
          <a:off x="6410326" y="1943101"/>
          <a:ext cx="3122613" cy="1338263"/>
        </p:xfrm>
        <a:graphic>
          <a:graphicData uri="http://schemas.openxmlformats.org/presentationml/2006/ole">
            <mc:AlternateContent xmlns:mc="http://schemas.openxmlformats.org/markup-compatibility/2006">
              <mc:Choice xmlns:v="urn:schemas-microsoft-com:vml" Requires="v">
                <p:oleObj spid="_x0000_s115770" name="Equation" r:id="rId6" imgW="1244600" imgH="533400" progId="Equation.DSMT4">
                  <p:embed/>
                </p:oleObj>
              </mc:Choice>
              <mc:Fallback>
                <p:oleObj name="Equation" r:id="rId6" imgW="1244600" imgH="5334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0326" y="1943101"/>
                        <a:ext cx="3122613" cy="1338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4"/>
          <p:cNvGraphicFramePr>
            <a:graphicFrameLocks noChangeAspect="1"/>
          </p:cNvGraphicFramePr>
          <p:nvPr/>
        </p:nvGraphicFramePr>
        <p:xfrm>
          <a:off x="2586039" y="3833813"/>
          <a:ext cx="7019925" cy="971550"/>
        </p:xfrm>
        <a:graphic>
          <a:graphicData uri="http://schemas.openxmlformats.org/presentationml/2006/ole">
            <mc:AlternateContent xmlns:mc="http://schemas.openxmlformats.org/markup-compatibility/2006">
              <mc:Choice xmlns:v="urn:schemas-microsoft-com:vml" Requires="v">
                <p:oleObj spid="_x0000_s115771" name="Equation" r:id="rId8" imgW="3670300" imgH="508000" progId="Equation.DSMT4">
                  <p:embed/>
                </p:oleObj>
              </mc:Choice>
              <mc:Fallback>
                <p:oleObj name="Equation" r:id="rId8" imgW="3670300" imgH="5080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6039" y="3833813"/>
                        <a:ext cx="7019925"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稳恒磁场的矢量势</a:t>
            </a:r>
            <a:r>
              <a:rPr lang="en-US" altLang="zh-CN" sz="3200">
                <a:solidFill>
                  <a:srgbClr val="0000CC"/>
                </a:solidFill>
                <a:ea typeface="华文隶书" panose="02010800040101010101" pitchFamily="2" charset="-122"/>
              </a:rPr>
              <a:t>(</a:t>
            </a:r>
            <a:r>
              <a:rPr lang="zh-CN" altLang="en-US" sz="3200">
                <a:solidFill>
                  <a:srgbClr val="0000CC"/>
                </a:solidFill>
                <a:ea typeface="华文隶书" panose="02010800040101010101" pitchFamily="2" charset="-122"/>
              </a:rPr>
              <a:t>磁矢势</a:t>
            </a:r>
            <a:r>
              <a:rPr lang="en-US" altLang="zh-CN" sz="3200">
                <a:solidFill>
                  <a:srgbClr val="0000CC"/>
                </a:solidFill>
                <a:ea typeface="华文隶书" panose="02010800040101010101" pitchFamily="2" charset="-122"/>
              </a:rPr>
              <a:t>)</a:t>
            </a:r>
          </a:p>
        </p:txBody>
      </p:sp>
      <p:sp>
        <p:nvSpPr>
          <p:cNvPr id="117763" name="Text Box 3"/>
          <p:cNvSpPr txBox="1">
            <a:spLocks noChangeArrowheads="1"/>
          </p:cNvSpPr>
          <p:nvPr/>
        </p:nvSpPr>
        <p:spPr bwMode="auto">
          <a:xfrm>
            <a:off x="3800476" y="998538"/>
            <a:ext cx="139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电学中</a:t>
            </a:r>
            <a:r>
              <a:rPr lang="en-US" altLang="zh-CN" sz="2400">
                <a:latin typeface="华文行楷" panose="02010800040101010101" pitchFamily="2" charset="-122"/>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17764" name="Object 4"/>
          <p:cNvGraphicFramePr>
            <a:graphicFrameLocks noChangeAspect="1"/>
          </p:cNvGraphicFramePr>
          <p:nvPr/>
        </p:nvGraphicFramePr>
        <p:xfrm>
          <a:off x="5702301" y="998539"/>
          <a:ext cx="2100263" cy="541337"/>
        </p:xfrm>
        <a:graphic>
          <a:graphicData uri="http://schemas.openxmlformats.org/presentationml/2006/ole">
            <mc:AlternateContent xmlns:mc="http://schemas.openxmlformats.org/markup-compatibility/2006">
              <mc:Choice xmlns:v="urn:schemas-microsoft-com:vml" Requires="v">
                <p:oleObj spid="_x0000_s118074" name="Equation" r:id="rId4" imgW="1435100" imgH="368300" progId="Equation.DSMT4">
                  <p:embed/>
                </p:oleObj>
              </mc:Choice>
              <mc:Fallback>
                <p:oleObj name="Equation" r:id="rId4" imgW="1435100" imgH="3683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2301" y="998539"/>
                        <a:ext cx="2100263"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65" name="Object 5"/>
          <p:cNvGraphicFramePr>
            <a:graphicFrameLocks noChangeAspect="1"/>
          </p:cNvGraphicFramePr>
          <p:nvPr/>
        </p:nvGraphicFramePr>
        <p:xfrm>
          <a:off x="3035301" y="2708275"/>
          <a:ext cx="1317625" cy="446088"/>
        </p:xfrm>
        <a:graphic>
          <a:graphicData uri="http://schemas.openxmlformats.org/presentationml/2006/ole">
            <mc:AlternateContent xmlns:mc="http://schemas.openxmlformats.org/markup-compatibility/2006">
              <mc:Choice xmlns:v="urn:schemas-microsoft-com:vml" Requires="v">
                <p:oleObj spid="_x0000_s118075" name="Equation" r:id="rId6" imgW="901309" imgH="304668" progId="Equation.DSMT4">
                  <p:embed/>
                </p:oleObj>
              </mc:Choice>
              <mc:Fallback>
                <p:oleObj name="Equation" r:id="rId6" imgW="901309" imgH="304668"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5301" y="2708275"/>
                        <a:ext cx="1317625"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66" name="Object 6"/>
          <p:cNvGraphicFramePr>
            <a:graphicFrameLocks noChangeAspect="1"/>
          </p:cNvGraphicFramePr>
          <p:nvPr/>
        </p:nvGraphicFramePr>
        <p:xfrm>
          <a:off x="5286375" y="2754313"/>
          <a:ext cx="928688" cy="315912"/>
        </p:xfrm>
        <a:graphic>
          <a:graphicData uri="http://schemas.openxmlformats.org/presentationml/2006/ole">
            <mc:AlternateContent xmlns:mc="http://schemas.openxmlformats.org/markup-compatibility/2006">
              <mc:Choice xmlns:v="urn:schemas-microsoft-com:vml" Requires="v">
                <p:oleObj spid="_x0000_s118076" name="Equation" r:id="rId8" imgW="634449" imgH="215713" progId="Equation.DSMT4">
                  <p:embed/>
                </p:oleObj>
              </mc:Choice>
              <mc:Fallback>
                <p:oleObj name="Equation" r:id="rId8" imgW="634449" imgH="215713"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6375" y="2754313"/>
                        <a:ext cx="928688"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67" name="Text Box 7"/>
          <p:cNvSpPr txBox="1">
            <a:spLocks noChangeArrowheads="1"/>
          </p:cNvSpPr>
          <p:nvPr/>
        </p:nvSpPr>
        <p:spPr bwMode="auto">
          <a:xfrm>
            <a:off x="6321425" y="2708275"/>
            <a:ext cx="364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400" b="1">
                <a:solidFill>
                  <a:srgbClr val="FF0000"/>
                </a:solidFill>
                <a:latin typeface="Times New Roman" panose="02020603050405020304" pitchFamily="18" charset="0"/>
                <a:ea typeface="华文行楷" panose="02010800040101010101" pitchFamily="2" charset="-122"/>
              </a:rPr>
              <a:t>A</a:t>
            </a:r>
            <a:r>
              <a:rPr lang="en-US" altLang="zh-CN" sz="2400">
                <a:latin typeface="华文行楷" panose="02010800040101010101" pitchFamily="2" charset="-122"/>
                <a:ea typeface="华文行楷" panose="02010800040101010101" pitchFamily="2" charset="-122"/>
              </a:rPr>
              <a:t>:</a:t>
            </a:r>
            <a:r>
              <a:rPr lang="zh-CN" altLang="en-US" sz="2400">
                <a:latin typeface="华文行楷" panose="02010800040101010101" pitchFamily="2" charset="-122"/>
                <a:ea typeface="华文行楷" panose="02010800040101010101" pitchFamily="2" charset="-122"/>
              </a:rPr>
              <a:t>稳恒磁场中的磁矢势</a:t>
            </a:r>
            <a:endParaRPr lang="zh-CN" altLang="en-US" sz="2400">
              <a:latin typeface="Times New Roman" panose="02020603050405020304" pitchFamily="18" charset="0"/>
              <a:ea typeface="华文行楷" panose="02010800040101010101" pitchFamily="2" charset="-122"/>
            </a:endParaRPr>
          </a:p>
        </p:txBody>
      </p:sp>
      <p:graphicFrame>
        <p:nvGraphicFramePr>
          <p:cNvPr id="117768" name="Object 8"/>
          <p:cNvGraphicFramePr>
            <a:graphicFrameLocks noChangeAspect="1"/>
          </p:cNvGraphicFramePr>
          <p:nvPr/>
        </p:nvGraphicFramePr>
        <p:xfrm>
          <a:off x="3017839" y="3203575"/>
          <a:ext cx="3343275" cy="711200"/>
        </p:xfrm>
        <a:graphic>
          <a:graphicData uri="http://schemas.openxmlformats.org/presentationml/2006/ole">
            <mc:AlternateContent xmlns:mc="http://schemas.openxmlformats.org/markup-compatibility/2006">
              <mc:Choice xmlns:v="urn:schemas-microsoft-com:vml" Requires="v">
                <p:oleObj spid="_x0000_s118077" name="Equation" r:id="rId10" imgW="2286000" imgH="482600" progId="Equation.DSMT4">
                  <p:embed/>
                </p:oleObj>
              </mc:Choice>
              <mc:Fallback>
                <p:oleObj name="Equation" r:id="rId10" imgW="2286000" imgH="4826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17839" y="3203575"/>
                        <a:ext cx="3343275"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69" name="Object 9"/>
          <p:cNvGraphicFramePr>
            <a:graphicFrameLocks noChangeAspect="1"/>
          </p:cNvGraphicFramePr>
          <p:nvPr/>
        </p:nvGraphicFramePr>
        <p:xfrm>
          <a:off x="6569075" y="3429000"/>
          <a:ext cx="1449388" cy="298450"/>
        </p:xfrm>
        <a:graphic>
          <a:graphicData uri="http://schemas.openxmlformats.org/presentationml/2006/ole">
            <mc:AlternateContent xmlns:mc="http://schemas.openxmlformats.org/markup-compatibility/2006">
              <mc:Choice xmlns:v="urn:schemas-microsoft-com:vml" Requires="v">
                <p:oleObj spid="_x0000_s118078" name="Equation" r:id="rId12" imgW="990170" imgH="203112" progId="Equation.DSMT4">
                  <p:embed/>
                </p:oleObj>
              </mc:Choice>
              <mc:Fallback>
                <p:oleObj name="Equation" r:id="rId12" imgW="990170" imgH="203112"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69075" y="3429000"/>
                        <a:ext cx="1449388"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0" name="Object 10"/>
          <p:cNvGraphicFramePr>
            <a:graphicFrameLocks noChangeAspect="1"/>
          </p:cNvGraphicFramePr>
          <p:nvPr/>
        </p:nvGraphicFramePr>
        <p:xfrm>
          <a:off x="3035300" y="4059238"/>
          <a:ext cx="1930400" cy="298450"/>
        </p:xfrm>
        <a:graphic>
          <a:graphicData uri="http://schemas.openxmlformats.org/presentationml/2006/ole">
            <mc:AlternateContent xmlns:mc="http://schemas.openxmlformats.org/markup-compatibility/2006">
              <mc:Choice xmlns:v="urn:schemas-microsoft-com:vml" Requires="v">
                <p:oleObj spid="_x0000_s118079" name="Equation" r:id="rId14" imgW="1320227" imgH="203112" progId="Equation.DSMT4">
                  <p:embed/>
                </p:oleObj>
              </mc:Choice>
              <mc:Fallback>
                <p:oleObj name="Equation" r:id="rId14" imgW="1320227" imgH="203112" progId="Equation.DSMT4">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35300" y="4059238"/>
                        <a:ext cx="1930400"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1" name="Object 11"/>
          <p:cNvGraphicFramePr>
            <a:graphicFrameLocks noChangeAspect="1"/>
          </p:cNvGraphicFramePr>
          <p:nvPr/>
        </p:nvGraphicFramePr>
        <p:xfrm>
          <a:off x="5195889" y="3968750"/>
          <a:ext cx="3214687" cy="425450"/>
        </p:xfrm>
        <a:graphic>
          <a:graphicData uri="http://schemas.openxmlformats.org/presentationml/2006/ole">
            <mc:AlternateContent xmlns:mc="http://schemas.openxmlformats.org/markup-compatibility/2006">
              <mc:Choice xmlns:v="urn:schemas-microsoft-com:vml" Requires="v">
                <p:oleObj spid="_x0000_s118080" name="Equation" r:id="rId16" imgW="2197100" imgH="279400" progId="Equation.DSMT4">
                  <p:embed/>
                </p:oleObj>
              </mc:Choice>
              <mc:Fallback>
                <p:oleObj name="Equation" r:id="rId16" imgW="2197100" imgH="279400" progId="Equation.DSMT4">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95889" y="3968750"/>
                        <a:ext cx="3214687"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2" name="Object 12"/>
          <p:cNvGraphicFramePr>
            <a:graphicFrameLocks noChangeAspect="1"/>
          </p:cNvGraphicFramePr>
          <p:nvPr/>
        </p:nvGraphicFramePr>
        <p:xfrm>
          <a:off x="2855914" y="5319713"/>
          <a:ext cx="2473325" cy="692150"/>
        </p:xfrm>
        <a:graphic>
          <a:graphicData uri="http://schemas.openxmlformats.org/presentationml/2006/ole">
            <mc:AlternateContent xmlns:mc="http://schemas.openxmlformats.org/markup-compatibility/2006">
              <mc:Choice xmlns:v="urn:schemas-microsoft-com:vml" Requires="v">
                <p:oleObj spid="_x0000_s118081" name="Equation" r:id="rId18" imgW="1689100" imgH="469900" progId="Equation.DSMT4">
                  <p:embed/>
                </p:oleObj>
              </mc:Choice>
              <mc:Fallback>
                <p:oleObj name="Equation" r:id="rId18" imgW="1689100" imgH="469900" progId="Equation.DSMT4">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55914" y="5319713"/>
                        <a:ext cx="2473325" cy="69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73" name="Text Box 13"/>
          <p:cNvSpPr txBox="1">
            <a:spLocks noChangeArrowheads="1"/>
          </p:cNvSpPr>
          <p:nvPr/>
        </p:nvSpPr>
        <p:spPr bwMode="auto">
          <a:xfrm>
            <a:off x="2405063" y="1628775"/>
            <a:ext cx="1395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磁学中</a:t>
            </a:r>
            <a:r>
              <a:rPr lang="en-US" altLang="zh-CN" sz="2400">
                <a:latin typeface="华文行楷" panose="02010800040101010101" pitchFamily="2" charset="-122"/>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17774" name="Object 14"/>
          <p:cNvGraphicFramePr>
            <a:graphicFrameLocks noChangeAspect="1"/>
          </p:cNvGraphicFramePr>
          <p:nvPr/>
        </p:nvGraphicFramePr>
        <p:xfrm>
          <a:off x="3981450" y="1538289"/>
          <a:ext cx="2508250" cy="541337"/>
        </p:xfrm>
        <a:graphic>
          <a:graphicData uri="http://schemas.openxmlformats.org/presentationml/2006/ole">
            <mc:AlternateContent xmlns:mc="http://schemas.openxmlformats.org/markup-compatibility/2006">
              <mc:Choice xmlns:v="urn:schemas-microsoft-com:vml" Requires="v">
                <p:oleObj spid="_x0000_s118082" name="Equation" r:id="rId20" imgW="1714500" imgH="368300" progId="Equation.DSMT4">
                  <p:embed/>
                </p:oleObj>
              </mc:Choice>
              <mc:Fallback>
                <p:oleObj name="Equation" r:id="rId20" imgW="1714500" imgH="368300" progId="Equation.DSMT4">
                  <p:embed/>
                  <p:pic>
                    <p:nvPicPr>
                      <p:cNvPr id="0" name="Object 1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81450" y="1538289"/>
                        <a:ext cx="250825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5" name="Object 15"/>
          <p:cNvGraphicFramePr>
            <a:graphicFrameLocks noChangeAspect="1"/>
          </p:cNvGraphicFramePr>
          <p:nvPr/>
        </p:nvGraphicFramePr>
        <p:xfrm>
          <a:off x="4186239" y="2114550"/>
          <a:ext cx="2098675" cy="560388"/>
        </p:xfrm>
        <a:graphic>
          <a:graphicData uri="http://schemas.openxmlformats.org/presentationml/2006/ole">
            <mc:AlternateContent xmlns:mc="http://schemas.openxmlformats.org/markup-compatibility/2006">
              <mc:Choice xmlns:v="urn:schemas-microsoft-com:vml" Requires="v">
                <p:oleObj spid="_x0000_s118083" name="Equation" r:id="rId22" imgW="1435100" imgH="381000" progId="Equation.DSMT4">
                  <p:embed/>
                </p:oleObj>
              </mc:Choice>
              <mc:Fallback>
                <p:oleObj name="Equation" r:id="rId22" imgW="1435100" imgH="381000" progId="Equation.DSMT4">
                  <p:embed/>
                  <p:pic>
                    <p:nvPicPr>
                      <p:cNvPr id="0" name="Object 1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86239" y="2114550"/>
                        <a:ext cx="2098675"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76" name="Line 16"/>
          <p:cNvSpPr>
            <a:spLocks noChangeShapeType="1"/>
          </p:cNvSpPr>
          <p:nvPr/>
        </p:nvSpPr>
        <p:spPr bwMode="auto">
          <a:xfrm>
            <a:off x="4430714" y="2889250"/>
            <a:ext cx="809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7777" name="Object 17"/>
          <p:cNvGraphicFramePr>
            <a:graphicFrameLocks noChangeAspect="1"/>
          </p:cNvGraphicFramePr>
          <p:nvPr/>
        </p:nvGraphicFramePr>
        <p:xfrm>
          <a:off x="3035300" y="4059238"/>
          <a:ext cx="1930400" cy="298450"/>
        </p:xfrm>
        <a:graphic>
          <a:graphicData uri="http://schemas.openxmlformats.org/presentationml/2006/ole">
            <mc:AlternateContent xmlns:mc="http://schemas.openxmlformats.org/markup-compatibility/2006">
              <mc:Choice xmlns:v="urn:schemas-microsoft-com:vml" Requires="v">
                <p:oleObj spid="_x0000_s118084" name="Equation" r:id="rId24" imgW="1320227" imgH="203112" progId="Equation.DSMT4">
                  <p:embed/>
                </p:oleObj>
              </mc:Choice>
              <mc:Fallback>
                <p:oleObj name="Equation" r:id="rId24" imgW="1320227" imgH="203112" progId="Equation.DSMT4">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35300" y="4059238"/>
                        <a:ext cx="1930400"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8" name="Object 18"/>
          <p:cNvGraphicFramePr>
            <a:graphicFrameLocks noChangeAspect="1"/>
          </p:cNvGraphicFramePr>
          <p:nvPr/>
        </p:nvGraphicFramePr>
        <p:xfrm>
          <a:off x="3170239" y="4554538"/>
          <a:ext cx="2022475" cy="614362"/>
        </p:xfrm>
        <a:graphic>
          <a:graphicData uri="http://schemas.openxmlformats.org/presentationml/2006/ole">
            <mc:AlternateContent xmlns:mc="http://schemas.openxmlformats.org/markup-compatibility/2006">
              <mc:Choice xmlns:v="urn:schemas-microsoft-com:vml" Requires="v">
                <p:oleObj spid="_x0000_s118085" name="Equation" r:id="rId26" imgW="1384300" imgH="419100" progId="Equation.DSMT4">
                  <p:embed/>
                </p:oleObj>
              </mc:Choice>
              <mc:Fallback>
                <p:oleObj name="Equation" r:id="rId26" imgW="1384300" imgH="419100" progId="Equation.DSMT4">
                  <p:embed/>
                  <p:pic>
                    <p:nvPicPr>
                      <p:cNvPr id="0" name="Object 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70239" y="4554538"/>
                        <a:ext cx="2022475"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9" name="Object 19"/>
          <p:cNvGraphicFramePr>
            <a:graphicFrameLocks noChangeAspect="1"/>
          </p:cNvGraphicFramePr>
          <p:nvPr/>
        </p:nvGraphicFramePr>
        <p:xfrm>
          <a:off x="6005514" y="4508501"/>
          <a:ext cx="1093787" cy="688975"/>
        </p:xfrm>
        <a:graphic>
          <a:graphicData uri="http://schemas.openxmlformats.org/presentationml/2006/ole">
            <mc:AlternateContent xmlns:mc="http://schemas.openxmlformats.org/markup-compatibility/2006">
              <mc:Choice xmlns:v="urn:schemas-microsoft-com:vml" Requires="v">
                <p:oleObj spid="_x0000_s118086" name="Equation" r:id="rId28" imgW="749300" imgH="469900" progId="Equation.DSMT4">
                  <p:embed/>
                </p:oleObj>
              </mc:Choice>
              <mc:Fallback>
                <p:oleObj name="Equation" r:id="rId28" imgW="749300" imgH="469900" progId="Equation.DSMT4">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05514" y="4508501"/>
                        <a:ext cx="1093787"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80" name="Object 20"/>
          <p:cNvGraphicFramePr>
            <a:graphicFrameLocks noChangeAspect="1"/>
          </p:cNvGraphicFramePr>
          <p:nvPr/>
        </p:nvGraphicFramePr>
        <p:xfrm>
          <a:off x="5870576" y="5229225"/>
          <a:ext cx="2157413" cy="692150"/>
        </p:xfrm>
        <a:graphic>
          <a:graphicData uri="http://schemas.openxmlformats.org/presentationml/2006/ole">
            <mc:AlternateContent xmlns:mc="http://schemas.openxmlformats.org/markup-compatibility/2006">
              <mc:Choice xmlns:v="urn:schemas-microsoft-com:vml" Requires="v">
                <p:oleObj spid="_x0000_s118087" name="Equation" r:id="rId30" imgW="1473200" imgH="469900" progId="Equation.DSMT4">
                  <p:embed/>
                </p:oleObj>
              </mc:Choice>
              <mc:Fallback>
                <p:oleObj name="Equation" r:id="rId30" imgW="1473200" imgH="469900" progId="Equation.DSMT4">
                  <p:embed/>
                  <p:pic>
                    <p:nvPicPr>
                      <p:cNvPr id="0" name="Object 2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870576" y="5229225"/>
                        <a:ext cx="2157413" cy="69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81" name="Object 21"/>
          <p:cNvGraphicFramePr>
            <a:graphicFrameLocks noChangeAspect="1"/>
          </p:cNvGraphicFramePr>
          <p:nvPr/>
        </p:nvGraphicFramePr>
        <p:xfrm>
          <a:off x="5240338" y="5903913"/>
          <a:ext cx="1562100" cy="673100"/>
        </p:xfrm>
        <a:graphic>
          <a:graphicData uri="http://schemas.openxmlformats.org/presentationml/2006/ole">
            <mc:AlternateContent xmlns:mc="http://schemas.openxmlformats.org/markup-compatibility/2006">
              <mc:Choice xmlns:v="urn:schemas-microsoft-com:vml" Requires="v">
                <p:oleObj spid="_x0000_s118088" name="Equation" r:id="rId32" imgW="1066800" imgH="457200" progId="Equation.DSMT4">
                  <p:embed/>
                </p:oleObj>
              </mc:Choice>
              <mc:Fallback>
                <p:oleObj name="Equation" r:id="rId32" imgW="1066800" imgH="457200" progId="Equation.DSMT4">
                  <p:embed/>
                  <p:pic>
                    <p:nvPicPr>
                      <p:cNvPr id="0" name="Object 2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240338" y="5903913"/>
                        <a:ext cx="1562100"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82" name="Text Box 22"/>
          <p:cNvSpPr txBox="1">
            <a:spLocks noChangeArrowheads="1"/>
          </p:cNvSpPr>
          <p:nvPr/>
        </p:nvSpPr>
        <p:spPr bwMode="auto">
          <a:xfrm>
            <a:off x="2316163" y="6084888"/>
            <a:ext cx="364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线电流回咯</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17783" name="Object 23"/>
          <p:cNvGraphicFramePr>
            <a:graphicFrameLocks noChangeAspect="1"/>
          </p:cNvGraphicFramePr>
          <p:nvPr/>
        </p:nvGraphicFramePr>
        <p:xfrm>
          <a:off x="7585076" y="5678489"/>
          <a:ext cx="2709863" cy="985837"/>
        </p:xfrm>
        <a:graphic>
          <a:graphicData uri="http://schemas.openxmlformats.org/presentationml/2006/ole">
            <mc:AlternateContent xmlns:mc="http://schemas.openxmlformats.org/markup-compatibility/2006">
              <mc:Choice xmlns:v="urn:schemas-microsoft-com:vml" Requires="v">
                <p:oleObj spid="_x0000_s118089" name="公式" r:id="rId34" imgW="1104900" imgH="381000" progId="Equation.3">
                  <p:embed/>
                </p:oleObj>
              </mc:Choice>
              <mc:Fallback>
                <p:oleObj name="公式" r:id="rId34" imgW="1104900" imgH="381000" progId="Equation.3">
                  <p:embed/>
                  <p:pic>
                    <p:nvPicPr>
                      <p:cNvPr id="0" name="Object 2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585076" y="5678489"/>
                        <a:ext cx="2709863"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84" name="Object 24"/>
          <p:cNvGraphicFramePr>
            <a:graphicFrameLocks noChangeAspect="1"/>
          </p:cNvGraphicFramePr>
          <p:nvPr/>
        </p:nvGraphicFramePr>
        <p:xfrm>
          <a:off x="7716839" y="4733926"/>
          <a:ext cx="2746375" cy="354013"/>
        </p:xfrm>
        <a:graphic>
          <a:graphicData uri="http://schemas.openxmlformats.org/presentationml/2006/ole">
            <mc:AlternateContent xmlns:mc="http://schemas.openxmlformats.org/markup-compatibility/2006">
              <mc:Choice xmlns:v="urn:schemas-microsoft-com:vml" Requires="v">
                <p:oleObj spid="_x0000_s118090" name="Equation" r:id="rId36" imgW="1879600" imgH="241300" progId="Equation.DSMT4">
                  <p:embed/>
                </p:oleObj>
              </mc:Choice>
              <mc:Fallback>
                <p:oleObj name="Equation" r:id="rId36" imgW="1879600" imgH="241300" progId="Equation.DSMT4">
                  <p:embed/>
                  <p:pic>
                    <p:nvPicPr>
                      <p:cNvPr id="0" name="Object 2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716839" y="4733926"/>
                        <a:ext cx="2746375"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126" y="428626"/>
            <a:ext cx="2181225"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1" name="Rectangle 2"/>
          <p:cNvSpPr>
            <a:spLocks noGrp="1" noChangeArrowheads="1"/>
          </p:cNvSpPr>
          <p:nvPr>
            <p:ph type="title"/>
          </p:nvPr>
        </p:nvSpPr>
        <p:spPr>
          <a:xfrm>
            <a:off x="1992313" y="188913"/>
            <a:ext cx="4724400" cy="641350"/>
          </a:xfrm>
        </p:spPr>
        <p:txBody>
          <a:bodyPr/>
          <a:lstStyle/>
          <a:p>
            <a:pPr algn="just" eaLnBrk="1" hangingPunct="1"/>
            <a:r>
              <a:rPr lang="zh-CN" altLang="en-US" sz="3600" b="1">
                <a:latin typeface="华文中宋" panose="02010600040101010101" pitchFamily="2" charset="-122"/>
                <a:ea typeface="华文中宋" panose="02010600040101010101" pitchFamily="2" charset="-122"/>
              </a:rPr>
              <a:t>矢势公式的应用举例</a:t>
            </a:r>
            <a:endParaRPr lang="zh-CN" altLang="en-US" sz="3600" b="1">
              <a:latin typeface="Times New Roman" panose="02020603050405020304" pitchFamily="18" charset="0"/>
              <a:ea typeface="华文中宋" panose="02010600040101010101" pitchFamily="2" charset="-122"/>
            </a:endParaRPr>
          </a:p>
        </p:txBody>
      </p:sp>
      <p:sp>
        <p:nvSpPr>
          <p:cNvPr id="18435" name="Rectangle 3"/>
          <p:cNvSpPr>
            <a:spLocks noGrp="1" noChangeArrowheads="1"/>
          </p:cNvSpPr>
          <p:nvPr>
            <p:ph type="body" idx="1"/>
          </p:nvPr>
        </p:nvSpPr>
        <p:spPr>
          <a:xfrm>
            <a:off x="1774826" y="836613"/>
            <a:ext cx="6626225" cy="3313112"/>
          </a:xfrm>
        </p:spPr>
        <p:txBody>
          <a:bodyPr/>
          <a:lstStyle/>
          <a:p>
            <a:pPr eaLnBrk="1" hangingPunct="1"/>
            <a:r>
              <a:rPr lang="zh-CN" altLang="en-US" sz="2800" b="1">
                <a:latin typeface="华文中宋" panose="02010600040101010101" pitchFamily="2" charset="-122"/>
                <a:ea typeface="华文中宋" panose="02010600040101010101" pitchFamily="2" charset="-122"/>
              </a:rPr>
              <a:t>例题：一对平行无限长直导线，载有等量反向电流</a:t>
            </a:r>
            <a:r>
              <a:rPr lang="en-US" altLang="zh-CN" sz="2800" b="1" i="1">
                <a:latin typeface="Times New Roman" panose="02020603050405020304" pitchFamily="18" charset="0"/>
                <a:ea typeface="华文中宋" panose="02010600040101010101" pitchFamily="2" charset="-122"/>
              </a:rPr>
              <a:t>I</a:t>
            </a:r>
          </a:p>
          <a:p>
            <a:pPr lvl="1" eaLnBrk="1" hangingPunct="1"/>
            <a:r>
              <a:rPr lang="zh-CN" altLang="en-US" sz="2400" b="1">
                <a:latin typeface="Times New Roman" panose="02020603050405020304" pitchFamily="18" charset="0"/>
                <a:ea typeface="华文中宋" panose="02010600040101010101" pitchFamily="2" charset="-122"/>
              </a:rPr>
              <a:t>先求一根无限长直导线的磁矢势（如图）</a:t>
            </a:r>
          </a:p>
          <a:p>
            <a:pPr lvl="2" eaLnBrk="1" hangingPunct="1"/>
            <a:r>
              <a:rPr lang="zh-CN" altLang="en-US" sz="2000" b="1">
                <a:latin typeface="Times New Roman" panose="02020603050405020304" pitchFamily="18" charset="0"/>
                <a:ea typeface="华文中宋" panose="02010600040101010101" pitchFamily="2" charset="-122"/>
              </a:rPr>
              <a:t>设矢势</a:t>
            </a:r>
            <a:r>
              <a:rPr lang="en-US" altLang="zh-CN" sz="2000" b="1" i="1">
                <a:latin typeface="Times New Roman" panose="02020603050405020304" pitchFamily="18" charset="0"/>
                <a:ea typeface="华文中宋" panose="02010600040101010101" pitchFamily="2" charset="-122"/>
              </a:rPr>
              <a:t>A</a:t>
            </a:r>
            <a:r>
              <a:rPr lang="zh-CN" altLang="en-US" sz="2000" b="1">
                <a:latin typeface="Times New Roman" panose="02020603050405020304" pitchFamily="18" charset="0"/>
                <a:ea typeface="华文中宋" panose="02010600040101010101" pitchFamily="2" charset="-122"/>
              </a:rPr>
              <a:t>只有</a:t>
            </a:r>
            <a:r>
              <a:rPr lang="en-US" altLang="zh-CN" sz="2000" b="1" i="1">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分量</a:t>
            </a:r>
          </a:p>
          <a:p>
            <a:pPr lvl="2" eaLnBrk="1" hangingPunct="1"/>
            <a:r>
              <a:rPr lang="zh-CN" altLang="en-US" sz="2000" b="1">
                <a:latin typeface="Times New Roman" panose="02020603050405020304" pitchFamily="18" charset="0"/>
                <a:ea typeface="华文中宋" panose="02010600040101010101" pitchFamily="2" charset="-122"/>
              </a:rPr>
              <a:t>无限长</a:t>
            </a:r>
            <a:r>
              <a:rPr lang="en-US" altLang="zh-CN" sz="2000" b="1">
                <a:latin typeface="Times New Roman" panose="02020603050405020304" pitchFamily="18" charset="0"/>
                <a:ea typeface="华文中宋" panose="02010600040101010101" pitchFamily="2" charset="-122"/>
              </a:rPr>
              <a:t>——</a:t>
            </a:r>
            <a:r>
              <a:rPr lang="en-US" altLang="zh-CN" sz="2000" b="1" i="1">
                <a:latin typeface="Times New Roman" panose="02020603050405020304" pitchFamily="18" charset="0"/>
                <a:ea typeface="华文中宋" panose="02010600040101010101" pitchFamily="2" charset="-122"/>
              </a:rPr>
              <a:t>A</a:t>
            </a:r>
            <a:r>
              <a:rPr lang="en-US" altLang="zh-CN" sz="2000" b="1" i="1" baseline="-25000">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与</a:t>
            </a:r>
            <a:r>
              <a:rPr lang="en-US" altLang="zh-CN" sz="2000" b="1" i="1">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无关</a:t>
            </a:r>
          </a:p>
          <a:p>
            <a:pPr lvl="2" eaLnBrk="1" hangingPunct="1"/>
            <a:r>
              <a:rPr lang="zh-CN" altLang="en-US" sz="2000" b="1">
                <a:latin typeface="Times New Roman" panose="02020603050405020304" pitchFamily="18" charset="0"/>
                <a:ea typeface="华文中宋" panose="02010600040101010101" pitchFamily="2" charset="-122"/>
              </a:rPr>
              <a:t>轴对称</a:t>
            </a:r>
            <a:r>
              <a:rPr lang="en-US" altLang="zh-CN" sz="2000" b="1">
                <a:latin typeface="Times New Roman" panose="02020603050405020304" pitchFamily="18" charset="0"/>
                <a:ea typeface="华文中宋" panose="02010600040101010101" pitchFamily="2" charset="-122"/>
              </a:rPr>
              <a:t>——</a:t>
            </a:r>
            <a:r>
              <a:rPr lang="en-US" altLang="zh-CN" sz="2000" b="1" i="1">
                <a:latin typeface="Times New Roman" panose="02020603050405020304" pitchFamily="18" charset="0"/>
                <a:ea typeface="华文中宋" panose="02010600040101010101" pitchFamily="2" charset="-122"/>
              </a:rPr>
              <a:t>A</a:t>
            </a:r>
            <a:r>
              <a:rPr lang="en-US" altLang="zh-CN" sz="2000" b="1" i="1" baseline="-25000">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与</a:t>
            </a:r>
            <a:r>
              <a:rPr lang="zh-CN" altLang="en-US" sz="2000" b="1" i="1">
                <a:latin typeface="Times New Roman" panose="02020603050405020304" pitchFamily="18" charset="0"/>
                <a:ea typeface="华文中宋" panose="02010600040101010101" pitchFamily="2" charset="-122"/>
                <a:sym typeface="Symbol" panose="05050102010706020507" pitchFamily="18" charset="2"/>
              </a:rPr>
              <a:t></a:t>
            </a:r>
            <a:r>
              <a:rPr lang="zh-CN" altLang="en-US" sz="2000" b="1">
                <a:latin typeface="Times New Roman" panose="02020603050405020304" pitchFamily="18" charset="0"/>
                <a:ea typeface="华文中宋" panose="02010600040101010101" pitchFamily="2" charset="-122"/>
                <a:sym typeface="Symbol" panose="05050102010706020507" pitchFamily="18" charset="2"/>
              </a:rPr>
              <a:t>无关</a:t>
            </a:r>
          </a:p>
          <a:p>
            <a:pPr lvl="2" eaLnBrk="1" hangingPunct="1"/>
            <a:r>
              <a:rPr lang="en-US" altLang="zh-CN" sz="2000" b="1" i="1">
                <a:latin typeface="Times New Roman" panose="02020603050405020304" pitchFamily="18" charset="0"/>
                <a:ea typeface="华文中宋" panose="02010600040101010101" pitchFamily="2" charset="-122"/>
              </a:rPr>
              <a:t>A</a:t>
            </a:r>
            <a:r>
              <a:rPr lang="en-US" altLang="zh-CN" sz="2000" b="1" i="1" baseline="-25000">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只是</a:t>
            </a:r>
            <a:r>
              <a:rPr lang="zh-CN" altLang="en-US" sz="2000" b="1" i="1">
                <a:latin typeface="Times New Roman" panose="02020603050405020304" pitchFamily="18" charset="0"/>
                <a:ea typeface="华文中宋" panose="02010600040101010101" pitchFamily="2" charset="-122"/>
                <a:sym typeface="Symbol" panose="05050102010706020507" pitchFamily="18" charset="2"/>
              </a:rPr>
              <a:t></a:t>
            </a:r>
            <a:r>
              <a:rPr lang="zh-CN" altLang="en-US" sz="2000" b="1">
                <a:latin typeface="Times New Roman" panose="02020603050405020304" pitchFamily="18" charset="0"/>
                <a:ea typeface="华文中宋" panose="02010600040101010101" pitchFamily="2" charset="-122"/>
                <a:sym typeface="Symbol" panose="05050102010706020507" pitchFamily="18" charset="2"/>
              </a:rPr>
              <a:t>的函数：</a:t>
            </a:r>
            <a:r>
              <a:rPr lang="zh-CN" altLang="en-US" sz="2000" b="1" i="1">
                <a:latin typeface="Times New Roman" panose="02020603050405020304" pitchFamily="18" charset="0"/>
                <a:ea typeface="华文中宋" panose="02010600040101010101" pitchFamily="2" charset="-122"/>
                <a:sym typeface="Symbol" panose="05050102010706020507" pitchFamily="18" charset="2"/>
              </a:rPr>
              <a:t> </a:t>
            </a:r>
            <a:r>
              <a:rPr lang="en-US" altLang="zh-CN" sz="2000" b="1" i="1">
                <a:latin typeface="Times New Roman" panose="02020603050405020304" pitchFamily="18" charset="0"/>
                <a:ea typeface="华文中宋" panose="02010600040101010101" pitchFamily="2" charset="-122"/>
              </a:rPr>
              <a:t>A</a:t>
            </a:r>
            <a:r>
              <a:rPr lang="en-US" altLang="zh-CN" sz="2000" b="1" i="1" baseline="-25000">
                <a:latin typeface="Times New Roman" panose="02020603050405020304" pitchFamily="18" charset="0"/>
                <a:ea typeface="华文中宋" panose="02010600040101010101" pitchFamily="2" charset="-122"/>
              </a:rPr>
              <a:t>z</a:t>
            </a:r>
            <a:r>
              <a:rPr lang="zh-CN" altLang="en-US" sz="2000" b="1">
                <a:latin typeface="Times New Roman" panose="02020603050405020304" pitchFamily="18" charset="0"/>
                <a:ea typeface="华文中宋" panose="02010600040101010101" pitchFamily="2" charset="-122"/>
              </a:rPr>
              <a:t>＝ </a:t>
            </a:r>
            <a:r>
              <a:rPr lang="en-US" altLang="zh-CN" sz="2000" b="1" i="1">
                <a:latin typeface="Times New Roman" panose="02020603050405020304" pitchFamily="18" charset="0"/>
                <a:ea typeface="华文中宋" panose="02010600040101010101" pitchFamily="2" charset="-122"/>
              </a:rPr>
              <a:t>A</a:t>
            </a:r>
            <a:r>
              <a:rPr lang="en-US" altLang="zh-CN" sz="2000" b="1" i="1" baseline="-25000">
                <a:latin typeface="Times New Roman" panose="02020603050405020304" pitchFamily="18" charset="0"/>
                <a:ea typeface="华文中宋" panose="02010600040101010101" pitchFamily="2" charset="-122"/>
              </a:rPr>
              <a:t>z</a:t>
            </a:r>
            <a:r>
              <a:rPr lang="en-US" altLang="zh-CN" sz="2000" b="1" i="1">
                <a:latin typeface="Times New Roman" panose="02020603050405020304" pitchFamily="18" charset="0"/>
                <a:ea typeface="华文中宋" panose="02010600040101010101" pitchFamily="2" charset="-122"/>
              </a:rPr>
              <a:t>(</a:t>
            </a:r>
            <a:r>
              <a:rPr lang="en-US" altLang="zh-CN" sz="2000" b="1" i="1">
                <a:latin typeface="Times New Roman" panose="02020603050405020304" pitchFamily="18" charset="0"/>
                <a:ea typeface="华文中宋" panose="02010600040101010101" pitchFamily="2" charset="-122"/>
                <a:sym typeface="Symbol" panose="05050102010706020507" pitchFamily="18" charset="2"/>
              </a:rPr>
              <a:t>)</a:t>
            </a:r>
          </a:p>
        </p:txBody>
      </p:sp>
      <p:sp>
        <p:nvSpPr>
          <p:cNvPr id="18439" name="AutoShape 7"/>
          <p:cNvSpPr>
            <a:spLocks/>
          </p:cNvSpPr>
          <p:nvPr/>
        </p:nvSpPr>
        <p:spPr bwMode="auto">
          <a:xfrm>
            <a:off x="6705600" y="2819400"/>
            <a:ext cx="1143000" cy="381000"/>
          </a:xfrm>
          <a:prstGeom prst="borderCallout2">
            <a:avLst>
              <a:gd name="adj1" fmla="val 30000"/>
              <a:gd name="adj2" fmla="val 106667"/>
              <a:gd name="adj3" fmla="val 30000"/>
              <a:gd name="adj4" fmla="val 129583"/>
              <a:gd name="adj5" fmla="val -234167"/>
              <a:gd name="adj6" fmla="val 153472"/>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ea typeface="华文中宋" panose="02010600040101010101" pitchFamily="2" charset="-122"/>
              </a:rPr>
              <a:t>取回路</a:t>
            </a:r>
          </a:p>
        </p:txBody>
      </p:sp>
      <p:graphicFrame>
        <p:nvGraphicFramePr>
          <p:cNvPr id="30721" name="Object 1"/>
          <p:cNvGraphicFramePr>
            <a:graphicFrameLocks noChangeAspect="1"/>
          </p:cNvGraphicFramePr>
          <p:nvPr/>
        </p:nvGraphicFramePr>
        <p:xfrm>
          <a:off x="1804989" y="4221163"/>
          <a:ext cx="8662987" cy="1922462"/>
        </p:xfrm>
        <a:graphic>
          <a:graphicData uri="http://schemas.openxmlformats.org/presentationml/2006/ole">
            <mc:AlternateContent xmlns:mc="http://schemas.openxmlformats.org/markup-compatibility/2006">
              <mc:Choice xmlns:v="urn:schemas-microsoft-com:vml" Requires="v">
                <p:oleObj spid="_x0000_s119833" name="公式" r:id="rId4" imgW="3886200" imgH="863600" progId="Equation.3">
                  <p:embed/>
                </p:oleObj>
              </mc:Choice>
              <mc:Fallback>
                <p:oleObj name="公式" r:id="rId4" imgW="3886200" imgH="8636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4989" y="4221163"/>
                        <a:ext cx="8662987"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4" name="AutoShape 12"/>
          <p:cNvSpPr>
            <a:spLocks/>
          </p:cNvSpPr>
          <p:nvPr/>
        </p:nvSpPr>
        <p:spPr bwMode="auto">
          <a:xfrm>
            <a:off x="1774826" y="6173788"/>
            <a:ext cx="1736725" cy="449262"/>
          </a:xfrm>
          <a:prstGeom prst="borderCallout2">
            <a:avLst>
              <a:gd name="adj1" fmla="val 25440"/>
              <a:gd name="adj2" fmla="val 104389"/>
              <a:gd name="adj3" fmla="val 25440"/>
              <a:gd name="adj4" fmla="val 189579"/>
              <a:gd name="adj5" fmla="val -97880"/>
              <a:gd name="adj6" fmla="val 221116"/>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ea typeface="华文中宋" panose="02010600040101010101" pitchFamily="2" charset="-122"/>
              </a:rPr>
              <a:t>求磁通量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2298"/>
                                        </p:tgtEl>
                                        <p:attrNameLst>
                                          <p:attrName>style.visibility</p:attrName>
                                        </p:attrNameLst>
                                      </p:cBhvr>
                                      <p:to>
                                        <p:strVal val="visible"/>
                                      </p:to>
                                    </p:set>
                                    <p:anim calcmode="lin" valueType="num">
                                      <p:cBhvr additive="base">
                                        <p:cTn id="7" dur="500" fill="hold"/>
                                        <p:tgtEl>
                                          <p:spTgt spid="12298"/>
                                        </p:tgtEl>
                                        <p:attrNameLst>
                                          <p:attrName>ppt_x</p:attrName>
                                        </p:attrNameLst>
                                      </p:cBhvr>
                                      <p:tavLst>
                                        <p:tav tm="0">
                                          <p:val>
                                            <p:strVal val="1+#ppt_w/2"/>
                                          </p:val>
                                        </p:tav>
                                        <p:tav tm="100000">
                                          <p:val>
                                            <p:strVal val="#ppt_x"/>
                                          </p:val>
                                        </p:tav>
                                      </p:tavLst>
                                    </p:anim>
                                    <p:anim calcmode="lin" valueType="num">
                                      <p:cBhvr additive="base">
                                        <p:cTn id="8" dur="500" fill="hold"/>
                                        <p:tgtEl>
                                          <p:spTgt spid="1229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13" dur="500"/>
                                        <p:tgtEl>
                                          <p:spTgt spid="1843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8" dur="500"/>
                                        <p:tgtEl>
                                          <p:spTgt spid="18435">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23" dur="500"/>
                                        <p:tgtEl>
                                          <p:spTgt spid="18435">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8" dur="500"/>
                                        <p:tgtEl>
                                          <p:spTgt spid="18435">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33" dur="500"/>
                                        <p:tgtEl>
                                          <p:spTgt spid="18435">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8" dur="500"/>
                                        <p:tgtEl>
                                          <p:spTgt spid="18435">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843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30721"/>
                                        </p:tgtEl>
                                        <p:attrNameLst>
                                          <p:attrName>style.visibility</p:attrName>
                                        </p:attrNameLst>
                                      </p:cBhvr>
                                      <p:to>
                                        <p:strVal val="visible"/>
                                      </p:to>
                                    </p:set>
                                    <p:animEffect transition="in" filter="box(out)">
                                      <p:cBhvr>
                                        <p:cTn id="47" dur="500"/>
                                        <p:tgtEl>
                                          <p:spTgt spid="3072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8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5" autoUpdateAnimBg="0"/>
      <p:bldP spid="18439" grpId="0" animBg="1" autoUpdateAnimBg="0"/>
      <p:bldP spid="18444"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4" name="Object 4"/>
          <p:cNvGraphicFramePr>
            <a:graphicFrameLocks noChangeAspect="1"/>
          </p:cNvGraphicFramePr>
          <p:nvPr/>
        </p:nvGraphicFramePr>
        <p:xfrm>
          <a:off x="7467601" y="304800"/>
          <a:ext cx="2849563" cy="3429000"/>
        </p:xfrm>
        <a:graphic>
          <a:graphicData uri="http://schemas.openxmlformats.org/presentationml/2006/ole">
            <mc:AlternateContent xmlns:mc="http://schemas.openxmlformats.org/markup-compatibility/2006">
              <mc:Choice xmlns:v="urn:schemas-microsoft-com:vml" Requires="v">
                <p:oleObj spid="_x0000_s120915" name="位图图像" r:id="rId3" imgW="2343477" imgH="2819794" progId="Paint.Picture">
                  <p:embed/>
                </p:oleObj>
              </mc:Choice>
              <mc:Fallback>
                <p:oleObj name="位图图像" r:id="rId3" imgW="2343477" imgH="2819794"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1" y="304800"/>
                        <a:ext cx="2849563"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5"/>
          <p:cNvGraphicFramePr>
            <a:graphicFrameLocks noChangeAspect="1"/>
          </p:cNvGraphicFramePr>
          <p:nvPr/>
        </p:nvGraphicFramePr>
        <p:xfrm>
          <a:off x="2041526" y="838201"/>
          <a:ext cx="3933825" cy="1019175"/>
        </p:xfrm>
        <a:graphic>
          <a:graphicData uri="http://schemas.openxmlformats.org/presentationml/2006/ole">
            <mc:AlternateContent xmlns:mc="http://schemas.openxmlformats.org/markup-compatibility/2006">
              <mc:Choice xmlns:v="urn:schemas-microsoft-com:vml" Requires="v">
                <p:oleObj spid="_x0000_s120916" name="公式" r:id="rId5" imgW="1765300" imgH="457200" progId="Equation.3">
                  <p:embed/>
                </p:oleObj>
              </mc:Choice>
              <mc:Fallback>
                <p:oleObj name="公式" r:id="rId5" imgW="17653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1526" y="838201"/>
                        <a:ext cx="39338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AutoShape 6"/>
          <p:cNvSpPr>
            <a:spLocks/>
          </p:cNvSpPr>
          <p:nvPr/>
        </p:nvSpPr>
        <p:spPr bwMode="auto">
          <a:xfrm>
            <a:off x="2057400" y="304801"/>
            <a:ext cx="5303838" cy="449263"/>
          </a:xfrm>
          <a:prstGeom prst="borderCallout2">
            <a:avLst>
              <a:gd name="adj1" fmla="val 25440"/>
              <a:gd name="adj2" fmla="val -1435"/>
              <a:gd name="adj3" fmla="val 25440"/>
              <a:gd name="adj4" fmla="val -2005"/>
              <a:gd name="adj5" fmla="val 191519"/>
              <a:gd name="adj6" fmla="val -2574"/>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ea typeface="华文中宋" panose="02010600040101010101" pitchFamily="2" charset="-122"/>
              </a:rPr>
              <a:t>一根无限长导线在空间任一两点之间的矢势差</a:t>
            </a:r>
          </a:p>
        </p:txBody>
      </p:sp>
      <p:sp>
        <p:nvSpPr>
          <p:cNvPr id="20487" name="Rectangle 7"/>
          <p:cNvSpPr>
            <a:spLocks noChangeArrowheads="1"/>
          </p:cNvSpPr>
          <p:nvPr/>
        </p:nvSpPr>
        <p:spPr bwMode="auto">
          <a:xfrm>
            <a:off x="1828800" y="1752600"/>
            <a:ext cx="5562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folHlink"/>
              </a:buClr>
              <a:buSzPct val="75000"/>
              <a:buFont typeface="Wingdings" panose="05000000000000000000" pitchFamily="2" charset="2"/>
              <a:buChar char="n"/>
            </a:pPr>
            <a:r>
              <a:rPr lang="zh-CN" altLang="en-US" sz="2800" b="1">
                <a:latin typeface="华文中宋" panose="02010600040101010101" pitchFamily="2" charset="-122"/>
                <a:ea typeface="华文中宋" panose="02010600040101010101" pitchFamily="2" charset="-122"/>
              </a:rPr>
              <a:t>两根无限长载流直导线的磁矢势</a:t>
            </a:r>
          </a:p>
          <a:p>
            <a:pPr lvl="1" algn="ctr" eaLnBrk="1" hangingPunct="1">
              <a:lnSpc>
                <a:spcPct val="90000"/>
              </a:lnSpc>
              <a:buClr>
                <a:schemeClr val="folHlink"/>
              </a:buClr>
              <a:buSzPct val="75000"/>
              <a:buFont typeface="Wingdings" panose="05000000000000000000" pitchFamily="2" charset="2"/>
              <a:buChar char="n"/>
            </a:pPr>
            <a:r>
              <a:rPr lang="zh-CN" altLang="en-US" b="1">
                <a:latin typeface="华文中宋" panose="02010600040101010101" pitchFamily="2" charset="-122"/>
                <a:ea typeface="华文中宋" panose="02010600040101010101" pitchFamily="2" charset="-122"/>
              </a:rPr>
              <a:t>矢量叠加（如图）</a:t>
            </a:r>
          </a:p>
        </p:txBody>
      </p:sp>
      <p:graphicFrame>
        <p:nvGraphicFramePr>
          <p:cNvPr id="20488" name="Object 8"/>
          <p:cNvGraphicFramePr>
            <a:graphicFrameLocks noChangeAspect="1"/>
          </p:cNvGraphicFramePr>
          <p:nvPr/>
        </p:nvGraphicFramePr>
        <p:xfrm>
          <a:off x="2147888" y="2667001"/>
          <a:ext cx="4443412" cy="2378075"/>
        </p:xfrm>
        <a:graphic>
          <a:graphicData uri="http://schemas.openxmlformats.org/presentationml/2006/ole">
            <mc:AlternateContent xmlns:mc="http://schemas.openxmlformats.org/markup-compatibility/2006">
              <mc:Choice xmlns:v="urn:schemas-microsoft-com:vml" Requires="v">
                <p:oleObj spid="_x0000_s120917" name="公式" r:id="rId7" imgW="1993900" imgH="1066800" progId="Equation.3">
                  <p:embed/>
                </p:oleObj>
              </mc:Choice>
              <mc:Fallback>
                <p:oleObj name="公式" r:id="rId7" imgW="1993900" imgH="1066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7888" y="2667001"/>
                        <a:ext cx="4443412"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9" name="AutoShape 9"/>
          <p:cNvSpPr>
            <a:spLocks noChangeArrowheads="1"/>
          </p:cNvSpPr>
          <p:nvPr/>
        </p:nvSpPr>
        <p:spPr bwMode="auto">
          <a:xfrm>
            <a:off x="6705600" y="3733800"/>
            <a:ext cx="990600" cy="228600"/>
          </a:xfrm>
          <a:prstGeom prst="rightArrow">
            <a:avLst>
              <a:gd name="adj1" fmla="val 50000"/>
              <a:gd name="adj2" fmla="val 108333"/>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20490" name="Text Box 10"/>
          <p:cNvSpPr txBox="1">
            <a:spLocks noChangeArrowheads="1"/>
          </p:cNvSpPr>
          <p:nvPr/>
        </p:nvSpPr>
        <p:spPr bwMode="auto">
          <a:xfrm>
            <a:off x="7696200" y="3733801"/>
            <a:ext cx="152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latin typeface="Symbol" panose="05050102010706020507" pitchFamily="18" charset="2"/>
                <a:ea typeface="华文中宋" panose="02010600040101010101" pitchFamily="2" charset="-122"/>
              </a:rPr>
              <a:t>叠加得</a:t>
            </a:r>
            <a:r>
              <a:rPr lang="en-US" altLang="zh-CN" sz="1800" b="1" i="1">
                <a:latin typeface="Times New Roman" panose="02020603050405020304" pitchFamily="18" charset="0"/>
                <a:ea typeface="华文中宋" panose="02010600040101010101" pitchFamily="2" charset="-122"/>
              </a:rPr>
              <a:t>P</a:t>
            </a:r>
            <a:r>
              <a:rPr lang="zh-CN" altLang="en-US" sz="1800" b="1">
                <a:latin typeface="Symbol" panose="05050102010706020507" pitchFamily="18" charset="2"/>
                <a:ea typeface="华文中宋" panose="02010600040101010101" pitchFamily="2" charset="-122"/>
              </a:rPr>
              <a:t>点总矢势</a:t>
            </a:r>
          </a:p>
        </p:txBody>
      </p:sp>
      <p:sp>
        <p:nvSpPr>
          <p:cNvPr id="20491" name="Line 11"/>
          <p:cNvSpPr>
            <a:spLocks noChangeShapeType="1"/>
          </p:cNvSpPr>
          <p:nvPr/>
        </p:nvSpPr>
        <p:spPr bwMode="auto">
          <a:xfrm>
            <a:off x="1981200" y="5029200"/>
            <a:ext cx="7239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0492" name="Object 12"/>
          <p:cNvGraphicFramePr>
            <a:graphicFrameLocks noChangeAspect="1"/>
          </p:cNvGraphicFramePr>
          <p:nvPr/>
        </p:nvGraphicFramePr>
        <p:xfrm>
          <a:off x="1752600" y="5181600"/>
          <a:ext cx="8688388" cy="1246188"/>
        </p:xfrm>
        <a:graphic>
          <a:graphicData uri="http://schemas.openxmlformats.org/presentationml/2006/ole">
            <mc:AlternateContent xmlns:mc="http://schemas.openxmlformats.org/markup-compatibility/2006">
              <mc:Choice xmlns:v="urn:schemas-microsoft-com:vml" Requires="v">
                <p:oleObj spid="_x0000_s120918" name="Equation" r:id="rId9" imgW="3898900" imgH="558800" progId="Equation.3">
                  <p:embed/>
                </p:oleObj>
              </mc:Choice>
              <mc:Fallback>
                <p:oleObj name="Equation" r:id="rId9" imgW="3898900" imgH="5588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5181600"/>
                        <a:ext cx="8688388"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3" name="AutoShape 13"/>
          <p:cNvSpPr>
            <a:spLocks/>
          </p:cNvSpPr>
          <p:nvPr/>
        </p:nvSpPr>
        <p:spPr bwMode="auto">
          <a:xfrm>
            <a:off x="7086600" y="2590800"/>
            <a:ext cx="762000" cy="762000"/>
          </a:xfrm>
          <a:prstGeom prst="borderCallout2">
            <a:avLst>
              <a:gd name="adj1" fmla="val 15000"/>
              <a:gd name="adj2" fmla="val 110000"/>
              <a:gd name="adj3" fmla="val 15000"/>
              <a:gd name="adj4" fmla="val 171667"/>
              <a:gd name="adj5" fmla="val -186250"/>
              <a:gd name="adj6" fmla="val 235833"/>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ea typeface="华文中宋" panose="02010600040101010101" pitchFamily="2" charset="-122"/>
              </a:rPr>
              <a:t>取</a:t>
            </a:r>
            <a:r>
              <a:rPr lang="en-US" altLang="zh-CN" sz="2000" b="1">
                <a:latin typeface="Symbol" panose="05050102010706020507" pitchFamily="18" charset="2"/>
                <a:ea typeface="华文中宋" panose="02010600040101010101" pitchFamily="2" charset="-122"/>
              </a:rPr>
              <a:t>Q</a:t>
            </a:r>
            <a:r>
              <a:rPr lang="zh-CN" altLang="en-US" sz="2000" b="1">
                <a:latin typeface="Symbol" panose="05050102010706020507" pitchFamily="18" charset="2"/>
                <a:ea typeface="华文中宋" panose="02010600040101010101" pitchFamily="2" charset="-122"/>
              </a:rPr>
              <a:t>零点</a:t>
            </a:r>
          </a:p>
        </p:txBody>
      </p:sp>
      <p:sp>
        <p:nvSpPr>
          <p:cNvPr id="20494" name="Text Box 14"/>
          <p:cNvSpPr txBox="1">
            <a:spLocks noChangeArrowheads="1"/>
          </p:cNvSpPr>
          <p:nvPr/>
        </p:nvSpPr>
        <p:spPr bwMode="auto">
          <a:xfrm>
            <a:off x="1676400" y="4495800"/>
            <a:ext cx="381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a:t>
            </a:r>
          </a:p>
        </p:txBody>
      </p:sp>
      <p:sp>
        <p:nvSpPr>
          <p:cNvPr id="20497" name="Line 17"/>
          <p:cNvSpPr>
            <a:spLocks noChangeShapeType="1"/>
          </p:cNvSpPr>
          <p:nvPr/>
        </p:nvSpPr>
        <p:spPr bwMode="auto">
          <a:xfrm flipV="1">
            <a:off x="6248400" y="2743200"/>
            <a:ext cx="8382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498" name="Line 18"/>
          <p:cNvSpPr>
            <a:spLocks noChangeShapeType="1"/>
          </p:cNvSpPr>
          <p:nvPr/>
        </p:nvSpPr>
        <p:spPr bwMode="auto">
          <a:xfrm flipV="1">
            <a:off x="6400800" y="2743200"/>
            <a:ext cx="685800" cy="1371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ox(out)">
                                      <p:cBhvr>
                                        <p:cTn id="7" dur="500"/>
                                        <p:tgtEl>
                                          <p:spTgt spid="204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0486"/>
                                        </p:tgtEl>
                                        <p:attrNameLst>
                                          <p:attrName>style.visibility</p:attrName>
                                        </p:attrNameLst>
                                      </p:cBhvr>
                                      <p:to>
                                        <p:strVal val="visible"/>
                                      </p:to>
                                    </p:set>
                                    <p:anim calcmode="lin" valueType="num">
                                      <p:cBhvr additive="base">
                                        <p:cTn id="12" dur="500" fill="hold"/>
                                        <p:tgtEl>
                                          <p:spTgt spid="20486"/>
                                        </p:tgtEl>
                                        <p:attrNameLst>
                                          <p:attrName>ppt_x</p:attrName>
                                        </p:attrNameLst>
                                      </p:cBhvr>
                                      <p:tavLst>
                                        <p:tav tm="0">
                                          <p:val>
                                            <p:strVal val="#ppt_x"/>
                                          </p:val>
                                        </p:tav>
                                        <p:tav tm="100000">
                                          <p:val>
                                            <p:strVal val="#ppt_x"/>
                                          </p:val>
                                        </p:tav>
                                      </p:tavLst>
                                    </p:anim>
                                    <p:anim calcmode="lin" valueType="num">
                                      <p:cBhvr additive="base">
                                        <p:cTn id="13" dur="500" fill="hold"/>
                                        <p:tgtEl>
                                          <p:spTgt spid="20486"/>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487"/>
                                        </p:tgtEl>
                                        <p:attrNameLst>
                                          <p:attrName>style.visibility</p:attrName>
                                        </p:attrNameLst>
                                      </p:cBhvr>
                                      <p:to>
                                        <p:strVal val="visible"/>
                                      </p:to>
                                    </p:set>
                                    <p:animEffect transition="in" filter="blinds(horizontal)">
                                      <p:cBhvr>
                                        <p:cTn id="18" dur="500"/>
                                        <p:tgtEl>
                                          <p:spTgt spid="2048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20484"/>
                                        </p:tgtEl>
                                        <p:attrNameLst>
                                          <p:attrName>style.visibility</p:attrName>
                                        </p:attrNameLst>
                                      </p:cBhvr>
                                      <p:to>
                                        <p:strVal val="visible"/>
                                      </p:to>
                                    </p:set>
                                    <p:anim calcmode="lin" valueType="num">
                                      <p:cBhvr additive="base">
                                        <p:cTn id="23" dur="500" fill="hold"/>
                                        <p:tgtEl>
                                          <p:spTgt spid="20484"/>
                                        </p:tgtEl>
                                        <p:attrNameLst>
                                          <p:attrName>ppt_x</p:attrName>
                                        </p:attrNameLst>
                                      </p:cBhvr>
                                      <p:tavLst>
                                        <p:tav tm="0">
                                          <p:val>
                                            <p:strVal val="1+#ppt_w/2"/>
                                          </p:val>
                                        </p:tav>
                                        <p:tav tm="100000">
                                          <p:val>
                                            <p:strVal val="#ppt_x"/>
                                          </p:val>
                                        </p:tav>
                                      </p:tavLst>
                                    </p:anim>
                                    <p:anim calcmode="lin" valueType="num">
                                      <p:cBhvr additive="base">
                                        <p:cTn id="24"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049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20488"/>
                                        </p:tgtEl>
                                        <p:attrNameLst>
                                          <p:attrName>style.visibility</p:attrName>
                                        </p:attrNameLst>
                                      </p:cBhvr>
                                      <p:to>
                                        <p:strVal val="visible"/>
                                      </p:to>
                                    </p:set>
                                    <p:animEffect transition="in" filter="box(out)">
                                      <p:cBhvr>
                                        <p:cTn id="33" dur="500"/>
                                        <p:tgtEl>
                                          <p:spTgt spid="2048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20497"/>
                                        </p:tgtEl>
                                        <p:attrNameLst>
                                          <p:attrName>style.visibility</p:attrName>
                                        </p:attrNameLst>
                                      </p:cBhvr>
                                      <p:to>
                                        <p:strVal val="visible"/>
                                      </p:to>
                                    </p:set>
                                    <p:animEffect transition="in" filter="barn(outHorizontal)">
                                      <p:cBhvr>
                                        <p:cTn id="38" dur="500"/>
                                        <p:tgtEl>
                                          <p:spTgt spid="204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42" fill="hold" grpId="0" nodeType="clickEffect">
                                  <p:stCondLst>
                                    <p:cond delay="0"/>
                                  </p:stCondLst>
                                  <p:childTnLst>
                                    <p:set>
                                      <p:cBhvr>
                                        <p:cTn id="42" dur="1" fill="hold">
                                          <p:stCondLst>
                                            <p:cond delay="0"/>
                                          </p:stCondLst>
                                        </p:cTn>
                                        <p:tgtEl>
                                          <p:spTgt spid="20498"/>
                                        </p:tgtEl>
                                        <p:attrNameLst>
                                          <p:attrName>style.visibility</p:attrName>
                                        </p:attrNameLst>
                                      </p:cBhvr>
                                      <p:to>
                                        <p:strVal val="visible"/>
                                      </p:to>
                                    </p:set>
                                    <p:animEffect transition="in" filter="barn(outHorizontal)">
                                      <p:cBhvr>
                                        <p:cTn id="43" dur="500"/>
                                        <p:tgtEl>
                                          <p:spTgt spid="2049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childTnLst>
                                    <p:set>
                                      <p:cBhvr>
                                        <p:cTn id="47" dur="1" fill="hold">
                                          <p:stCondLst>
                                            <p:cond delay="0"/>
                                          </p:stCondLst>
                                        </p:cTn>
                                        <p:tgtEl>
                                          <p:spTgt spid="20489"/>
                                        </p:tgtEl>
                                        <p:attrNameLst>
                                          <p:attrName>style.visibility</p:attrName>
                                        </p:attrNameLst>
                                      </p:cBhvr>
                                      <p:to>
                                        <p:strVal val="visible"/>
                                      </p:to>
                                    </p:set>
                                    <p:anim calcmode="lin" valueType="num">
                                      <p:cBhvr>
                                        <p:cTn id="48" dur="500" fill="hold"/>
                                        <p:tgtEl>
                                          <p:spTgt spid="20489"/>
                                        </p:tgtEl>
                                        <p:attrNameLst>
                                          <p:attrName>ppt_w</p:attrName>
                                        </p:attrNameLst>
                                      </p:cBhvr>
                                      <p:tavLst>
                                        <p:tav tm="0">
                                          <p:val>
                                            <p:fltVal val="0"/>
                                          </p:val>
                                        </p:tav>
                                        <p:tav tm="100000">
                                          <p:val>
                                            <p:strVal val="#ppt_w"/>
                                          </p:val>
                                        </p:tav>
                                      </p:tavLst>
                                    </p:anim>
                                    <p:anim calcmode="lin" valueType="num">
                                      <p:cBhvr>
                                        <p:cTn id="49" dur="500" fill="hold"/>
                                        <p:tgtEl>
                                          <p:spTgt spid="20489"/>
                                        </p:tgtEl>
                                        <p:attrNameLst>
                                          <p:attrName>ppt_h</p:attrName>
                                        </p:attrNameLst>
                                      </p:cBhvr>
                                      <p:tavLst>
                                        <p:tav tm="0">
                                          <p:val>
                                            <p:strVal val="#ppt_h"/>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grpId="0" nodeType="clickEffect">
                                  <p:stCondLst>
                                    <p:cond delay="0"/>
                                  </p:stCondLst>
                                  <p:childTnLst>
                                    <p:set>
                                      <p:cBhvr>
                                        <p:cTn id="53" dur="1" fill="hold">
                                          <p:stCondLst>
                                            <p:cond delay="0"/>
                                          </p:stCondLst>
                                        </p:cTn>
                                        <p:tgtEl>
                                          <p:spTgt spid="20490"/>
                                        </p:tgtEl>
                                        <p:attrNameLst>
                                          <p:attrName>style.visibility</p:attrName>
                                        </p:attrNameLst>
                                      </p:cBhvr>
                                      <p:to>
                                        <p:strVal val="visible"/>
                                      </p:to>
                                    </p:set>
                                    <p:anim calcmode="lin" valueType="num">
                                      <p:cBhvr>
                                        <p:cTn id="54" dur="500" fill="hold"/>
                                        <p:tgtEl>
                                          <p:spTgt spid="20490"/>
                                        </p:tgtEl>
                                        <p:attrNameLst>
                                          <p:attrName>ppt_w</p:attrName>
                                        </p:attrNameLst>
                                      </p:cBhvr>
                                      <p:tavLst>
                                        <p:tav tm="0">
                                          <p:val>
                                            <p:fltVal val="0"/>
                                          </p:val>
                                        </p:tav>
                                        <p:tav tm="100000">
                                          <p:val>
                                            <p:strVal val="#ppt_w"/>
                                          </p:val>
                                        </p:tav>
                                      </p:tavLst>
                                    </p:anim>
                                    <p:anim calcmode="lin" valueType="num">
                                      <p:cBhvr>
                                        <p:cTn id="55" dur="500" fill="hold"/>
                                        <p:tgtEl>
                                          <p:spTgt spid="20490"/>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20494"/>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20491"/>
                                        </p:tgtEl>
                                        <p:attrNameLst>
                                          <p:attrName>style.visibility</p:attrName>
                                        </p:attrNameLst>
                                      </p:cBhvr>
                                      <p:to>
                                        <p:strVal val="visible"/>
                                      </p:to>
                                    </p:set>
                                    <p:anim calcmode="lin" valueType="num">
                                      <p:cBhvr>
                                        <p:cTn id="64" dur="500" fill="hold"/>
                                        <p:tgtEl>
                                          <p:spTgt spid="20491"/>
                                        </p:tgtEl>
                                        <p:attrNameLst>
                                          <p:attrName>ppt_w</p:attrName>
                                        </p:attrNameLst>
                                      </p:cBhvr>
                                      <p:tavLst>
                                        <p:tav tm="0">
                                          <p:val>
                                            <p:fltVal val="0"/>
                                          </p:val>
                                        </p:tav>
                                        <p:tav tm="100000">
                                          <p:val>
                                            <p:strVal val="#ppt_w"/>
                                          </p:val>
                                        </p:tav>
                                      </p:tavLst>
                                    </p:anim>
                                    <p:anim calcmode="lin" valueType="num">
                                      <p:cBhvr>
                                        <p:cTn id="65" dur="500" fill="hold"/>
                                        <p:tgtEl>
                                          <p:spTgt spid="20491"/>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nodeType="clickEffect">
                                  <p:stCondLst>
                                    <p:cond delay="0"/>
                                  </p:stCondLst>
                                  <p:childTnLst>
                                    <p:set>
                                      <p:cBhvr>
                                        <p:cTn id="69" dur="1" fill="hold">
                                          <p:stCondLst>
                                            <p:cond delay="0"/>
                                          </p:stCondLst>
                                        </p:cTn>
                                        <p:tgtEl>
                                          <p:spTgt spid="20492"/>
                                        </p:tgtEl>
                                        <p:attrNameLst>
                                          <p:attrName>style.visibility</p:attrName>
                                        </p:attrNameLst>
                                      </p:cBhvr>
                                      <p:to>
                                        <p:strVal val="visible"/>
                                      </p:to>
                                    </p:set>
                                    <p:animEffect transition="in" filter="box(out)">
                                      <p:cBhvr>
                                        <p:cTn id="70" dur="500"/>
                                        <p:tgtEl>
                                          <p:spTgt spid="20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nimBg="1" autoUpdateAnimBg="0"/>
      <p:bldP spid="20487" grpId="0" autoUpdateAnimBg="0"/>
      <p:bldP spid="20489" grpId="0" animBg="1"/>
      <p:bldP spid="20490" grpId="0" autoUpdateAnimBg="0"/>
      <p:bldP spid="20491" grpId="0" animBg="1"/>
      <p:bldP spid="20493" grpId="0" animBg="1" autoUpdateAnimBg="0"/>
      <p:bldP spid="20494" grpId="0" autoUpdateAnimBg="0"/>
      <p:bldP spid="20497" grpId="0" animBg="1"/>
      <p:bldP spid="2049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p:cNvSpPr>
            <a:spLocks noChangeArrowheads="1"/>
          </p:cNvSpPr>
          <p:nvPr/>
        </p:nvSpPr>
        <p:spPr bwMode="auto">
          <a:xfrm>
            <a:off x="1524000" y="457200"/>
            <a:ext cx="6858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
                <a:schemeClr val="folHlink"/>
              </a:buClr>
              <a:buSzPct val="75000"/>
              <a:buFont typeface="Wingdings" panose="05000000000000000000" pitchFamily="2" charset="2"/>
              <a:buChar char="n"/>
            </a:pPr>
            <a:r>
              <a:rPr lang="zh-CN" altLang="en-US" sz="1800" b="1">
                <a:latin typeface="华文中宋" panose="02010600040101010101" pitchFamily="2" charset="-122"/>
                <a:ea typeface="华文中宋" panose="02010600040101010101" pitchFamily="2" charset="-122"/>
              </a:rPr>
              <a:t>例题</a:t>
            </a:r>
            <a:r>
              <a:rPr lang="zh-CN" altLang="en-US" sz="1800" b="1">
                <a:latin typeface="Times New Roman" panose="02020603050405020304" pitchFamily="18" charset="0"/>
                <a:ea typeface="华文中宋" panose="02010600040101010101" pitchFamily="2" charset="-122"/>
              </a:rPr>
              <a:t>：无限长圆柱型导体，半径为</a:t>
            </a:r>
            <a:r>
              <a:rPr lang="en-US" altLang="zh-CN" sz="1800" b="1">
                <a:latin typeface="Times New Roman" panose="02020603050405020304" pitchFamily="18" charset="0"/>
                <a:ea typeface="华文中宋" panose="02010600040101010101" pitchFamily="2" charset="-122"/>
              </a:rPr>
              <a:t>R</a:t>
            </a:r>
            <a:r>
              <a:rPr lang="zh-CN" altLang="en-US" sz="1800" b="1">
                <a:latin typeface="Times New Roman" panose="02020603050405020304" pitchFamily="18" charset="0"/>
                <a:ea typeface="华文中宋" panose="02010600040101010101" pitchFamily="2" charset="-122"/>
              </a:rPr>
              <a:t>，载有在界面上均匀分布的电流</a:t>
            </a:r>
            <a:r>
              <a:rPr lang="en-US" altLang="zh-CN" sz="1800" b="1">
                <a:latin typeface="Times New Roman" panose="02020603050405020304" pitchFamily="18" charset="0"/>
                <a:ea typeface="华文中宋" panose="02010600040101010101" pitchFamily="2" charset="-122"/>
              </a:rPr>
              <a:t>I</a:t>
            </a:r>
            <a:r>
              <a:rPr lang="zh-CN" altLang="en-US" sz="1800" b="1">
                <a:latin typeface="Times New Roman" panose="02020603050405020304" pitchFamily="18" charset="0"/>
                <a:ea typeface="华文中宋" panose="02010600040101010101" pitchFamily="2" charset="-122"/>
              </a:rPr>
              <a:t>，求磁矢势</a:t>
            </a:r>
          </a:p>
          <a:p>
            <a:pPr algn="ctr" eaLnBrk="1" hangingPunct="1">
              <a:buClr>
                <a:schemeClr val="folHlink"/>
              </a:buClr>
              <a:buSzPct val="75000"/>
              <a:buFont typeface="Wingdings" panose="05000000000000000000" pitchFamily="2" charset="2"/>
              <a:buChar char="n"/>
            </a:pPr>
            <a:r>
              <a:rPr lang="en-US" altLang="zh-CN" sz="1800" b="1" i="1">
                <a:latin typeface="Times New Roman" panose="02020603050405020304" pitchFamily="18" charset="0"/>
                <a:ea typeface="华文中宋" panose="02010600040101010101" pitchFamily="2" charset="-122"/>
              </a:rPr>
              <a:t>r&lt;R</a:t>
            </a:r>
            <a:r>
              <a:rPr lang="zh-CN" altLang="en-US" sz="1800" b="1">
                <a:latin typeface="Times New Roman" panose="02020603050405020304" pitchFamily="18" charset="0"/>
                <a:ea typeface="华文中宋" panose="02010600040101010101" pitchFamily="2" charset="-122"/>
              </a:rPr>
              <a:t>：导线内部</a:t>
            </a:r>
            <a:r>
              <a:rPr lang="en-US" altLang="zh-CN" sz="1800" b="1" i="1">
                <a:latin typeface="Times New Roman" panose="02020603050405020304" pitchFamily="18" charset="0"/>
                <a:ea typeface="华文中宋" panose="02010600040101010101" pitchFamily="2" charset="-122"/>
              </a:rPr>
              <a:t>P</a:t>
            </a:r>
            <a:r>
              <a:rPr lang="zh-CN" altLang="en-US" sz="1800" b="1">
                <a:latin typeface="Times New Roman" panose="02020603050405020304" pitchFamily="18" charset="0"/>
                <a:ea typeface="华文中宋" panose="02010600040101010101" pitchFamily="2" charset="-122"/>
              </a:rPr>
              <a:t>点，取</a:t>
            </a:r>
            <a:r>
              <a:rPr lang="en-US" altLang="zh-CN" sz="1800" b="1" i="1">
                <a:latin typeface="Times New Roman" panose="02020603050405020304" pitchFamily="18" charset="0"/>
                <a:ea typeface="华文中宋" panose="02010600040101010101" pitchFamily="2" charset="-122"/>
              </a:rPr>
              <a:t>Q</a:t>
            </a:r>
            <a:r>
              <a:rPr lang="zh-CN" altLang="en-US" sz="1800" b="1">
                <a:latin typeface="Times New Roman" panose="02020603050405020304" pitchFamily="18" charset="0"/>
                <a:ea typeface="华文中宋" panose="02010600040101010101" pitchFamily="2" charset="-122"/>
              </a:rPr>
              <a:t>点在导体轴线上，取回路如图，通过回路的磁通量</a:t>
            </a:r>
          </a:p>
        </p:txBody>
      </p:sp>
      <p:sp>
        <p:nvSpPr>
          <p:cNvPr id="23559" name="Text Box 7"/>
          <p:cNvSpPr txBox="1">
            <a:spLocks noChangeArrowheads="1"/>
          </p:cNvSpPr>
          <p:nvPr/>
        </p:nvSpPr>
        <p:spPr bwMode="auto">
          <a:xfrm>
            <a:off x="1524000" y="3644901"/>
            <a:ext cx="685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
                <a:schemeClr val="folHlink"/>
              </a:buClr>
              <a:buSzPct val="75000"/>
              <a:buFont typeface="Wingdings" panose="05000000000000000000" pitchFamily="2" charset="2"/>
              <a:buChar char="n"/>
            </a:pPr>
            <a:r>
              <a:rPr lang="en-US" altLang="zh-CN" sz="1800" b="1" i="1">
                <a:latin typeface="Times New Roman" panose="02020603050405020304" pitchFamily="18" charset="0"/>
                <a:ea typeface="华文中宋" panose="02010600040101010101" pitchFamily="2" charset="-122"/>
              </a:rPr>
              <a:t>r&gt;R</a:t>
            </a:r>
            <a:r>
              <a:rPr lang="zh-CN" altLang="en-US" sz="1800" b="1">
                <a:latin typeface="Times New Roman" panose="02020603050405020304" pitchFamily="18" charset="0"/>
                <a:ea typeface="华文中宋" panose="02010600040101010101" pitchFamily="2" charset="-122"/>
              </a:rPr>
              <a:t>：导线外部同前例，取</a:t>
            </a:r>
            <a:r>
              <a:rPr lang="en-US" altLang="zh-CN" sz="1800" b="1">
                <a:latin typeface="Times New Roman" panose="02020603050405020304" pitchFamily="18" charset="0"/>
                <a:ea typeface="华文中宋" panose="02010600040101010101" pitchFamily="2" charset="-122"/>
              </a:rPr>
              <a:t>Q</a:t>
            </a:r>
            <a:r>
              <a:rPr lang="zh-CN" altLang="en-US" sz="1800" b="1">
                <a:latin typeface="Times New Roman" panose="02020603050405020304" pitchFamily="18" charset="0"/>
                <a:ea typeface="华文中宋" panose="02010600040101010101" pitchFamily="2" charset="-122"/>
              </a:rPr>
              <a:t>点在导体表面，外部任意点</a:t>
            </a:r>
            <a:r>
              <a:rPr lang="en-US" altLang="zh-CN" sz="1800" b="1">
                <a:latin typeface="Times New Roman" panose="02020603050405020304" pitchFamily="18" charset="0"/>
                <a:ea typeface="华文中宋" panose="02010600040101010101" pitchFamily="2" charset="-122"/>
              </a:rPr>
              <a:t>P</a:t>
            </a:r>
            <a:r>
              <a:rPr lang="zh-CN" altLang="en-US" sz="1800" b="1">
                <a:latin typeface="Times New Roman" panose="02020603050405020304" pitchFamily="18" charset="0"/>
                <a:ea typeface="华文中宋" panose="02010600040101010101" pitchFamily="2" charset="-122"/>
              </a:rPr>
              <a:t>与</a:t>
            </a:r>
            <a:r>
              <a:rPr lang="en-US" altLang="zh-CN" sz="1800" b="1">
                <a:latin typeface="Times New Roman" panose="02020603050405020304" pitchFamily="18" charset="0"/>
                <a:ea typeface="华文中宋" panose="02010600040101010101" pitchFamily="2" charset="-122"/>
              </a:rPr>
              <a:t>Q</a:t>
            </a:r>
            <a:r>
              <a:rPr lang="zh-CN" altLang="en-US" sz="1800" b="1">
                <a:latin typeface="Times New Roman" panose="02020603050405020304" pitchFamily="18" charset="0"/>
                <a:ea typeface="华文中宋" panose="02010600040101010101" pitchFamily="2" charset="-122"/>
              </a:rPr>
              <a:t>点的矢势差为</a:t>
            </a:r>
            <a:endParaRPr lang="zh-CN" altLang="en-US" sz="1800">
              <a:latin typeface="Symbol" panose="05050102010706020507" pitchFamily="18" charset="2"/>
            </a:endParaRPr>
          </a:p>
        </p:txBody>
      </p:sp>
      <p:graphicFrame>
        <p:nvGraphicFramePr>
          <p:cNvPr id="23561" name="Object 9"/>
          <p:cNvGraphicFramePr>
            <a:graphicFrameLocks noChangeAspect="1"/>
          </p:cNvGraphicFramePr>
          <p:nvPr/>
        </p:nvGraphicFramePr>
        <p:xfrm>
          <a:off x="8534401" y="228600"/>
          <a:ext cx="1933575" cy="2743200"/>
        </p:xfrm>
        <a:graphic>
          <a:graphicData uri="http://schemas.openxmlformats.org/presentationml/2006/ole">
            <mc:AlternateContent xmlns:mc="http://schemas.openxmlformats.org/markup-compatibility/2006">
              <mc:Choice xmlns:v="urn:schemas-microsoft-com:vml" Requires="v">
                <p:oleObj spid="_x0000_s121970" name="位图图像" r:id="rId3" imgW="1343212" imgH="1905266" progId="Paint.Picture">
                  <p:embed/>
                </p:oleObj>
              </mc:Choice>
              <mc:Fallback>
                <p:oleObj name="位图图像" r:id="rId3" imgW="1343212" imgH="1905266" progId="Paint.Picture">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4401" y="228600"/>
                        <a:ext cx="1933575"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2" name="Object 10"/>
          <p:cNvGraphicFramePr>
            <a:graphicFrameLocks noChangeAspect="1"/>
          </p:cNvGraphicFramePr>
          <p:nvPr/>
        </p:nvGraphicFramePr>
        <p:xfrm>
          <a:off x="1847850" y="1989139"/>
          <a:ext cx="4876800" cy="879475"/>
        </p:xfrm>
        <a:graphic>
          <a:graphicData uri="http://schemas.openxmlformats.org/presentationml/2006/ole">
            <mc:AlternateContent xmlns:mc="http://schemas.openxmlformats.org/markup-compatibility/2006">
              <mc:Choice xmlns:v="urn:schemas-microsoft-com:vml" Requires="v">
                <p:oleObj spid="_x0000_s121971" name="Equation" r:id="rId5" imgW="2324100" imgH="419100" progId="Equation.3">
                  <p:embed/>
                </p:oleObj>
              </mc:Choice>
              <mc:Fallback>
                <p:oleObj name="Equation" r:id="rId5" imgW="2324100" imgH="4191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7850" y="1989139"/>
                        <a:ext cx="4876800"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3" name="Object 11"/>
          <p:cNvGraphicFramePr>
            <a:graphicFrameLocks noChangeAspect="1"/>
          </p:cNvGraphicFramePr>
          <p:nvPr/>
        </p:nvGraphicFramePr>
        <p:xfrm>
          <a:off x="1847851" y="2852739"/>
          <a:ext cx="5491163" cy="935037"/>
        </p:xfrm>
        <a:graphic>
          <a:graphicData uri="http://schemas.openxmlformats.org/presentationml/2006/ole">
            <mc:AlternateContent xmlns:mc="http://schemas.openxmlformats.org/markup-compatibility/2006">
              <mc:Choice xmlns:v="urn:schemas-microsoft-com:vml" Requires="v">
                <p:oleObj spid="_x0000_s121972" name="Equation" r:id="rId7" imgW="2463800" imgH="419100" progId="Equation.3">
                  <p:embed/>
                </p:oleObj>
              </mc:Choice>
              <mc:Fallback>
                <p:oleObj name="Equation" r:id="rId7" imgW="2463800" imgH="4191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7851" y="2852739"/>
                        <a:ext cx="5491163"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4" name="Object 12"/>
          <p:cNvGraphicFramePr>
            <a:graphicFrameLocks noChangeAspect="1"/>
          </p:cNvGraphicFramePr>
          <p:nvPr/>
        </p:nvGraphicFramePr>
        <p:xfrm>
          <a:off x="8634414" y="2590800"/>
          <a:ext cx="1812925" cy="2667000"/>
        </p:xfrm>
        <a:graphic>
          <a:graphicData uri="http://schemas.openxmlformats.org/presentationml/2006/ole">
            <mc:AlternateContent xmlns:mc="http://schemas.openxmlformats.org/markup-compatibility/2006">
              <mc:Choice xmlns:v="urn:schemas-microsoft-com:vml" Requires="v">
                <p:oleObj spid="_x0000_s121973" name="位图图像" r:id="rId9" imgW="1352381" imgH="1991003" progId="Paint.Picture">
                  <p:embed/>
                </p:oleObj>
              </mc:Choice>
              <mc:Fallback>
                <p:oleObj name="位图图像" r:id="rId9" imgW="1352381" imgH="1991003" progId="Paint.Picture">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34414" y="2590800"/>
                        <a:ext cx="181292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5" name="Object 13"/>
          <p:cNvGraphicFramePr>
            <a:graphicFrameLocks noChangeAspect="1"/>
          </p:cNvGraphicFramePr>
          <p:nvPr/>
        </p:nvGraphicFramePr>
        <p:xfrm>
          <a:off x="2063750" y="4652964"/>
          <a:ext cx="6819900" cy="1887537"/>
        </p:xfrm>
        <a:graphic>
          <a:graphicData uri="http://schemas.openxmlformats.org/presentationml/2006/ole">
            <mc:AlternateContent xmlns:mc="http://schemas.openxmlformats.org/markup-compatibility/2006">
              <mc:Choice xmlns:v="urn:schemas-microsoft-com:vml" Requires="v">
                <p:oleObj spid="_x0000_s121974" name="公式" r:id="rId11" imgW="3060700" imgH="812800" progId="Equation.3">
                  <p:embed/>
                </p:oleObj>
              </mc:Choice>
              <mc:Fallback>
                <p:oleObj name="公式" r:id="rId11" imgW="3060700" imgH="8128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3750" y="4652964"/>
                        <a:ext cx="6819900"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6" name="Object 14"/>
          <p:cNvGraphicFramePr>
            <a:graphicFrameLocks noChangeAspect="1"/>
          </p:cNvGraphicFramePr>
          <p:nvPr/>
        </p:nvGraphicFramePr>
        <p:xfrm>
          <a:off x="5591175" y="4149725"/>
          <a:ext cx="2184400" cy="615950"/>
        </p:xfrm>
        <a:graphic>
          <a:graphicData uri="http://schemas.openxmlformats.org/presentationml/2006/ole">
            <mc:AlternateContent xmlns:mc="http://schemas.openxmlformats.org/markup-compatibility/2006">
              <mc:Choice xmlns:v="urn:schemas-microsoft-com:vml" Requires="v">
                <p:oleObj spid="_x0000_s121975" name="Equation" r:id="rId13" imgW="1396394" imgH="393529" progId="Equation.3">
                  <p:embed/>
                </p:oleObj>
              </mc:Choice>
              <mc:Fallback>
                <p:oleObj name="Equation" r:id="rId13" imgW="1396394" imgH="393529"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91175" y="4149725"/>
                        <a:ext cx="2184400" cy="6159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7" name="Line 15"/>
          <p:cNvSpPr>
            <a:spLocks noChangeShapeType="1"/>
          </p:cNvSpPr>
          <p:nvPr/>
        </p:nvSpPr>
        <p:spPr bwMode="auto">
          <a:xfrm flipV="1">
            <a:off x="3935413" y="4508500"/>
            <a:ext cx="19812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568" name="Line 16"/>
          <p:cNvSpPr>
            <a:spLocks noChangeShapeType="1"/>
          </p:cNvSpPr>
          <p:nvPr/>
        </p:nvSpPr>
        <p:spPr bwMode="auto">
          <a:xfrm>
            <a:off x="6311901" y="3429001"/>
            <a:ext cx="936625" cy="79216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8">
                                            <p:txEl>
                                              <p:pRg st="0" end="0"/>
                                            </p:txEl>
                                          </p:spTgt>
                                        </p:tgtEl>
                                        <p:attrNameLst>
                                          <p:attrName>style.visibility</p:attrName>
                                        </p:attrNameLst>
                                      </p:cBhvr>
                                      <p:to>
                                        <p:strVal val="visible"/>
                                      </p:to>
                                    </p:set>
                                    <p:animEffect transition="in" filter="blinds(horizontal)">
                                      <p:cBhvr>
                                        <p:cTn id="7" dur="500"/>
                                        <p:tgtEl>
                                          <p:spTgt spid="235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8">
                                            <p:txEl>
                                              <p:pRg st="1" end="1"/>
                                            </p:txEl>
                                          </p:spTgt>
                                        </p:tgtEl>
                                        <p:attrNameLst>
                                          <p:attrName>style.visibility</p:attrName>
                                        </p:attrNameLst>
                                      </p:cBhvr>
                                      <p:to>
                                        <p:strVal val="visible"/>
                                      </p:to>
                                    </p:set>
                                    <p:animEffect transition="in" filter="blinds(horizontal)">
                                      <p:cBhvr>
                                        <p:cTn id="12" dur="500"/>
                                        <p:tgtEl>
                                          <p:spTgt spid="2355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23561"/>
                                        </p:tgtEl>
                                        <p:attrNameLst>
                                          <p:attrName>style.visibility</p:attrName>
                                        </p:attrNameLst>
                                      </p:cBhvr>
                                      <p:to>
                                        <p:strVal val="visible"/>
                                      </p:to>
                                    </p:set>
                                    <p:anim calcmode="lin" valueType="num">
                                      <p:cBhvr additive="base">
                                        <p:cTn id="17" dur="500" fill="hold"/>
                                        <p:tgtEl>
                                          <p:spTgt spid="23561"/>
                                        </p:tgtEl>
                                        <p:attrNameLst>
                                          <p:attrName>ppt_x</p:attrName>
                                        </p:attrNameLst>
                                      </p:cBhvr>
                                      <p:tavLst>
                                        <p:tav tm="0">
                                          <p:val>
                                            <p:strVal val="1+#ppt_w/2"/>
                                          </p:val>
                                        </p:tav>
                                        <p:tav tm="100000">
                                          <p:val>
                                            <p:strVal val="#ppt_x"/>
                                          </p:val>
                                        </p:tav>
                                      </p:tavLst>
                                    </p:anim>
                                    <p:anim calcmode="lin" valueType="num">
                                      <p:cBhvr additive="base">
                                        <p:cTn id="18" dur="500" fill="hold"/>
                                        <p:tgtEl>
                                          <p:spTgt spid="2356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3562"/>
                                        </p:tgtEl>
                                        <p:attrNameLst>
                                          <p:attrName>style.visibility</p:attrName>
                                        </p:attrNameLst>
                                      </p:cBhvr>
                                      <p:to>
                                        <p:strVal val="visible"/>
                                      </p:to>
                                    </p:set>
                                    <p:animEffect transition="in" filter="dissolve">
                                      <p:cBhvr>
                                        <p:cTn id="23" dur="500"/>
                                        <p:tgtEl>
                                          <p:spTgt spid="2356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23563"/>
                                        </p:tgtEl>
                                        <p:attrNameLst>
                                          <p:attrName>style.visibility</p:attrName>
                                        </p:attrNameLst>
                                      </p:cBhvr>
                                      <p:to>
                                        <p:strVal val="visible"/>
                                      </p:to>
                                    </p:set>
                                    <p:animEffect transition="in" filter="box(out)">
                                      <p:cBhvr>
                                        <p:cTn id="28" dur="500"/>
                                        <p:tgtEl>
                                          <p:spTgt spid="2356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3559"/>
                                        </p:tgtEl>
                                        <p:attrNameLst>
                                          <p:attrName>style.visibility</p:attrName>
                                        </p:attrNameLst>
                                      </p:cBhvr>
                                      <p:to>
                                        <p:strVal val="visible"/>
                                      </p:to>
                                    </p:set>
                                    <p:animEffect transition="in" filter="blinds(horizontal)">
                                      <p:cBhvr>
                                        <p:cTn id="33" dur="500"/>
                                        <p:tgtEl>
                                          <p:spTgt spid="2355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nodeType="clickEffect">
                                  <p:stCondLst>
                                    <p:cond delay="0"/>
                                  </p:stCondLst>
                                  <p:childTnLst>
                                    <p:set>
                                      <p:cBhvr>
                                        <p:cTn id="37" dur="1" fill="hold">
                                          <p:stCondLst>
                                            <p:cond delay="0"/>
                                          </p:stCondLst>
                                        </p:cTn>
                                        <p:tgtEl>
                                          <p:spTgt spid="23564"/>
                                        </p:tgtEl>
                                        <p:attrNameLst>
                                          <p:attrName>style.visibility</p:attrName>
                                        </p:attrNameLst>
                                      </p:cBhvr>
                                      <p:to>
                                        <p:strVal val="visible"/>
                                      </p:to>
                                    </p:set>
                                    <p:anim calcmode="lin" valueType="num">
                                      <p:cBhvr additive="base">
                                        <p:cTn id="38" dur="500" fill="hold"/>
                                        <p:tgtEl>
                                          <p:spTgt spid="23564"/>
                                        </p:tgtEl>
                                        <p:attrNameLst>
                                          <p:attrName>ppt_x</p:attrName>
                                        </p:attrNameLst>
                                      </p:cBhvr>
                                      <p:tavLst>
                                        <p:tav tm="0">
                                          <p:val>
                                            <p:strVal val="1+#ppt_w/2"/>
                                          </p:val>
                                        </p:tav>
                                        <p:tav tm="100000">
                                          <p:val>
                                            <p:strVal val="#ppt_x"/>
                                          </p:val>
                                        </p:tav>
                                      </p:tavLst>
                                    </p:anim>
                                    <p:anim calcmode="lin" valueType="num">
                                      <p:cBhvr additive="base">
                                        <p:cTn id="39" dur="500" fill="hold"/>
                                        <p:tgtEl>
                                          <p:spTgt spid="23564"/>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nodeType="clickEffect">
                                  <p:stCondLst>
                                    <p:cond delay="0"/>
                                  </p:stCondLst>
                                  <p:childTnLst>
                                    <p:set>
                                      <p:cBhvr>
                                        <p:cTn id="43" dur="1" fill="hold">
                                          <p:stCondLst>
                                            <p:cond delay="0"/>
                                          </p:stCondLst>
                                        </p:cTn>
                                        <p:tgtEl>
                                          <p:spTgt spid="23565"/>
                                        </p:tgtEl>
                                        <p:attrNameLst>
                                          <p:attrName>style.visibility</p:attrName>
                                        </p:attrNameLst>
                                      </p:cBhvr>
                                      <p:to>
                                        <p:strVal val="visible"/>
                                      </p:to>
                                    </p:set>
                                    <p:animEffect transition="in" filter="box(out)">
                                      <p:cBhvr>
                                        <p:cTn id="44" dur="500"/>
                                        <p:tgtEl>
                                          <p:spTgt spid="2356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32" fill="hold" nodeType="clickEffect">
                                  <p:stCondLst>
                                    <p:cond delay="0"/>
                                  </p:stCondLst>
                                  <p:childTnLst>
                                    <p:set>
                                      <p:cBhvr>
                                        <p:cTn id="48" dur="1" fill="hold">
                                          <p:stCondLst>
                                            <p:cond delay="0"/>
                                          </p:stCondLst>
                                        </p:cTn>
                                        <p:tgtEl>
                                          <p:spTgt spid="23566"/>
                                        </p:tgtEl>
                                        <p:attrNameLst>
                                          <p:attrName>style.visibility</p:attrName>
                                        </p:attrNameLst>
                                      </p:cBhvr>
                                      <p:to>
                                        <p:strVal val="visible"/>
                                      </p:to>
                                    </p:set>
                                    <p:animEffect transition="in" filter="box(out)">
                                      <p:cBhvr>
                                        <p:cTn id="49" dur="500"/>
                                        <p:tgtEl>
                                          <p:spTgt spid="2356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grpId="0" nodeType="clickEffect">
                                  <p:stCondLst>
                                    <p:cond delay="0"/>
                                  </p:stCondLst>
                                  <p:childTnLst>
                                    <p:set>
                                      <p:cBhvr>
                                        <p:cTn id="53" dur="1" fill="hold">
                                          <p:stCondLst>
                                            <p:cond delay="0"/>
                                          </p:stCondLst>
                                        </p:cTn>
                                        <p:tgtEl>
                                          <p:spTgt spid="23567"/>
                                        </p:tgtEl>
                                        <p:attrNameLst>
                                          <p:attrName>style.visibility</p:attrName>
                                        </p:attrNameLst>
                                      </p:cBhvr>
                                      <p:to>
                                        <p:strVal val="visible"/>
                                      </p:to>
                                    </p:set>
                                    <p:anim calcmode="lin" valueType="num">
                                      <p:cBhvr>
                                        <p:cTn id="54" dur="500" fill="hold"/>
                                        <p:tgtEl>
                                          <p:spTgt spid="23567"/>
                                        </p:tgtEl>
                                        <p:attrNameLst>
                                          <p:attrName>ppt_w</p:attrName>
                                        </p:attrNameLst>
                                      </p:cBhvr>
                                      <p:tavLst>
                                        <p:tav tm="0">
                                          <p:val>
                                            <p:fltVal val="0"/>
                                          </p:val>
                                        </p:tav>
                                        <p:tav tm="100000">
                                          <p:val>
                                            <p:strVal val="#ppt_w"/>
                                          </p:val>
                                        </p:tav>
                                      </p:tavLst>
                                    </p:anim>
                                    <p:anim calcmode="lin" valueType="num">
                                      <p:cBhvr>
                                        <p:cTn id="55" dur="500" fill="hold"/>
                                        <p:tgtEl>
                                          <p:spTgt spid="23567"/>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6" presetClass="entr" presetSubtype="42" fill="hold" grpId="0" nodeType="clickEffect">
                                  <p:stCondLst>
                                    <p:cond delay="0"/>
                                  </p:stCondLst>
                                  <p:childTnLst>
                                    <p:set>
                                      <p:cBhvr>
                                        <p:cTn id="59" dur="1" fill="hold">
                                          <p:stCondLst>
                                            <p:cond delay="0"/>
                                          </p:stCondLst>
                                        </p:cTn>
                                        <p:tgtEl>
                                          <p:spTgt spid="23568"/>
                                        </p:tgtEl>
                                        <p:attrNameLst>
                                          <p:attrName>style.visibility</p:attrName>
                                        </p:attrNameLst>
                                      </p:cBhvr>
                                      <p:to>
                                        <p:strVal val="visible"/>
                                      </p:to>
                                    </p:set>
                                    <p:animEffect transition="in" filter="barn(outHorizontal)">
                                      <p:cBhvr>
                                        <p:cTn id="60" dur="500"/>
                                        <p:tgtEl>
                                          <p:spTgt spid="23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build="p" autoUpdateAnimBg="0"/>
      <p:bldP spid="23559" grpId="0" autoUpdateAnimBg="0"/>
      <p:bldP spid="23567" grpId="0" animBg="1"/>
      <p:bldP spid="23568"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2208213" y="350839"/>
            <a:ext cx="3471862" cy="701675"/>
          </a:xfrm>
        </p:spPr>
        <p:txBody>
          <a:bodyPr/>
          <a:lstStyle/>
          <a:p>
            <a:pPr eaLnBrk="1" hangingPunct="1"/>
            <a:r>
              <a:rPr lang="zh-CN" altLang="en-US" sz="4000" b="1">
                <a:ea typeface="华文中宋" panose="02010600040101010101" pitchFamily="2" charset="-122"/>
              </a:rPr>
              <a:t>求矢势小结</a:t>
            </a:r>
            <a:endParaRPr lang="zh-CN" altLang="en-US" sz="4000" b="1">
              <a:latin typeface="Times New Roman" panose="02020603050405020304" pitchFamily="18" charset="0"/>
              <a:ea typeface="华文中宋" panose="02010600040101010101" pitchFamily="2" charset="-122"/>
            </a:endParaRPr>
          </a:p>
        </p:txBody>
      </p:sp>
      <p:sp>
        <p:nvSpPr>
          <p:cNvPr id="25603" name="Rectangle 3"/>
          <p:cNvSpPr>
            <a:spLocks noGrp="1" noChangeArrowheads="1"/>
          </p:cNvSpPr>
          <p:nvPr>
            <p:ph type="body" idx="1"/>
          </p:nvPr>
        </p:nvSpPr>
        <p:spPr>
          <a:xfrm>
            <a:off x="1992313" y="1268414"/>
            <a:ext cx="8253412" cy="4897437"/>
          </a:xfrm>
        </p:spPr>
        <p:txBody>
          <a:bodyPr/>
          <a:lstStyle/>
          <a:p>
            <a:pPr eaLnBrk="1" hangingPunct="1">
              <a:lnSpc>
                <a:spcPct val="90000"/>
              </a:lnSpc>
            </a:pPr>
            <a:r>
              <a:rPr lang="zh-CN" altLang="en-US" sz="2800" b="1">
                <a:latin typeface="Times New Roman" panose="02020603050405020304" pitchFamily="18" charset="0"/>
                <a:ea typeface="华文中宋" panose="02010600040101010101" pitchFamily="2" charset="-122"/>
              </a:rPr>
              <a:t>依据公式</a:t>
            </a:r>
            <a:r>
              <a:rPr lang="en-US" altLang="zh-CN" sz="2800" b="1">
                <a:latin typeface="Times New Roman" panose="02020603050405020304" pitchFamily="18" charset="0"/>
                <a:ea typeface="华文中宋" panose="02010600040101010101" pitchFamily="2" charset="-122"/>
              </a:rPr>
              <a:t>(</a:t>
            </a:r>
            <a:r>
              <a:rPr lang="en-US" altLang="zh-CN" sz="2800" b="1" i="1">
                <a:latin typeface="Times New Roman" panose="02020603050405020304" pitchFamily="18" charset="0"/>
                <a:ea typeface="华文中宋" panose="02010600040101010101" pitchFamily="2" charset="-122"/>
              </a:rPr>
              <a:t>a)</a:t>
            </a:r>
            <a:r>
              <a:rPr lang="zh-CN" altLang="en-US" sz="2800" b="1">
                <a:latin typeface="Times New Roman" panose="02020603050405020304" pitchFamily="18" charset="0"/>
                <a:ea typeface="华文中宋" panose="02010600040101010101" pitchFamily="2" charset="-122"/>
              </a:rPr>
              <a:t>求矢势的基本步骤</a:t>
            </a:r>
          </a:p>
          <a:p>
            <a:pPr lvl="1" eaLnBrk="1" hangingPunct="1">
              <a:lnSpc>
                <a:spcPct val="90000"/>
              </a:lnSpc>
            </a:pPr>
            <a:r>
              <a:rPr lang="zh-CN" altLang="en-US" sz="2400" b="1">
                <a:latin typeface="Times New Roman" panose="02020603050405020304" pitchFamily="18" charset="0"/>
                <a:ea typeface="华文中宋" panose="02010600040101010101" pitchFamily="2" charset="-122"/>
              </a:rPr>
              <a:t>根据对称性，假设一个矢势的方向</a:t>
            </a:r>
          </a:p>
          <a:p>
            <a:pPr lvl="1" eaLnBrk="1" hangingPunct="1">
              <a:lnSpc>
                <a:spcPct val="90000"/>
              </a:lnSpc>
            </a:pPr>
            <a:r>
              <a:rPr lang="zh-CN" altLang="en-US" sz="2400" b="1">
                <a:latin typeface="Times New Roman" panose="02020603050405020304" pitchFamily="18" charset="0"/>
                <a:ea typeface="华文中宋" panose="02010600040101010101" pitchFamily="2" charset="-122"/>
              </a:rPr>
              <a:t>取闭合回路，注意矢势零点的选取（原则：或可提出积分号，或积分好算）</a:t>
            </a:r>
          </a:p>
          <a:p>
            <a:pPr lvl="1" eaLnBrk="1" hangingPunct="1">
              <a:lnSpc>
                <a:spcPct val="90000"/>
              </a:lnSpc>
            </a:pPr>
            <a:r>
              <a:rPr lang="zh-CN" altLang="en-US" sz="2400" b="1">
                <a:latin typeface="Times New Roman" panose="02020603050405020304" pitchFamily="18" charset="0"/>
                <a:ea typeface="华文中宋" panose="02010600040101010101" pitchFamily="2" charset="-122"/>
              </a:rPr>
              <a:t>算出通过回路的磁通量</a:t>
            </a:r>
          </a:p>
          <a:p>
            <a:pPr lvl="1" eaLnBrk="1" hangingPunct="1">
              <a:lnSpc>
                <a:spcPct val="90000"/>
              </a:lnSpc>
            </a:pPr>
            <a:r>
              <a:rPr lang="zh-CN" altLang="en-US" sz="2400" b="1">
                <a:latin typeface="Times New Roman" panose="02020603050405020304" pitchFamily="18" charset="0"/>
                <a:ea typeface="华文中宋" panose="02010600040101010101" pitchFamily="2" charset="-122"/>
              </a:rPr>
              <a:t>得出</a:t>
            </a:r>
            <a:r>
              <a:rPr lang="en-US" altLang="zh-CN" sz="2400" b="1">
                <a:latin typeface="Times New Roman" panose="02020603050405020304" pitchFamily="18" charset="0"/>
                <a:ea typeface="华文中宋" panose="02010600040101010101" pitchFamily="2" charset="-122"/>
              </a:rPr>
              <a:t>A </a:t>
            </a:r>
            <a:r>
              <a:rPr lang="zh-CN" altLang="en-US" sz="2400" b="1">
                <a:latin typeface="Times New Roman" panose="02020603050405020304" pitchFamily="18" charset="0"/>
                <a:ea typeface="华文中宋" panose="02010600040101010101" pitchFamily="2" charset="-122"/>
              </a:rPr>
              <a:t>一个表达式  </a:t>
            </a:r>
          </a:p>
          <a:p>
            <a:pPr eaLnBrk="1" hangingPunct="1">
              <a:lnSpc>
                <a:spcPct val="90000"/>
              </a:lnSpc>
            </a:pPr>
            <a:r>
              <a:rPr lang="zh-CN" altLang="en-US" sz="2800" b="1">
                <a:latin typeface="Times New Roman" panose="02020603050405020304" pitchFamily="18" charset="0"/>
                <a:ea typeface="华文中宋" panose="02010600040101010101" pitchFamily="2" charset="-122"/>
              </a:rPr>
              <a:t>以上几个例子都属于强对称性场，实际上是已知</a:t>
            </a:r>
            <a:r>
              <a:rPr lang="en-US" altLang="zh-CN" sz="2800" b="1">
                <a:latin typeface="Times New Roman" panose="02020603050405020304" pitchFamily="18" charset="0"/>
                <a:ea typeface="华文中宋" panose="02010600040101010101" pitchFamily="2" charset="-122"/>
              </a:rPr>
              <a:t>B</a:t>
            </a:r>
            <a:r>
              <a:rPr lang="zh-CN" altLang="en-US" sz="2800" b="1">
                <a:latin typeface="Times New Roman" panose="02020603050405020304" pitchFamily="18" charset="0"/>
                <a:ea typeface="华文中宋" panose="02010600040101010101" pitchFamily="2" charset="-122"/>
              </a:rPr>
              <a:t>求</a:t>
            </a:r>
            <a:r>
              <a:rPr lang="en-US" altLang="zh-CN" sz="2800" b="1">
                <a:latin typeface="Times New Roman" panose="02020603050405020304" pitchFamily="18" charset="0"/>
                <a:ea typeface="华文中宋" panose="02010600040101010101" pitchFamily="2" charset="-122"/>
              </a:rPr>
              <a:t>A</a:t>
            </a:r>
            <a:r>
              <a:rPr lang="zh-CN" altLang="en-US" sz="2800" b="1">
                <a:latin typeface="Times New Roman" panose="02020603050405020304" pitchFamily="18" charset="0"/>
                <a:ea typeface="华文中宋" panose="02010600040101010101" pitchFamily="2" charset="-122"/>
              </a:rPr>
              <a:t>，也可以直接根据电流分布求矢势</a:t>
            </a:r>
            <a:r>
              <a:rPr lang="en-US" altLang="zh-CN" sz="2800" b="1">
                <a:latin typeface="Times New Roman" panose="02020603050405020304" pitchFamily="18" charset="0"/>
                <a:ea typeface="华文中宋" panose="02010600040101010101" pitchFamily="2" charset="-122"/>
              </a:rPr>
              <a:t>——</a:t>
            </a:r>
            <a:r>
              <a:rPr lang="zh-CN" altLang="en-US" sz="2800" b="1">
                <a:latin typeface="Times New Roman" panose="02020603050405020304" pitchFamily="18" charset="0"/>
                <a:ea typeface="华文中宋" panose="02010600040101010101" pitchFamily="2" charset="-122"/>
              </a:rPr>
              <a:t>更多的问题在电动力学中学习</a:t>
            </a:r>
          </a:p>
        </p:txBody>
      </p:sp>
      <p:graphicFrame>
        <p:nvGraphicFramePr>
          <p:cNvPr id="122884" name="Object 4"/>
          <p:cNvGraphicFramePr>
            <a:graphicFrameLocks noChangeAspect="1"/>
          </p:cNvGraphicFramePr>
          <p:nvPr/>
        </p:nvGraphicFramePr>
        <p:xfrm>
          <a:off x="6167439" y="333375"/>
          <a:ext cx="3455987" cy="939800"/>
        </p:xfrm>
        <a:graphic>
          <a:graphicData uri="http://schemas.openxmlformats.org/presentationml/2006/ole">
            <mc:AlternateContent xmlns:mc="http://schemas.openxmlformats.org/markup-compatibility/2006">
              <mc:Choice xmlns:v="urn:schemas-microsoft-com:vml" Requires="v">
                <p:oleObj spid="_x0000_s122902" name="Equation" r:id="rId3" imgW="1409088" imgH="380835" progId="Equation.3">
                  <p:embed/>
                </p:oleObj>
              </mc:Choice>
              <mc:Fallback>
                <p:oleObj name="Equation" r:id="rId3" imgW="1409088" imgH="38083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7439" y="333375"/>
                        <a:ext cx="345598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0" dur="500"/>
                                        <p:tgtEl>
                                          <p:spTgt spid="2560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3" dur="500"/>
                                        <p:tgtEl>
                                          <p:spTgt spid="2560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6" dur="500"/>
                                        <p:tgtEl>
                                          <p:spTgt spid="2560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9" dur="500"/>
                                        <p:tgtEl>
                                          <p:spTgt spid="2560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24" dur="500"/>
                                        <p:tgtEl>
                                          <p:spTgt spid="25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981200" y="274639"/>
            <a:ext cx="8229600" cy="454025"/>
          </a:xfrm>
        </p:spPr>
        <p:txBody>
          <a:bodyPr/>
          <a:lstStyle/>
          <a:p>
            <a:pPr eaLnBrk="1" hangingPunct="1"/>
            <a:r>
              <a:rPr lang="zh-CN" altLang="en-US" sz="3200">
                <a:solidFill>
                  <a:srgbClr val="0000CC"/>
                </a:solidFill>
                <a:ea typeface="华文隶书" panose="02010800040101010101" pitchFamily="2" charset="-122"/>
              </a:rPr>
              <a:t>安培力与洛伦兹力</a:t>
            </a:r>
          </a:p>
        </p:txBody>
      </p:sp>
      <p:graphicFrame>
        <p:nvGraphicFramePr>
          <p:cNvPr id="123907" name="Object 3"/>
          <p:cNvGraphicFramePr>
            <a:graphicFrameLocks noChangeAspect="1"/>
          </p:cNvGraphicFramePr>
          <p:nvPr/>
        </p:nvGraphicFramePr>
        <p:xfrm>
          <a:off x="3530600" y="954088"/>
          <a:ext cx="1189038" cy="317500"/>
        </p:xfrm>
        <a:graphic>
          <a:graphicData uri="http://schemas.openxmlformats.org/presentationml/2006/ole">
            <mc:AlternateContent xmlns:mc="http://schemas.openxmlformats.org/markup-compatibility/2006">
              <mc:Choice xmlns:v="urn:schemas-microsoft-com:vml" Requires="v">
                <p:oleObj spid="_x0000_s124098" name="Equation" r:id="rId4" imgW="812447" imgH="215806" progId="Equation.DSMT4">
                  <p:embed/>
                </p:oleObj>
              </mc:Choice>
              <mc:Fallback>
                <p:oleObj name="Equation" r:id="rId4" imgW="812447" imgH="215806"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0600" y="954088"/>
                        <a:ext cx="11890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08" name="Text Box 4"/>
          <p:cNvSpPr txBox="1">
            <a:spLocks noChangeArrowheads="1"/>
          </p:cNvSpPr>
          <p:nvPr/>
        </p:nvSpPr>
        <p:spPr bwMode="auto">
          <a:xfrm>
            <a:off x="5060950" y="863600"/>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线电流元</a:t>
            </a:r>
            <a:endParaRPr lang="zh-CN" altLang="en-US" sz="2400">
              <a:latin typeface="Times New Roman" panose="02020603050405020304" pitchFamily="18" charset="0"/>
              <a:ea typeface="华文行楷" panose="02010800040101010101" pitchFamily="2" charset="-122"/>
            </a:endParaRPr>
          </a:p>
        </p:txBody>
      </p:sp>
      <p:sp>
        <p:nvSpPr>
          <p:cNvPr id="123909" name="Text Box 5"/>
          <p:cNvSpPr txBox="1">
            <a:spLocks noChangeArrowheads="1"/>
          </p:cNvSpPr>
          <p:nvPr/>
        </p:nvSpPr>
        <p:spPr bwMode="auto">
          <a:xfrm>
            <a:off x="2855914" y="5678488"/>
            <a:ext cx="589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外磁场</a:t>
            </a:r>
            <a:r>
              <a:rPr lang="en-US" altLang="zh-CN" sz="2400" b="1">
                <a:solidFill>
                  <a:srgbClr val="FF0000"/>
                </a:solidFill>
                <a:latin typeface="Times New Roman" panose="02020603050405020304" pitchFamily="18" charset="0"/>
                <a:ea typeface="华文行楷" panose="02010800040101010101" pitchFamily="2" charset="-122"/>
              </a:rPr>
              <a:t>:</a:t>
            </a:r>
            <a:r>
              <a:rPr lang="zh-CN" altLang="en-US" sz="2400" b="1">
                <a:solidFill>
                  <a:srgbClr val="FF0000"/>
                </a:solidFill>
                <a:latin typeface="Times New Roman" panose="02020603050405020304" pitchFamily="18" charset="0"/>
                <a:ea typeface="华文行楷" panose="02010800040101010101" pitchFamily="2" charset="-122"/>
              </a:rPr>
              <a:t>受力电流外的其他电流产生的磁场</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sp>
        <p:nvSpPr>
          <p:cNvPr id="123910" name="Text Box 6"/>
          <p:cNvSpPr txBox="1">
            <a:spLocks noChangeArrowheads="1"/>
          </p:cNvSpPr>
          <p:nvPr/>
        </p:nvSpPr>
        <p:spPr bwMode="auto">
          <a:xfrm>
            <a:off x="5465764" y="4373563"/>
            <a:ext cx="333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chemeClr val="hlink"/>
                </a:solidFill>
                <a:latin typeface="Times New Roman" panose="02020603050405020304" pitchFamily="18" charset="0"/>
                <a:ea typeface="华文行楷" panose="02010800040101010101" pitchFamily="2" charset="-122"/>
              </a:rPr>
              <a:t>在外磁场</a:t>
            </a:r>
            <a:r>
              <a:rPr lang="en-US" altLang="zh-CN" sz="2400" b="1">
                <a:solidFill>
                  <a:schemeClr val="hlink"/>
                </a:solidFill>
                <a:latin typeface="Times New Roman" panose="02020603050405020304" pitchFamily="18" charset="0"/>
                <a:ea typeface="华文行楷" panose="02010800040101010101" pitchFamily="2" charset="-122"/>
              </a:rPr>
              <a:t>B</a:t>
            </a:r>
            <a:r>
              <a:rPr lang="zh-CN" altLang="en-US" sz="2400" b="1">
                <a:solidFill>
                  <a:schemeClr val="hlink"/>
                </a:solidFill>
                <a:latin typeface="Times New Roman" panose="02020603050405020304" pitchFamily="18" charset="0"/>
                <a:ea typeface="华文行楷" panose="02010800040101010101" pitchFamily="2" charset="-122"/>
              </a:rPr>
              <a:t>中所受力矩</a:t>
            </a:r>
            <a:endParaRPr lang="zh-CN" altLang="en-US" sz="2400">
              <a:solidFill>
                <a:schemeClr val="hlink"/>
              </a:solidFill>
              <a:latin typeface="Times New Roman" panose="02020603050405020304" pitchFamily="18" charset="0"/>
              <a:ea typeface="华文行楷" panose="02010800040101010101" pitchFamily="2" charset="-122"/>
            </a:endParaRPr>
          </a:p>
        </p:txBody>
      </p:sp>
      <p:graphicFrame>
        <p:nvGraphicFramePr>
          <p:cNvPr id="123911" name="Object 7"/>
          <p:cNvGraphicFramePr>
            <a:graphicFrameLocks noChangeAspect="1"/>
          </p:cNvGraphicFramePr>
          <p:nvPr/>
        </p:nvGraphicFramePr>
        <p:xfrm>
          <a:off x="3530600" y="1358900"/>
          <a:ext cx="1189038" cy="317500"/>
        </p:xfrm>
        <a:graphic>
          <a:graphicData uri="http://schemas.openxmlformats.org/presentationml/2006/ole">
            <mc:AlternateContent xmlns:mc="http://schemas.openxmlformats.org/markup-compatibility/2006">
              <mc:Choice xmlns:v="urn:schemas-microsoft-com:vml" Requires="v">
                <p:oleObj spid="_x0000_s124099" name="Equation" r:id="rId6" imgW="812447" imgH="215806" progId="Equation.DSMT4">
                  <p:embed/>
                </p:oleObj>
              </mc:Choice>
              <mc:Fallback>
                <p:oleObj name="Equation" r:id="rId6" imgW="812447" imgH="215806"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600" y="1358900"/>
                        <a:ext cx="11890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2" name="Object 8"/>
          <p:cNvGraphicFramePr>
            <a:graphicFrameLocks noChangeAspect="1"/>
          </p:cNvGraphicFramePr>
          <p:nvPr/>
        </p:nvGraphicFramePr>
        <p:xfrm>
          <a:off x="3484563" y="1789113"/>
          <a:ext cx="1281112" cy="355600"/>
        </p:xfrm>
        <a:graphic>
          <a:graphicData uri="http://schemas.openxmlformats.org/presentationml/2006/ole">
            <mc:AlternateContent xmlns:mc="http://schemas.openxmlformats.org/markup-compatibility/2006">
              <mc:Choice xmlns:v="urn:schemas-microsoft-com:vml" Requires="v">
                <p:oleObj spid="_x0000_s124100" name="Equation" r:id="rId8" imgW="876300" imgH="241300" progId="Equation.DSMT4">
                  <p:embed/>
                </p:oleObj>
              </mc:Choice>
              <mc:Fallback>
                <p:oleObj name="Equation" r:id="rId8" imgW="876300" imgH="2413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84563" y="1789113"/>
                        <a:ext cx="128111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3" name="Text Box 9"/>
          <p:cNvSpPr txBox="1">
            <a:spLocks noChangeArrowheads="1"/>
          </p:cNvSpPr>
          <p:nvPr/>
        </p:nvSpPr>
        <p:spPr bwMode="auto">
          <a:xfrm>
            <a:off x="5060950" y="1358900"/>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面电流元</a:t>
            </a:r>
            <a:endParaRPr lang="zh-CN" altLang="en-US" sz="2400">
              <a:latin typeface="Times New Roman" panose="02020603050405020304" pitchFamily="18" charset="0"/>
              <a:ea typeface="华文行楷" panose="02010800040101010101" pitchFamily="2" charset="-122"/>
            </a:endParaRPr>
          </a:p>
        </p:txBody>
      </p:sp>
      <p:sp>
        <p:nvSpPr>
          <p:cNvPr id="123914" name="Text Box 10"/>
          <p:cNvSpPr txBox="1">
            <a:spLocks noChangeArrowheads="1"/>
          </p:cNvSpPr>
          <p:nvPr/>
        </p:nvSpPr>
        <p:spPr bwMode="auto">
          <a:xfrm>
            <a:off x="5016500" y="1808163"/>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latin typeface="华文行楷" panose="02010800040101010101" pitchFamily="2" charset="-122"/>
                <a:ea typeface="华文行楷" panose="02010800040101010101" pitchFamily="2" charset="-122"/>
              </a:rPr>
              <a:t>体电流元</a:t>
            </a:r>
            <a:endParaRPr lang="zh-CN" altLang="en-US" sz="2400">
              <a:latin typeface="Times New Roman" panose="02020603050405020304" pitchFamily="18" charset="0"/>
              <a:ea typeface="华文行楷" panose="02010800040101010101" pitchFamily="2" charset="-122"/>
            </a:endParaRPr>
          </a:p>
        </p:txBody>
      </p:sp>
      <p:sp>
        <p:nvSpPr>
          <p:cNvPr id="123915" name="AutoShape 11"/>
          <p:cNvSpPr>
            <a:spLocks/>
          </p:cNvSpPr>
          <p:nvPr/>
        </p:nvSpPr>
        <p:spPr bwMode="auto">
          <a:xfrm>
            <a:off x="6545264" y="1042989"/>
            <a:ext cx="90487" cy="1036637"/>
          </a:xfrm>
          <a:prstGeom prst="rightBrace">
            <a:avLst>
              <a:gd name="adj1" fmla="val 9546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23916" name="Text Box 12"/>
          <p:cNvSpPr txBox="1">
            <a:spLocks noChangeArrowheads="1"/>
          </p:cNvSpPr>
          <p:nvPr/>
        </p:nvSpPr>
        <p:spPr bwMode="auto">
          <a:xfrm>
            <a:off x="6816725" y="1358900"/>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安培公式</a:t>
            </a:r>
            <a:endParaRPr lang="zh-CN" altLang="en-US" sz="2400">
              <a:solidFill>
                <a:srgbClr val="FF0000"/>
              </a:solidFill>
              <a:latin typeface="Times New Roman" panose="02020603050405020304" pitchFamily="18" charset="0"/>
              <a:ea typeface="华文行楷" panose="02010800040101010101" pitchFamily="2" charset="-122"/>
            </a:endParaRPr>
          </a:p>
        </p:txBody>
      </p:sp>
      <p:graphicFrame>
        <p:nvGraphicFramePr>
          <p:cNvPr id="123917" name="Object 13"/>
          <p:cNvGraphicFramePr>
            <a:graphicFrameLocks noChangeAspect="1"/>
          </p:cNvGraphicFramePr>
          <p:nvPr/>
        </p:nvGraphicFramePr>
        <p:xfrm>
          <a:off x="3494088" y="2281239"/>
          <a:ext cx="1263650" cy="542925"/>
        </p:xfrm>
        <a:graphic>
          <a:graphicData uri="http://schemas.openxmlformats.org/presentationml/2006/ole">
            <mc:AlternateContent xmlns:mc="http://schemas.openxmlformats.org/markup-compatibility/2006">
              <mc:Choice xmlns:v="urn:schemas-microsoft-com:vml" Requires="v">
                <p:oleObj spid="_x0000_s124101" name="Equation" r:id="rId10" imgW="863225" imgH="368140" progId="Equation.DSMT4">
                  <p:embed/>
                </p:oleObj>
              </mc:Choice>
              <mc:Fallback>
                <p:oleObj name="Equation" r:id="rId10" imgW="863225" imgH="368140"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94088" y="2281239"/>
                        <a:ext cx="126365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8" name="Object 14"/>
          <p:cNvGraphicFramePr>
            <a:graphicFrameLocks noChangeAspect="1"/>
          </p:cNvGraphicFramePr>
          <p:nvPr/>
        </p:nvGraphicFramePr>
        <p:xfrm>
          <a:off x="3486151" y="2798763"/>
          <a:ext cx="1300163" cy="558800"/>
        </p:xfrm>
        <a:graphic>
          <a:graphicData uri="http://schemas.openxmlformats.org/presentationml/2006/ole">
            <mc:AlternateContent xmlns:mc="http://schemas.openxmlformats.org/markup-compatibility/2006">
              <mc:Choice xmlns:v="urn:schemas-microsoft-com:vml" Requires="v">
                <p:oleObj spid="_x0000_s124102" name="Equation" r:id="rId12" imgW="888614" imgH="380835" progId="Equation.DSMT4">
                  <p:embed/>
                </p:oleObj>
              </mc:Choice>
              <mc:Fallback>
                <p:oleObj name="Equation" r:id="rId12" imgW="888614" imgH="380835"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86151" y="2798763"/>
                        <a:ext cx="1300163"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19" name="Object 15"/>
          <p:cNvGraphicFramePr>
            <a:graphicFrameLocks noChangeAspect="1"/>
          </p:cNvGraphicFramePr>
          <p:nvPr/>
        </p:nvGraphicFramePr>
        <p:xfrm>
          <a:off x="3395663" y="3294064"/>
          <a:ext cx="1466850" cy="561975"/>
        </p:xfrm>
        <a:graphic>
          <a:graphicData uri="http://schemas.openxmlformats.org/presentationml/2006/ole">
            <mc:AlternateContent xmlns:mc="http://schemas.openxmlformats.org/markup-compatibility/2006">
              <mc:Choice xmlns:v="urn:schemas-microsoft-com:vml" Requires="v">
                <p:oleObj spid="_x0000_s124103" name="Equation" r:id="rId14" imgW="1002865" imgH="380835" progId="Equation.DSMT4">
                  <p:embed/>
                </p:oleObj>
              </mc:Choice>
              <mc:Fallback>
                <p:oleObj name="Equation" r:id="rId14" imgW="1002865" imgH="380835"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95663" y="3294064"/>
                        <a:ext cx="146685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20" name="Text Box 16"/>
          <p:cNvSpPr txBox="1">
            <a:spLocks noChangeArrowheads="1"/>
          </p:cNvSpPr>
          <p:nvPr/>
        </p:nvSpPr>
        <p:spPr bwMode="auto">
          <a:xfrm>
            <a:off x="4970464" y="2349500"/>
            <a:ext cx="2295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闭合导线电流</a:t>
            </a:r>
            <a:endParaRPr lang="zh-CN" altLang="en-US" sz="2400">
              <a:solidFill>
                <a:srgbClr val="FF0000"/>
              </a:solidFill>
              <a:latin typeface="Times New Roman" panose="02020603050405020304" pitchFamily="18" charset="0"/>
              <a:ea typeface="华文行楷" panose="02010800040101010101" pitchFamily="2" charset="-122"/>
            </a:endParaRPr>
          </a:p>
        </p:txBody>
      </p:sp>
      <p:sp>
        <p:nvSpPr>
          <p:cNvPr id="123921" name="Text Box 17"/>
          <p:cNvSpPr txBox="1">
            <a:spLocks noChangeArrowheads="1"/>
          </p:cNvSpPr>
          <p:nvPr/>
        </p:nvSpPr>
        <p:spPr bwMode="auto">
          <a:xfrm>
            <a:off x="4970463" y="2844800"/>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面电流</a:t>
            </a:r>
            <a:endParaRPr lang="zh-CN" altLang="en-US" sz="2400">
              <a:solidFill>
                <a:srgbClr val="FF0000"/>
              </a:solidFill>
              <a:latin typeface="Times New Roman" panose="02020603050405020304" pitchFamily="18" charset="0"/>
              <a:ea typeface="华文行楷" panose="02010800040101010101" pitchFamily="2" charset="-122"/>
            </a:endParaRPr>
          </a:p>
        </p:txBody>
      </p:sp>
      <p:sp>
        <p:nvSpPr>
          <p:cNvPr id="123922" name="Text Box 18"/>
          <p:cNvSpPr txBox="1">
            <a:spLocks noChangeArrowheads="1"/>
          </p:cNvSpPr>
          <p:nvPr/>
        </p:nvSpPr>
        <p:spPr bwMode="auto">
          <a:xfrm>
            <a:off x="4926013" y="3294063"/>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体电流</a:t>
            </a:r>
            <a:endParaRPr lang="zh-CN" altLang="en-US" sz="2400">
              <a:solidFill>
                <a:srgbClr val="FF0000"/>
              </a:solidFill>
              <a:latin typeface="Times New Roman" panose="02020603050405020304" pitchFamily="18" charset="0"/>
              <a:ea typeface="华文行楷" panose="02010800040101010101" pitchFamily="2" charset="-122"/>
            </a:endParaRPr>
          </a:p>
        </p:txBody>
      </p:sp>
      <p:graphicFrame>
        <p:nvGraphicFramePr>
          <p:cNvPr id="123923" name="Object 19"/>
          <p:cNvGraphicFramePr>
            <a:graphicFrameLocks noChangeAspect="1"/>
          </p:cNvGraphicFramePr>
          <p:nvPr/>
        </p:nvGraphicFramePr>
        <p:xfrm>
          <a:off x="3351214" y="3924300"/>
          <a:ext cx="1690687" cy="560388"/>
        </p:xfrm>
        <a:graphic>
          <a:graphicData uri="http://schemas.openxmlformats.org/presentationml/2006/ole">
            <mc:AlternateContent xmlns:mc="http://schemas.openxmlformats.org/markup-compatibility/2006">
              <mc:Choice xmlns:v="urn:schemas-microsoft-com:vml" Requires="v">
                <p:oleObj spid="_x0000_s124104" name="Equation" r:id="rId16" imgW="1155700" imgH="381000" progId="Equation.DSMT4">
                  <p:embed/>
                </p:oleObj>
              </mc:Choice>
              <mc:Fallback>
                <p:oleObj name="Equation" r:id="rId16" imgW="1155700" imgH="381000" progId="Equation.DSMT4">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51214" y="3924300"/>
                        <a:ext cx="1690687"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24" name="Object 20"/>
          <p:cNvGraphicFramePr>
            <a:graphicFrameLocks noChangeAspect="1"/>
          </p:cNvGraphicFramePr>
          <p:nvPr/>
        </p:nvGraphicFramePr>
        <p:xfrm>
          <a:off x="3324225" y="4440238"/>
          <a:ext cx="1765300" cy="577850"/>
        </p:xfrm>
        <a:graphic>
          <a:graphicData uri="http://schemas.openxmlformats.org/presentationml/2006/ole">
            <mc:AlternateContent xmlns:mc="http://schemas.openxmlformats.org/markup-compatibility/2006">
              <mc:Choice xmlns:v="urn:schemas-microsoft-com:vml" Requires="v">
                <p:oleObj spid="_x0000_s124105" name="Equation" r:id="rId18" imgW="1205977" imgH="393529" progId="Equation.DSMT4">
                  <p:embed/>
                </p:oleObj>
              </mc:Choice>
              <mc:Fallback>
                <p:oleObj name="Equation" r:id="rId18" imgW="1205977" imgH="393529" progId="Equation.DSMT4">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24225" y="4440238"/>
                        <a:ext cx="176530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925" name="Object 21"/>
          <p:cNvGraphicFramePr>
            <a:graphicFrameLocks noChangeAspect="1"/>
          </p:cNvGraphicFramePr>
          <p:nvPr/>
        </p:nvGraphicFramePr>
        <p:xfrm>
          <a:off x="3243264" y="4935539"/>
          <a:ext cx="1912937" cy="581025"/>
        </p:xfrm>
        <a:graphic>
          <a:graphicData uri="http://schemas.openxmlformats.org/presentationml/2006/ole">
            <mc:AlternateContent xmlns:mc="http://schemas.openxmlformats.org/markup-compatibility/2006">
              <mc:Choice xmlns:v="urn:schemas-microsoft-com:vml" Requires="v">
                <p:oleObj spid="_x0000_s124106" name="Equation" r:id="rId20" imgW="1307532" imgH="393529" progId="Equation.DSMT4">
                  <p:embed/>
                </p:oleObj>
              </mc:Choice>
              <mc:Fallback>
                <p:oleObj name="Equation" r:id="rId20" imgW="1307532" imgH="393529" progId="Equation.DSMT4">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43264" y="4935539"/>
                        <a:ext cx="191293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26" name="AutoShape 22"/>
          <p:cNvSpPr>
            <a:spLocks/>
          </p:cNvSpPr>
          <p:nvPr/>
        </p:nvSpPr>
        <p:spPr bwMode="auto">
          <a:xfrm>
            <a:off x="5286375" y="4059239"/>
            <a:ext cx="88900" cy="1214437"/>
          </a:xfrm>
          <a:prstGeom prst="rightBrace">
            <a:avLst>
              <a:gd name="adj1" fmla="val 11383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23927" name="Object 23"/>
          <p:cNvGraphicFramePr>
            <a:graphicFrameLocks noChangeAspect="1"/>
          </p:cNvGraphicFramePr>
          <p:nvPr/>
        </p:nvGraphicFramePr>
        <p:xfrm>
          <a:off x="6096001" y="3968750"/>
          <a:ext cx="892175" cy="298450"/>
        </p:xfrm>
        <a:graphic>
          <a:graphicData uri="http://schemas.openxmlformats.org/presentationml/2006/ole">
            <mc:AlternateContent xmlns:mc="http://schemas.openxmlformats.org/markup-compatibility/2006">
              <mc:Choice xmlns:v="urn:schemas-microsoft-com:vml" Requires="v">
                <p:oleObj spid="_x0000_s124107" name="Equation" r:id="rId22" imgW="609336" imgH="203112" progId="Equation.DSMT4">
                  <p:embed/>
                </p:oleObj>
              </mc:Choice>
              <mc:Fallback>
                <p:oleObj name="Equation" r:id="rId22" imgW="609336" imgH="203112" progId="Equation.DSMT4">
                  <p:embed/>
                  <p:pic>
                    <p:nvPicPr>
                      <p:cNvPr id="0" name="Object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96001" y="3968750"/>
                        <a:ext cx="892175"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lgn="l" eaLnBrk="1" hangingPunct="1"/>
            <a:r>
              <a:rPr lang="zh-CN" altLang="en-US" sz="3200">
                <a:latin typeface="Times New Roman" panose="02020603050405020304" pitchFamily="18" charset="0"/>
              </a:rPr>
              <a:t>半径为</a:t>
            </a:r>
            <a:r>
              <a:rPr lang="en-US" altLang="zh-CN" sz="3200">
                <a:latin typeface="Times New Roman" panose="02020603050405020304" pitchFamily="18" charset="0"/>
              </a:rPr>
              <a:t>R</a:t>
            </a:r>
            <a:r>
              <a:rPr lang="zh-CN" altLang="en-US" sz="3200">
                <a:latin typeface="Times New Roman" panose="02020603050405020304" pitchFamily="18" charset="0"/>
              </a:rPr>
              <a:t>的无限长圆柱面上沿轴向通有电流</a:t>
            </a:r>
            <a:r>
              <a:rPr lang="en-US" altLang="zh-CN" sz="3200">
                <a:latin typeface="Times New Roman" panose="02020603050405020304" pitchFamily="18" charset="0"/>
              </a:rPr>
              <a:t>I</a:t>
            </a:r>
            <a:r>
              <a:rPr lang="zh-CN" altLang="en-US" sz="3200">
                <a:latin typeface="Times New Roman" panose="02020603050405020304" pitchFamily="18" charset="0"/>
              </a:rPr>
              <a:t>，轴向均匀分布，长为</a:t>
            </a:r>
            <a:r>
              <a:rPr lang="en-US" altLang="zh-CN" sz="3200">
                <a:latin typeface="Times New Roman" panose="02020603050405020304" pitchFamily="18" charset="0"/>
              </a:rPr>
              <a:t>l</a:t>
            </a:r>
            <a:r>
              <a:rPr lang="zh-CN" altLang="en-US" sz="3200">
                <a:latin typeface="Times New Roman" panose="02020603050405020304" pitchFamily="18" charset="0"/>
              </a:rPr>
              <a:t>的半圆柱面的受力情况。</a:t>
            </a:r>
          </a:p>
        </p:txBody>
      </p:sp>
      <p:sp>
        <p:nvSpPr>
          <p:cNvPr id="125955" name="Arc 4"/>
          <p:cNvSpPr>
            <a:spLocks/>
          </p:cNvSpPr>
          <p:nvPr/>
        </p:nvSpPr>
        <p:spPr bwMode="auto">
          <a:xfrm flipH="1" flipV="1">
            <a:off x="4610101" y="3473450"/>
            <a:ext cx="2339975" cy="1282700"/>
          </a:xfrm>
          <a:custGeom>
            <a:avLst/>
            <a:gdLst>
              <a:gd name="T0" fmla="*/ 2147483646 w 43200"/>
              <a:gd name="T1" fmla="*/ 2147483646 h 25663"/>
              <a:gd name="T2" fmla="*/ 2147483646 w 43200"/>
              <a:gd name="T3" fmla="*/ 0 h 25663"/>
              <a:gd name="T4" fmla="*/ 2147483646 w 43200"/>
              <a:gd name="T5" fmla="*/ 2147483646 h 25663"/>
              <a:gd name="T6" fmla="*/ 0 60000 65536"/>
              <a:gd name="T7" fmla="*/ 0 60000 65536"/>
              <a:gd name="T8" fmla="*/ 0 60000 65536"/>
              <a:gd name="T9" fmla="*/ 0 w 43200"/>
              <a:gd name="T10" fmla="*/ 0 h 25663"/>
              <a:gd name="T11" fmla="*/ 43200 w 43200"/>
              <a:gd name="T12" fmla="*/ 25663 h 25663"/>
            </a:gdLst>
            <a:ahLst/>
            <a:cxnLst>
              <a:cxn ang="T6">
                <a:pos x="T0" y="T1"/>
              </a:cxn>
              <a:cxn ang="T7">
                <a:pos x="T2" y="T3"/>
              </a:cxn>
              <a:cxn ang="T8">
                <a:pos x="T4" y="T5"/>
              </a:cxn>
            </a:cxnLst>
            <a:rect l="T9" t="T10" r="T11" b="T12"/>
            <a:pathLst>
              <a:path w="43200" h="25663" fill="none" extrusionOk="0">
                <a:moveTo>
                  <a:pt x="43199" y="4127"/>
                </a:moveTo>
                <a:cubicBezTo>
                  <a:pt x="43164" y="16031"/>
                  <a:pt x="33503" y="25662"/>
                  <a:pt x="21600" y="25663"/>
                </a:cubicBezTo>
                <a:cubicBezTo>
                  <a:pt x="9670" y="25663"/>
                  <a:pt x="0" y="15992"/>
                  <a:pt x="0" y="4063"/>
                </a:cubicBezTo>
                <a:cubicBezTo>
                  <a:pt x="-1" y="2699"/>
                  <a:pt x="129" y="1339"/>
                  <a:pt x="385" y="-1"/>
                </a:cubicBezTo>
              </a:path>
              <a:path w="43200" h="25663" stroke="0" extrusionOk="0">
                <a:moveTo>
                  <a:pt x="43199" y="4127"/>
                </a:moveTo>
                <a:cubicBezTo>
                  <a:pt x="43164" y="16031"/>
                  <a:pt x="33503" y="25662"/>
                  <a:pt x="21600" y="25663"/>
                </a:cubicBezTo>
                <a:cubicBezTo>
                  <a:pt x="9670" y="25663"/>
                  <a:pt x="0" y="15992"/>
                  <a:pt x="0" y="4063"/>
                </a:cubicBezTo>
                <a:cubicBezTo>
                  <a:pt x="-1" y="2699"/>
                  <a:pt x="129" y="1339"/>
                  <a:pt x="385" y="-1"/>
                </a:cubicBezTo>
                <a:lnTo>
                  <a:pt x="21600" y="4063"/>
                </a:lnTo>
                <a:lnTo>
                  <a:pt x="43199" y="4127"/>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5956" name="Arc 5"/>
          <p:cNvSpPr>
            <a:spLocks/>
          </p:cNvSpPr>
          <p:nvPr/>
        </p:nvSpPr>
        <p:spPr bwMode="auto">
          <a:xfrm flipH="1" flipV="1">
            <a:off x="7356476" y="2124075"/>
            <a:ext cx="1793875" cy="1282700"/>
          </a:xfrm>
          <a:custGeom>
            <a:avLst/>
            <a:gdLst>
              <a:gd name="T0" fmla="*/ 2147483646 w 33132"/>
              <a:gd name="T1" fmla="*/ 2147483646 h 25663"/>
              <a:gd name="T2" fmla="*/ 2147483646 w 33132"/>
              <a:gd name="T3" fmla="*/ 0 h 25663"/>
              <a:gd name="T4" fmla="*/ 2147483646 w 33132"/>
              <a:gd name="T5" fmla="*/ 2147483646 h 25663"/>
              <a:gd name="T6" fmla="*/ 0 60000 65536"/>
              <a:gd name="T7" fmla="*/ 0 60000 65536"/>
              <a:gd name="T8" fmla="*/ 0 60000 65536"/>
              <a:gd name="T9" fmla="*/ 0 w 33132"/>
              <a:gd name="T10" fmla="*/ 0 h 25663"/>
              <a:gd name="T11" fmla="*/ 33132 w 33132"/>
              <a:gd name="T12" fmla="*/ 25663 h 25663"/>
            </a:gdLst>
            <a:ahLst/>
            <a:cxnLst>
              <a:cxn ang="T6">
                <a:pos x="T0" y="T1"/>
              </a:cxn>
              <a:cxn ang="T7">
                <a:pos x="T2" y="T3"/>
              </a:cxn>
              <a:cxn ang="T8">
                <a:pos x="T4" y="T5"/>
              </a:cxn>
            </a:cxnLst>
            <a:rect l="T9" t="T10" r="T11" b="T12"/>
            <a:pathLst>
              <a:path w="33132" h="25663" fill="none" extrusionOk="0">
                <a:moveTo>
                  <a:pt x="33131" y="22326"/>
                </a:moveTo>
                <a:cubicBezTo>
                  <a:pt x="29680" y="24506"/>
                  <a:pt x="25681" y="25662"/>
                  <a:pt x="21600" y="25663"/>
                </a:cubicBezTo>
                <a:cubicBezTo>
                  <a:pt x="9670" y="25663"/>
                  <a:pt x="0" y="15992"/>
                  <a:pt x="0" y="4063"/>
                </a:cubicBezTo>
                <a:cubicBezTo>
                  <a:pt x="-1" y="2699"/>
                  <a:pt x="129" y="1339"/>
                  <a:pt x="385" y="-1"/>
                </a:cubicBezTo>
              </a:path>
              <a:path w="33132" h="25663" stroke="0" extrusionOk="0">
                <a:moveTo>
                  <a:pt x="33131" y="22326"/>
                </a:moveTo>
                <a:cubicBezTo>
                  <a:pt x="29680" y="24506"/>
                  <a:pt x="25681" y="25662"/>
                  <a:pt x="21600" y="25663"/>
                </a:cubicBezTo>
                <a:cubicBezTo>
                  <a:pt x="9670" y="25663"/>
                  <a:pt x="0" y="15992"/>
                  <a:pt x="0" y="4063"/>
                </a:cubicBezTo>
                <a:cubicBezTo>
                  <a:pt x="-1" y="2699"/>
                  <a:pt x="129" y="1339"/>
                  <a:pt x="385" y="-1"/>
                </a:cubicBezTo>
                <a:lnTo>
                  <a:pt x="21600" y="4063"/>
                </a:lnTo>
                <a:lnTo>
                  <a:pt x="33131" y="22326"/>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5957" name="Line 6"/>
          <p:cNvSpPr>
            <a:spLocks noChangeShapeType="1"/>
          </p:cNvSpPr>
          <p:nvPr/>
        </p:nvSpPr>
        <p:spPr bwMode="auto">
          <a:xfrm>
            <a:off x="4610101" y="4554539"/>
            <a:ext cx="2341563" cy="17938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58" name="Line 7"/>
          <p:cNvSpPr>
            <a:spLocks noChangeShapeType="1"/>
          </p:cNvSpPr>
          <p:nvPr/>
        </p:nvSpPr>
        <p:spPr bwMode="auto">
          <a:xfrm flipV="1">
            <a:off x="6951664" y="3384551"/>
            <a:ext cx="2205037" cy="134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59" name="Line 8"/>
          <p:cNvSpPr>
            <a:spLocks noChangeShapeType="1"/>
          </p:cNvSpPr>
          <p:nvPr/>
        </p:nvSpPr>
        <p:spPr bwMode="auto">
          <a:xfrm flipV="1">
            <a:off x="6545264" y="2349501"/>
            <a:ext cx="2205037" cy="134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0" name="Line 9"/>
          <p:cNvSpPr>
            <a:spLocks noChangeShapeType="1"/>
          </p:cNvSpPr>
          <p:nvPr/>
        </p:nvSpPr>
        <p:spPr bwMode="auto">
          <a:xfrm flipV="1">
            <a:off x="5195889" y="2259014"/>
            <a:ext cx="2205037" cy="134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1" name="Line 10"/>
          <p:cNvSpPr>
            <a:spLocks noChangeShapeType="1"/>
          </p:cNvSpPr>
          <p:nvPr/>
        </p:nvSpPr>
        <p:spPr bwMode="auto">
          <a:xfrm>
            <a:off x="5826126" y="4643439"/>
            <a:ext cx="1800225" cy="1349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2" name="Line 11"/>
          <p:cNvSpPr>
            <a:spLocks noChangeShapeType="1"/>
          </p:cNvSpPr>
          <p:nvPr/>
        </p:nvSpPr>
        <p:spPr bwMode="auto">
          <a:xfrm>
            <a:off x="5781675" y="3968750"/>
            <a:ext cx="0" cy="2070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3" name="Line 12"/>
          <p:cNvSpPr>
            <a:spLocks noChangeShapeType="1"/>
          </p:cNvSpPr>
          <p:nvPr/>
        </p:nvSpPr>
        <p:spPr bwMode="auto">
          <a:xfrm flipH="1">
            <a:off x="5781676" y="3563938"/>
            <a:ext cx="404813" cy="1079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4" name="Line 13"/>
          <p:cNvSpPr>
            <a:spLocks noChangeShapeType="1"/>
          </p:cNvSpPr>
          <p:nvPr/>
        </p:nvSpPr>
        <p:spPr bwMode="auto">
          <a:xfrm flipH="1">
            <a:off x="5781675" y="3698875"/>
            <a:ext cx="763588"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5" name="Line 14"/>
          <p:cNvSpPr>
            <a:spLocks noChangeShapeType="1"/>
          </p:cNvSpPr>
          <p:nvPr/>
        </p:nvSpPr>
        <p:spPr bwMode="auto">
          <a:xfrm flipV="1">
            <a:off x="5781676" y="3338514"/>
            <a:ext cx="1844675" cy="1304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6" name="Line 15"/>
          <p:cNvSpPr>
            <a:spLocks noChangeShapeType="1"/>
          </p:cNvSpPr>
          <p:nvPr/>
        </p:nvSpPr>
        <p:spPr bwMode="auto">
          <a:xfrm flipV="1">
            <a:off x="6186489" y="2214564"/>
            <a:ext cx="2205037" cy="1349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67" name="Text Box 17"/>
          <p:cNvSpPr txBox="1">
            <a:spLocks noChangeArrowheads="1"/>
          </p:cNvSpPr>
          <p:nvPr/>
        </p:nvSpPr>
        <p:spPr bwMode="auto">
          <a:xfrm>
            <a:off x="5870575" y="5859463"/>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y</a:t>
            </a:r>
            <a:endParaRPr lang="en-US" altLang="zh-CN" sz="1800">
              <a:latin typeface="Symbol" panose="05050102010706020507" pitchFamily="18" charset="2"/>
            </a:endParaRPr>
          </a:p>
        </p:txBody>
      </p:sp>
      <p:sp>
        <p:nvSpPr>
          <p:cNvPr id="125968" name="Text Box 18"/>
          <p:cNvSpPr txBox="1">
            <a:spLocks noChangeArrowheads="1"/>
          </p:cNvSpPr>
          <p:nvPr/>
        </p:nvSpPr>
        <p:spPr bwMode="auto">
          <a:xfrm>
            <a:off x="7175500" y="4824413"/>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x</a:t>
            </a:r>
            <a:endParaRPr lang="en-US" altLang="zh-CN" sz="1800">
              <a:latin typeface="Symbol" panose="05050102010706020507" pitchFamily="18" charset="2"/>
            </a:endParaRPr>
          </a:p>
        </p:txBody>
      </p:sp>
      <p:sp>
        <p:nvSpPr>
          <p:cNvPr id="125969" name="Text Box 19"/>
          <p:cNvSpPr txBox="1">
            <a:spLocks noChangeArrowheads="1"/>
          </p:cNvSpPr>
          <p:nvPr/>
        </p:nvSpPr>
        <p:spPr bwMode="auto">
          <a:xfrm>
            <a:off x="7445375" y="3294063"/>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z</a:t>
            </a:r>
            <a:endParaRPr lang="en-US" altLang="zh-CN" sz="1800">
              <a:latin typeface="Symbol" panose="05050102010706020507" pitchFamily="18" charset="2"/>
            </a:endParaRPr>
          </a:p>
        </p:txBody>
      </p:sp>
      <p:sp>
        <p:nvSpPr>
          <p:cNvPr id="125970" name="Line 20"/>
          <p:cNvSpPr>
            <a:spLocks noChangeShapeType="1"/>
          </p:cNvSpPr>
          <p:nvPr/>
        </p:nvSpPr>
        <p:spPr bwMode="auto">
          <a:xfrm flipH="1">
            <a:off x="6140451" y="3608388"/>
            <a:ext cx="269875" cy="406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71" name="Line 21"/>
          <p:cNvSpPr>
            <a:spLocks noChangeShapeType="1"/>
          </p:cNvSpPr>
          <p:nvPr/>
        </p:nvSpPr>
        <p:spPr bwMode="auto">
          <a:xfrm>
            <a:off x="5105401" y="3654426"/>
            <a:ext cx="18097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72" name="Text Box 22"/>
          <p:cNvSpPr txBox="1">
            <a:spLocks noChangeArrowheads="1"/>
          </p:cNvSpPr>
          <p:nvPr/>
        </p:nvSpPr>
        <p:spPr bwMode="auto">
          <a:xfrm>
            <a:off x="7445375" y="2979738"/>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latin typeface="Times New Roman" panose="02020603050405020304" pitchFamily="18" charset="0"/>
              </a:rPr>
              <a:t>l</a:t>
            </a:r>
            <a:endParaRPr lang="en-US" altLang="zh-CN" sz="1800" b="1">
              <a:latin typeface="Symbol" panose="05050102010706020507" pitchFamily="18" charset="2"/>
            </a:endParaRPr>
          </a:p>
        </p:txBody>
      </p:sp>
      <p:sp>
        <p:nvSpPr>
          <p:cNvPr id="125973" name="Text Box 23"/>
          <p:cNvSpPr txBox="1">
            <a:spLocks noChangeArrowheads="1"/>
          </p:cNvSpPr>
          <p:nvPr/>
        </p:nvSpPr>
        <p:spPr bwMode="auto">
          <a:xfrm>
            <a:off x="5826125" y="3563938"/>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latin typeface="Times New Roman" panose="02020603050405020304" pitchFamily="18" charset="0"/>
              </a:rPr>
              <a:t>n</a:t>
            </a:r>
            <a:endParaRPr lang="en-US" altLang="zh-CN" sz="1800" b="1">
              <a:latin typeface="Symbol" panose="05050102010706020507" pitchFamily="18" charset="2"/>
            </a:endParaRPr>
          </a:p>
        </p:txBody>
      </p:sp>
      <p:sp>
        <p:nvSpPr>
          <p:cNvPr id="125974" name="Text Box 24"/>
          <p:cNvSpPr txBox="1">
            <a:spLocks noChangeArrowheads="1"/>
          </p:cNvSpPr>
          <p:nvPr/>
        </p:nvSpPr>
        <p:spPr bwMode="auto">
          <a:xfrm>
            <a:off x="5016500" y="4014788"/>
            <a:ext cx="6302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latin typeface="Times New Roman" panose="02020603050405020304" pitchFamily="18" charset="0"/>
              </a:rPr>
              <a:t>n’</a:t>
            </a:r>
            <a:endParaRPr lang="en-US" altLang="zh-CN" sz="1800" b="1">
              <a:latin typeface="Symbol" panose="05050102010706020507" pitchFamily="18" charset="2"/>
            </a:endParaRPr>
          </a:p>
        </p:txBody>
      </p:sp>
      <p:sp>
        <p:nvSpPr>
          <p:cNvPr id="125975" name="Text Box 25"/>
          <p:cNvSpPr txBox="1">
            <a:spLocks noChangeArrowheads="1"/>
          </p:cNvSpPr>
          <p:nvPr/>
        </p:nvSpPr>
        <p:spPr bwMode="auto">
          <a:xfrm>
            <a:off x="5691189" y="3968751"/>
            <a:ext cx="6302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d</a:t>
            </a:r>
            <a:r>
              <a:rPr lang="en-US" altLang="zh-CN" sz="1800">
                <a:latin typeface="Symbol" panose="05050102010706020507" pitchFamily="18" charset="2"/>
              </a:rPr>
              <a:t>f</a:t>
            </a:r>
          </a:p>
        </p:txBody>
      </p:sp>
      <p:sp>
        <p:nvSpPr>
          <p:cNvPr id="125976" name="Text Box 26"/>
          <p:cNvSpPr txBox="1">
            <a:spLocks noChangeArrowheads="1"/>
          </p:cNvSpPr>
          <p:nvPr/>
        </p:nvSpPr>
        <p:spPr bwMode="auto">
          <a:xfrm>
            <a:off x="5916614" y="4284663"/>
            <a:ext cx="630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f</a:t>
            </a:r>
          </a:p>
        </p:txBody>
      </p:sp>
      <p:sp>
        <p:nvSpPr>
          <p:cNvPr id="125977" name="Line 27"/>
          <p:cNvSpPr>
            <a:spLocks noChangeShapeType="1"/>
          </p:cNvSpPr>
          <p:nvPr/>
        </p:nvSpPr>
        <p:spPr bwMode="auto">
          <a:xfrm>
            <a:off x="5961063" y="4419600"/>
            <a:ext cx="0" cy="223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5978" name="Object 28"/>
          <p:cNvGraphicFramePr>
            <a:graphicFrameLocks noGrp="1" noChangeAspect="1"/>
          </p:cNvGraphicFramePr>
          <p:nvPr>
            <p:ph idx="1"/>
          </p:nvPr>
        </p:nvGraphicFramePr>
        <p:xfrm>
          <a:off x="2495550" y="2168526"/>
          <a:ext cx="1244600" cy="379413"/>
        </p:xfrm>
        <a:graphic>
          <a:graphicData uri="http://schemas.openxmlformats.org/presentationml/2006/ole">
            <mc:AlternateContent xmlns:mc="http://schemas.openxmlformats.org/markup-compatibility/2006">
              <mc:Choice xmlns:v="urn:schemas-microsoft-com:vml" Requires="v">
                <p:oleObj spid="_x0000_s126014" name="Equation" r:id="rId4" imgW="749300" imgH="228600" progId="Equation.DSMT4">
                  <p:embed/>
                </p:oleObj>
              </mc:Choice>
              <mc:Fallback>
                <p:oleObj name="Equation" r:id="rId4" imgW="749300" imgH="228600" progId="Equation.DSMT4">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550" y="2168526"/>
                        <a:ext cx="1244600"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9" name="Object 30"/>
          <p:cNvGraphicFramePr>
            <a:graphicFrameLocks noChangeAspect="1"/>
          </p:cNvGraphicFramePr>
          <p:nvPr/>
        </p:nvGraphicFramePr>
        <p:xfrm>
          <a:off x="2451100" y="2708276"/>
          <a:ext cx="1117600" cy="695325"/>
        </p:xfrm>
        <a:graphic>
          <a:graphicData uri="http://schemas.openxmlformats.org/presentationml/2006/ole">
            <mc:AlternateContent xmlns:mc="http://schemas.openxmlformats.org/markup-compatibility/2006">
              <mc:Choice xmlns:v="urn:schemas-microsoft-com:vml" Requires="v">
                <p:oleObj spid="_x0000_s126015" name="Equation" r:id="rId6" imgW="672808" imgH="418918" progId="Equation.DSMT4">
                  <p:embed/>
                </p:oleObj>
              </mc:Choice>
              <mc:Fallback>
                <p:oleObj name="Equation" r:id="rId6" imgW="672808" imgH="418918" progId="Equation.DSMT4">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1100" y="2708276"/>
                        <a:ext cx="1117600" cy="69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1981201" y="274639"/>
            <a:ext cx="4384675" cy="319087"/>
          </a:xfrm>
        </p:spPr>
        <p:txBody>
          <a:bodyPr/>
          <a:lstStyle/>
          <a:p>
            <a:pPr eaLnBrk="1" hangingPunct="1"/>
            <a:r>
              <a:rPr lang="zh-CN" altLang="en-US" sz="3200">
                <a:solidFill>
                  <a:srgbClr val="0000CC"/>
                </a:solidFill>
                <a:ea typeface="华文隶书" panose="02010800040101010101" pitchFamily="2" charset="-122"/>
              </a:rPr>
              <a:t>例</a:t>
            </a:r>
            <a:r>
              <a:rPr lang="en-US" altLang="zh-CN" sz="3200">
                <a:solidFill>
                  <a:srgbClr val="0000CC"/>
                </a:solidFill>
                <a:ea typeface="华文隶书" panose="02010800040101010101" pitchFamily="2" charset="-122"/>
              </a:rPr>
              <a:t>:</a:t>
            </a:r>
            <a:r>
              <a:rPr lang="zh-CN" altLang="en-US" sz="3200">
                <a:solidFill>
                  <a:srgbClr val="0000CC"/>
                </a:solidFill>
                <a:ea typeface="华文隶书" panose="02010800040101010101" pitchFamily="2" charset="-122"/>
              </a:rPr>
              <a:t>平行无限长直导线</a:t>
            </a:r>
          </a:p>
        </p:txBody>
      </p:sp>
      <p:sp>
        <p:nvSpPr>
          <p:cNvPr id="128003" name="Text Box 3"/>
          <p:cNvSpPr txBox="1">
            <a:spLocks noChangeArrowheads="1"/>
          </p:cNvSpPr>
          <p:nvPr/>
        </p:nvSpPr>
        <p:spPr bwMode="auto">
          <a:xfrm>
            <a:off x="1909763" y="4238625"/>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矩形线圈所受的力矩</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28004" name="Object 4"/>
          <p:cNvGraphicFramePr>
            <a:graphicFrameLocks noChangeAspect="1"/>
          </p:cNvGraphicFramePr>
          <p:nvPr/>
        </p:nvGraphicFramePr>
        <p:xfrm>
          <a:off x="2809875" y="863600"/>
          <a:ext cx="1003300" cy="579438"/>
        </p:xfrm>
        <a:graphic>
          <a:graphicData uri="http://schemas.openxmlformats.org/presentationml/2006/ole">
            <mc:AlternateContent xmlns:mc="http://schemas.openxmlformats.org/markup-compatibility/2006">
              <mc:Choice xmlns:v="urn:schemas-microsoft-com:vml" Requires="v">
                <p:oleObj spid="_x0000_s128247" name="Equation" r:id="rId4" imgW="685800" imgH="393700" progId="Equation.DSMT4">
                  <p:embed/>
                </p:oleObj>
              </mc:Choice>
              <mc:Fallback>
                <p:oleObj name="Equation" r:id="rId4" imgW="685800" imgH="3937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9875" y="863600"/>
                        <a:ext cx="10033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05" name="Object 5"/>
          <p:cNvGraphicFramePr>
            <a:graphicFrameLocks noChangeAspect="1"/>
          </p:cNvGraphicFramePr>
          <p:nvPr/>
        </p:nvGraphicFramePr>
        <p:xfrm>
          <a:off x="4251325" y="908050"/>
          <a:ext cx="2355850" cy="579438"/>
        </p:xfrm>
        <a:graphic>
          <a:graphicData uri="http://schemas.openxmlformats.org/presentationml/2006/ole">
            <mc:AlternateContent xmlns:mc="http://schemas.openxmlformats.org/markup-compatibility/2006">
              <mc:Choice xmlns:v="urn:schemas-microsoft-com:vml" Requires="v">
                <p:oleObj spid="_x0000_s128248" name="Equation" r:id="rId6" imgW="1612900" imgH="393700" progId="Equation.DSMT4">
                  <p:embed/>
                </p:oleObj>
              </mc:Choice>
              <mc:Fallback>
                <p:oleObj name="Equation" r:id="rId6" imgW="1612900" imgH="3937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1325" y="908050"/>
                        <a:ext cx="23558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06" name="Text Box 6"/>
          <p:cNvSpPr txBox="1">
            <a:spLocks noChangeArrowheads="1"/>
          </p:cNvSpPr>
          <p:nvPr/>
        </p:nvSpPr>
        <p:spPr bwMode="auto">
          <a:xfrm>
            <a:off x="2720975" y="2124075"/>
            <a:ext cx="153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华文行楷" panose="02010800040101010101" pitchFamily="2" charset="-122"/>
                <a:ea typeface="华文行楷" panose="02010800040101010101" pitchFamily="2" charset="-122"/>
              </a:rPr>
              <a:t>单位长度</a:t>
            </a:r>
            <a:r>
              <a:rPr lang="en-US" altLang="zh-CN" sz="2400">
                <a:solidFill>
                  <a:srgbClr val="FF0000"/>
                </a:solidFill>
                <a:latin typeface="华文行楷" panose="02010800040101010101" pitchFamily="2" charset="-122"/>
                <a:ea typeface="华文行楷" panose="02010800040101010101" pitchFamily="2" charset="-122"/>
              </a:rPr>
              <a:t>:</a:t>
            </a:r>
            <a:endParaRPr lang="en-US" altLang="zh-CN" sz="2400">
              <a:solidFill>
                <a:srgbClr val="FF0000"/>
              </a:solidFill>
              <a:latin typeface="Times New Roman" panose="02020603050405020304" pitchFamily="18" charset="0"/>
              <a:ea typeface="华文行楷" panose="02010800040101010101" pitchFamily="2" charset="-122"/>
            </a:endParaRPr>
          </a:p>
        </p:txBody>
      </p:sp>
      <p:grpSp>
        <p:nvGrpSpPr>
          <p:cNvPr id="128007" name="Group 7"/>
          <p:cNvGrpSpPr>
            <a:grpSpLocks/>
          </p:cNvGrpSpPr>
          <p:nvPr/>
        </p:nvGrpSpPr>
        <p:grpSpPr bwMode="auto">
          <a:xfrm>
            <a:off x="8796338" y="549275"/>
            <a:ext cx="855662" cy="1709738"/>
            <a:chOff x="4269" y="714"/>
            <a:chExt cx="539" cy="1077"/>
          </a:xfrm>
        </p:grpSpPr>
        <p:sp>
          <p:nvSpPr>
            <p:cNvPr id="128075" name="AutoShape 8"/>
            <p:cNvSpPr>
              <a:spLocks noChangeArrowheads="1"/>
            </p:cNvSpPr>
            <p:nvPr/>
          </p:nvSpPr>
          <p:spPr bwMode="auto">
            <a:xfrm>
              <a:off x="4269" y="714"/>
              <a:ext cx="85" cy="1077"/>
            </a:xfrm>
            <a:prstGeom prst="can">
              <a:avLst>
                <a:gd name="adj" fmla="val 11767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28076" name="AutoShape 9"/>
            <p:cNvSpPr>
              <a:spLocks noChangeArrowheads="1"/>
            </p:cNvSpPr>
            <p:nvPr/>
          </p:nvSpPr>
          <p:spPr bwMode="auto">
            <a:xfrm>
              <a:off x="4723" y="714"/>
              <a:ext cx="85" cy="1077"/>
            </a:xfrm>
            <a:prstGeom prst="can">
              <a:avLst>
                <a:gd name="adj" fmla="val 11767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sp>
        <p:nvSpPr>
          <p:cNvPr id="128008" name="Line 10"/>
          <p:cNvSpPr>
            <a:spLocks noChangeShapeType="1"/>
          </p:cNvSpPr>
          <p:nvPr/>
        </p:nvSpPr>
        <p:spPr bwMode="auto">
          <a:xfrm>
            <a:off x="8931275" y="1403350"/>
            <a:ext cx="58578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Text Box 11"/>
          <p:cNvSpPr txBox="1">
            <a:spLocks noChangeArrowheads="1"/>
          </p:cNvSpPr>
          <p:nvPr/>
        </p:nvSpPr>
        <p:spPr bwMode="auto">
          <a:xfrm>
            <a:off x="8661400" y="1889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I1</a:t>
            </a:r>
          </a:p>
        </p:txBody>
      </p:sp>
      <p:sp>
        <p:nvSpPr>
          <p:cNvPr id="128010" name="Text Box 12"/>
          <p:cNvSpPr txBox="1">
            <a:spLocks noChangeArrowheads="1"/>
          </p:cNvSpPr>
          <p:nvPr/>
        </p:nvSpPr>
        <p:spPr bwMode="auto">
          <a:xfrm>
            <a:off x="9291638" y="1889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I2</a:t>
            </a:r>
          </a:p>
        </p:txBody>
      </p:sp>
      <p:sp>
        <p:nvSpPr>
          <p:cNvPr id="128011" name="Text Box 13"/>
          <p:cNvSpPr txBox="1">
            <a:spLocks noChangeArrowheads="1"/>
          </p:cNvSpPr>
          <p:nvPr/>
        </p:nvSpPr>
        <p:spPr bwMode="auto">
          <a:xfrm>
            <a:off x="8931275" y="1089026"/>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a</a:t>
            </a:r>
          </a:p>
        </p:txBody>
      </p:sp>
      <p:graphicFrame>
        <p:nvGraphicFramePr>
          <p:cNvPr id="128012" name="Object 14"/>
          <p:cNvGraphicFramePr>
            <a:graphicFrameLocks noChangeAspect="1"/>
          </p:cNvGraphicFramePr>
          <p:nvPr/>
        </p:nvGraphicFramePr>
        <p:xfrm>
          <a:off x="4295775" y="1584325"/>
          <a:ext cx="2300288" cy="579438"/>
        </p:xfrm>
        <a:graphic>
          <a:graphicData uri="http://schemas.openxmlformats.org/presentationml/2006/ole">
            <mc:AlternateContent xmlns:mc="http://schemas.openxmlformats.org/markup-compatibility/2006">
              <mc:Choice xmlns:v="urn:schemas-microsoft-com:vml" Requires="v">
                <p:oleObj spid="_x0000_s128249" name="Equation" r:id="rId8" imgW="1574800" imgH="393700" progId="Equation.DSMT4">
                  <p:embed/>
                </p:oleObj>
              </mc:Choice>
              <mc:Fallback>
                <p:oleObj name="Equation" r:id="rId8" imgW="1574800" imgH="39370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95775" y="1584325"/>
                        <a:ext cx="23002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3" name="Object 15"/>
          <p:cNvGraphicFramePr>
            <a:graphicFrameLocks noChangeAspect="1"/>
          </p:cNvGraphicFramePr>
          <p:nvPr/>
        </p:nvGraphicFramePr>
        <p:xfrm>
          <a:off x="4251326" y="2438400"/>
          <a:ext cx="2282825" cy="635000"/>
        </p:xfrm>
        <a:graphic>
          <a:graphicData uri="http://schemas.openxmlformats.org/presentationml/2006/ole">
            <mc:AlternateContent xmlns:mc="http://schemas.openxmlformats.org/markup-compatibility/2006">
              <mc:Choice xmlns:v="urn:schemas-microsoft-com:vml" Requires="v">
                <p:oleObj spid="_x0000_s128250" name="Equation" r:id="rId10" imgW="1562100" imgH="431800" progId="Equation.DSMT4">
                  <p:embed/>
                </p:oleObj>
              </mc:Choice>
              <mc:Fallback>
                <p:oleObj name="Equation" r:id="rId10" imgW="1562100" imgH="431800" progId="Equation.DSMT4">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51326" y="2438400"/>
                        <a:ext cx="22828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14" name="Object 16"/>
          <p:cNvGraphicFramePr>
            <a:graphicFrameLocks noChangeAspect="1"/>
          </p:cNvGraphicFramePr>
          <p:nvPr/>
        </p:nvGraphicFramePr>
        <p:xfrm>
          <a:off x="4205288" y="3068638"/>
          <a:ext cx="1262062" cy="971550"/>
        </p:xfrm>
        <a:graphic>
          <a:graphicData uri="http://schemas.openxmlformats.org/presentationml/2006/ole">
            <mc:AlternateContent xmlns:mc="http://schemas.openxmlformats.org/markup-compatibility/2006">
              <mc:Choice xmlns:v="urn:schemas-microsoft-com:vml" Requires="v">
                <p:oleObj spid="_x0000_s128251" name="Equation" r:id="rId12" imgW="863225" imgH="660113" progId="Equation.DSMT4">
                  <p:embed/>
                </p:oleObj>
              </mc:Choice>
              <mc:Fallback>
                <p:oleObj name="Equation" r:id="rId12" imgW="863225" imgH="660113"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5288" y="3068638"/>
                        <a:ext cx="1262062"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8015" name="Group 17"/>
          <p:cNvGrpSpPr>
            <a:grpSpLocks/>
          </p:cNvGrpSpPr>
          <p:nvPr/>
        </p:nvGrpSpPr>
        <p:grpSpPr bwMode="auto">
          <a:xfrm>
            <a:off x="6456364" y="3249614"/>
            <a:ext cx="3806825" cy="2027237"/>
            <a:chOff x="3362" y="2528"/>
            <a:chExt cx="2398" cy="1277"/>
          </a:xfrm>
        </p:grpSpPr>
        <p:sp>
          <p:nvSpPr>
            <p:cNvPr id="128067" name="Line 18"/>
            <p:cNvSpPr>
              <a:spLocks noChangeShapeType="1"/>
            </p:cNvSpPr>
            <p:nvPr/>
          </p:nvSpPr>
          <p:spPr bwMode="auto">
            <a:xfrm>
              <a:off x="3362" y="3521"/>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8" name="Line 19"/>
            <p:cNvSpPr>
              <a:spLocks noChangeShapeType="1"/>
            </p:cNvSpPr>
            <p:nvPr/>
          </p:nvSpPr>
          <p:spPr bwMode="auto">
            <a:xfrm>
              <a:off x="3503" y="3380"/>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9" name="Line 20"/>
            <p:cNvSpPr>
              <a:spLocks noChangeShapeType="1"/>
            </p:cNvSpPr>
            <p:nvPr/>
          </p:nvSpPr>
          <p:spPr bwMode="auto">
            <a:xfrm>
              <a:off x="3618" y="3237"/>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70" name="Line 21"/>
            <p:cNvSpPr>
              <a:spLocks noChangeShapeType="1"/>
            </p:cNvSpPr>
            <p:nvPr/>
          </p:nvSpPr>
          <p:spPr bwMode="auto">
            <a:xfrm>
              <a:off x="3759" y="3096"/>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71" name="Line 22"/>
            <p:cNvSpPr>
              <a:spLocks noChangeShapeType="1"/>
            </p:cNvSpPr>
            <p:nvPr/>
          </p:nvSpPr>
          <p:spPr bwMode="auto">
            <a:xfrm>
              <a:off x="3889" y="2953"/>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72" name="Line 23"/>
            <p:cNvSpPr>
              <a:spLocks noChangeShapeType="1"/>
            </p:cNvSpPr>
            <p:nvPr/>
          </p:nvSpPr>
          <p:spPr bwMode="auto">
            <a:xfrm>
              <a:off x="4030" y="2812"/>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73" name="Line 24"/>
            <p:cNvSpPr>
              <a:spLocks noChangeShapeType="1"/>
            </p:cNvSpPr>
            <p:nvPr/>
          </p:nvSpPr>
          <p:spPr bwMode="auto">
            <a:xfrm>
              <a:off x="4145" y="2669"/>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74" name="Line 25"/>
            <p:cNvSpPr>
              <a:spLocks noChangeShapeType="1"/>
            </p:cNvSpPr>
            <p:nvPr/>
          </p:nvSpPr>
          <p:spPr bwMode="auto">
            <a:xfrm>
              <a:off x="4286" y="2528"/>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8016" name="AutoShape 26"/>
          <p:cNvSpPr>
            <a:spLocks noChangeArrowheads="1"/>
          </p:cNvSpPr>
          <p:nvPr/>
        </p:nvSpPr>
        <p:spPr bwMode="auto">
          <a:xfrm rot="20885790">
            <a:off x="7581900" y="3473450"/>
            <a:ext cx="1233488" cy="1530350"/>
          </a:xfrm>
          <a:prstGeom prst="parallelogram">
            <a:avLst>
              <a:gd name="adj" fmla="val 25000"/>
            </a:avLst>
          </a:prstGeom>
          <a:noFill/>
          <a:ln w="127000" cmpd="dbl"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28017" name="Line 27"/>
          <p:cNvSpPr>
            <a:spLocks noChangeShapeType="1"/>
          </p:cNvSpPr>
          <p:nvPr/>
        </p:nvSpPr>
        <p:spPr bwMode="auto">
          <a:xfrm flipV="1">
            <a:off x="8661400" y="3878264"/>
            <a:ext cx="0" cy="6762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8" name="Line 28"/>
          <p:cNvSpPr>
            <a:spLocks noChangeShapeType="1"/>
          </p:cNvSpPr>
          <p:nvPr/>
        </p:nvSpPr>
        <p:spPr bwMode="auto">
          <a:xfrm flipV="1">
            <a:off x="7761288" y="3968751"/>
            <a:ext cx="0" cy="67627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9" name="Line 29"/>
          <p:cNvSpPr>
            <a:spLocks noChangeShapeType="1"/>
          </p:cNvSpPr>
          <p:nvPr/>
        </p:nvSpPr>
        <p:spPr bwMode="auto">
          <a:xfrm>
            <a:off x="8166100" y="2393950"/>
            <a:ext cx="0" cy="3556000"/>
          </a:xfrm>
          <a:prstGeom prst="line">
            <a:avLst/>
          </a:prstGeom>
          <a:noFill/>
          <a:ln w="9525">
            <a:solidFill>
              <a:schemeClr val="hlink"/>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0" name="Line 30"/>
          <p:cNvSpPr>
            <a:spLocks noChangeShapeType="1"/>
          </p:cNvSpPr>
          <p:nvPr/>
        </p:nvSpPr>
        <p:spPr bwMode="auto">
          <a:xfrm flipV="1">
            <a:off x="7761288" y="2933700"/>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1" name="Line 31"/>
          <p:cNvSpPr>
            <a:spLocks noChangeShapeType="1"/>
          </p:cNvSpPr>
          <p:nvPr/>
        </p:nvSpPr>
        <p:spPr bwMode="auto">
          <a:xfrm flipV="1">
            <a:off x="7896225" y="2889250"/>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2" name="Line 32"/>
          <p:cNvSpPr>
            <a:spLocks noChangeShapeType="1"/>
          </p:cNvSpPr>
          <p:nvPr/>
        </p:nvSpPr>
        <p:spPr bwMode="auto">
          <a:xfrm flipV="1">
            <a:off x="8031163" y="2889250"/>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Line 33"/>
          <p:cNvSpPr>
            <a:spLocks noChangeShapeType="1"/>
          </p:cNvSpPr>
          <p:nvPr/>
        </p:nvSpPr>
        <p:spPr bwMode="auto">
          <a:xfrm flipV="1">
            <a:off x="8166100" y="2843213"/>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4" name="Line 34"/>
          <p:cNvSpPr>
            <a:spLocks noChangeShapeType="1"/>
          </p:cNvSpPr>
          <p:nvPr/>
        </p:nvSpPr>
        <p:spPr bwMode="auto">
          <a:xfrm flipV="1">
            <a:off x="8301038" y="2843213"/>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5" name="Line 35"/>
          <p:cNvSpPr>
            <a:spLocks noChangeShapeType="1"/>
          </p:cNvSpPr>
          <p:nvPr/>
        </p:nvSpPr>
        <p:spPr bwMode="auto">
          <a:xfrm flipV="1">
            <a:off x="8435975" y="2798763"/>
            <a:ext cx="0"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6" name="Line 36"/>
          <p:cNvSpPr>
            <a:spLocks noChangeShapeType="1"/>
          </p:cNvSpPr>
          <p:nvPr/>
        </p:nvSpPr>
        <p:spPr bwMode="auto">
          <a:xfrm flipV="1">
            <a:off x="7896225" y="5094288"/>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7" name="Line 37"/>
          <p:cNvSpPr>
            <a:spLocks noChangeShapeType="1"/>
          </p:cNvSpPr>
          <p:nvPr/>
        </p:nvSpPr>
        <p:spPr bwMode="auto">
          <a:xfrm flipV="1">
            <a:off x="8031163" y="5049838"/>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Line 38"/>
          <p:cNvSpPr>
            <a:spLocks noChangeShapeType="1"/>
          </p:cNvSpPr>
          <p:nvPr/>
        </p:nvSpPr>
        <p:spPr bwMode="auto">
          <a:xfrm flipV="1">
            <a:off x="8166100" y="5049838"/>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9" name="Line 39"/>
          <p:cNvSpPr>
            <a:spLocks noChangeShapeType="1"/>
          </p:cNvSpPr>
          <p:nvPr/>
        </p:nvSpPr>
        <p:spPr bwMode="auto">
          <a:xfrm flipV="1">
            <a:off x="8301038" y="5003800"/>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30" name="Line 40"/>
          <p:cNvSpPr>
            <a:spLocks noChangeShapeType="1"/>
          </p:cNvSpPr>
          <p:nvPr/>
        </p:nvSpPr>
        <p:spPr bwMode="auto">
          <a:xfrm flipV="1">
            <a:off x="8435975" y="5003800"/>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31" name="Line 41"/>
          <p:cNvSpPr>
            <a:spLocks noChangeShapeType="1"/>
          </p:cNvSpPr>
          <p:nvPr/>
        </p:nvSpPr>
        <p:spPr bwMode="auto">
          <a:xfrm flipV="1">
            <a:off x="8570913" y="4959350"/>
            <a:ext cx="0" cy="53975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8032" name="Group 42"/>
          <p:cNvGrpSpPr>
            <a:grpSpLocks/>
          </p:cNvGrpSpPr>
          <p:nvPr/>
        </p:nvGrpSpPr>
        <p:grpSpPr bwMode="auto">
          <a:xfrm>
            <a:off x="7265988" y="3698875"/>
            <a:ext cx="404812" cy="1485900"/>
            <a:chOff x="1633" y="3237"/>
            <a:chExt cx="255" cy="936"/>
          </a:xfrm>
        </p:grpSpPr>
        <p:sp>
          <p:nvSpPr>
            <p:cNvPr id="128059" name="Line 43"/>
            <p:cNvSpPr>
              <a:spLocks noChangeShapeType="1"/>
            </p:cNvSpPr>
            <p:nvPr/>
          </p:nvSpPr>
          <p:spPr bwMode="auto">
            <a:xfrm flipH="1">
              <a:off x="1633" y="323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0" name="Line 44"/>
            <p:cNvSpPr>
              <a:spLocks noChangeShapeType="1"/>
            </p:cNvSpPr>
            <p:nvPr/>
          </p:nvSpPr>
          <p:spPr bwMode="auto">
            <a:xfrm flipH="1">
              <a:off x="1633" y="335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1" name="Line 45"/>
            <p:cNvSpPr>
              <a:spLocks noChangeShapeType="1"/>
            </p:cNvSpPr>
            <p:nvPr/>
          </p:nvSpPr>
          <p:spPr bwMode="auto">
            <a:xfrm flipH="1">
              <a:off x="1633" y="3463"/>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2" name="Line 46"/>
            <p:cNvSpPr>
              <a:spLocks noChangeShapeType="1"/>
            </p:cNvSpPr>
            <p:nvPr/>
          </p:nvSpPr>
          <p:spPr bwMode="auto">
            <a:xfrm flipH="1">
              <a:off x="1633" y="357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3" name="Line 47"/>
            <p:cNvSpPr>
              <a:spLocks noChangeShapeType="1"/>
            </p:cNvSpPr>
            <p:nvPr/>
          </p:nvSpPr>
          <p:spPr bwMode="auto">
            <a:xfrm flipH="1">
              <a:off x="1633" y="369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4" name="Line 48"/>
            <p:cNvSpPr>
              <a:spLocks noChangeShapeType="1"/>
            </p:cNvSpPr>
            <p:nvPr/>
          </p:nvSpPr>
          <p:spPr bwMode="auto">
            <a:xfrm flipH="1">
              <a:off x="1633" y="3805"/>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5" name="Line 49"/>
            <p:cNvSpPr>
              <a:spLocks noChangeShapeType="1"/>
            </p:cNvSpPr>
            <p:nvPr/>
          </p:nvSpPr>
          <p:spPr bwMode="auto">
            <a:xfrm flipH="1">
              <a:off x="1633" y="391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66" name="Line 50"/>
            <p:cNvSpPr>
              <a:spLocks noChangeShapeType="1"/>
            </p:cNvSpPr>
            <p:nvPr/>
          </p:nvSpPr>
          <p:spPr bwMode="auto">
            <a:xfrm flipH="1">
              <a:off x="1633" y="403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8033" name="Group 51"/>
          <p:cNvGrpSpPr>
            <a:grpSpLocks/>
          </p:cNvGrpSpPr>
          <p:nvPr/>
        </p:nvGrpSpPr>
        <p:grpSpPr bwMode="auto">
          <a:xfrm>
            <a:off x="8661401" y="3338513"/>
            <a:ext cx="404813" cy="1485900"/>
            <a:chOff x="1633" y="3237"/>
            <a:chExt cx="255" cy="936"/>
          </a:xfrm>
        </p:grpSpPr>
        <p:sp>
          <p:nvSpPr>
            <p:cNvPr id="128051" name="Line 52"/>
            <p:cNvSpPr>
              <a:spLocks noChangeShapeType="1"/>
            </p:cNvSpPr>
            <p:nvPr/>
          </p:nvSpPr>
          <p:spPr bwMode="auto">
            <a:xfrm flipH="1">
              <a:off x="1633" y="323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2" name="Line 53"/>
            <p:cNvSpPr>
              <a:spLocks noChangeShapeType="1"/>
            </p:cNvSpPr>
            <p:nvPr/>
          </p:nvSpPr>
          <p:spPr bwMode="auto">
            <a:xfrm flipH="1">
              <a:off x="1633" y="335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3" name="Line 54"/>
            <p:cNvSpPr>
              <a:spLocks noChangeShapeType="1"/>
            </p:cNvSpPr>
            <p:nvPr/>
          </p:nvSpPr>
          <p:spPr bwMode="auto">
            <a:xfrm flipH="1">
              <a:off x="1633" y="3463"/>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4" name="Line 55"/>
            <p:cNvSpPr>
              <a:spLocks noChangeShapeType="1"/>
            </p:cNvSpPr>
            <p:nvPr/>
          </p:nvSpPr>
          <p:spPr bwMode="auto">
            <a:xfrm flipH="1">
              <a:off x="1633" y="357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5" name="Line 56"/>
            <p:cNvSpPr>
              <a:spLocks noChangeShapeType="1"/>
            </p:cNvSpPr>
            <p:nvPr/>
          </p:nvSpPr>
          <p:spPr bwMode="auto">
            <a:xfrm flipH="1">
              <a:off x="1633" y="369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6" name="Line 57"/>
            <p:cNvSpPr>
              <a:spLocks noChangeShapeType="1"/>
            </p:cNvSpPr>
            <p:nvPr/>
          </p:nvSpPr>
          <p:spPr bwMode="auto">
            <a:xfrm flipH="1">
              <a:off x="1633" y="3805"/>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7" name="Line 58"/>
            <p:cNvSpPr>
              <a:spLocks noChangeShapeType="1"/>
            </p:cNvSpPr>
            <p:nvPr/>
          </p:nvSpPr>
          <p:spPr bwMode="auto">
            <a:xfrm flipH="1">
              <a:off x="1633" y="391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8" name="Line 59"/>
            <p:cNvSpPr>
              <a:spLocks noChangeShapeType="1"/>
            </p:cNvSpPr>
            <p:nvPr/>
          </p:nvSpPr>
          <p:spPr bwMode="auto">
            <a:xfrm flipH="1">
              <a:off x="1633" y="403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8034" name="Text Box 60"/>
          <p:cNvSpPr txBox="1">
            <a:spLocks noChangeArrowheads="1"/>
          </p:cNvSpPr>
          <p:nvPr/>
        </p:nvSpPr>
        <p:spPr bwMode="auto">
          <a:xfrm>
            <a:off x="7400926" y="5184776"/>
            <a:ext cx="493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A</a:t>
            </a:r>
          </a:p>
        </p:txBody>
      </p:sp>
      <p:sp>
        <p:nvSpPr>
          <p:cNvPr id="128035" name="Text Box 61"/>
          <p:cNvSpPr txBox="1">
            <a:spLocks noChangeArrowheads="1"/>
          </p:cNvSpPr>
          <p:nvPr/>
        </p:nvSpPr>
        <p:spPr bwMode="auto">
          <a:xfrm>
            <a:off x="8751888" y="4778376"/>
            <a:ext cx="493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B</a:t>
            </a:r>
          </a:p>
        </p:txBody>
      </p:sp>
      <p:sp>
        <p:nvSpPr>
          <p:cNvPr id="128036" name="Text Box 62"/>
          <p:cNvSpPr txBox="1">
            <a:spLocks noChangeArrowheads="1"/>
          </p:cNvSpPr>
          <p:nvPr/>
        </p:nvSpPr>
        <p:spPr bwMode="auto">
          <a:xfrm>
            <a:off x="8526463" y="3024188"/>
            <a:ext cx="493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C</a:t>
            </a:r>
            <a:endParaRPr lang="en-US" altLang="zh-CN" sz="1800">
              <a:solidFill>
                <a:srgbClr val="0000CC"/>
              </a:solidFill>
              <a:latin typeface="Symbol" panose="05050102010706020507" pitchFamily="18" charset="2"/>
            </a:endParaRPr>
          </a:p>
        </p:txBody>
      </p:sp>
      <p:sp>
        <p:nvSpPr>
          <p:cNvPr id="128037" name="Text Box 63"/>
          <p:cNvSpPr txBox="1">
            <a:spLocks noChangeArrowheads="1"/>
          </p:cNvSpPr>
          <p:nvPr/>
        </p:nvSpPr>
        <p:spPr bwMode="auto">
          <a:xfrm>
            <a:off x="7310438" y="3338513"/>
            <a:ext cx="493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D</a:t>
            </a:r>
            <a:endParaRPr lang="en-US" altLang="zh-CN" sz="1800">
              <a:solidFill>
                <a:srgbClr val="0000CC"/>
              </a:solidFill>
              <a:latin typeface="Symbol" panose="05050102010706020507" pitchFamily="18" charset="2"/>
            </a:endParaRPr>
          </a:p>
        </p:txBody>
      </p:sp>
      <p:sp>
        <p:nvSpPr>
          <p:cNvPr id="128038" name="Text Box 64"/>
          <p:cNvSpPr txBox="1">
            <a:spLocks noChangeArrowheads="1"/>
          </p:cNvSpPr>
          <p:nvPr/>
        </p:nvSpPr>
        <p:spPr bwMode="auto">
          <a:xfrm>
            <a:off x="9831388" y="4149726"/>
            <a:ext cx="493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0000CC"/>
                </a:solidFill>
                <a:latin typeface="Symbol" panose="05050102010706020507" pitchFamily="18" charset="2"/>
              </a:rPr>
              <a:t>B</a:t>
            </a:r>
          </a:p>
        </p:txBody>
      </p:sp>
      <p:sp>
        <p:nvSpPr>
          <p:cNvPr id="128039" name="Text Box 65"/>
          <p:cNvSpPr txBox="1">
            <a:spLocks noChangeArrowheads="1"/>
          </p:cNvSpPr>
          <p:nvPr/>
        </p:nvSpPr>
        <p:spPr bwMode="auto">
          <a:xfrm>
            <a:off x="7986713" y="5949951"/>
            <a:ext cx="493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O</a:t>
            </a:r>
            <a:r>
              <a:rPr lang="en-US" altLang="zh-CN" sz="1800">
                <a:solidFill>
                  <a:srgbClr val="0000CC"/>
                </a:solidFill>
                <a:latin typeface="Times New Roman" panose="02020603050405020304" pitchFamily="18" charset="0"/>
              </a:rPr>
              <a:t>’</a:t>
            </a:r>
            <a:endParaRPr lang="en-US" altLang="zh-CN" sz="1800">
              <a:solidFill>
                <a:srgbClr val="0000CC"/>
              </a:solidFill>
              <a:latin typeface="Symbol" panose="05050102010706020507" pitchFamily="18" charset="2"/>
            </a:endParaRPr>
          </a:p>
        </p:txBody>
      </p:sp>
      <p:sp>
        <p:nvSpPr>
          <p:cNvPr id="128040" name="Text Box 66"/>
          <p:cNvSpPr txBox="1">
            <a:spLocks noChangeArrowheads="1"/>
          </p:cNvSpPr>
          <p:nvPr/>
        </p:nvSpPr>
        <p:spPr bwMode="auto">
          <a:xfrm>
            <a:off x="7940676" y="2214563"/>
            <a:ext cx="4937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O</a:t>
            </a:r>
          </a:p>
        </p:txBody>
      </p:sp>
      <p:graphicFrame>
        <p:nvGraphicFramePr>
          <p:cNvPr id="128041" name="Object 67"/>
          <p:cNvGraphicFramePr>
            <a:graphicFrameLocks noChangeAspect="1"/>
          </p:cNvGraphicFramePr>
          <p:nvPr/>
        </p:nvGraphicFramePr>
        <p:xfrm>
          <a:off x="7670800" y="2573338"/>
          <a:ext cx="369888" cy="374650"/>
        </p:xfrm>
        <a:graphic>
          <a:graphicData uri="http://schemas.openxmlformats.org/presentationml/2006/ole">
            <mc:AlternateContent xmlns:mc="http://schemas.openxmlformats.org/markup-compatibility/2006">
              <mc:Choice xmlns:v="urn:schemas-microsoft-com:vml" Requires="v">
                <p:oleObj spid="_x0000_s128252" name="Equation" r:id="rId14" imgW="253780" imgH="253780" progId="Equation.DSMT4">
                  <p:embed/>
                </p:oleObj>
              </mc:Choice>
              <mc:Fallback>
                <p:oleObj name="Equation" r:id="rId14" imgW="253780" imgH="253780" progId="Equation.DSMT4">
                  <p:embed/>
                  <p:pic>
                    <p:nvPicPr>
                      <p:cNvPr id="0" name="Object 6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70800" y="2573338"/>
                        <a:ext cx="369888"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2" name="Object 68"/>
          <p:cNvGraphicFramePr>
            <a:graphicFrameLocks noChangeAspect="1"/>
          </p:cNvGraphicFramePr>
          <p:nvPr/>
        </p:nvGraphicFramePr>
        <p:xfrm>
          <a:off x="6816725" y="4914900"/>
          <a:ext cx="369888" cy="374650"/>
        </p:xfrm>
        <a:graphic>
          <a:graphicData uri="http://schemas.openxmlformats.org/presentationml/2006/ole">
            <mc:AlternateContent xmlns:mc="http://schemas.openxmlformats.org/markup-compatibility/2006">
              <mc:Choice xmlns:v="urn:schemas-microsoft-com:vml" Requires="v">
                <p:oleObj spid="_x0000_s128253" name="Equation" r:id="rId16" imgW="253780" imgH="253780" progId="Equation.DSMT4">
                  <p:embed/>
                </p:oleObj>
              </mc:Choice>
              <mc:Fallback>
                <p:oleObj name="Equation" r:id="rId16" imgW="253780" imgH="253780" progId="Equation.DSMT4">
                  <p:embed/>
                  <p:pic>
                    <p:nvPicPr>
                      <p:cNvPr id="0" name="Object 6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16725" y="4914900"/>
                        <a:ext cx="369888"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3" name="Object 69"/>
          <p:cNvGraphicFramePr>
            <a:graphicFrameLocks noChangeAspect="1"/>
          </p:cNvGraphicFramePr>
          <p:nvPr/>
        </p:nvGraphicFramePr>
        <p:xfrm>
          <a:off x="8256589" y="5543550"/>
          <a:ext cx="369887" cy="374650"/>
        </p:xfrm>
        <a:graphic>
          <a:graphicData uri="http://schemas.openxmlformats.org/presentationml/2006/ole">
            <mc:AlternateContent xmlns:mc="http://schemas.openxmlformats.org/markup-compatibility/2006">
              <mc:Choice xmlns:v="urn:schemas-microsoft-com:vml" Requires="v">
                <p:oleObj spid="_x0000_s128254" name="Equation" r:id="rId18" imgW="253780" imgH="253780" progId="Equation.DSMT4">
                  <p:embed/>
                </p:oleObj>
              </mc:Choice>
              <mc:Fallback>
                <p:oleObj name="Equation" r:id="rId18" imgW="253780" imgH="253780" progId="Equation.DSMT4">
                  <p:embed/>
                  <p:pic>
                    <p:nvPicPr>
                      <p:cNvPr id="0" name="Object 6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56589" y="5543550"/>
                        <a:ext cx="369887"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4" name="Object 70"/>
          <p:cNvGraphicFramePr>
            <a:graphicFrameLocks noChangeAspect="1"/>
          </p:cNvGraphicFramePr>
          <p:nvPr/>
        </p:nvGraphicFramePr>
        <p:xfrm>
          <a:off x="9110664" y="3159125"/>
          <a:ext cx="369887" cy="374650"/>
        </p:xfrm>
        <a:graphic>
          <a:graphicData uri="http://schemas.openxmlformats.org/presentationml/2006/ole">
            <mc:AlternateContent xmlns:mc="http://schemas.openxmlformats.org/markup-compatibility/2006">
              <mc:Choice xmlns:v="urn:schemas-microsoft-com:vml" Requires="v">
                <p:oleObj spid="_x0000_s128255" name="Equation" r:id="rId20" imgW="253780" imgH="253780" progId="Equation.DSMT4">
                  <p:embed/>
                </p:oleObj>
              </mc:Choice>
              <mc:Fallback>
                <p:oleObj name="Equation" r:id="rId20" imgW="253780" imgH="253780" progId="Equation.DSMT4">
                  <p:embed/>
                  <p:pic>
                    <p:nvPicPr>
                      <p:cNvPr id="0" name="Object 7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110664" y="3159125"/>
                        <a:ext cx="369887"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045" name="Object 71"/>
          <p:cNvGraphicFramePr>
            <a:graphicFrameLocks noChangeAspect="1"/>
          </p:cNvGraphicFramePr>
          <p:nvPr/>
        </p:nvGraphicFramePr>
        <p:xfrm>
          <a:off x="2090739" y="4733925"/>
          <a:ext cx="3914775" cy="579438"/>
        </p:xfrm>
        <a:graphic>
          <a:graphicData uri="http://schemas.openxmlformats.org/presentationml/2006/ole">
            <mc:AlternateContent xmlns:mc="http://schemas.openxmlformats.org/markup-compatibility/2006">
              <mc:Choice xmlns:v="urn:schemas-microsoft-com:vml" Requires="v">
                <p:oleObj spid="_x0000_s128256" name="Equation" r:id="rId22" imgW="2679700" imgH="393700" progId="Equation.DSMT4">
                  <p:embed/>
                </p:oleObj>
              </mc:Choice>
              <mc:Fallback>
                <p:oleObj name="Equation" r:id="rId22" imgW="2679700" imgH="393700" progId="Equation.DSMT4">
                  <p:embed/>
                  <p:pic>
                    <p:nvPicPr>
                      <p:cNvPr id="0" name="Object 7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90739" y="4733925"/>
                        <a:ext cx="39147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8046" name="Text Box 72"/>
          <p:cNvSpPr txBox="1">
            <a:spLocks noChangeArrowheads="1"/>
          </p:cNvSpPr>
          <p:nvPr/>
        </p:nvSpPr>
        <p:spPr bwMode="auto">
          <a:xfrm>
            <a:off x="2225676" y="5364164"/>
            <a:ext cx="27908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0000CC"/>
                </a:solidFill>
                <a:latin typeface="Times New Roman" panose="02020603050405020304" pitchFamily="18" charset="0"/>
                <a:ea typeface="华文行楷" panose="02010800040101010101" pitchFamily="2" charset="-122"/>
              </a:rPr>
              <a:t>作用线相同</a:t>
            </a:r>
            <a:r>
              <a:rPr lang="en-US" altLang="zh-CN" sz="2400" b="1">
                <a:solidFill>
                  <a:srgbClr val="0000CC"/>
                </a:solidFill>
                <a:latin typeface="Times New Roman" panose="02020603050405020304" pitchFamily="18" charset="0"/>
                <a:ea typeface="华文行楷" panose="02010800040101010101" pitchFamily="2" charset="-122"/>
              </a:rPr>
              <a:t>,</a:t>
            </a:r>
            <a:r>
              <a:rPr lang="zh-CN" altLang="en-US" sz="2400" b="1">
                <a:solidFill>
                  <a:srgbClr val="0000CC"/>
                </a:solidFill>
                <a:latin typeface="Times New Roman" panose="02020603050405020304" pitchFamily="18" charset="0"/>
                <a:ea typeface="华文行楷" panose="02010800040101010101" pitchFamily="2" charset="-122"/>
              </a:rPr>
              <a:t>对刚体线圈不产生效果</a:t>
            </a:r>
            <a:endParaRPr lang="zh-CN" altLang="en-US" sz="2400">
              <a:solidFill>
                <a:srgbClr val="0000CC"/>
              </a:solidFill>
              <a:latin typeface="Times New Roman" panose="02020603050405020304" pitchFamily="18" charset="0"/>
              <a:ea typeface="华文行楷" panose="02010800040101010101" pitchFamily="2" charset="-122"/>
            </a:endParaRPr>
          </a:p>
        </p:txBody>
      </p:sp>
      <p:sp>
        <p:nvSpPr>
          <p:cNvPr id="128047" name="Line 73"/>
          <p:cNvSpPr>
            <a:spLocks noChangeShapeType="1"/>
          </p:cNvSpPr>
          <p:nvPr/>
        </p:nvSpPr>
        <p:spPr bwMode="auto">
          <a:xfrm flipV="1">
            <a:off x="7805739" y="3654425"/>
            <a:ext cx="765175" cy="179388"/>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48" name="Text Box 74"/>
          <p:cNvSpPr txBox="1">
            <a:spLocks noChangeArrowheads="1"/>
          </p:cNvSpPr>
          <p:nvPr/>
        </p:nvSpPr>
        <p:spPr bwMode="auto">
          <a:xfrm>
            <a:off x="7851776" y="3698876"/>
            <a:ext cx="493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a</a:t>
            </a:r>
          </a:p>
        </p:txBody>
      </p:sp>
      <p:sp>
        <p:nvSpPr>
          <p:cNvPr id="128049" name="Line 75"/>
          <p:cNvSpPr>
            <a:spLocks noChangeShapeType="1"/>
          </p:cNvSpPr>
          <p:nvPr/>
        </p:nvSpPr>
        <p:spPr bwMode="auto">
          <a:xfrm>
            <a:off x="8256588" y="3473450"/>
            <a:ext cx="0" cy="144145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50" name="Text Box 76"/>
          <p:cNvSpPr txBox="1">
            <a:spLocks noChangeArrowheads="1"/>
          </p:cNvSpPr>
          <p:nvPr/>
        </p:nvSpPr>
        <p:spPr bwMode="auto">
          <a:xfrm>
            <a:off x="8166101" y="4194176"/>
            <a:ext cx="493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chemeClr val="folHlink"/>
                </a:solidFill>
                <a:latin typeface="Times New Roman" panose="02020603050405020304" pitchFamily="18" charset="0"/>
              </a:rPr>
              <a:t>b</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1865313" y="233363"/>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矩形线圈所受的力矩</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30051" name="Object 3"/>
          <p:cNvGraphicFramePr>
            <a:graphicFrameLocks noChangeAspect="1"/>
          </p:cNvGraphicFramePr>
          <p:nvPr/>
        </p:nvGraphicFramePr>
        <p:xfrm>
          <a:off x="2451101" y="728664"/>
          <a:ext cx="3914775" cy="579437"/>
        </p:xfrm>
        <a:graphic>
          <a:graphicData uri="http://schemas.openxmlformats.org/presentationml/2006/ole">
            <mc:AlternateContent xmlns:mc="http://schemas.openxmlformats.org/markup-compatibility/2006">
              <mc:Choice xmlns:v="urn:schemas-microsoft-com:vml" Requires="v">
                <p:oleObj spid="_x0000_s130290" name="Equation" r:id="rId4" imgW="2679700" imgH="393700" progId="Equation.DSMT4">
                  <p:embed/>
                </p:oleObj>
              </mc:Choice>
              <mc:Fallback>
                <p:oleObj name="Equation" r:id="rId4" imgW="2679700" imgH="3937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1101" y="728664"/>
                        <a:ext cx="39147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2" name="Object 4"/>
          <p:cNvGraphicFramePr>
            <a:graphicFrameLocks noChangeAspect="1"/>
          </p:cNvGraphicFramePr>
          <p:nvPr/>
        </p:nvGraphicFramePr>
        <p:xfrm>
          <a:off x="2495551" y="1719263"/>
          <a:ext cx="779463" cy="673100"/>
        </p:xfrm>
        <a:graphic>
          <a:graphicData uri="http://schemas.openxmlformats.org/presentationml/2006/ole">
            <mc:AlternateContent xmlns:mc="http://schemas.openxmlformats.org/markup-compatibility/2006">
              <mc:Choice xmlns:v="urn:schemas-microsoft-com:vml" Requires="v">
                <p:oleObj spid="_x0000_s130291" name="Equation" r:id="rId6" imgW="533169" imgH="457002" progId="Equation.DSMT4">
                  <p:embed/>
                </p:oleObj>
              </mc:Choice>
              <mc:Fallback>
                <p:oleObj name="Equation" r:id="rId6" imgW="533169" imgH="457002"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1" y="1719263"/>
                        <a:ext cx="779463"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3" name="Object 5"/>
          <p:cNvGraphicFramePr>
            <a:graphicFrameLocks noChangeAspect="1"/>
          </p:cNvGraphicFramePr>
          <p:nvPr/>
        </p:nvGraphicFramePr>
        <p:xfrm>
          <a:off x="3709989" y="1898650"/>
          <a:ext cx="1501775" cy="336550"/>
        </p:xfrm>
        <a:graphic>
          <a:graphicData uri="http://schemas.openxmlformats.org/presentationml/2006/ole">
            <mc:AlternateContent xmlns:mc="http://schemas.openxmlformats.org/markup-compatibility/2006">
              <mc:Choice xmlns:v="urn:schemas-microsoft-com:vml" Requires="v">
                <p:oleObj spid="_x0000_s130292" name="Equation" r:id="rId8" imgW="1028700" imgH="228600" progId="Equation.DSMT4">
                  <p:embed/>
                </p:oleObj>
              </mc:Choice>
              <mc:Fallback>
                <p:oleObj name="Equation" r:id="rId8" imgW="1028700" imgH="2286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9989" y="1898650"/>
                        <a:ext cx="15017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4" name="Object 6"/>
          <p:cNvGraphicFramePr>
            <a:graphicFrameLocks noChangeAspect="1"/>
          </p:cNvGraphicFramePr>
          <p:nvPr/>
        </p:nvGraphicFramePr>
        <p:xfrm>
          <a:off x="1865313" y="2573339"/>
          <a:ext cx="4635500" cy="579437"/>
        </p:xfrm>
        <a:graphic>
          <a:graphicData uri="http://schemas.openxmlformats.org/presentationml/2006/ole">
            <mc:AlternateContent xmlns:mc="http://schemas.openxmlformats.org/markup-compatibility/2006">
              <mc:Choice xmlns:v="urn:schemas-microsoft-com:vml" Requires="v">
                <p:oleObj spid="_x0000_s130293" name="Equation" r:id="rId10" imgW="3175000" imgH="393700" progId="Equation.DSMT4">
                  <p:embed/>
                </p:oleObj>
              </mc:Choice>
              <mc:Fallback>
                <p:oleObj name="Equation" r:id="rId10" imgW="3175000" imgH="3937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5313" y="2573339"/>
                        <a:ext cx="46355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5" name="Object 7"/>
          <p:cNvGraphicFramePr>
            <a:graphicFrameLocks noChangeAspect="1"/>
          </p:cNvGraphicFramePr>
          <p:nvPr/>
        </p:nvGraphicFramePr>
        <p:xfrm>
          <a:off x="2495550" y="3249614"/>
          <a:ext cx="1417638" cy="312737"/>
        </p:xfrm>
        <a:graphic>
          <a:graphicData uri="http://schemas.openxmlformats.org/presentationml/2006/ole">
            <mc:AlternateContent xmlns:mc="http://schemas.openxmlformats.org/markup-compatibility/2006">
              <mc:Choice xmlns:v="urn:schemas-microsoft-com:vml" Requires="v">
                <p:oleObj spid="_x0000_s130294" name="Equation" r:id="rId12" imgW="444114" imgH="177646" progId="Equation.DSMT4">
                  <p:embed/>
                </p:oleObj>
              </mc:Choice>
              <mc:Fallback>
                <p:oleObj name="Equation" r:id="rId12" imgW="444114" imgH="177646"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95550" y="3249614"/>
                        <a:ext cx="1417638"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56" name="Object 8"/>
          <p:cNvGraphicFramePr>
            <a:graphicFrameLocks noChangeAspect="1"/>
          </p:cNvGraphicFramePr>
          <p:nvPr/>
        </p:nvGraphicFramePr>
        <p:xfrm>
          <a:off x="2586038" y="3789364"/>
          <a:ext cx="1281112" cy="447675"/>
        </p:xfrm>
        <a:graphic>
          <a:graphicData uri="http://schemas.openxmlformats.org/presentationml/2006/ole">
            <mc:AlternateContent xmlns:mc="http://schemas.openxmlformats.org/markup-compatibility/2006">
              <mc:Choice xmlns:v="urn:schemas-microsoft-com:vml" Requires="v">
                <p:oleObj spid="_x0000_s130295" name="Equation" r:id="rId14" imgW="875920" imgH="304668" progId="Equation.DSMT4">
                  <p:embed/>
                </p:oleObj>
              </mc:Choice>
              <mc:Fallback>
                <p:oleObj name="Equation" r:id="rId14" imgW="875920" imgH="304668"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86038" y="3789364"/>
                        <a:ext cx="1281112"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0057" name="Group 9"/>
          <p:cNvGrpSpPr>
            <a:grpSpLocks/>
          </p:cNvGrpSpPr>
          <p:nvPr/>
        </p:nvGrpSpPr>
        <p:grpSpPr bwMode="auto">
          <a:xfrm>
            <a:off x="6500814" y="233363"/>
            <a:ext cx="3868737" cy="4102100"/>
            <a:chOff x="3135" y="147"/>
            <a:chExt cx="2437" cy="2584"/>
          </a:xfrm>
        </p:grpSpPr>
        <p:grpSp>
          <p:nvGrpSpPr>
            <p:cNvPr id="130059" name="Group 10"/>
            <p:cNvGrpSpPr>
              <a:grpSpLocks/>
            </p:cNvGrpSpPr>
            <p:nvPr/>
          </p:nvGrpSpPr>
          <p:grpSpPr bwMode="auto">
            <a:xfrm>
              <a:off x="3135" y="147"/>
              <a:ext cx="2437" cy="2584"/>
              <a:chOff x="3107" y="1395"/>
              <a:chExt cx="2437" cy="2584"/>
            </a:xfrm>
          </p:grpSpPr>
          <p:grpSp>
            <p:nvGrpSpPr>
              <p:cNvPr id="130061" name="Group 11"/>
              <p:cNvGrpSpPr>
                <a:grpSpLocks/>
              </p:cNvGrpSpPr>
              <p:nvPr/>
            </p:nvGrpSpPr>
            <p:grpSpPr bwMode="auto">
              <a:xfrm>
                <a:off x="3107" y="1395"/>
                <a:ext cx="2437" cy="2584"/>
                <a:chOff x="3107" y="1395"/>
                <a:chExt cx="2437" cy="2584"/>
              </a:xfrm>
            </p:grpSpPr>
            <p:grpSp>
              <p:nvGrpSpPr>
                <p:cNvPr id="130066" name="Group 12"/>
                <p:cNvGrpSpPr>
                  <a:grpSpLocks/>
                </p:cNvGrpSpPr>
                <p:nvPr/>
              </p:nvGrpSpPr>
              <p:grpSpPr bwMode="auto">
                <a:xfrm>
                  <a:off x="3107" y="2047"/>
                  <a:ext cx="2398" cy="1277"/>
                  <a:chOff x="3362" y="2528"/>
                  <a:chExt cx="2398" cy="1277"/>
                </a:xfrm>
              </p:grpSpPr>
              <p:sp>
                <p:nvSpPr>
                  <p:cNvPr id="130112" name="Line 13"/>
                  <p:cNvSpPr>
                    <a:spLocks noChangeShapeType="1"/>
                  </p:cNvSpPr>
                  <p:nvPr/>
                </p:nvSpPr>
                <p:spPr bwMode="auto">
                  <a:xfrm>
                    <a:off x="3362" y="3521"/>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3" name="Line 14"/>
                  <p:cNvSpPr>
                    <a:spLocks noChangeShapeType="1"/>
                  </p:cNvSpPr>
                  <p:nvPr/>
                </p:nvSpPr>
                <p:spPr bwMode="auto">
                  <a:xfrm>
                    <a:off x="3503" y="3380"/>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4" name="Line 15"/>
                  <p:cNvSpPr>
                    <a:spLocks noChangeShapeType="1"/>
                  </p:cNvSpPr>
                  <p:nvPr/>
                </p:nvSpPr>
                <p:spPr bwMode="auto">
                  <a:xfrm>
                    <a:off x="3618" y="3237"/>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5" name="Line 16"/>
                  <p:cNvSpPr>
                    <a:spLocks noChangeShapeType="1"/>
                  </p:cNvSpPr>
                  <p:nvPr/>
                </p:nvSpPr>
                <p:spPr bwMode="auto">
                  <a:xfrm>
                    <a:off x="3759" y="3096"/>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6" name="Line 17"/>
                  <p:cNvSpPr>
                    <a:spLocks noChangeShapeType="1"/>
                  </p:cNvSpPr>
                  <p:nvPr/>
                </p:nvSpPr>
                <p:spPr bwMode="auto">
                  <a:xfrm>
                    <a:off x="3889" y="2953"/>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7" name="Line 18"/>
                  <p:cNvSpPr>
                    <a:spLocks noChangeShapeType="1"/>
                  </p:cNvSpPr>
                  <p:nvPr/>
                </p:nvSpPr>
                <p:spPr bwMode="auto">
                  <a:xfrm>
                    <a:off x="4030" y="2812"/>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8" name="Line 19"/>
                  <p:cNvSpPr>
                    <a:spLocks noChangeShapeType="1"/>
                  </p:cNvSpPr>
                  <p:nvPr/>
                </p:nvSpPr>
                <p:spPr bwMode="auto">
                  <a:xfrm>
                    <a:off x="4145" y="2669"/>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9" name="Line 20"/>
                  <p:cNvSpPr>
                    <a:spLocks noChangeShapeType="1"/>
                  </p:cNvSpPr>
                  <p:nvPr/>
                </p:nvSpPr>
                <p:spPr bwMode="auto">
                  <a:xfrm>
                    <a:off x="4286" y="2528"/>
                    <a:ext cx="1474"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67" name="AutoShape 21"/>
                <p:cNvSpPr>
                  <a:spLocks noChangeArrowheads="1"/>
                </p:cNvSpPr>
                <p:nvPr/>
              </p:nvSpPr>
              <p:spPr bwMode="auto">
                <a:xfrm rot="-714210">
                  <a:off x="3816" y="2188"/>
                  <a:ext cx="777" cy="964"/>
                </a:xfrm>
                <a:prstGeom prst="parallelogram">
                  <a:avLst>
                    <a:gd name="adj" fmla="val 25000"/>
                  </a:avLst>
                </a:prstGeom>
                <a:noFill/>
                <a:ln w="127000" cmpd="dbl"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0068" name="Line 22"/>
                <p:cNvSpPr>
                  <a:spLocks noChangeShapeType="1"/>
                </p:cNvSpPr>
                <p:nvPr/>
              </p:nvSpPr>
              <p:spPr bwMode="auto">
                <a:xfrm flipV="1">
                  <a:off x="3929" y="1848"/>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9" name="Line 23"/>
                <p:cNvSpPr>
                  <a:spLocks noChangeShapeType="1"/>
                </p:cNvSpPr>
                <p:nvPr/>
              </p:nvSpPr>
              <p:spPr bwMode="auto">
                <a:xfrm flipV="1">
                  <a:off x="4014" y="1820"/>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0" name="Line 24"/>
                <p:cNvSpPr>
                  <a:spLocks noChangeShapeType="1"/>
                </p:cNvSpPr>
                <p:nvPr/>
              </p:nvSpPr>
              <p:spPr bwMode="auto">
                <a:xfrm flipV="1">
                  <a:off x="4099" y="1820"/>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1" name="Line 25"/>
                <p:cNvSpPr>
                  <a:spLocks noChangeShapeType="1"/>
                </p:cNvSpPr>
                <p:nvPr/>
              </p:nvSpPr>
              <p:spPr bwMode="auto">
                <a:xfrm flipV="1">
                  <a:off x="4184" y="1791"/>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2" name="Line 26"/>
                <p:cNvSpPr>
                  <a:spLocks noChangeShapeType="1"/>
                </p:cNvSpPr>
                <p:nvPr/>
              </p:nvSpPr>
              <p:spPr bwMode="auto">
                <a:xfrm flipV="1">
                  <a:off x="4269" y="1791"/>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3" name="Line 27"/>
                <p:cNvSpPr>
                  <a:spLocks noChangeShapeType="1"/>
                </p:cNvSpPr>
                <p:nvPr/>
              </p:nvSpPr>
              <p:spPr bwMode="auto">
                <a:xfrm flipV="1">
                  <a:off x="4354" y="1763"/>
                  <a:ext cx="0" cy="3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4" name="Line 28"/>
                <p:cNvSpPr>
                  <a:spLocks noChangeShapeType="1"/>
                </p:cNvSpPr>
                <p:nvPr/>
              </p:nvSpPr>
              <p:spPr bwMode="auto">
                <a:xfrm flipV="1">
                  <a:off x="4099" y="3181"/>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5" name="Line 29"/>
                <p:cNvSpPr>
                  <a:spLocks noChangeShapeType="1"/>
                </p:cNvSpPr>
                <p:nvPr/>
              </p:nvSpPr>
              <p:spPr bwMode="auto">
                <a:xfrm flipV="1">
                  <a:off x="4184" y="3181"/>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6" name="Line 30"/>
                <p:cNvSpPr>
                  <a:spLocks noChangeShapeType="1"/>
                </p:cNvSpPr>
                <p:nvPr/>
              </p:nvSpPr>
              <p:spPr bwMode="auto">
                <a:xfrm flipV="1">
                  <a:off x="4269" y="3152"/>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7" name="Line 31"/>
                <p:cNvSpPr>
                  <a:spLocks noChangeShapeType="1"/>
                </p:cNvSpPr>
                <p:nvPr/>
              </p:nvSpPr>
              <p:spPr bwMode="auto">
                <a:xfrm flipV="1">
                  <a:off x="4354" y="3152"/>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78" name="Line 32"/>
                <p:cNvSpPr>
                  <a:spLocks noChangeShapeType="1"/>
                </p:cNvSpPr>
                <p:nvPr/>
              </p:nvSpPr>
              <p:spPr bwMode="auto">
                <a:xfrm flipV="1">
                  <a:off x="4439" y="3124"/>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0079" name="Group 33"/>
                <p:cNvGrpSpPr>
                  <a:grpSpLocks/>
                </p:cNvGrpSpPr>
                <p:nvPr/>
              </p:nvGrpSpPr>
              <p:grpSpPr bwMode="auto">
                <a:xfrm>
                  <a:off x="3617" y="2330"/>
                  <a:ext cx="255" cy="936"/>
                  <a:chOff x="1633" y="3237"/>
                  <a:chExt cx="255" cy="936"/>
                </a:xfrm>
              </p:grpSpPr>
              <p:sp>
                <p:nvSpPr>
                  <p:cNvPr id="130104" name="Line 34"/>
                  <p:cNvSpPr>
                    <a:spLocks noChangeShapeType="1"/>
                  </p:cNvSpPr>
                  <p:nvPr/>
                </p:nvSpPr>
                <p:spPr bwMode="auto">
                  <a:xfrm flipH="1">
                    <a:off x="1633" y="323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5" name="Line 35"/>
                  <p:cNvSpPr>
                    <a:spLocks noChangeShapeType="1"/>
                  </p:cNvSpPr>
                  <p:nvPr/>
                </p:nvSpPr>
                <p:spPr bwMode="auto">
                  <a:xfrm flipH="1">
                    <a:off x="1633" y="335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6" name="Line 36"/>
                  <p:cNvSpPr>
                    <a:spLocks noChangeShapeType="1"/>
                  </p:cNvSpPr>
                  <p:nvPr/>
                </p:nvSpPr>
                <p:spPr bwMode="auto">
                  <a:xfrm flipH="1">
                    <a:off x="1633" y="3463"/>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7" name="Line 37"/>
                  <p:cNvSpPr>
                    <a:spLocks noChangeShapeType="1"/>
                  </p:cNvSpPr>
                  <p:nvPr/>
                </p:nvSpPr>
                <p:spPr bwMode="auto">
                  <a:xfrm flipH="1">
                    <a:off x="1633" y="357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8" name="Line 38"/>
                  <p:cNvSpPr>
                    <a:spLocks noChangeShapeType="1"/>
                  </p:cNvSpPr>
                  <p:nvPr/>
                </p:nvSpPr>
                <p:spPr bwMode="auto">
                  <a:xfrm flipH="1">
                    <a:off x="1633" y="369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9" name="Line 39"/>
                  <p:cNvSpPr>
                    <a:spLocks noChangeShapeType="1"/>
                  </p:cNvSpPr>
                  <p:nvPr/>
                </p:nvSpPr>
                <p:spPr bwMode="auto">
                  <a:xfrm flipH="1">
                    <a:off x="1633" y="3805"/>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0" name="Line 40"/>
                  <p:cNvSpPr>
                    <a:spLocks noChangeShapeType="1"/>
                  </p:cNvSpPr>
                  <p:nvPr/>
                </p:nvSpPr>
                <p:spPr bwMode="auto">
                  <a:xfrm flipH="1">
                    <a:off x="1633" y="3917"/>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11" name="Line 41"/>
                  <p:cNvSpPr>
                    <a:spLocks noChangeShapeType="1"/>
                  </p:cNvSpPr>
                  <p:nvPr/>
                </p:nvSpPr>
                <p:spPr bwMode="auto">
                  <a:xfrm flipH="1">
                    <a:off x="1633" y="4031"/>
                    <a:ext cx="255" cy="142"/>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0080" name="Group 42"/>
                <p:cNvGrpSpPr>
                  <a:grpSpLocks/>
                </p:cNvGrpSpPr>
                <p:nvPr/>
              </p:nvGrpSpPr>
              <p:grpSpPr bwMode="auto">
                <a:xfrm>
                  <a:off x="4496" y="2103"/>
                  <a:ext cx="255" cy="936"/>
                  <a:chOff x="1633" y="3237"/>
                  <a:chExt cx="255" cy="936"/>
                </a:xfrm>
              </p:grpSpPr>
              <p:sp>
                <p:nvSpPr>
                  <p:cNvPr id="130096" name="Line 43"/>
                  <p:cNvSpPr>
                    <a:spLocks noChangeShapeType="1"/>
                  </p:cNvSpPr>
                  <p:nvPr/>
                </p:nvSpPr>
                <p:spPr bwMode="auto">
                  <a:xfrm flipH="1">
                    <a:off x="1633" y="323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97" name="Line 44"/>
                  <p:cNvSpPr>
                    <a:spLocks noChangeShapeType="1"/>
                  </p:cNvSpPr>
                  <p:nvPr/>
                </p:nvSpPr>
                <p:spPr bwMode="auto">
                  <a:xfrm flipH="1">
                    <a:off x="1633" y="335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98" name="Line 45"/>
                  <p:cNvSpPr>
                    <a:spLocks noChangeShapeType="1"/>
                  </p:cNvSpPr>
                  <p:nvPr/>
                </p:nvSpPr>
                <p:spPr bwMode="auto">
                  <a:xfrm flipH="1">
                    <a:off x="1633" y="3463"/>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99" name="Line 46"/>
                  <p:cNvSpPr>
                    <a:spLocks noChangeShapeType="1"/>
                  </p:cNvSpPr>
                  <p:nvPr/>
                </p:nvSpPr>
                <p:spPr bwMode="auto">
                  <a:xfrm flipH="1">
                    <a:off x="1633" y="357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0" name="Line 47"/>
                  <p:cNvSpPr>
                    <a:spLocks noChangeShapeType="1"/>
                  </p:cNvSpPr>
                  <p:nvPr/>
                </p:nvSpPr>
                <p:spPr bwMode="auto">
                  <a:xfrm flipH="1">
                    <a:off x="1633" y="369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1" name="Line 48"/>
                  <p:cNvSpPr>
                    <a:spLocks noChangeShapeType="1"/>
                  </p:cNvSpPr>
                  <p:nvPr/>
                </p:nvSpPr>
                <p:spPr bwMode="auto">
                  <a:xfrm flipH="1">
                    <a:off x="1633" y="3805"/>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2" name="Line 49"/>
                  <p:cNvSpPr>
                    <a:spLocks noChangeShapeType="1"/>
                  </p:cNvSpPr>
                  <p:nvPr/>
                </p:nvSpPr>
                <p:spPr bwMode="auto">
                  <a:xfrm flipH="1">
                    <a:off x="1633" y="3917"/>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103" name="Line 50"/>
                  <p:cNvSpPr>
                    <a:spLocks noChangeShapeType="1"/>
                  </p:cNvSpPr>
                  <p:nvPr/>
                </p:nvSpPr>
                <p:spPr bwMode="auto">
                  <a:xfrm flipH="1">
                    <a:off x="1633" y="4031"/>
                    <a:ext cx="255" cy="142"/>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81" name="Text Box 51"/>
                <p:cNvSpPr txBox="1">
                  <a:spLocks noChangeArrowheads="1"/>
                </p:cNvSpPr>
                <p:nvPr/>
              </p:nvSpPr>
              <p:spPr bwMode="auto">
                <a:xfrm>
                  <a:off x="3702" y="3266"/>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A</a:t>
                  </a:r>
                </a:p>
              </p:txBody>
            </p:sp>
            <p:sp>
              <p:nvSpPr>
                <p:cNvPr id="130082" name="Text Box 52"/>
                <p:cNvSpPr txBox="1">
                  <a:spLocks noChangeArrowheads="1"/>
                </p:cNvSpPr>
                <p:nvPr/>
              </p:nvSpPr>
              <p:spPr bwMode="auto">
                <a:xfrm>
                  <a:off x="4553" y="3010"/>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B</a:t>
                  </a:r>
                </a:p>
              </p:txBody>
            </p:sp>
            <p:sp>
              <p:nvSpPr>
                <p:cNvPr id="130083" name="Text Box 53"/>
                <p:cNvSpPr txBox="1">
                  <a:spLocks noChangeArrowheads="1"/>
                </p:cNvSpPr>
                <p:nvPr/>
              </p:nvSpPr>
              <p:spPr bwMode="auto">
                <a:xfrm>
                  <a:off x="4411" y="1905"/>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C</a:t>
                  </a:r>
                  <a:endParaRPr lang="en-US" altLang="zh-CN" sz="1800">
                    <a:solidFill>
                      <a:srgbClr val="0000CC"/>
                    </a:solidFill>
                    <a:latin typeface="Symbol" panose="05050102010706020507" pitchFamily="18" charset="2"/>
                  </a:endParaRPr>
                </a:p>
              </p:txBody>
            </p:sp>
            <p:sp>
              <p:nvSpPr>
                <p:cNvPr id="130084" name="Text Box 54"/>
                <p:cNvSpPr txBox="1">
                  <a:spLocks noChangeArrowheads="1"/>
                </p:cNvSpPr>
                <p:nvPr/>
              </p:nvSpPr>
              <p:spPr bwMode="auto">
                <a:xfrm>
                  <a:off x="3645" y="2103"/>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D</a:t>
                  </a:r>
                  <a:endParaRPr lang="en-US" altLang="zh-CN" sz="1800">
                    <a:solidFill>
                      <a:srgbClr val="0000CC"/>
                    </a:solidFill>
                    <a:latin typeface="Symbol" panose="05050102010706020507" pitchFamily="18" charset="2"/>
                  </a:endParaRPr>
                </a:p>
              </p:txBody>
            </p:sp>
            <p:sp>
              <p:nvSpPr>
                <p:cNvPr id="130085" name="Text Box 55"/>
                <p:cNvSpPr txBox="1">
                  <a:spLocks noChangeArrowheads="1"/>
                </p:cNvSpPr>
                <p:nvPr/>
              </p:nvSpPr>
              <p:spPr bwMode="auto">
                <a:xfrm>
                  <a:off x="5233" y="2614"/>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0000CC"/>
                      </a:solidFill>
                      <a:latin typeface="Symbol" panose="05050102010706020507" pitchFamily="18" charset="2"/>
                    </a:rPr>
                    <a:t>B</a:t>
                  </a:r>
                </a:p>
              </p:txBody>
            </p:sp>
            <p:sp>
              <p:nvSpPr>
                <p:cNvPr id="130086" name="Text Box 56"/>
                <p:cNvSpPr txBox="1">
                  <a:spLocks noChangeArrowheads="1"/>
                </p:cNvSpPr>
                <p:nvPr/>
              </p:nvSpPr>
              <p:spPr bwMode="auto">
                <a:xfrm>
                  <a:off x="4071" y="3748"/>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O</a:t>
                  </a:r>
                  <a:r>
                    <a:rPr lang="en-US" altLang="zh-CN" sz="1800">
                      <a:solidFill>
                        <a:srgbClr val="0000CC"/>
                      </a:solidFill>
                      <a:latin typeface="Times New Roman" panose="02020603050405020304" pitchFamily="18" charset="0"/>
                    </a:rPr>
                    <a:t>’</a:t>
                  </a:r>
                  <a:endParaRPr lang="en-US" altLang="zh-CN" sz="1800">
                    <a:solidFill>
                      <a:srgbClr val="0000CC"/>
                    </a:solidFill>
                    <a:latin typeface="Symbol" panose="05050102010706020507" pitchFamily="18" charset="2"/>
                  </a:endParaRPr>
                </a:p>
              </p:txBody>
            </p:sp>
            <p:sp>
              <p:nvSpPr>
                <p:cNvPr id="130087" name="Text Box 57"/>
                <p:cNvSpPr txBox="1">
                  <a:spLocks noChangeArrowheads="1"/>
                </p:cNvSpPr>
                <p:nvPr/>
              </p:nvSpPr>
              <p:spPr bwMode="auto">
                <a:xfrm>
                  <a:off x="4042" y="1395"/>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O</a:t>
                  </a:r>
                </a:p>
              </p:txBody>
            </p:sp>
            <p:graphicFrame>
              <p:nvGraphicFramePr>
                <p:cNvPr id="130088" name="Object 58"/>
                <p:cNvGraphicFramePr>
                  <a:graphicFrameLocks noChangeAspect="1"/>
                </p:cNvGraphicFramePr>
                <p:nvPr/>
              </p:nvGraphicFramePr>
              <p:xfrm>
                <a:off x="3872" y="1621"/>
                <a:ext cx="233" cy="236"/>
              </p:xfrm>
              <a:graphic>
                <a:graphicData uri="http://schemas.openxmlformats.org/presentationml/2006/ole">
                  <mc:AlternateContent xmlns:mc="http://schemas.openxmlformats.org/markup-compatibility/2006">
                    <mc:Choice xmlns:v="urn:schemas-microsoft-com:vml" Requires="v">
                      <p:oleObj spid="_x0000_s130296" name="Equation" r:id="rId16" imgW="253780" imgH="253780" progId="Equation.DSMT4">
                        <p:embed/>
                      </p:oleObj>
                    </mc:Choice>
                    <mc:Fallback>
                      <p:oleObj name="Equation" r:id="rId16" imgW="253780" imgH="253780" progId="Equation.DSMT4">
                        <p:embed/>
                        <p:pic>
                          <p:nvPicPr>
                            <p:cNvPr id="0" name="Object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72" y="1621"/>
                              <a:ext cx="23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89" name="Object 59"/>
                <p:cNvGraphicFramePr>
                  <a:graphicFrameLocks noChangeAspect="1"/>
                </p:cNvGraphicFramePr>
                <p:nvPr/>
              </p:nvGraphicFramePr>
              <p:xfrm>
                <a:off x="3334" y="3096"/>
                <a:ext cx="233" cy="236"/>
              </p:xfrm>
              <a:graphic>
                <a:graphicData uri="http://schemas.openxmlformats.org/presentationml/2006/ole">
                  <mc:AlternateContent xmlns:mc="http://schemas.openxmlformats.org/markup-compatibility/2006">
                    <mc:Choice xmlns:v="urn:schemas-microsoft-com:vml" Requires="v">
                      <p:oleObj spid="_x0000_s130297" name="Equation" r:id="rId18" imgW="253780" imgH="253780" progId="Equation.DSMT4">
                        <p:embed/>
                      </p:oleObj>
                    </mc:Choice>
                    <mc:Fallback>
                      <p:oleObj name="Equation" r:id="rId18" imgW="253780" imgH="253780" progId="Equation.DSMT4">
                        <p:embed/>
                        <p:pic>
                          <p:nvPicPr>
                            <p:cNvPr id="0" name="Object 5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34" y="3096"/>
                              <a:ext cx="23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90" name="Object 60"/>
                <p:cNvGraphicFramePr>
                  <a:graphicFrameLocks noChangeAspect="1"/>
                </p:cNvGraphicFramePr>
                <p:nvPr/>
              </p:nvGraphicFramePr>
              <p:xfrm>
                <a:off x="4241" y="3492"/>
                <a:ext cx="233" cy="236"/>
              </p:xfrm>
              <a:graphic>
                <a:graphicData uri="http://schemas.openxmlformats.org/presentationml/2006/ole">
                  <mc:AlternateContent xmlns:mc="http://schemas.openxmlformats.org/markup-compatibility/2006">
                    <mc:Choice xmlns:v="urn:schemas-microsoft-com:vml" Requires="v">
                      <p:oleObj spid="_x0000_s130298" name="Equation" r:id="rId20" imgW="253780" imgH="253780" progId="Equation.DSMT4">
                        <p:embed/>
                      </p:oleObj>
                    </mc:Choice>
                    <mc:Fallback>
                      <p:oleObj name="Equation" r:id="rId20" imgW="253780" imgH="253780" progId="Equation.DSMT4">
                        <p:embed/>
                        <p:pic>
                          <p:nvPicPr>
                            <p:cNvPr id="0" name="Object 6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41" y="3492"/>
                              <a:ext cx="23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91" name="Object 61"/>
                <p:cNvGraphicFramePr>
                  <a:graphicFrameLocks noChangeAspect="1"/>
                </p:cNvGraphicFramePr>
                <p:nvPr/>
              </p:nvGraphicFramePr>
              <p:xfrm>
                <a:off x="4779" y="1990"/>
                <a:ext cx="233" cy="236"/>
              </p:xfrm>
              <a:graphic>
                <a:graphicData uri="http://schemas.openxmlformats.org/presentationml/2006/ole">
                  <mc:AlternateContent xmlns:mc="http://schemas.openxmlformats.org/markup-compatibility/2006">
                    <mc:Choice xmlns:v="urn:schemas-microsoft-com:vml" Requires="v">
                      <p:oleObj spid="_x0000_s130299" name="Equation" r:id="rId22" imgW="253780" imgH="253780" progId="Equation.DSMT4">
                        <p:embed/>
                      </p:oleObj>
                    </mc:Choice>
                    <mc:Fallback>
                      <p:oleObj name="Equation" r:id="rId22" imgW="253780" imgH="253780" progId="Equation.DSMT4">
                        <p:embed/>
                        <p:pic>
                          <p:nvPicPr>
                            <p:cNvPr id="0" name="Object 6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79" y="1990"/>
                              <a:ext cx="23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92" name="Line 62"/>
                <p:cNvSpPr>
                  <a:spLocks noChangeShapeType="1"/>
                </p:cNvSpPr>
                <p:nvPr/>
              </p:nvSpPr>
              <p:spPr bwMode="auto">
                <a:xfrm flipV="1">
                  <a:off x="3957" y="2302"/>
                  <a:ext cx="482" cy="113"/>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93" name="Text Box 63"/>
                <p:cNvSpPr txBox="1">
                  <a:spLocks noChangeArrowheads="1"/>
                </p:cNvSpPr>
                <p:nvPr/>
              </p:nvSpPr>
              <p:spPr bwMode="auto">
                <a:xfrm>
                  <a:off x="3986" y="2330"/>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a</a:t>
                  </a:r>
                </a:p>
              </p:txBody>
            </p:sp>
            <p:sp>
              <p:nvSpPr>
                <p:cNvPr id="130094" name="Line 64"/>
                <p:cNvSpPr>
                  <a:spLocks noChangeShapeType="1"/>
                </p:cNvSpPr>
                <p:nvPr/>
              </p:nvSpPr>
              <p:spPr bwMode="auto">
                <a:xfrm>
                  <a:off x="4241" y="2188"/>
                  <a:ext cx="0" cy="908"/>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95" name="Text Box 65"/>
                <p:cNvSpPr txBox="1">
                  <a:spLocks noChangeArrowheads="1"/>
                </p:cNvSpPr>
                <p:nvPr/>
              </p:nvSpPr>
              <p:spPr bwMode="auto">
                <a:xfrm>
                  <a:off x="4184" y="2642"/>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chemeClr val="folHlink"/>
                      </a:solidFill>
                      <a:latin typeface="Times New Roman" panose="02020603050405020304" pitchFamily="18" charset="0"/>
                    </a:rPr>
                    <a:t>b</a:t>
                  </a:r>
                </a:p>
              </p:txBody>
            </p:sp>
          </p:grpSp>
          <p:sp>
            <p:nvSpPr>
              <p:cNvPr id="130062" name="Line 66"/>
              <p:cNvSpPr>
                <a:spLocks noChangeShapeType="1"/>
              </p:cNvSpPr>
              <p:nvPr/>
            </p:nvSpPr>
            <p:spPr bwMode="auto">
              <a:xfrm flipV="1">
                <a:off x="4496" y="2443"/>
                <a:ext cx="0" cy="4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3" name="Line 67"/>
              <p:cNvSpPr>
                <a:spLocks noChangeShapeType="1"/>
              </p:cNvSpPr>
              <p:nvPr/>
            </p:nvSpPr>
            <p:spPr bwMode="auto">
              <a:xfrm flipV="1">
                <a:off x="3929" y="2500"/>
                <a:ext cx="0" cy="42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4" name="Line 68"/>
              <p:cNvSpPr>
                <a:spLocks noChangeShapeType="1"/>
              </p:cNvSpPr>
              <p:nvPr/>
            </p:nvSpPr>
            <p:spPr bwMode="auto">
              <a:xfrm>
                <a:off x="4184" y="1508"/>
                <a:ext cx="0" cy="2240"/>
              </a:xfrm>
              <a:prstGeom prst="line">
                <a:avLst/>
              </a:prstGeom>
              <a:noFill/>
              <a:ln w="9525">
                <a:solidFill>
                  <a:schemeClr val="hlink"/>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5" name="Line 69"/>
              <p:cNvSpPr>
                <a:spLocks noChangeShapeType="1"/>
              </p:cNvSpPr>
              <p:nvPr/>
            </p:nvSpPr>
            <p:spPr bwMode="auto">
              <a:xfrm flipV="1">
                <a:off x="4014" y="3209"/>
                <a:ext cx="0" cy="34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60" name="Line 70"/>
            <p:cNvSpPr>
              <a:spLocks noChangeShapeType="1"/>
            </p:cNvSpPr>
            <p:nvPr/>
          </p:nvSpPr>
          <p:spPr bwMode="auto">
            <a:xfrm>
              <a:off x="4269" y="1083"/>
              <a:ext cx="142"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0058" name="Text Box 71"/>
          <p:cNvSpPr txBox="1">
            <a:spLocks noChangeArrowheads="1"/>
          </p:cNvSpPr>
          <p:nvPr/>
        </p:nvSpPr>
        <p:spPr bwMode="auto">
          <a:xfrm>
            <a:off x="8166100" y="1943101"/>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0000CC"/>
                </a:solidFill>
                <a:latin typeface="Times New Roman" panose="02020603050405020304" pitchFamily="18" charset="0"/>
              </a:rPr>
              <a:t>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1865313" y="233363"/>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载流线圈所受的力矩</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32099" name="Object 3"/>
          <p:cNvGraphicFramePr>
            <a:graphicFrameLocks noChangeAspect="1"/>
          </p:cNvGraphicFramePr>
          <p:nvPr/>
        </p:nvGraphicFramePr>
        <p:xfrm>
          <a:off x="3575051" y="863600"/>
          <a:ext cx="1503363" cy="336550"/>
        </p:xfrm>
        <a:graphic>
          <a:graphicData uri="http://schemas.openxmlformats.org/presentationml/2006/ole">
            <mc:AlternateContent xmlns:mc="http://schemas.openxmlformats.org/markup-compatibility/2006">
              <mc:Choice xmlns:v="urn:schemas-microsoft-com:vml" Requires="v">
                <p:oleObj spid="_x0000_s132448" name="Equation" r:id="rId4" imgW="1028700" imgH="228600" progId="Equation.DSMT4">
                  <p:embed/>
                </p:oleObj>
              </mc:Choice>
              <mc:Fallback>
                <p:oleObj name="Equation" r:id="rId4" imgW="1028700"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1" y="863600"/>
                        <a:ext cx="15033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0" name="Object 4"/>
          <p:cNvGraphicFramePr>
            <a:graphicFrameLocks noChangeAspect="1"/>
          </p:cNvGraphicFramePr>
          <p:nvPr/>
        </p:nvGraphicFramePr>
        <p:xfrm>
          <a:off x="3530600" y="1268413"/>
          <a:ext cx="1576388" cy="336550"/>
        </p:xfrm>
        <a:graphic>
          <a:graphicData uri="http://schemas.openxmlformats.org/presentationml/2006/ole">
            <mc:AlternateContent xmlns:mc="http://schemas.openxmlformats.org/markup-compatibility/2006">
              <mc:Choice xmlns:v="urn:schemas-microsoft-com:vml" Requires="v">
                <p:oleObj spid="_x0000_s132449" name="Equation" r:id="rId6" imgW="1079500" imgH="228600" progId="Equation.DSMT4">
                  <p:embed/>
                </p:oleObj>
              </mc:Choice>
              <mc:Fallback>
                <p:oleObj name="Equation" r:id="rId6" imgW="1079500" imgH="2286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600" y="1268413"/>
                        <a:ext cx="15763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1" name="Object 5"/>
          <p:cNvGraphicFramePr>
            <a:graphicFrameLocks noChangeAspect="1"/>
          </p:cNvGraphicFramePr>
          <p:nvPr/>
        </p:nvGraphicFramePr>
        <p:xfrm>
          <a:off x="2809876" y="2979739"/>
          <a:ext cx="4149725" cy="403225"/>
        </p:xfrm>
        <a:graphic>
          <a:graphicData uri="http://schemas.openxmlformats.org/presentationml/2006/ole">
            <mc:AlternateContent xmlns:mc="http://schemas.openxmlformats.org/markup-compatibility/2006">
              <mc:Choice xmlns:v="urn:schemas-microsoft-com:vml" Requires="v">
                <p:oleObj spid="_x0000_s132450" name="Equation" r:id="rId8" imgW="1625600" imgH="228600" progId="Equation.DSMT4">
                  <p:embed/>
                </p:oleObj>
              </mc:Choice>
              <mc:Fallback>
                <p:oleObj name="Equation" r:id="rId8" imgW="1625600" imgH="2286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9876" y="2979739"/>
                        <a:ext cx="414972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2" name="Object 6"/>
          <p:cNvGraphicFramePr>
            <a:graphicFrameLocks noChangeAspect="1"/>
          </p:cNvGraphicFramePr>
          <p:nvPr/>
        </p:nvGraphicFramePr>
        <p:xfrm>
          <a:off x="2809875" y="3519488"/>
          <a:ext cx="2451100" cy="373062"/>
        </p:xfrm>
        <a:graphic>
          <a:graphicData uri="http://schemas.openxmlformats.org/presentationml/2006/ole">
            <mc:AlternateContent xmlns:mc="http://schemas.openxmlformats.org/markup-compatibility/2006">
              <mc:Choice xmlns:v="urn:schemas-microsoft-com:vml" Requires="v">
                <p:oleObj spid="_x0000_s132451" name="Equation" r:id="rId10" imgW="1675673" imgH="253890" progId="Equation.DSMT4">
                  <p:embed/>
                </p:oleObj>
              </mc:Choice>
              <mc:Fallback>
                <p:oleObj name="Equation" r:id="rId10" imgW="1675673" imgH="25389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9875" y="3519488"/>
                        <a:ext cx="245110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2103" name="Group 7"/>
          <p:cNvGrpSpPr>
            <a:grpSpLocks/>
          </p:cNvGrpSpPr>
          <p:nvPr/>
        </p:nvGrpSpPr>
        <p:grpSpPr bwMode="auto">
          <a:xfrm>
            <a:off x="7221539" y="819151"/>
            <a:ext cx="2835275" cy="1979613"/>
            <a:chOff x="3645" y="601"/>
            <a:chExt cx="1786" cy="1247"/>
          </a:xfrm>
        </p:grpSpPr>
        <p:sp>
          <p:nvSpPr>
            <p:cNvPr id="132134" name="Line 8"/>
            <p:cNvSpPr>
              <a:spLocks noChangeShapeType="1"/>
            </p:cNvSpPr>
            <p:nvPr/>
          </p:nvSpPr>
          <p:spPr bwMode="auto">
            <a:xfrm>
              <a:off x="3645" y="601"/>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35" name="Line 9"/>
            <p:cNvSpPr>
              <a:spLocks noChangeShapeType="1"/>
            </p:cNvSpPr>
            <p:nvPr/>
          </p:nvSpPr>
          <p:spPr bwMode="auto">
            <a:xfrm>
              <a:off x="3645" y="771"/>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36" name="Line 10"/>
            <p:cNvSpPr>
              <a:spLocks noChangeShapeType="1"/>
            </p:cNvSpPr>
            <p:nvPr/>
          </p:nvSpPr>
          <p:spPr bwMode="auto">
            <a:xfrm>
              <a:off x="3645" y="969"/>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37" name="Line 11"/>
            <p:cNvSpPr>
              <a:spLocks noChangeShapeType="1"/>
            </p:cNvSpPr>
            <p:nvPr/>
          </p:nvSpPr>
          <p:spPr bwMode="auto">
            <a:xfrm>
              <a:off x="3645" y="1139"/>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38" name="Line 12"/>
            <p:cNvSpPr>
              <a:spLocks noChangeShapeType="1"/>
            </p:cNvSpPr>
            <p:nvPr/>
          </p:nvSpPr>
          <p:spPr bwMode="auto">
            <a:xfrm>
              <a:off x="3645" y="1310"/>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39" name="Line 13"/>
            <p:cNvSpPr>
              <a:spLocks noChangeShapeType="1"/>
            </p:cNvSpPr>
            <p:nvPr/>
          </p:nvSpPr>
          <p:spPr bwMode="auto">
            <a:xfrm>
              <a:off x="3645" y="1480"/>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40" name="Line 14"/>
            <p:cNvSpPr>
              <a:spLocks noChangeShapeType="1"/>
            </p:cNvSpPr>
            <p:nvPr/>
          </p:nvSpPr>
          <p:spPr bwMode="auto">
            <a:xfrm>
              <a:off x="3645" y="1678"/>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41" name="Line 15"/>
            <p:cNvSpPr>
              <a:spLocks noChangeShapeType="1"/>
            </p:cNvSpPr>
            <p:nvPr/>
          </p:nvSpPr>
          <p:spPr bwMode="auto">
            <a:xfrm>
              <a:off x="3645" y="1848"/>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2104" name="Line 16"/>
          <p:cNvSpPr>
            <a:spLocks noChangeShapeType="1"/>
          </p:cNvSpPr>
          <p:nvPr/>
        </p:nvSpPr>
        <p:spPr bwMode="auto">
          <a:xfrm>
            <a:off x="8570913" y="279401"/>
            <a:ext cx="44450" cy="2970213"/>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05" name="Oval 17"/>
          <p:cNvSpPr>
            <a:spLocks noChangeArrowheads="1"/>
          </p:cNvSpPr>
          <p:nvPr/>
        </p:nvSpPr>
        <p:spPr bwMode="auto">
          <a:xfrm rot="1868914">
            <a:off x="8075613" y="819150"/>
            <a:ext cx="990600" cy="2025650"/>
          </a:xfrm>
          <a:prstGeom prst="ellipse">
            <a:avLst/>
          </a:prstGeom>
          <a:noFill/>
          <a:ln w="127000" cmpd="dbl"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2106" name="AutoShape 18"/>
          <p:cNvSpPr>
            <a:spLocks noChangeArrowheads="1"/>
          </p:cNvSpPr>
          <p:nvPr/>
        </p:nvSpPr>
        <p:spPr bwMode="auto">
          <a:xfrm rot="21248190">
            <a:off x="7985126" y="1357314"/>
            <a:ext cx="404813" cy="339725"/>
          </a:xfrm>
          <a:prstGeom prst="parallelogram">
            <a:avLst>
              <a:gd name="adj" fmla="val 79031"/>
            </a:avLst>
          </a:prstGeom>
          <a:solidFill>
            <a:schemeClr val="folHlink"/>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2107" name="AutoShape 19"/>
          <p:cNvSpPr>
            <a:spLocks noChangeArrowheads="1"/>
          </p:cNvSpPr>
          <p:nvPr/>
        </p:nvSpPr>
        <p:spPr bwMode="auto">
          <a:xfrm rot="19761297">
            <a:off x="9066214" y="1403351"/>
            <a:ext cx="319087" cy="257175"/>
          </a:xfrm>
          <a:prstGeom prst="parallelogram">
            <a:avLst>
              <a:gd name="adj" fmla="val 82291"/>
            </a:avLst>
          </a:prstGeom>
          <a:solidFill>
            <a:schemeClr val="folHlink"/>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32108" name="Object 20"/>
          <p:cNvGraphicFramePr>
            <a:graphicFrameLocks noChangeAspect="1"/>
          </p:cNvGraphicFramePr>
          <p:nvPr/>
        </p:nvGraphicFramePr>
        <p:xfrm>
          <a:off x="7670801" y="1268413"/>
          <a:ext cx="449263" cy="444500"/>
        </p:xfrm>
        <a:graphic>
          <a:graphicData uri="http://schemas.openxmlformats.org/presentationml/2006/ole">
            <mc:AlternateContent xmlns:mc="http://schemas.openxmlformats.org/markup-compatibility/2006">
              <mc:Choice xmlns:v="urn:schemas-microsoft-com:vml" Requires="v">
                <p:oleObj spid="_x0000_s132452" name="Equation" r:id="rId12" imgW="203024" imgH="253780" progId="Equation.DSMT4">
                  <p:embed/>
                </p:oleObj>
              </mc:Choice>
              <mc:Fallback>
                <p:oleObj name="Equation" r:id="rId12" imgW="203024" imgH="253780"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70801" y="1268413"/>
                        <a:ext cx="44926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09" name="Object 21"/>
          <p:cNvGraphicFramePr>
            <a:graphicFrameLocks noChangeAspect="1"/>
          </p:cNvGraphicFramePr>
          <p:nvPr/>
        </p:nvGraphicFramePr>
        <p:xfrm>
          <a:off x="9323388" y="1314450"/>
          <a:ext cx="476250" cy="444500"/>
        </p:xfrm>
        <a:graphic>
          <a:graphicData uri="http://schemas.openxmlformats.org/presentationml/2006/ole">
            <mc:AlternateContent xmlns:mc="http://schemas.openxmlformats.org/markup-compatibility/2006">
              <mc:Choice xmlns:v="urn:schemas-microsoft-com:vml" Requires="v">
                <p:oleObj spid="_x0000_s132453" name="Equation" r:id="rId14" imgW="215713" imgH="253780" progId="Equation.DSMT4">
                  <p:embed/>
                </p:oleObj>
              </mc:Choice>
              <mc:Fallback>
                <p:oleObj name="Equation" r:id="rId14" imgW="215713" imgH="253780" progId="Equation.DSMT4">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23388" y="1314450"/>
                        <a:ext cx="47625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0" name="Line 22"/>
          <p:cNvSpPr>
            <a:spLocks noChangeShapeType="1"/>
          </p:cNvSpPr>
          <p:nvPr/>
        </p:nvSpPr>
        <p:spPr bwMode="auto">
          <a:xfrm flipH="1">
            <a:off x="7896225" y="1989139"/>
            <a:ext cx="44450"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11" name="Line 23"/>
          <p:cNvSpPr>
            <a:spLocks noChangeShapeType="1"/>
          </p:cNvSpPr>
          <p:nvPr/>
        </p:nvSpPr>
        <p:spPr bwMode="auto">
          <a:xfrm flipV="1">
            <a:off x="8616951" y="2259014"/>
            <a:ext cx="269875"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2112" name="Object 24"/>
          <p:cNvGraphicFramePr>
            <a:graphicFrameLocks noChangeAspect="1"/>
          </p:cNvGraphicFramePr>
          <p:nvPr/>
        </p:nvGraphicFramePr>
        <p:xfrm>
          <a:off x="7575550" y="1976439"/>
          <a:ext cx="280988" cy="288925"/>
        </p:xfrm>
        <a:graphic>
          <a:graphicData uri="http://schemas.openxmlformats.org/presentationml/2006/ole">
            <mc:AlternateContent xmlns:mc="http://schemas.openxmlformats.org/markup-compatibility/2006">
              <mc:Choice xmlns:v="urn:schemas-microsoft-com:vml" Requires="v">
                <p:oleObj spid="_x0000_s132454" name="Equation" r:id="rId16" imgW="126780" imgH="164814" progId="Equation.DSMT4">
                  <p:embed/>
                </p:oleObj>
              </mc:Choice>
              <mc:Fallback>
                <p:oleObj name="Equation" r:id="rId16" imgW="126780" imgH="164814"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75550" y="1976439"/>
                        <a:ext cx="280988"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13" name="Object 25"/>
          <p:cNvGraphicFramePr>
            <a:graphicFrameLocks noChangeAspect="1"/>
          </p:cNvGraphicFramePr>
          <p:nvPr/>
        </p:nvGraphicFramePr>
        <p:xfrm>
          <a:off x="8886825" y="2259014"/>
          <a:ext cx="280988" cy="288925"/>
        </p:xfrm>
        <a:graphic>
          <a:graphicData uri="http://schemas.openxmlformats.org/presentationml/2006/ole">
            <mc:AlternateContent xmlns:mc="http://schemas.openxmlformats.org/markup-compatibility/2006">
              <mc:Choice xmlns:v="urn:schemas-microsoft-com:vml" Requires="v">
                <p:oleObj spid="_x0000_s132455" name="Equation" r:id="rId18" imgW="126780" imgH="164814" progId="Equation.DSMT4">
                  <p:embed/>
                </p:oleObj>
              </mc:Choice>
              <mc:Fallback>
                <p:oleObj name="Equation" r:id="rId18" imgW="126780" imgH="164814" progId="Equation.DSMT4">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86825" y="2259014"/>
                        <a:ext cx="280988"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4" name="Line 26"/>
          <p:cNvSpPr>
            <a:spLocks noChangeShapeType="1"/>
          </p:cNvSpPr>
          <p:nvPr/>
        </p:nvSpPr>
        <p:spPr bwMode="auto">
          <a:xfrm>
            <a:off x="8391526" y="1358900"/>
            <a:ext cx="854075"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15" name="Line 27"/>
          <p:cNvSpPr>
            <a:spLocks noChangeShapeType="1"/>
          </p:cNvSpPr>
          <p:nvPr/>
        </p:nvSpPr>
        <p:spPr bwMode="auto">
          <a:xfrm>
            <a:off x="8166100" y="1719263"/>
            <a:ext cx="990600"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16" name="Line 28"/>
          <p:cNvSpPr>
            <a:spLocks noChangeShapeType="1"/>
          </p:cNvSpPr>
          <p:nvPr/>
        </p:nvSpPr>
        <p:spPr bwMode="auto">
          <a:xfrm>
            <a:off x="8121651" y="1808163"/>
            <a:ext cx="4492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117" name="Line 29"/>
          <p:cNvSpPr>
            <a:spLocks noChangeShapeType="1"/>
          </p:cNvSpPr>
          <p:nvPr/>
        </p:nvSpPr>
        <p:spPr bwMode="auto">
          <a:xfrm>
            <a:off x="8616951" y="1808163"/>
            <a:ext cx="4492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2118" name="Object 30"/>
          <p:cNvGraphicFramePr>
            <a:graphicFrameLocks noChangeAspect="1"/>
          </p:cNvGraphicFramePr>
          <p:nvPr/>
        </p:nvGraphicFramePr>
        <p:xfrm>
          <a:off x="8210550" y="1854200"/>
          <a:ext cx="336550" cy="400050"/>
        </p:xfrm>
        <a:graphic>
          <a:graphicData uri="http://schemas.openxmlformats.org/presentationml/2006/ole">
            <mc:AlternateContent xmlns:mc="http://schemas.openxmlformats.org/markup-compatibility/2006">
              <mc:Choice xmlns:v="urn:schemas-microsoft-com:vml" Requires="v">
                <p:oleObj spid="_x0000_s132456" name="Equation" r:id="rId19" imgW="152334" imgH="228501" progId="Equation.DSMT4">
                  <p:embed/>
                </p:oleObj>
              </mc:Choice>
              <mc:Fallback>
                <p:oleObj name="Equation" r:id="rId19" imgW="152334" imgH="228501" progId="Equation.DSMT4">
                  <p:embed/>
                  <p:pic>
                    <p:nvPicPr>
                      <p:cNvPr id="0" name="Object 3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10550" y="1854200"/>
                        <a:ext cx="336550"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19" name="Object 31"/>
          <p:cNvGraphicFramePr>
            <a:graphicFrameLocks noChangeAspect="1"/>
          </p:cNvGraphicFramePr>
          <p:nvPr/>
        </p:nvGraphicFramePr>
        <p:xfrm>
          <a:off x="8661401" y="1808163"/>
          <a:ext cx="365125" cy="400050"/>
        </p:xfrm>
        <a:graphic>
          <a:graphicData uri="http://schemas.openxmlformats.org/presentationml/2006/ole">
            <mc:AlternateContent xmlns:mc="http://schemas.openxmlformats.org/markup-compatibility/2006">
              <mc:Choice xmlns:v="urn:schemas-microsoft-com:vml" Requires="v">
                <p:oleObj spid="_x0000_s132457" name="Equation" r:id="rId21" imgW="165028" imgH="228501" progId="Equation.DSMT4">
                  <p:embed/>
                </p:oleObj>
              </mc:Choice>
              <mc:Fallback>
                <p:oleObj name="Equation" r:id="rId21" imgW="165028" imgH="228501" progId="Equation.DSMT4">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61401" y="1808163"/>
                        <a:ext cx="365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20" name="Line 32"/>
          <p:cNvSpPr>
            <a:spLocks noChangeShapeType="1"/>
          </p:cNvSpPr>
          <p:nvPr/>
        </p:nvSpPr>
        <p:spPr bwMode="auto">
          <a:xfrm>
            <a:off x="8661400" y="1358901"/>
            <a:ext cx="0" cy="3143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2121" name="Object 33"/>
          <p:cNvGraphicFramePr>
            <a:graphicFrameLocks noChangeAspect="1"/>
          </p:cNvGraphicFramePr>
          <p:nvPr/>
        </p:nvGraphicFramePr>
        <p:xfrm>
          <a:off x="8705851" y="1403350"/>
          <a:ext cx="449263" cy="311150"/>
        </p:xfrm>
        <a:graphic>
          <a:graphicData uri="http://schemas.openxmlformats.org/presentationml/2006/ole">
            <mc:AlternateContent xmlns:mc="http://schemas.openxmlformats.org/markup-compatibility/2006">
              <mc:Choice xmlns:v="urn:schemas-microsoft-com:vml" Requires="v">
                <p:oleObj spid="_x0000_s132458" name="Equation" r:id="rId23" imgW="202936" imgH="177569" progId="Equation.DSMT4">
                  <p:embed/>
                </p:oleObj>
              </mc:Choice>
              <mc:Fallback>
                <p:oleObj name="Equation" r:id="rId23" imgW="202936" imgH="177569" progId="Equation.DSMT4">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705851" y="1403350"/>
                        <a:ext cx="449263"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22" name="Object 34"/>
          <p:cNvGraphicFramePr>
            <a:graphicFrameLocks noChangeAspect="1"/>
          </p:cNvGraphicFramePr>
          <p:nvPr/>
        </p:nvGraphicFramePr>
        <p:xfrm>
          <a:off x="9875838" y="549275"/>
          <a:ext cx="341312" cy="355600"/>
        </p:xfrm>
        <a:graphic>
          <a:graphicData uri="http://schemas.openxmlformats.org/presentationml/2006/ole">
            <mc:AlternateContent xmlns:mc="http://schemas.openxmlformats.org/markup-compatibility/2006">
              <mc:Choice xmlns:v="urn:schemas-microsoft-com:vml" Requires="v">
                <p:oleObj spid="_x0000_s132459" name="Equation" r:id="rId25" imgW="152268" imgH="203024" progId="Equation.DSMT4">
                  <p:embed/>
                </p:oleObj>
              </mc:Choice>
              <mc:Fallback>
                <p:oleObj name="Equation" r:id="rId25" imgW="152268" imgH="203024" progId="Equation.DSMT4">
                  <p:embed/>
                  <p:pic>
                    <p:nvPicPr>
                      <p:cNvPr id="0" name="Object 3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875838" y="549275"/>
                        <a:ext cx="34131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23" name="Text Box 35"/>
          <p:cNvSpPr txBox="1">
            <a:spLocks noChangeArrowheads="1"/>
          </p:cNvSpPr>
          <p:nvPr/>
        </p:nvSpPr>
        <p:spPr bwMode="auto">
          <a:xfrm>
            <a:off x="2000251" y="773113"/>
            <a:ext cx="13954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分割法</a:t>
            </a:r>
            <a:r>
              <a:rPr lang="en-US" altLang="zh-CN" sz="1800">
                <a:latin typeface="Symbol" panose="05050102010706020507" pitchFamily="18" charset="2"/>
              </a:rPr>
              <a:t>:</a:t>
            </a:r>
          </a:p>
        </p:txBody>
      </p:sp>
      <p:graphicFrame>
        <p:nvGraphicFramePr>
          <p:cNvPr id="132124" name="Object 36"/>
          <p:cNvGraphicFramePr>
            <a:graphicFrameLocks noChangeAspect="1"/>
          </p:cNvGraphicFramePr>
          <p:nvPr/>
        </p:nvGraphicFramePr>
        <p:xfrm>
          <a:off x="2990851" y="1808163"/>
          <a:ext cx="2227263" cy="336550"/>
        </p:xfrm>
        <a:graphic>
          <a:graphicData uri="http://schemas.openxmlformats.org/presentationml/2006/ole">
            <mc:AlternateContent xmlns:mc="http://schemas.openxmlformats.org/markup-compatibility/2006">
              <mc:Choice xmlns:v="urn:schemas-microsoft-com:vml" Requires="v">
                <p:oleObj spid="_x0000_s132460" name="Equation" r:id="rId27" imgW="1524000" imgH="228600" progId="Equation.DSMT4">
                  <p:embed/>
                </p:oleObj>
              </mc:Choice>
              <mc:Fallback>
                <p:oleObj name="Equation" r:id="rId27" imgW="1524000" imgH="228600" progId="Equation.DSMT4">
                  <p:embed/>
                  <p:pic>
                    <p:nvPicPr>
                      <p:cNvPr id="0" name="Object 3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90851" y="1808163"/>
                        <a:ext cx="22272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25" name="Object 37"/>
          <p:cNvGraphicFramePr>
            <a:graphicFrameLocks noChangeAspect="1"/>
          </p:cNvGraphicFramePr>
          <p:nvPr/>
        </p:nvGraphicFramePr>
        <p:xfrm>
          <a:off x="3170239" y="2349500"/>
          <a:ext cx="1558925" cy="336550"/>
        </p:xfrm>
        <a:graphic>
          <a:graphicData uri="http://schemas.openxmlformats.org/presentationml/2006/ole">
            <mc:AlternateContent xmlns:mc="http://schemas.openxmlformats.org/markup-compatibility/2006">
              <mc:Choice xmlns:v="urn:schemas-microsoft-com:vml" Requires="v">
                <p:oleObj spid="_x0000_s132461" name="Equation" r:id="rId29" imgW="1066800" imgH="228600" progId="Equation.DSMT4">
                  <p:embed/>
                </p:oleObj>
              </mc:Choice>
              <mc:Fallback>
                <p:oleObj name="Equation" r:id="rId29" imgW="1066800" imgH="228600" progId="Equation.DSMT4">
                  <p:embed/>
                  <p:pic>
                    <p:nvPicPr>
                      <p:cNvPr id="0" name="Object 3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70239" y="2349500"/>
                        <a:ext cx="15589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26" name="Text Box 38"/>
          <p:cNvSpPr txBox="1">
            <a:spLocks noChangeArrowheads="1"/>
          </p:cNvSpPr>
          <p:nvPr/>
        </p:nvSpPr>
        <p:spPr bwMode="auto">
          <a:xfrm>
            <a:off x="2809876" y="4059238"/>
            <a:ext cx="28368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S:</a:t>
            </a:r>
            <a:r>
              <a:rPr lang="zh-CN" altLang="en-US" sz="1800">
                <a:latin typeface="Times New Roman" panose="02020603050405020304" pitchFamily="18" charset="0"/>
              </a:rPr>
              <a:t>整个回路所包围的面积</a:t>
            </a:r>
          </a:p>
        </p:txBody>
      </p:sp>
      <p:sp>
        <p:nvSpPr>
          <p:cNvPr id="132127" name="Text Box 39"/>
          <p:cNvSpPr txBox="1">
            <a:spLocks noChangeArrowheads="1"/>
          </p:cNvSpPr>
          <p:nvPr/>
        </p:nvSpPr>
        <p:spPr bwMode="auto">
          <a:xfrm>
            <a:off x="2720976" y="4733926"/>
            <a:ext cx="34655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线圈平面与磁场平面垂直的情况</a:t>
            </a:r>
            <a:r>
              <a:rPr lang="en-US" altLang="zh-CN" sz="1800">
                <a:latin typeface="Times New Roman" panose="02020603050405020304" pitchFamily="18" charset="0"/>
              </a:rPr>
              <a:t>:</a:t>
            </a:r>
          </a:p>
        </p:txBody>
      </p:sp>
      <p:graphicFrame>
        <p:nvGraphicFramePr>
          <p:cNvPr id="132128" name="Object 40"/>
          <p:cNvGraphicFramePr>
            <a:graphicFrameLocks noChangeAspect="1"/>
          </p:cNvGraphicFramePr>
          <p:nvPr/>
        </p:nvGraphicFramePr>
        <p:xfrm>
          <a:off x="6321425" y="4733926"/>
          <a:ext cx="1652588" cy="373063"/>
        </p:xfrm>
        <a:graphic>
          <a:graphicData uri="http://schemas.openxmlformats.org/presentationml/2006/ole">
            <mc:AlternateContent xmlns:mc="http://schemas.openxmlformats.org/markup-compatibility/2006">
              <mc:Choice xmlns:v="urn:schemas-microsoft-com:vml" Requires="v">
                <p:oleObj spid="_x0000_s132462" name="Equation" r:id="rId31" imgW="1129810" imgH="253890" progId="Equation.DSMT4">
                  <p:embed/>
                </p:oleObj>
              </mc:Choice>
              <mc:Fallback>
                <p:oleObj name="Equation" r:id="rId31" imgW="1129810" imgH="253890" progId="Equation.DSMT4">
                  <p:embed/>
                  <p:pic>
                    <p:nvPicPr>
                      <p:cNvPr id="0" name="Object 4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321425" y="4733926"/>
                        <a:ext cx="1652588"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29" name="Text Box 41"/>
          <p:cNvSpPr txBox="1">
            <a:spLocks noChangeArrowheads="1"/>
          </p:cNvSpPr>
          <p:nvPr/>
        </p:nvSpPr>
        <p:spPr bwMode="auto">
          <a:xfrm>
            <a:off x="2495551" y="5454651"/>
            <a:ext cx="2925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线圈平面与磁场平面夹角</a:t>
            </a:r>
            <a:r>
              <a:rPr lang="en-US" altLang="zh-CN" sz="1800">
                <a:latin typeface="Symbol" panose="05050102010706020507" pitchFamily="18" charset="2"/>
              </a:rPr>
              <a:t>q</a:t>
            </a:r>
            <a:r>
              <a:rPr lang="en-US" altLang="zh-CN" sz="1800">
                <a:latin typeface="Times New Roman" panose="02020603050405020304" pitchFamily="18" charset="0"/>
              </a:rPr>
              <a:t>:</a:t>
            </a:r>
          </a:p>
        </p:txBody>
      </p:sp>
      <p:graphicFrame>
        <p:nvGraphicFramePr>
          <p:cNvPr id="132130" name="Object 42"/>
          <p:cNvGraphicFramePr>
            <a:graphicFrameLocks noChangeAspect="1"/>
          </p:cNvGraphicFramePr>
          <p:nvPr/>
        </p:nvGraphicFramePr>
        <p:xfrm>
          <a:off x="5543551" y="5427663"/>
          <a:ext cx="1076325" cy="392112"/>
        </p:xfrm>
        <a:graphic>
          <a:graphicData uri="http://schemas.openxmlformats.org/presentationml/2006/ole">
            <mc:AlternateContent xmlns:mc="http://schemas.openxmlformats.org/markup-compatibility/2006">
              <mc:Choice xmlns:v="urn:schemas-microsoft-com:vml" Requires="v">
                <p:oleObj spid="_x0000_s132463" name="Equation" r:id="rId33" imgW="736280" imgH="266584" progId="Equation.DSMT4">
                  <p:embed/>
                </p:oleObj>
              </mc:Choice>
              <mc:Fallback>
                <p:oleObj name="Equation" r:id="rId33" imgW="736280" imgH="266584" progId="Equation.DSMT4">
                  <p:embed/>
                  <p:pic>
                    <p:nvPicPr>
                      <p:cNvPr id="0" name="Object 4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543551" y="5427663"/>
                        <a:ext cx="1076325"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31" name="Object 43"/>
          <p:cNvGraphicFramePr>
            <a:graphicFrameLocks noChangeAspect="1"/>
          </p:cNvGraphicFramePr>
          <p:nvPr/>
        </p:nvGraphicFramePr>
        <p:xfrm>
          <a:off x="7175501" y="5408613"/>
          <a:ext cx="1243013" cy="354012"/>
        </p:xfrm>
        <a:graphic>
          <a:graphicData uri="http://schemas.openxmlformats.org/presentationml/2006/ole">
            <mc:AlternateContent xmlns:mc="http://schemas.openxmlformats.org/markup-compatibility/2006">
              <mc:Choice xmlns:v="urn:schemas-microsoft-com:vml" Requires="v">
                <p:oleObj spid="_x0000_s132464" name="Equation" r:id="rId35" imgW="850531" imgH="241195" progId="Equation.DSMT4">
                  <p:embed/>
                </p:oleObj>
              </mc:Choice>
              <mc:Fallback>
                <p:oleObj name="Equation" r:id="rId35" imgW="850531" imgH="241195" progId="Equation.DSMT4">
                  <p:embed/>
                  <p:pic>
                    <p:nvPicPr>
                      <p:cNvPr id="0" name="Object 4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175501" y="5408613"/>
                        <a:ext cx="1243013"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32" name="Object 44"/>
          <p:cNvGraphicFramePr>
            <a:graphicFrameLocks noChangeAspect="1"/>
          </p:cNvGraphicFramePr>
          <p:nvPr/>
        </p:nvGraphicFramePr>
        <p:xfrm>
          <a:off x="2586038" y="5994400"/>
          <a:ext cx="463550" cy="260350"/>
        </p:xfrm>
        <a:graphic>
          <a:graphicData uri="http://schemas.openxmlformats.org/presentationml/2006/ole">
            <mc:AlternateContent xmlns:mc="http://schemas.openxmlformats.org/markup-compatibility/2006">
              <mc:Choice xmlns:v="urn:schemas-microsoft-com:vml" Requires="v">
                <p:oleObj spid="_x0000_s132465" name="Equation" r:id="rId37" imgW="317087" imgH="177569" progId="Equation.DSMT4">
                  <p:embed/>
                </p:oleObj>
              </mc:Choice>
              <mc:Fallback>
                <p:oleObj name="Equation" r:id="rId37" imgW="317087" imgH="177569" progId="Equation.DSMT4">
                  <p:embed/>
                  <p:pic>
                    <p:nvPicPr>
                      <p:cNvPr id="0" name="Object 4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586038" y="5994400"/>
                        <a:ext cx="463550"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33" name="Text Box 45"/>
          <p:cNvSpPr txBox="1">
            <a:spLocks noChangeArrowheads="1"/>
          </p:cNvSpPr>
          <p:nvPr/>
        </p:nvSpPr>
        <p:spPr bwMode="auto">
          <a:xfrm>
            <a:off x="3081338" y="5949951"/>
            <a:ext cx="7586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描述一个任意形状的载流平面线圈本身性质的矢量</a:t>
            </a:r>
            <a:r>
              <a:rPr lang="en-US" altLang="zh-CN" sz="1800">
                <a:latin typeface="Times New Roman" panose="02020603050405020304" pitchFamily="18" charset="0"/>
              </a:rPr>
              <a:t>,</a:t>
            </a:r>
            <a:r>
              <a:rPr lang="zh-CN" altLang="en-US" sz="1800">
                <a:latin typeface="Times New Roman" panose="02020603050405020304" pitchFamily="18" charset="0"/>
              </a:rPr>
              <a:t>称为这个线圈的磁矩</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1865313" y="233363"/>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载流线圈所受的力矩</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pSp>
        <p:nvGrpSpPr>
          <p:cNvPr id="134147" name="Group 3"/>
          <p:cNvGrpSpPr>
            <a:grpSpLocks/>
          </p:cNvGrpSpPr>
          <p:nvPr/>
        </p:nvGrpSpPr>
        <p:grpSpPr bwMode="auto">
          <a:xfrm>
            <a:off x="7221539" y="819151"/>
            <a:ext cx="2835275" cy="1979613"/>
            <a:chOff x="3645" y="601"/>
            <a:chExt cx="1786" cy="1247"/>
          </a:xfrm>
        </p:grpSpPr>
        <p:sp>
          <p:nvSpPr>
            <p:cNvPr id="134222" name="Line 4"/>
            <p:cNvSpPr>
              <a:spLocks noChangeShapeType="1"/>
            </p:cNvSpPr>
            <p:nvPr/>
          </p:nvSpPr>
          <p:spPr bwMode="auto">
            <a:xfrm>
              <a:off x="3645" y="601"/>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3" name="Line 5"/>
            <p:cNvSpPr>
              <a:spLocks noChangeShapeType="1"/>
            </p:cNvSpPr>
            <p:nvPr/>
          </p:nvSpPr>
          <p:spPr bwMode="auto">
            <a:xfrm>
              <a:off x="3645" y="771"/>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4" name="Line 6"/>
            <p:cNvSpPr>
              <a:spLocks noChangeShapeType="1"/>
            </p:cNvSpPr>
            <p:nvPr/>
          </p:nvSpPr>
          <p:spPr bwMode="auto">
            <a:xfrm>
              <a:off x="3645" y="969"/>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5" name="Line 7"/>
            <p:cNvSpPr>
              <a:spLocks noChangeShapeType="1"/>
            </p:cNvSpPr>
            <p:nvPr/>
          </p:nvSpPr>
          <p:spPr bwMode="auto">
            <a:xfrm>
              <a:off x="3645" y="1139"/>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6" name="Line 8"/>
            <p:cNvSpPr>
              <a:spLocks noChangeShapeType="1"/>
            </p:cNvSpPr>
            <p:nvPr/>
          </p:nvSpPr>
          <p:spPr bwMode="auto">
            <a:xfrm>
              <a:off x="3645" y="1310"/>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7" name="Line 9"/>
            <p:cNvSpPr>
              <a:spLocks noChangeShapeType="1"/>
            </p:cNvSpPr>
            <p:nvPr/>
          </p:nvSpPr>
          <p:spPr bwMode="auto">
            <a:xfrm>
              <a:off x="3645" y="1480"/>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8" name="Line 10"/>
            <p:cNvSpPr>
              <a:spLocks noChangeShapeType="1"/>
            </p:cNvSpPr>
            <p:nvPr/>
          </p:nvSpPr>
          <p:spPr bwMode="auto">
            <a:xfrm>
              <a:off x="3645" y="1678"/>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9" name="Line 11"/>
            <p:cNvSpPr>
              <a:spLocks noChangeShapeType="1"/>
            </p:cNvSpPr>
            <p:nvPr/>
          </p:nvSpPr>
          <p:spPr bwMode="auto">
            <a:xfrm>
              <a:off x="3645" y="1848"/>
              <a:ext cx="17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4148" name="Line 12"/>
          <p:cNvSpPr>
            <a:spLocks noChangeShapeType="1"/>
          </p:cNvSpPr>
          <p:nvPr/>
        </p:nvSpPr>
        <p:spPr bwMode="auto">
          <a:xfrm>
            <a:off x="8570913" y="279401"/>
            <a:ext cx="44450" cy="2970213"/>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49" name="Oval 13"/>
          <p:cNvSpPr>
            <a:spLocks noChangeArrowheads="1"/>
          </p:cNvSpPr>
          <p:nvPr/>
        </p:nvSpPr>
        <p:spPr bwMode="auto">
          <a:xfrm rot="1868914">
            <a:off x="8075613" y="819150"/>
            <a:ext cx="990600" cy="2025650"/>
          </a:xfrm>
          <a:prstGeom prst="ellipse">
            <a:avLst/>
          </a:prstGeom>
          <a:noFill/>
          <a:ln w="127000" cmpd="dbl"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4150" name="AutoShape 14"/>
          <p:cNvSpPr>
            <a:spLocks noChangeArrowheads="1"/>
          </p:cNvSpPr>
          <p:nvPr/>
        </p:nvSpPr>
        <p:spPr bwMode="auto">
          <a:xfrm rot="21248190">
            <a:off x="7985126" y="1357314"/>
            <a:ext cx="404813" cy="339725"/>
          </a:xfrm>
          <a:prstGeom prst="parallelogram">
            <a:avLst>
              <a:gd name="adj" fmla="val 79031"/>
            </a:avLst>
          </a:prstGeom>
          <a:solidFill>
            <a:schemeClr val="folHlink"/>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4151" name="AutoShape 15"/>
          <p:cNvSpPr>
            <a:spLocks noChangeArrowheads="1"/>
          </p:cNvSpPr>
          <p:nvPr/>
        </p:nvSpPr>
        <p:spPr bwMode="auto">
          <a:xfrm rot="19761297">
            <a:off x="9066214" y="1403351"/>
            <a:ext cx="319087" cy="257175"/>
          </a:xfrm>
          <a:prstGeom prst="parallelogram">
            <a:avLst>
              <a:gd name="adj" fmla="val 82291"/>
            </a:avLst>
          </a:prstGeom>
          <a:solidFill>
            <a:schemeClr val="folHlink"/>
          </a:solidFill>
          <a:ln w="9525" algn="ctr">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34152" name="Object 16"/>
          <p:cNvGraphicFramePr>
            <a:graphicFrameLocks noChangeAspect="1"/>
          </p:cNvGraphicFramePr>
          <p:nvPr/>
        </p:nvGraphicFramePr>
        <p:xfrm>
          <a:off x="7670801" y="1268413"/>
          <a:ext cx="449263" cy="444500"/>
        </p:xfrm>
        <a:graphic>
          <a:graphicData uri="http://schemas.openxmlformats.org/presentationml/2006/ole">
            <mc:AlternateContent xmlns:mc="http://schemas.openxmlformats.org/markup-compatibility/2006">
              <mc:Choice xmlns:v="urn:schemas-microsoft-com:vml" Requires="v">
                <p:oleObj spid="_x0000_s134519" name="Equation" r:id="rId4" imgW="203024" imgH="253780" progId="Equation.DSMT4">
                  <p:embed/>
                </p:oleObj>
              </mc:Choice>
              <mc:Fallback>
                <p:oleObj name="Equation" r:id="rId4" imgW="203024" imgH="253780" progId="Equation.DSMT4">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0801" y="1268413"/>
                        <a:ext cx="44926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3" name="Object 17"/>
          <p:cNvGraphicFramePr>
            <a:graphicFrameLocks noChangeAspect="1"/>
          </p:cNvGraphicFramePr>
          <p:nvPr/>
        </p:nvGraphicFramePr>
        <p:xfrm>
          <a:off x="9323388" y="1314450"/>
          <a:ext cx="476250" cy="444500"/>
        </p:xfrm>
        <a:graphic>
          <a:graphicData uri="http://schemas.openxmlformats.org/presentationml/2006/ole">
            <mc:AlternateContent xmlns:mc="http://schemas.openxmlformats.org/markup-compatibility/2006">
              <mc:Choice xmlns:v="urn:schemas-microsoft-com:vml" Requires="v">
                <p:oleObj spid="_x0000_s134520" name="Equation" r:id="rId6" imgW="215713" imgH="253780" progId="Equation.DSMT4">
                  <p:embed/>
                </p:oleObj>
              </mc:Choice>
              <mc:Fallback>
                <p:oleObj name="Equation" r:id="rId6" imgW="215713" imgH="253780" progId="Equation.DSMT4">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3388" y="1314450"/>
                        <a:ext cx="47625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4" name="Line 18"/>
          <p:cNvSpPr>
            <a:spLocks noChangeShapeType="1"/>
          </p:cNvSpPr>
          <p:nvPr/>
        </p:nvSpPr>
        <p:spPr bwMode="auto">
          <a:xfrm flipH="1">
            <a:off x="7896225" y="1989139"/>
            <a:ext cx="44450"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5" name="Line 19"/>
          <p:cNvSpPr>
            <a:spLocks noChangeShapeType="1"/>
          </p:cNvSpPr>
          <p:nvPr/>
        </p:nvSpPr>
        <p:spPr bwMode="auto">
          <a:xfrm flipV="1">
            <a:off x="8616951" y="2259014"/>
            <a:ext cx="269875"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4156" name="Object 20"/>
          <p:cNvGraphicFramePr>
            <a:graphicFrameLocks noChangeAspect="1"/>
          </p:cNvGraphicFramePr>
          <p:nvPr/>
        </p:nvGraphicFramePr>
        <p:xfrm>
          <a:off x="7575550" y="1976439"/>
          <a:ext cx="280988" cy="288925"/>
        </p:xfrm>
        <a:graphic>
          <a:graphicData uri="http://schemas.openxmlformats.org/presentationml/2006/ole">
            <mc:AlternateContent xmlns:mc="http://schemas.openxmlformats.org/markup-compatibility/2006">
              <mc:Choice xmlns:v="urn:schemas-microsoft-com:vml" Requires="v">
                <p:oleObj spid="_x0000_s134521" name="Equation" r:id="rId8" imgW="126780" imgH="164814" progId="Equation.DSMT4">
                  <p:embed/>
                </p:oleObj>
              </mc:Choice>
              <mc:Fallback>
                <p:oleObj name="Equation" r:id="rId8" imgW="126780" imgH="164814"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75550" y="1976439"/>
                        <a:ext cx="280988"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57" name="Object 21"/>
          <p:cNvGraphicFramePr>
            <a:graphicFrameLocks noChangeAspect="1"/>
          </p:cNvGraphicFramePr>
          <p:nvPr/>
        </p:nvGraphicFramePr>
        <p:xfrm>
          <a:off x="8886825" y="2259014"/>
          <a:ext cx="280988" cy="288925"/>
        </p:xfrm>
        <a:graphic>
          <a:graphicData uri="http://schemas.openxmlformats.org/presentationml/2006/ole">
            <mc:AlternateContent xmlns:mc="http://schemas.openxmlformats.org/markup-compatibility/2006">
              <mc:Choice xmlns:v="urn:schemas-microsoft-com:vml" Requires="v">
                <p:oleObj spid="_x0000_s134522" name="Equation" r:id="rId10" imgW="126780" imgH="164814" progId="Equation.DSMT4">
                  <p:embed/>
                </p:oleObj>
              </mc:Choice>
              <mc:Fallback>
                <p:oleObj name="Equation" r:id="rId10" imgW="126780" imgH="164814"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86825" y="2259014"/>
                        <a:ext cx="280988"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58" name="Line 22"/>
          <p:cNvSpPr>
            <a:spLocks noChangeShapeType="1"/>
          </p:cNvSpPr>
          <p:nvPr/>
        </p:nvSpPr>
        <p:spPr bwMode="auto">
          <a:xfrm>
            <a:off x="8391526" y="1358900"/>
            <a:ext cx="854075"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59" name="Line 23"/>
          <p:cNvSpPr>
            <a:spLocks noChangeShapeType="1"/>
          </p:cNvSpPr>
          <p:nvPr/>
        </p:nvSpPr>
        <p:spPr bwMode="auto">
          <a:xfrm>
            <a:off x="8166100" y="1719263"/>
            <a:ext cx="990600"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0" name="Line 24"/>
          <p:cNvSpPr>
            <a:spLocks noChangeShapeType="1"/>
          </p:cNvSpPr>
          <p:nvPr/>
        </p:nvSpPr>
        <p:spPr bwMode="auto">
          <a:xfrm>
            <a:off x="8121651" y="1808163"/>
            <a:ext cx="4492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61" name="Line 25"/>
          <p:cNvSpPr>
            <a:spLocks noChangeShapeType="1"/>
          </p:cNvSpPr>
          <p:nvPr/>
        </p:nvSpPr>
        <p:spPr bwMode="auto">
          <a:xfrm>
            <a:off x="8616951" y="1808163"/>
            <a:ext cx="449263"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4162" name="Object 26"/>
          <p:cNvGraphicFramePr>
            <a:graphicFrameLocks noChangeAspect="1"/>
          </p:cNvGraphicFramePr>
          <p:nvPr/>
        </p:nvGraphicFramePr>
        <p:xfrm>
          <a:off x="8210550" y="1854200"/>
          <a:ext cx="336550" cy="400050"/>
        </p:xfrm>
        <a:graphic>
          <a:graphicData uri="http://schemas.openxmlformats.org/presentationml/2006/ole">
            <mc:AlternateContent xmlns:mc="http://schemas.openxmlformats.org/markup-compatibility/2006">
              <mc:Choice xmlns:v="urn:schemas-microsoft-com:vml" Requires="v">
                <p:oleObj spid="_x0000_s134523" name="Equation" r:id="rId11" imgW="152334" imgH="228501" progId="Equation.DSMT4">
                  <p:embed/>
                </p:oleObj>
              </mc:Choice>
              <mc:Fallback>
                <p:oleObj name="Equation" r:id="rId11" imgW="152334" imgH="228501" progId="Equation.DSMT4">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10550" y="1854200"/>
                        <a:ext cx="336550"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63" name="Object 27"/>
          <p:cNvGraphicFramePr>
            <a:graphicFrameLocks noChangeAspect="1"/>
          </p:cNvGraphicFramePr>
          <p:nvPr/>
        </p:nvGraphicFramePr>
        <p:xfrm>
          <a:off x="8661401" y="1808163"/>
          <a:ext cx="365125" cy="400050"/>
        </p:xfrm>
        <a:graphic>
          <a:graphicData uri="http://schemas.openxmlformats.org/presentationml/2006/ole">
            <mc:AlternateContent xmlns:mc="http://schemas.openxmlformats.org/markup-compatibility/2006">
              <mc:Choice xmlns:v="urn:schemas-microsoft-com:vml" Requires="v">
                <p:oleObj spid="_x0000_s134524" name="Equation" r:id="rId13" imgW="165028" imgH="228501" progId="Equation.DSMT4">
                  <p:embed/>
                </p:oleObj>
              </mc:Choice>
              <mc:Fallback>
                <p:oleObj name="Equation" r:id="rId13" imgW="165028" imgH="228501" progId="Equation.DSMT4">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61401" y="1808163"/>
                        <a:ext cx="3651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64" name="Line 28"/>
          <p:cNvSpPr>
            <a:spLocks noChangeShapeType="1"/>
          </p:cNvSpPr>
          <p:nvPr/>
        </p:nvSpPr>
        <p:spPr bwMode="auto">
          <a:xfrm>
            <a:off x="8661400" y="1358901"/>
            <a:ext cx="0" cy="3143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4165" name="Object 29"/>
          <p:cNvGraphicFramePr>
            <a:graphicFrameLocks noChangeAspect="1"/>
          </p:cNvGraphicFramePr>
          <p:nvPr/>
        </p:nvGraphicFramePr>
        <p:xfrm>
          <a:off x="8705851" y="1403350"/>
          <a:ext cx="449263" cy="311150"/>
        </p:xfrm>
        <a:graphic>
          <a:graphicData uri="http://schemas.openxmlformats.org/presentationml/2006/ole">
            <mc:AlternateContent xmlns:mc="http://schemas.openxmlformats.org/markup-compatibility/2006">
              <mc:Choice xmlns:v="urn:schemas-microsoft-com:vml" Requires="v">
                <p:oleObj spid="_x0000_s134525" name="Equation" r:id="rId15" imgW="202936" imgH="177569" progId="Equation.DSMT4">
                  <p:embed/>
                </p:oleObj>
              </mc:Choice>
              <mc:Fallback>
                <p:oleObj name="Equation" r:id="rId15" imgW="202936" imgH="177569" progId="Equation.DSMT4">
                  <p:embed/>
                  <p:pic>
                    <p:nvPicPr>
                      <p:cNvPr id="0" name="Object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05851" y="1403350"/>
                        <a:ext cx="449263"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66" name="Object 30"/>
          <p:cNvGraphicFramePr>
            <a:graphicFrameLocks noChangeAspect="1"/>
          </p:cNvGraphicFramePr>
          <p:nvPr/>
        </p:nvGraphicFramePr>
        <p:xfrm>
          <a:off x="9875838" y="549275"/>
          <a:ext cx="341312" cy="355600"/>
        </p:xfrm>
        <a:graphic>
          <a:graphicData uri="http://schemas.openxmlformats.org/presentationml/2006/ole">
            <mc:AlternateContent xmlns:mc="http://schemas.openxmlformats.org/markup-compatibility/2006">
              <mc:Choice xmlns:v="urn:schemas-microsoft-com:vml" Requires="v">
                <p:oleObj spid="_x0000_s134526" name="Equation" r:id="rId17" imgW="152268" imgH="203024" progId="Equation.DSMT4">
                  <p:embed/>
                </p:oleObj>
              </mc:Choice>
              <mc:Fallback>
                <p:oleObj name="Equation" r:id="rId17" imgW="152268" imgH="203024" progId="Equation.DSMT4">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75838" y="549275"/>
                        <a:ext cx="34131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67" name="Object 31"/>
          <p:cNvGraphicFramePr>
            <a:graphicFrameLocks noChangeAspect="1"/>
          </p:cNvGraphicFramePr>
          <p:nvPr/>
        </p:nvGraphicFramePr>
        <p:xfrm>
          <a:off x="2000250" y="773113"/>
          <a:ext cx="463550" cy="260350"/>
        </p:xfrm>
        <a:graphic>
          <a:graphicData uri="http://schemas.openxmlformats.org/presentationml/2006/ole">
            <mc:AlternateContent xmlns:mc="http://schemas.openxmlformats.org/markup-compatibility/2006">
              <mc:Choice xmlns:v="urn:schemas-microsoft-com:vml" Requires="v">
                <p:oleObj spid="_x0000_s134527" name="Equation" r:id="rId19" imgW="317087" imgH="177569" progId="Equation.DSMT4">
                  <p:embed/>
                </p:oleObj>
              </mc:Choice>
              <mc:Fallback>
                <p:oleObj name="Equation" r:id="rId19" imgW="317087" imgH="177569"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00250" y="773113"/>
                        <a:ext cx="463550"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68" name="Text Box 32"/>
          <p:cNvSpPr txBox="1">
            <a:spLocks noChangeArrowheads="1"/>
          </p:cNvSpPr>
          <p:nvPr/>
        </p:nvSpPr>
        <p:spPr bwMode="auto">
          <a:xfrm>
            <a:off x="2495551" y="638175"/>
            <a:ext cx="4005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描述一个任意形状的载流平面线圈本身性质的矢量</a:t>
            </a:r>
            <a:r>
              <a:rPr lang="en-US" altLang="zh-CN" sz="1800">
                <a:latin typeface="Times New Roman" panose="02020603050405020304" pitchFamily="18" charset="0"/>
              </a:rPr>
              <a:t>,</a:t>
            </a:r>
            <a:r>
              <a:rPr lang="zh-CN" altLang="en-US" sz="1800">
                <a:latin typeface="Times New Roman" panose="02020603050405020304" pitchFamily="18" charset="0"/>
              </a:rPr>
              <a:t>称为这个线圈的磁矩</a:t>
            </a:r>
          </a:p>
        </p:txBody>
      </p:sp>
      <p:graphicFrame>
        <p:nvGraphicFramePr>
          <p:cNvPr id="134169" name="Object 33"/>
          <p:cNvGraphicFramePr>
            <a:graphicFrameLocks noChangeAspect="1"/>
          </p:cNvGraphicFramePr>
          <p:nvPr/>
        </p:nvGraphicFramePr>
        <p:xfrm>
          <a:off x="2135188" y="1358900"/>
          <a:ext cx="760412" cy="260350"/>
        </p:xfrm>
        <a:graphic>
          <a:graphicData uri="http://schemas.openxmlformats.org/presentationml/2006/ole">
            <mc:AlternateContent xmlns:mc="http://schemas.openxmlformats.org/markup-compatibility/2006">
              <mc:Choice xmlns:v="urn:schemas-microsoft-com:vml" Requires="v">
                <p:oleObj spid="_x0000_s134528" name="Equation" r:id="rId21" imgW="520248" imgH="177646" progId="Equation.DSMT4">
                  <p:embed/>
                </p:oleObj>
              </mc:Choice>
              <mc:Fallback>
                <p:oleObj name="Equation" r:id="rId21" imgW="520248" imgH="177646" progId="Equation.DSMT4">
                  <p:embed/>
                  <p:pic>
                    <p:nvPicPr>
                      <p:cNvPr id="0" name="Object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35188" y="1358900"/>
                        <a:ext cx="760412"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70" name="Object 34"/>
          <p:cNvGraphicFramePr>
            <a:graphicFrameLocks noChangeAspect="1"/>
          </p:cNvGraphicFramePr>
          <p:nvPr/>
        </p:nvGraphicFramePr>
        <p:xfrm>
          <a:off x="3395663" y="1358901"/>
          <a:ext cx="908050" cy="315913"/>
        </p:xfrm>
        <a:graphic>
          <a:graphicData uri="http://schemas.openxmlformats.org/presentationml/2006/ole">
            <mc:AlternateContent xmlns:mc="http://schemas.openxmlformats.org/markup-compatibility/2006">
              <mc:Choice xmlns:v="urn:schemas-microsoft-com:vml" Requires="v">
                <p:oleObj spid="_x0000_s134529" name="Equation" r:id="rId23" imgW="622030" imgH="215806" progId="Equation.DSMT4">
                  <p:embed/>
                </p:oleObj>
              </mc:Choice>
              <mc:Fallback>
                <p:oleObj name="Equation" r:id="rId23" imgW="622030" imgH="215806" progId="Equation.DSMT4">
                  <p:embed/>
                  <p:pic>
                    <p:nvPicPr>
                      <p:cNvPr id="0" name="Object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95663" y="1358901"/>
                        <a:ext cx="90805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71" name="Text Box 35"/>
          <p:cNvSpPr txBox="1">
            <a:spLocks noChangeArrowheads="1"/>
          </p:cNvSpPr>
          <p:nvPr/>
        </p:nvSpPr>
        <p:spPr bwMode="auto">
          <a:xfrm>
            <a:off x="2000251" y="1943101"/>
            <a:ext cx="45450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rgbClr val="0000CC"/>
                </a:solidFill>
                <a:latin typeface="Times New Roman" panose="02020603050405020304" pitchFamily="18" charset="0"/>
              </a:rPr>
              <a:t>任意形状的载流平面线圈作为整体</a:t>
            </a:r>
            <a:r>
              <a:rPr lang="en-US" altLang="zh-CN" sz="1800">
                <a:solidFill>
                  <a:srgbClr val="0000CC"/>
                </a:solidFill>
                <a:latin typeface="Times New Roman" panose="02020603050405020304" pitchFamily="18" charset="0"/>
              </a:rPr>
              <a:t>,</a:t>
            </a:r>
            <a:r>
              <a:rPr lang="zh-CN" altLang="en-US" sz="1800">
                <a:solidFill>
                  <a:srgbClr val="0000CC"/>
                </a:solidFill>
                <a:latin typeface="Times New Roman" panose="02020603050405020304" pitchFamily="18" charset="0"/>
              </a:rPr>
              <a:t>在均匀外磁场中不受力</a:t>
            </a:r>
            <a:r>
              <a:rPr lang="en-US" altLang="zh-CN" sz="1800">
                <a:solidFill>
                  <a:srgbClr val="0000CC"/>
                </a:solidFill>
                <a:latin typeface="Times New Roman" panose="02020603050405020304" pitchFamily="18" charset="0"/>
              </a:rPr>
              <a:t>,</a:t>
            </a:r>
            <a:r>
              <a:rPr lang="zh-CN" altLang="en-US" sz="1800">
                <a:solidFill>
                  <a:srgbClr val="0000CC"/>
                </a:solidFill>
                <a:latin typeface="Times New Roman" panose="02020603050405020304" pitchFamily="18" charset="0"/>
              </a:rPr>
              <a:t>但受到一个力矩</a:t>
            </a:r>
            <a:r>
              <a:rPr lang="en-US" altLang="zh-CN" sz="1800">
                <a:solidFill>
                  <a:srgbClr val="0000CC"/>
                </a:solidFill>
                <a:latin typeface="Times New Roman" panose="02020603050405020304" pitchFamily="18" charset="0"/>
              </a:rPr>
              <a:t>.</a:t>
            </a:r>
            <a:r>
              <a:rPr lang="zh-CN" altLang="en-US" sz="1800">
                <a:solidFill>
                  <a:srgbClr val="0000CC"/>
                </a:solidFill>
                <a:latin typeface="Times New Roman" panose="02020603050405020304" pitchFamily="18" charset="0"/>
              </a:rPr>
              <a:t>这力矩总是力图使这线圈的磁矩</a:t>
            </a:r>
            <a:r>
              <a:rPr lang="en-US" altLang="zh-CN" sz="1800" b="1">
                <a:solidFill>
                  <a:srgbClr val="0000CC"/>
                </a:solidFill>
                <a:latin typeface="Times New Roman" panose="02020603050405020304" pitchFamily="18" charset="0"/>
              </a:rPr>
              <a:t>m(</a:t>
            </a:r>
            <a:r>
              <a:rPr lang="zh-CN" altLang="en-US" sz="1800" b="1">
                <a:solidFill>
                  <a:srgbClr val="0000CC"/>
                </a:solidFill>
                <a:latin typeface="Times New Roman" panose="02020603050405020304" pitchFamily="18" charset="0"/>
              </a:rPr>
              <a:t>右旋法线矢量</a:t>
            </a:r>
            <a:r>
              <a:rPr lang="en-US" altLang="zh-CN" sz="1800" b="1">
                <a:solidFill>
                  <a:srgbClr val="0000CC"/>
                </a:solidFill>
                <a:latin typeface="Times New Roman" panose="02020603050405020304" pitchFamily="18" charset="0"/>
              </a:rPr>
              <a:t>n)</a:t>
            </a:r>
            <a:r>
              <a:rPr lang="zh-CN" altLang="en-US" sz="1800" b="1">
                <a:solidFill>
                  <a:srgbClr val="0000CC"/>
                </a:solidFill>
                <a:latin typeface="Times New Roman" panose="02020603050405020304" pitchFamily="18" charset="0"/>
              </a:rPr>
              <a:t>转到磁感应强度矢量</a:t>
            </a:r>
            <a:r>
              <a:rPr lang="en-US" altLang="zh-CN" sz="1800" b="1">
                <a:solidFill>
                  <a:srgbClr val="0000CC"/>
                </a:solidFill>
                <a:latin typeface="Times New Roman" panose="02020603050405020304" pitchFamily="18" charset="0"/>
              </a:rPr>
              <a:t>B</a:t>
            </a:r>
            <a:r>
              <a:rPr lang="zh-CN" altLang="en-US" sz="1800" b="1">
                <a:solidFill>
                  <a:srgbClr val="0000CC"/>
                </a:solidFill>
                <a:latin typeface="Times New Roman" panose="02020603050405020304" pitchFamily="18" charset="0"/>
              </a:rPr>
              <a:t>的方向</a:t>
            </a:r>
          </a:p>
        </p:txBody>
      </p:sp>
      <p:graphicFrame>
        <p:nvGraphicFramePr>
          <p:cNvPr id="134172" name="Object 36"/>
          <p:cNvGraphicFramePr>
            <a:graphicFrameLocks noChangeAspect="1"/>
          </p:cNvGraphicFramePr>
          <p:nvPr/>
        </p:nvGraphicFramePr>
        <p:xfrm>
          <a:off x="2454275" y="3473451"/>
          <a:ext cx="630238" cy="315913"/>
        </p:xfrm>
        <a:graphic>
          <a:graphicData uri="http://schemas.openxmlformats.org/presentationml/2006/ole">
            <mc:AlternateContent xmlns:mc="http://schemas.openxmlformats.org/markup-compatibility/2006">
              <mc:Choice xmlns:v="urn:schemas-microsoft-com:vml" Requires="v">
                <p:oleObj spid="_x0000_s134530" name="Equation" r:id="rId25" imgW="431613" imgH="215806" progId="Equation.DSMT4">
                  <p:embed/>
                </p:oleObj>
              </mc:Choice>
              <mc:Fallback>
                <p:oleObj name="Equation" r:id="rId25" imgW="431613" imgH="215806" progId="Equation.DSMT4">
                  <p:embed/>
                  <p:pic>
                    <p:nvPicPr>
                      <p:cNvPr id="0" name="Object 3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54275" y="3473451"/>
                        <a:ext cx="630238"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73" name="Object 37"/>
          <p:cNvGraphicFramePr>
            <a:graphicFrameLocks noChangeAspect="1"/>
          </p:cNvGraphicFramePr>
          <p:nvPr/>
        </p:nvGraphicFramePr>
        <p:xfrm>
          <a:off x="3954464" y="3343276"/>
          <a:ext cx="592137" cy="576263"/>
        </p:xfrm>
        <a:graphic>
          <a:graphicData uri="http://schemas.openxmlformats.org/presentationml/2006/ole">
            <mc:AlternateContent xmlns:mc="http://schemas.openxmlformats.org/markup-compatibility/2006">
              <mc:Choice xmlns:v="urn:schemas-microsoft-com:vml" Requires="v">
                <p:oleObj spid="_x0000_s134531" name="Equation" r:id="rId27" imgW="406048" imgH="393359" progId="Equation.DSMT4">
                  <p:embed/>
                </p:oleObj>
              </mc:Choice>
              <mc:Fallback>
                <p:oleObj name="Equation" r:id="rId27" imgW="406048" imgH="393359" progId="Equation.DSMT4">
                  <p:embed/>
                  <p:pic>
                    <p:nvPicPr>
                      <p:cNvPr id="0" name="Object 3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54464" y="3343276"/>
                        <a:ext cx="5921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74" name="Object 38"/>
          <p:cNvGraphicFramePr>
            <a:graphicFrameLocks noChangeAspect="1"/>
          </p:cNvGraphicFramePr>
          <p:nvPr/>
        </p:nvGraphicFramePr>
        <p:xfrm>
          <a:off x="5343526" y="3468688"/>
          <a:ext cx="925513" cy="315912"/>
        </p:xfrm>
        <a:graphic>
          <a:graphicData uri="http://schemas.openxmlformats.org/presentationml/2006/ole">
            <mc:AlternateContent xmlns:mc="http://schemas.openxmlformats.org/markup-compatibility/2006">
              <mc:Choice xmlns:v="urn:schemas-microsoft-com:vml" Requires="v">
                <p:oleObj spid="_x0000_s134532" name="Equation" r:id="rId29" imgW="634449" imgH="215713" progId="Equation.DSMT4">
                  <p:embed/>
                </p:oleObj>
              </mc:Choice>
              <mc:Fallback>
                <p:oleObj name="Equation" r:id="rId29" imgW="634449" imgH="215713" progId="Equation.DSMT4">
                  <p:embed/>
                  <p:pic>
                    <p:nvPicPr>
                      <p:cNvPr id="0" name="Object 3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43526" y="3468688"/>
                        <a:ext cx="9255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175" name="Line 39"/>
          <p:cNvSpPr>
            <a:spLocks noChangeShapeType="1"/>
          </p:cNvSpPr>
          <p:nvPr/>
        </p:nvSpPr>
        <p:spPr bwMode="auto">
          <a:xfrm>
            <a:off x="3170239" y="3608388"/>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76" name="Line 40"/>
          <p:cNvSpPr>
            <a:spLocks noChangeShapeType="1"/>
          </p:cNvSpPr>
          <p:nvPr/>
        </p:nvSpPr>
        <p:spPr bwMode="auto">
          <a:xfrm>
            <a:off x="4656139" y="3654425"/>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4177" name="Group 41"/>
          <p:cNvGrpSpPr>
            <a:grpSpLocks/>
          </p:cNvGrpSpPr>
          <p:nvPr/>
        </p:nvGrpSpPr>
        <p:grpSpPr bwMode="auto">
          <a:xfrm>
            <a:off x="2540000" y="4014788"/>
            <a:ext cx="3582988" cy="354012"/>
            <a:chOff x="569" y="2797"/>
            <a:chExt cx="2257" cy="223"/>
          </a:xfrm>
        </p:grpSpPr>
        <p:graphicFrame>
          <p:nvGraphicFramePr>
            <p:cNvPr id="134217" name="Object 42"/>
            <p:cNvGraphicFramePr>
              <a:graphicFrameLocks noChangeAspect="1"/>
            </p:cNvGraphicFramePr>
            <p:nvPr/>
          </p:nvGraphicFramePr>
          <p:xfrm>
            <a:off x="569" y="2797"/>
            <a:ext cx="350" cy="223"/>
          </p:xfrm>
          <a:graphic>
            <a:graphicData uri="http://schemas.openxmlformats.org/presentationml/2006/ole">
              <mc:AlternateContent xmlns:mc="http://schemas.openxmlformats.org/markup-compatibility/2006">
                <mc:Choice xmlns:v="urn:schemas-microsoft-com:vml" Requires="v">
                  <p:oleObj spid="_x0000_s134533" name="Equation" r:id="rId31" imgW="380835" imgH="241195" progId="Equation.DSMT4">
                    <p:embed/>
                  </p:oleObj>
                </mc:Choice>
                <mc:Fallback>
                  <p:oleObj name="Equation" r:id="rId31" imgW="380835" imgH="241195" progId="Equation.DSMT4">
                    <p:embed/>
                    <p:pic>
                      <p:nvPicPr>
                        <p:cNvPr id="0" name="Object 4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69" y="2797"/>
                          <a:ext cx="35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218" name="Object 43"/>
            <p:cNvGraphicFramePr>
              <a:graphicFrameLocks noChangeAspect="1"/>
            </p:cNvGraphicFramePr>
            <p:nvPr/>
          </p:nvGraphicFramePr>
          <p:xfrm>
            <a:off x="1514" y="2827"/>
            <a:ext cx="326" cy="163"/>
          </p:xfrm>
          <a:graphic>
            <a:graphicData uri="http://schemas.openxmlformats.org/presentationml/2006/ole">
              <mc:AlternateContent xmlns:mc="http://schemas.openxmlformats.org/markup-compatibility/2006">
                <mc:Choice xmlns:v="urn:schemas-microsoft-com:vml" Requires="v">
                  <p:oleObj spid="_x0000_s134534" name="Equation" r:id="rId33" imgW="355138" imgH="177569" progId="Equation.DSMT4">
                    <p:embed/>
                  </p:oleObj>
                </mc:Choice>
                <mc:Fallback>
                  <p:oleObj name="Equation" r:id="rId33" imgW="355138" imgH="177569" progId="Equation.DSMT4">
                    <p:embed/>
                    <p:pic>
                      <p:nvPicPr>
                        <p:cNvPr id="0" name="Object 4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514" y="2827"/>
                          <a:ext cx="326"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219" name="Object 44"/>
            <p:cNvGraphicFramePr>
              <a:graphicFrameLocks noChangeAspect="1"/>
            </p:cNvGraphicFramePr>
            <p:nvPr/>
          </p:nvGraphicFramePr>
          <p:xfrm>
            <a:off x="2488" y="2806"/>
            <a:ext cx="338" cy="199"/>
          </p:xfrm>
          <a:graphic>
            <a:graphicData uri="http://schemas.openxmlformats.org/presentationml/2006/ole">
              <mc:AlternateContent xmlns:mc="http://schemas.openxmlformats.org/markup-compatibility/2006">
                <mc:Choice xmlns:v="urn:schemas-microsoft-com:vml" Requires="v">
                  <p:oleObj spid="_x0000_s134535" name="Equation" r:id="rId35" imgW="368140" imgH="215806" progId="Equation.DSMT4">
                    <p:embed/>
                  </p:oleObj>
                </mc:Choice>
                <mc:Fallback>
                  <p:oleObj name="Equation" r:id="rId35" imgW="368140" imgH="215806" progId="Equation.DSMT4">
                    <p:embed/>
                    <p:pic>
                      <p:nvPicPr>
                        <p:cNvPr id="0" name="Object 4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488" y="2806"/>
                          <a:ext cx="33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20" name="Line 45"/>
            <p:cNvSpPr>
              <a:spLocks noChangeShapeType="1"/>
            </p:cNvSpPr>
            <p:nvPr/>
          </p:nvSpPr>
          <p:spPr bwMode="auto">
            <a:xfrm>
              <a:off x="981" y="2897"/>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21" name="Line 46"/>
            <p:cNvSpPr>
              <a:spLocks noChangeShapeType="1"/>
            </p:cNvSpPr>
            <p:nvPr/>
          </p:nvSpPr>
          <p:spPr bwMode="auto">
            <a:xfrm>
              <a:off x="2001" y="2925"/>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4178" name="Group 47"/>
          <p:cNvGrpSpPr>
            <a:grpSpLocks/>
          </p:cNvGrpSpPr>
          <p:nvPr/>
        </p:nvGrpSpPr>
        <p:grpSpPr bwMode="auto">
          <a:xfrm>
            <a:off x="2225676" y="4598988"/>
            <a:ext cx="1755775" cy="1485900"/>
            <a:chOff x="442" y="3067"/>
            <a:chExt cx="1106" cy="936"/>
          </a:xfrm>
        </p:grpSpPr>
        <p:sp>
          <p:nvSpPr>
            <p:cNvPr id="134211" name="Line 48"/>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2" name="Line 49"/>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3" name="Line 50"/>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4" name="Line 51"/>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5" name="Line 52"/>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6" name="Line 53"/>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4179" name="Group 54"/>
          <p:cNvGrpSpPr>
            <a:grpSpLocks/>
          </p:cNvGrpSpPr>
          <p:nvPr/>
        </p:nvGrpSpPr>
        <p:grpSpPr bwMode="auto">
          <a:xfrm>
            <a:off x="4746626" y="4554538"/>
            <a:ext cx="1755775" cy="1485900"/>
            <a:chOff x="442" y="3067"/>
            <a:chExt cx="1106" cy="936"/>
          </a:xfrm>
        </p:grpSpPr>
        <p:sp>
          <p:nvSpPr>
            <p:cNvPr id="134205" name="Line 55"/>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6" name="Line 56"/>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7" name="Line 57"/>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8" name="Line 58"/>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9" name="Line 59"/>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10" name="Line 60"/>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4180" name="Group 61"/>
          <p:cNvGrpSpPr>
            <a:grpSpLocks/>
          </p:cNvGrpSpPr>
          <p:nvPr/>
        </p:nvGrpSpPr>
        <p:grpSpPr bwMode="auto">
          <a:xfrm>
            <a:off x="7670801" y="4508500"/>
            <a:ext cx="1755775" cy="1485900"/>
            <a:chOff x="442" y="3067"/>
            <a:chExt cx="1106" cy="936"/>
          </a:xfrm>
        </p:grpSpPr>
        <p:sp>
          <p:nvSpPr>
            <p:cNvPr id="134199" name="Line 62"/>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0" name="Line 63"/>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1" name="Line 64"/>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2" name="Line 65"/>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3" name="Line 66"/>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04" name="Line 67"/>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4181" name="AutoShape 68"/>
          <p:cNvSpPr>
            <a:spLocks noChangeArrowheads="1"/>
          </p:cNvSpPr>
          <p:nvPr/>
        </p:nvSpPr>
        <p:spPr bwMode="auto">
          <a:xfrm>
            <a:off x="2946401" y="4733926"/>
            <a:ext cx="269875" cy="1216025"/>
          </a:xfrm>
          <a:prstGeom prst="can">
            <a:avLst>
              <a:gd name="adj" fmla="val 4528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4182" name="Line 69"/>
          <p:cNvSpPr>
            <a:spLocks noChangeShapeType="1"/>
          </p:cNvSpPr>
          <p:nvPr/>
        </p:nvSpPr>
        <p:spPr bwMode="auto">
          <a:xfrm flipH="1">
            <a:off x="2674938" y="5364163"/>
            <a:ext cx="2714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3" name="Line 70"/>
          <p:cNvSpPr>
            <a:spLocks noChangeShapeType="1"/>
          </p:cNvSpPr>
          <p:nvPr/>
        </p:nvSpPr>
        <p:spPr bwMode="auto">
          <a:xfrm flipV="1">
            <a:off x="3081338" y="5634038"/>
            <a:ext cx="0" cy="315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4" name="Line 71"/>
          <p:cNvSpPr>
            <a:spLocks noChangeShapeType="1"/>
          </p:cNvSpPr>
          <p:nvPr/>
        </p:nvSpPr>
        <p:spPr bwMode="auto">
          <a:xfrm flipV="1">
            <a:off x="3081338" y="4733926"/>
            <a:ext cx="0" cy="3159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5" name="AutoShape 72"/>
          <p:cNvSpPr>
            <a:spLocks noChangeArrowheads="1"/>
          </p:cNvSpPr>
          <p:nvPr/>
        </p:nvSpPr>
        <p:spPr bwMode="auto">
          <a:xfrm rot="1931744">
            <a:off x="5510214" y="4643439"/>
            <a:ext cx="193675" cy="1216025"/>
          </a:xfrm>
          <a:prstGeom prst="can">
            <a:avLst>
              <a:gd name="adj" fmla="val 6310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4186" name="Line 73"/>
          <p:cNvSpPr>
            <a:spLocks noChangeShapeType="1"/>
          </p:cNvSpPr>
          <p:nvPr/>
        </p:nvSpPr>
        <p:spPr bwMode="auto">
          <a:xfrm flipH="1" flipV="1">
            <a:off x="5195889" y="4959351"/>
            <a:ext cx="314325"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7" name="Line 74"/>
          <p:cNvSpPr>
            <a:spLocks noChangeShapeType="1"/>
          </p:cNvSpPr>
          <p:nvPr/>
        </p:nvSpPr>
        <p:spPr bwMode="auto">
          <a:xfrm flipV="1">
            <a:off x="5916613" y="4778376"/>
            <a:ext cx="0" cy="4048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8" name="Line 75"/>
          <p:cNvSpPr>
            <a:spLocks noChangeShapeType="1"/>
          </p:cNvSpPr>
          <p:nvPr/>
        </p:nvSpPr>
        <p:spPr bwMode="auto">
          <a:xfrm flipV="1">
            <a:off x="5286375" y="5364163"/>
            <a:ext cx="0" cy="404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89" name="AutoShape 76"/>
          <p:cNvSpPr>
            <a:spLocks noChangeArrowheads="1"/>
          </p:cNvSpPr>
          <p:nvPr/>
        </p:nvSpPr>
        <p:spPr bwMode="auto">
          <a:xfrm rot="5400000">
            <a:off x="8458995" y="4620420"/>
            <a:ext cx="179387" cy="1216025"/>
          </a:xfrm>
          <a:prstGeom prst="can">
            <a:avLst>
              <a:gd name="adj" fmla="val 681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4190" name="Line 77"/>
          <p:cNvSpPr>
            <a:spLocks noChangeShapeType="1"/>
          </p:cNvSpPr>
          <p:nvPr/>
        </p:nvSpPr>
        <p:spPr bwMode="auto">
          <a:xfrm flipV="1">
            <a:off x="7986713" y="4868863"/>
            <a:ext cx="0" cy="404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91" name="Line 78"/>
          <p:cNvSpPr>
            <a:spLocks noChangeShapeType="1"/>
          </p:cNvSpPr>
          <p:nvPr/>
        </p:nvSpPr>
        <p:spPr bwMode="auto">
          <a:xfrm flipV="1">
            <a:off x="9110663" y="5184776"/>
            <a:ext cx="0" cy="4048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92" name="Line 79"/>
          <p:cNvSpPr>
            <a:spLocks noChangeShapeType="1"/>
          </p:cNvSpPr>
          <p:nvPr/>
        </p:nvSpPr>
        <p:spPr bwMode="auto">
          <a:xfrm flipV="1">
            <a:off x="8570913" y="4824413"/>
            <a:ext cx="0" cy="404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193" name="Text Box 80"/>
          <p:cNvSpPr txBox="1">
            <a:spLocks noChangeArrowheads="1"/>
          </p:cNvSpPr>
          <p:nvPr/>
        </p:nvSpPr>
        <p:spPr bwMode="auto">
          <a:xfrm>
            <a:off x="8616951" y="4643438"/>
            <a:ext cx="449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4194" name="Text Box 81"/>
          <p:cNvSpPr txBox="1">
            <a:spLocks noChangeArrowheads="1"/>
          </p:cNvSpPr>
          <p:nvPr/>
        </p:nvSpPr>
        <p:spPr bwMode="auto">
          <a:xfrm>
            <a:off x="2225676" y="5184776"/>
            <a:ext cx="449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4195" name="Text Box 82"/>
          <p:cNvSpPr txBox="1">
            <a:spLocks noChangeArrowheads="1"/>
          </p:cNvSpPr>
          <p:nvPr/>
        </p:nvSpPr>
        <p:spPr bwMode="auto">
          <a:xfrm>
            <a:off x="4746626" y="4778376"/>
            <a:ext cx="449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4196" name="Text Box 83"/>
          <p:cNvSpPr txBox="1">
            <a:spLocks noChangeArrowheads="1"/>
          </p:cNvSpPr>
          <p:nvPr/>
        </p:nvSpPr>
        <p:spPr bwMode="auto">
          <a:xfrm>
            <a:off x="9517063" y="4914901"/>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sp>
        <p:nvSpPr>
          <p:cNvPr id="134197" name="Text Box 84"/>
          <p:cNvSpPr txBox="1">
            <a:spLocks noChangeArrowheads="1"/>
          </p:cNvSpPr>
          <p:nvPr/>
        </p:nvSpPr>
        <p:spPr bwMode="auto">
          <a:xfrm>
            <a:off x="6500813" y="5049838"/>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sp>
        <p:nvSpPr>
          <p:cNvPr id="134198" name="Text Box 85"/>
          <p:cNvSpPr txBox="1">
            <a:spLocks noChangeArrowheads="1"/>
          </p:cNvSpPr>
          <p:nvPr/>
        </p:nvSpPr>
        <p:spPr bwMode="auto">
          <a:xfrm>
            <a:off x="3935413" y="5138738"/>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1865313" y="233363"/>
            <a:ext cx="4005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任意载流线圈所受的力矩</a:t>
            </a:r>
            <a:r>
              <a:rPr lang="en-US" altLang="zh-CN" sz="2400" b="1">
                <a:solidFill>
                  <a:srgbClr val="FF0000"/>
                </a:solidFill>
                <a:latin typeface="Times New Roman" panose="02020603050405020304" pitchFamily="18" charset="0"/>
                <a:ea typeface="华文行楷" panose="02010800040101010101" pitchFamily="2" charset="-122"/>
              </a:rPr>
              <a:t>:</a:t>
            </a:r>
            <a:endParaRPr lang="en-US" altLang="zh-CN" sz="2400">
              <a:latin typeface="Times New Roman" panose="02020603050405020304" pitchFamily="18" charset="0"/>
              <a:ea typeface="华文行楷" panose="02010800040101010101" pitchFamily="2" charset="-122"/>
            </a:endParaRPr>
          </a:p>
        </p:txBody>
      </p:sp>
      <p:graphicFrame>
        <p:nvGraphicFramePr>
          <p:cNvPr id="136195" name="Object 3"/>
          <p:cNvGraphicFramePr>
            <a:graphicFrameLocks noChangeAspect="1"/>
          </p:cNvGraphicFramePr>
          <p:nvPr/>
        </p:nvGraphicFramePr>
        <p:xfrm>
          <a:off x="7851775" y="2303463"/>
          <a:ext cx="592138" cy="576262"/>
        </p:xfrm>
        <a:graphic>
          <a:graphicData uri="http://schemas.openxmlformats.org/presentationml/2006/ole">
            <mc:AlternateContent xmlns:mc="http://schemas.openxmlformats.org/markup-compatibility/2006">
              <mc:Choice xmlns:v="urn:schemas-microsoft-com:vml" Requires="v">
                <p:oleObj spid="_x0000_s136363" name="Equation" r:id="rId4" imgW="406048" imgH="393359" progId="Equation.DSMT4">
                  <p:embed/>
                </p:oleObj>
              </mc:Choice>
              <mc:Fallback>
                <p:oleObj name="Equation" r:id="rId4" imgW="406048" imgH="39335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1775" y="2303463"/>
                        <a:ext cx="592138"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196" name="Group 4"/>
          <p:cNvGrpSpPr>
            <a:grpSpLocks/>
          </p:cNvGrpSpPr>
          <p:nvPr/>
        </p:nvGrpSpPr>
        <p:grpSpPr bwMode="auto">
          <a:xfrm>
            <a:off x="7175501" y="684213"/>
            <a:ext cx="2295525" cy="1485900"/>
            <a:chOff x="3872" y="2840"/>
            <a:chExt cx="1446" cy="936"/>
          </a:xfrm>
        </p:grpSpPr>
        <p:grpSp>
          <p:nvGrpSpPr>
            <p:cNvPr id="136259" name="Group 5"/>
            <p:cNvGrpSpPr>
              <a:grpSpLocks/>
            </p:cNvGrpSpPr>
            <p:nvPr/>
          </p:nvGrpSpPr>
          <p:grpSpPr bwMode="auto">
            <a:xfrm>
              <a:off x="3872" y="2840"/>
              <a:ext cx="1106" cy="936"/>
              <a:chOff x="442" y="3067"/>
              <a:chExt cx="1106" cy="936"/>
            </a:xfrm>
          </p:grpSpPr>
          <p:sp>
            <p:nvSpPr>
              <p:cNvPr id="136266" name="Line 6"/>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7" name="Line 7"/>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8" name="Line 8"/>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9" name="Line 9"/>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70" name="Line 10"/>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71" name="Line 11"/>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6260" name="AutoShape 12"/>
            <p:cNvSpPr>
              <a:spLocks noChangeArrowheads="1"/>
            </p:cNvSpPr>
            <p:nvPr/>
          </p:nvSpPr>
          <p:spPr bwMode="auto">
            <a:xfrm rot="5400000">
              <a:off x="4368" y="2911"/>
              <a:ext cx="113" cy="766"/>
            </a:xfrm>
            <a:prstGeom prst="can">
              <a:avLst>
                <a:gd name="adj" fmla="val 681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6261" name="Line 13"/>
            <p:cNvSpPr>
              <a:spLocks noChangeShapeType="1"/>
            </p:cNvSpPr>
            <p:nvPr/>
          </p:nvSpPr>
          <p:spPr bwMode="auto">
            <a:xfrm flipV="1">
              <a:off x="4071" y="3067"/>
              <a:ext cx="0" cy="2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2" name="Line 14"/>
            <p:cNvSpPr>
              <a:spLocks noChangeShapeType="1"/>
            </p:cNvSpPr>
            <p:nvPr/>
          </p:nvSpPr>
          <p:spPr bwMode="auto">
            <a:xfrm flipV="1">
              <a:off x="4779" y="3266"/>
              <a:ext cx="0" cy="25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3" name="Line 15"/>
            <p:cNvSpPr>
              <a:spLocks noChangeShapeType="1"/>
            </p:cNvSpPr>
            <p:nvPr/>
          </p:nvSpPr>
          <p:spPr bwMode="auto">
            <a:xfrm flipV="1">
              <a:off x="4439" y="3039"/>
              <a:ext cx="0" cy="2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64" name="Text Box 16"/>
            <p:cNvSpPr txBox="1">
              <a:spLocks noChangeArrowheads="1"/>
            </p:cNvSpPr>
            <p:nvPr/>
          </p:nvSpPr>
          <p:spPr bwMode="auto">
            <a:xfrm>
              <a:off x="4468" y="2925"/>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6265" name="Text Box 17"/>
            <p:cNvSpPr txBox="1">
              <a:spLocks noChangeArrowheads="1"/>
            </p:cNvSpPr>
            <p:nvPr/>
          </p:nvSpPr>
          <p:spPr bwMode="auto">
            <a:xfrm>
              <a:off x="5035" y="3096"/>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grpSp>
      <p:grpSp>
        <p:nvGrpSpPr>
          <p:cNvPr id="136197" name="Group 18"/>
          <p:cNvGrpSpPr>
            <a:grpSpLocks/>
          </p:cNvGrpSpPr>
          <p:nvPr/>
        </p:nvGrpSpPr>
        <p:grpSpPr bwMode="auto">
          <a:xfrm>
            <a:off x="4340225" y="728663"/>
            <a:ext cx="2203450" cy="1485900"/>
            <a:chOff x="2030" y="2869"/>
            <a:chExt cx="1388" cy="936"/>
          </a:xfrm>
        </p:grpSpPr>
        <p:grpSp>
          <p:nvGrpSpPr>
            <p:cNvPr id="136246" name="Group 19"/>
            <p:cNvGrpSpPr>
              <a:grpSpLocks/>
            </p:cNvGrpSpPr>
            <p:nvPr/>
          </p:nvGrpSpPr>
          <p:grpSpPr bwMode="auto">
            <a:xfrm>
              <a:off x="2030" y="2869"/>
              <a:ext cx="1106" cy="936"/>
              <a:chOff x="442" y="3067"/>
              <a:chExt cx="1106" cy="936"/>
            </a:xfrm>
          </p:grpSpPr>
          <p:sp>
            <p:nvSpPr>
              <p:cNvPr id="136253" name="Line 20"/>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4" name="Line 21"/>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5" name="Line 22"/>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6" name="Line 23"/>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7" name="Line 24"/>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8" name="Line 25"/>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6247" name="AutoShape 26"/>
            <p:cNvSpPr>
              <a:spLocks noChangeArrowheads="1"/>
            </p:cNvSpPr>
            <p:nvPr/>
          </p:nvSpPr>
          <p:spPr bwMode="auto">
            <a:xfrm rot="1931744">
              <a:off x="2511" y="2925"/>
              <a:ext cx="122" cy="766"/>
            </a:xfrm>
            <a:prstGeom prst="can">
              <a:avLst>
                <a:gd name="adj" fmla="val 6310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6248" name="Line 27"/>
            <p:cNvSpPr>
              <a:spLocks noChangeShapeType="1"/>
            </p:cNvSpPr>
            <p:nvPr/>
          </p:nvSpPr>
          <p:spPr bwMode="auto">
            <a:xfrm flipH="1" flipV="1">
              <a:off x="2313" y="3124"/>
              <a:ext cx="198" cy="1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9" name="Line 28"/>
            <p:cNvSpPr>
              <a:spLocks noChangeShapeType="1"/>
            </p:cNvSpPr>
            <p:nvPr/>
          </p:nvSpPr>
          <p:spPr bwMode="auto">
            <a:xfrm flipV="1">
              <a:off x="2767" y="3010"/>
              <a:ext cx="0" cy="255"/>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0" name="Line 29"/>
            <p:cNvSpPr>
              <a:spLocks noChangeShapeType="1"/>
            </p:cNvSpPr>
            <p:nvPr/>
          </p:nvSpPr>
          <p:spPr bwMode="auto">
            <a:xfrm flipV="1">
              <a:off x="2370" y="3379"/>
              <a:ext cx="0" cy="2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51" name="Text Box 30"/>
            <p:cNvSpPr txBox="1">
              <a:spLocks noChangeArrowheads="1"/>
            </p:cNvSpPr>
            <p:nvPr/>
          </p:nvSpPr>
          <p:spPr bwMode="auto">
            <a:xfrm>
              <a:off x="2030" y="3010"/>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6252" name="Text Box 31"/>
            <p:cNvSpPr txBox="1">
              <a:spLocks noChangeArrowheads="1"/>
            </p:cNvSpPr>
            <p:nvPr/>
          </p:nvSpPr>
          <p:spPr bwMode="auto">
            <a:xfrm>
              <a:off x="3135" y="3181"/>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grpSp>
      <p:grpSp>
        <p:nvGrpSpPr>
          <p:cNvPr id="136198" name="Group 32"/>
          <p:cNvGrpSpPr>
            <a:grpSpLocks/>
          </p:cNvGrpSpPr>
          <p:nvPr/>
        </p:nvGrpSpPr>
        <p:grpSpPr bwMode="auto">
          <a:xfrm>
            <a:off x="1955800" y="819150"/>
            <a:ext cx="2159000" cy="1485900"/>
            <a:chOff x="272" y="516"/>
            <a:chExt cx="1360" cy="936"/>
          </a:xfrm>
        </p:grpSpPr>
        <p:sp>
          <p:nvSpPr>
            <p:cNvPr id="136232" name="AutoShape 33"/>
            <p:cNvSpPr>
              <a:spLocks noChangeArrowheads="1"/>
            </p:cNvSpPr>
            <p:nvPr/>
          </p:nvSpPr>
          <p:spPr bwMode="auto">
            <a:xfrm>
              <a:off x="725" y="601"/>
              <a:ext cx="170" cy="766"/>
            </a:xfrm>
            <a:prstGeom prst="can">
              <a:avLst>
                <a:gd name="adj" fmla="val 4528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nvGrpSpPr>
            <p:cNvPr id="136233" name="Group 34"/>
            <p:cNvGrpSpPr>
              <a:grpSpLocks/>
            </p:cNvGrpSpPr>
            <p:nvPr/>
          </p:nvGrpSpPr>
          <p:grpSpPr bwMode="auto">
            <a:xfrm>
              <a:off x="272" y="516"/>
              <a:ext cx="1360" cy="936"/>
              <a:chOff x="442" y="2897"/>
              <a:chExt cx="1360" cy="936"/>
            </a:xfrm>
          </p:grpSpPr>
          <p:grpSp>
            <p:nvGrpSpPr>
              <p:cNvPr id="136234" name="Group 35"/>
              <p:cNvGrpSpPr>
                <a:grpSpLocks/>
              </p:cNvGrpSpPr>
              <p:nvPr/>
            </p:nvGrpSpPr>
            <p:grpSpPr bwMode="auto">
              <a:xfrm>
                <a:off x="442" y="2897"/>
                <a:ext cx="1106" cy="936"/>
                <a:chOff x="442" y="3067"/>
                <a:chExt cx="1106" cy="936"/>
              </a:xfrm>
            </p:grpSpPr>
            <p:sp>
              <p:nvSpPr>
                <p:cNvPr id="136240" name="Line 36"/>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1" name="Line 37"/>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2" name="Line 38"/>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3" name="Line 39"/>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4" name="Line 40"/>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45" name="Line 41"/>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6235" name="Line 42"/>
              <p:cNvSpPr>
                <a:spLocks noChangeShapeType="1"/>
              </p:cNvSpPr>
              <p:nvPr/>
            </p:nvSpPr>
            <p:spPr bwMode="auto">
              <a:xfrm flipH="1">
                <a:off x="725" y="3379"/>
                <a:ext cx="1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6" name="Line 43"/>
              <p:cNvSpPr>
                <a:spLocks noChangeShapeType="1"/>
              </p:cNvSpPr>
              <p:nvPr/>
            </p:nvSpPr>
            <p:spPr bwMode="auto">
              <a:xfrm flipV="1">
                <a:off x="981" y="3549"/>
                <a:ext cx="0" cy="1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7" name="Line 44"/>
              <p:cNvSpPr>
                <a:spLocks noChangeShapeType="1"/>
              </p:cNvSpPr>
              <p:nvPr/>
            </p:nvSpPr>
            <p:spPr bwMode="auto">
              <a:xfrm flipV="1">
                <a:off x="981" y="2982"/>
                <a:ext cx="0" cy="199"/>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8" name="Text Box 45"/>
              <p:cNvSpPr txBox="1">
                <a:spLocks noChangeArrowheads="1"/>
              </p:cNvSpPr>
              <p:nvPr/>
            </p:nvSpPr>
            <p:spPr bwMode="auto">
              <a:xfrm>
                <a:off x="442" y="3266"/>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6239" name="Text Box 46"/>
              <p:cNvSpPr txBox="1">
                <a:spLocks noChangeArrowheads="1"/>
              </p:cNvSpPr>
              <p:nvPr/>
            </p:nvSpPr>
            <p:spPr bwMode="auto">
              <a:xfrm>
                <a:off x="1519" y="3237"/>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grpSp>
      </p:grpSp>
      <p:sp>
        <p:nvSpPr>
          <p:cNvPr id="136199" name="AutoShape 47"/>
          <p:cNvSpPr>
            <a:spLocks noChangeArrowheads="1"/>
          </p:cNvSpPr>
          <p:nvPr/>
        </p:nvSpPr>
        <p:spPr bwMode="auto">
          <a:xfrm rot="19479195">
            <a:off x="2695576" y="3359151"/>
            <a:ext cx="225425" cy="1216025"/>
          </a:xfrm>
          <a:prstGeom prst="can">
            <a:avLst>
              <a:gd name="adj" fmla="val 5421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nvGrpSpPr>
          <p:cNvPr id="136200" name="Group 48"/>
          <p:cNvGrpSpPr>
            <a:grpSpLocks/>
          </p:cNvGrpSpPr>
          <p:nvPr/>
        </p:nvGrpSpPr>
        <p:grpSpPr bwMode="auto">
          <a:xfrm>
            <a:off x="1955801" y="3159125"/>
            <a:ext cx="1755775" cy="1485900"/>
            <a:chOff x="442" y="3067"/>
            <a:chExt cx="1106" cy="936"/>
          </a:xfrm>
        </p:grpSpPr>
        <p:sp>
          <p:nvSpPr>
            <p:cNvPr id="136226" name="Line 49"/>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7" name="Line 50"/>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8" name="Line 51"/>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9" name="Line 52"/>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0" name="Line 53"/>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1" name="Line 54"/>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6201" name="Line 55"/>
          <p:cNvSpPr>
            <a:spLocks noChangeShapeType="1"/>
          </p:cNvSpPr>
          <p:nvPr/>
        </p:nvSpPr>
        <p:spPr bwMode="auto">
          <a:xfrm flipV="1">
            <a:off x="2495550" y="3203576"/>
            <a:ext cx="0" cy="3159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2" name="Line 56"/>
          <p:cNvSpPr>
            <a:spLocks noChangeShapeType="1"/>
          </p:cNvSpPr>
          <p:nvPr/>
        </p:nvSpPr>
        <p:spPr bwMode="auto">
          <a:xfrm flipV="1">
            <a:off x="3081338" y="4329113"/>
            <a:ext cx="0" cy="31591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3" name="Text Box 57"/>
          <p:cNvSpPr txBox="1">
            <a:spLocks noChangeArrowheads="1"/>
          </p:cNvSpPr>
          <p:nvPr/>
        </p:nvSpPr>
        <p:spPr bwMode="auto">
          <a:xfrm>
            <a:off x="3170238" y="3384551"/>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6204" name="Text Box 58"/>
          <p:cNvSpPr txBox="1">
            <a:spLocks noChangeArrowheads="1"/>
          </p:cNvSpPr>
          <p:nvPr/>
        </p:nvSpPr>
        <p:spPr bwMode="auto">
          <a:xfrm>
            <a:off x="3665538" y="3698876"/>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sp>
        <p:nvSpPr>
          <p:cNvPr id="136205" name="Line 59"/>
          <p:cNvSpPr>
            <a:spLocks noChangeShapeType="1"/>
          </p:cNvSpPr>
          <p:nvPr/>
        </p:nvSpPr>
        <p:spPr bwMode="auto">
          <a:xfrm flipV="1">
            <a:off x="2900364" y="3654425"/>
            <a:ext cx="269875" cy="2238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6" name="AutoShape 60"/>
          <p:cNvSpPr>
            <a:spLocks noChangeArrowheads="1"/>
          </p:cNvSpPr>
          <p:nvPr/>
        </p:nvSpPr>
        <p:spPr bwMode="auto">
          <a:xfrm>
            <a:off x="5338763" y="3279776"/>
            <a:ext cx="171450" cy="1216025"/>
          </a:xfrm>
          <a:prstGeom prst="can">
            <a:avLst>
              <a:gd name="adj" fmla="val 7128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nvGrpSpPr>
          <p:cNvPr id="136207" name="Group 61"/>
          <p:cNvGrpSpPr>
            <a:grpSpLocks/>
          </p:cNvGrpSpPr>
          <p:nvPr/>
        </p:nvGrpSpPr>
        <p:grpSpPr bwMode="auto">
          <a:xfrm>
            <a:off x="4610101" y="3114675"/>
            <a:ext cx="1755775" cy="1485900"/>
            <a:chOff x="442" y="3067"/>
            <a:chExt cx="1106" cy="936"/>
          </a:xfrm>
        </p:grpSpPr>
        <p:sp>
          <p:nvSpPr>
            <p:cNvPr id="136220" name="Line 62"/>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1" name="Line 63"/>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2" name="Line 64"/>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3" name="Line 65"/>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4" name="Line 66"/>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5" name="Line 67"/>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6208" name="Line 68"/>
          <p:cNvSpPr>
            <a:spLocks noChangeShapeType="1"/>
          </p:cNvSpPr>
          <p:nvPr/>
        </p:nvSpPr>
        <p:spPr bwMode="auto">
          <a:xfrm flipV="1">
            <a:off x="5421313" y="3114676"/>
            <a:ext cx="0" cy="3159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69"/>
          <p:cNvSpPr>
            <a:spLocks noChangeShapeType="1"/>
          </p:cNvSpPr>
          <p:nvPr/>
        </p:nvSpPr>
        <p:spPr bwMode="auto">
          <a:xfrm flipV="1">
            <a:off x="5421313" y="4329113"/>
            <a:ext cx="0" cy="31591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Text Box 70"/>
          <p:cNvSpPr txBox="1">
            <a:spLocks noChangeArrowheads="1"/>
          </p:cNvSpPr>
          <p:nvPr/>
        </p:nvSpPr>
        <p:spPr bwMode="auto">
          <a:xfrm>
            <a:off x="5826126" y="3698876"/>
            <a:ext cx="449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m</a:t>
            </a:r>
          </a:p>
        </p:txBody>
      </p:sp>
      <p:sp>
        <p:nvSpPr>
          <p:cNvPr id="136211" name="Text Box 71"/>
          <p:cNvSpPr txBox="1">
            <a:spLocks noChangeArrowheads="1"/>
          </p:cNvSpPr>
          <p:nvPr/>
        </p:nvSpPr>
        <p:spPr bwMode="auto">
          <a:xfrm>
            <a:off x="6319838" y="3654426"/>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B</a:t>
            </a:r>
          </a:p>
        </p:txBody>
      </p:sp>
      <p:sp>
        <p:nvSpPr>
          <p:cNvPr id="136212" name="Line 72"/>
          <p:cNvSpPr>
            <a:spLocks noChangeShapeType="1"/>
          </p:cNvSpPr>
          <p:nvPr/>
        </p:nvSpPr>
        <p:spPr bwMode="auto">
          <a:xfrm>
            <a:off x="5510213" y="3833813"/>
            <a:ext cx="40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6213" name="Object 73"/>
          <p:cNvGraphicFramePr>
            <a:graphicFrameLocks noChangeAspect="1"/>
          </p:cNvGraphicFramePr>
          <p:nvPr/>
        </p:nvGraphicFramePr>
        <p:xfrm>
          <a:off x="2495550" y="4778376"/>
          <a:ext cx="592138" cy="576263"/>
        </p:xfrm>
        <a:graphic>
          <a:graphicData uri="http://schemas.openxmlformats.org/presentationml/2006/ole">
            <mc:AlternateContent xmlns:mc="http://schemas.openxmlformats.org/markup-compatibility/2006">
              <mc:Choice xmlns:v="urn:schemas-microsoft-com:vml" Requires="v">
                <p:oleObj spid="_x0000_s136364" name="Equation" r:id="rId6" imgW="406048" imgH="393359" progId="Equation.DSMT4">
                  <p:embed/>
                </p:oleObj>
              </mc:Choice>
              <mc:Fallback>
                <p:oleObj name="Equation" r:id="rId6" imgW="406048" imgH="393359" progId="Equation.DSMT4">
                  <p:embed/>
                  <p:pic>
                    <p:nvPicPr>
                      <p:cNvPr id="0" name="Object 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0" y="4778376"/>
                        <a:ext cx="5921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4" name="Object 74"/>
          <p:cNvGraphicFramePr>
            <a:graphicFrameLocks noChangeAspect="1"/>
          </p:cNvGraphicFramePr>
          <p:nvPr/>
        </p:nvGraphicFramePr>
        <p:xfrm>
          <a:off x="4926014" y="2349501"/>
          <a:ext cx="592137" cy="576263"/>
        </p:xfrm>
        <a:graphic>
          <a:graphicData uri="http://schemas.openxmlformats.org/presentationml/2006/ole">
            <mc:AlternateContent xmlns:mc="http://schemas.openxmlformats.org/markup-compatibility/2006">
              <mc:Choice xmlns:v="urn:schemas-microsoft-com:vml" Requires="v">
                <p:oleObj spid="_x0000_s136365" name="Equation" r:id="rId8" imgW="406048" imgH="393359" progId="Equation.DSMT4">
                  <p:embed/>
                </p:oleObj>
              </mc:Choice>
              <mc:Fallback>
                <p:oleObj name="Equation" r:id="rId8" imgW="406048" imgH="393359" progId="Equation.DSMT4">
                  <p:embed/>
                  <p:pic>
                    <p:nvPicPr>
                      <p:cNvPr id="0" name="Object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6014" y="2349501"/>
                        <a:ext cx="5921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5" name="Object 75"/>
          <p:cNvGraphicFramePr>
            <a:graphicFrameLocks noChangeAspect="1"/>
          </p:cNvGraphicFramePr>
          <p:nvPr/>
        </p:nvGraphicFramePr>
        <p:xfrm>
          <a:off x="4610101" y="4824413"/>
          <a:ext cx="517525" cy="260350"/>
        </p:xfrm>
        <a:graphic>
          <a:graphicData uri="http://schemas.openxmlformats.org/presentationml/2006/ole">
            <mc:AlternateContent xmlns:mc="http://schemas.openxmlformats.org/markup-compatibility/2006">
              <mc:Choice xmlns:v="urn:schemas-microsoft-com:vml" Requires="v">
                <p:oleObj spid="_x0000_s136366" name="Equation" r:id="rId10" imgW="355138" imgH="177569" progId="Equation.DSMT4">
                  <p:embed/>
                </p:oleObj>
              </mc:Choice>
              <mc:Fallback>
                <p:oleObj name="Equation" r:id="rId10" imgW="355138" imgH="177569" progId="Equation.DSMT4">
                  <p:embed/>
                  <p:pic>
                    <p:nvPicPr>
                      <p:cNvPr id="0" name="Object 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10101" y="4824413"/>
                        <a:ext cx="5175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6" name="Object 76"/>
          <p:cNvGraphicFramePr>
            <a:graphicFrameLocks noChangeAspect="1"/>
          </p:cNvGraphicFramePr>
          <p:nvPr/>
        </p:nvGraphicFramePr>
        <p:xfrm>
          <a:off x="1909764" y="2528888"/>
          <a:ext cx="555625" cy="260350"/>
        </p:xfrm>
        <a:graphic>
          <a:graphicData uri="http://schemas.openxmlformats.org/presentationml/2006/ole">
            <mc:AlternateContent xmlns:mc="http://schemas.openxmlformats.org/markup-compatibility/2006">
              <mc:Choice xmlns:v="urn:schemas-microsoft-com:vml" Requires="v">
                <p:oleObj spid="_x0000_s136367" name="Equation" r:id="rId12" imgW="380670" imgH="177646" progId="Equation.DSMT4">
                  <p:embed/>
                </p:oleObj>
              </mc:Choice>
              <mc:Fallback>
                <p:oleObj name="Equation" r:id="rId12" imgW="380670" imgH="177646" progId="Equation.DSMT4">
                  <p:embed/>
                  <p:pic>
                    <p:nvPicPr>
                      <p:cNvPr id="0"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9764" y="2528888"/>
                        <a:ext cx="5556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17" name="Text Box 77"/>
          <p:cNvSpPr txBox="1">
            <a:spLocks noChangeArrowheads="1"/>
          </p:cNvSpPr>
          <p:nvPr/>
        </p:nvSpPr>
        <p:spPr bwMode="auto">
          <a:xfrm>
            <a:off x="4970463" y="4778376"/>
            <a:ext cx="153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稳定平衡</a:t>
            </a:r>
          </a:p>
        </p:txBody>
      </p:sp>
      <p:sp>
        <p:nvSpPr>
          <p:cNvPr id="136218" name="Text Box 78"/>
          <p:cNvSpPr txBox="1">
            <a:spLocks noChangeArrowheads="1"/>
          </p:cNvSpPr>
          <p:nvPr/>
        </p:nvSpPr>
        <p:spPr bwMode="auto">
          <a:xfrm>
            <a:off x="2405063" y="2484438"/>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非稳定平衡</a:t>
            </a:r>
          </a:p>
        </p:txBody>
      </p:sp>
      <p:sp>
        <p:nvSpPr>
          <p:cNvPr id="136219" name="Text Box 79"/>
          <p:cNvSpPr txBox="1">
            <a:spLocks noChangeArrowheads="1"/>
          </p:cNvSpPr>
          <p:nvPr/>
        </p:nvSpPr>
        <p:spPr bwMode="auto">
          <a:xfrm>
            <a:off x="7356475" y="2843213"/>
            <a:ext cx="153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dirty="0">
                <a:latin typeface="Symbol" panose="05050102010706020507" pitchFamily="18" charset="2"/>
              </a:rPr>
              <a:t>力矩最大</a:t>
            </a:r>
          </a:p>
        </p:txBody>
      </p:sp>
      <p:graphicFrame>
        <p:nvGraphicFramePr>
          <p:cNvPr id="80" name="Object 87">
            <a:extLst>
              <a:ext uri="{FF2B5EF4-FFF2-40B4-BE49-F238E27FC236}">
                <a16:creationId xmlns:a16="http://schemas.microsoft.com/office/drawing/2014/main" id="{B57DAADE-533A-43E1-AC56-A6488E97511F}"/>
              </a:ext>
            </a:extLst>
          </p:cNvPr>
          <p:cNvGraphicFramePr>
            <a:graphicFrameLocks noChangeAspect="1"/>
          </p:cNvGraphicFramePr>
          <p:nvPr>
            <p:extLst>
              <p:ext uri="{D42A27DB-BD31-4B8C-83A1-F6EECF244321}">
                <p14:modId xmlns:p14="http://schemas.microsoft.com/office/powerpoint/2010/main" val="2162830990"/>
              </p:ext>
            </p:extLst>
          </p:nvPr>
        </p:nvGraphicFramePr>
        <p:xfrm>
          <a:off x="7593642" y="3279771"/>
          <a:ext cx="904875" cy="296863"/>
        </p:xfrm>
        <a:graphic>
          <a:graphicData uri="http://schemas.openxmlformats.org/presentationml/2006/ole">
            <mc:AlternateContent xmlns:mc="http://schemas.openxmlformats.org/markup-compatibility/2006">
              <mc:Choice xmlns:v="urn:schemas-microsoft-com:vml" Requires="v">
                <p:oleObj spid="_x0000_s136368" name="Equation" r:id="rId14" imgW="622030" imgH="203112" progId="Equation.DSMT4">
                  <p:embed/>
                </p:oleObj>
              </mc:Choice>
              <mc:Fallback>
                <p:oleObj name="Equation" r:id="rId14" imgW="622030" imgH="203112" progId="Equation.DSMT4">
                  <p:embed/>
                  <p:pic>
                    <p:nvPicPr>
                      <p:cNvPr id="138299" name="Object 8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93642" y="3279771"/>
                        <a:ext cx="904875"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88">
            <a:extLst>
              <a:ext uri="{FF2B5EF4-FFF2-40B4-BE49-F238E27FC236}">
                <a16:creationId xmlns:a16="http://schemas.microsoft.com/office/drawing/2014/main" id="{DA5011D0-A47D-4B53-9A61-A956AF2953CF}"/>
              </a:ext>
            </a:extLst>
          </p:cNvPr>
          <p:cNvGraphicFramePr>
            <a:graphicFrameLocks noChangeAspect="1"/>
          </p:cNvGraphicFramePr>
          <p:nvPr>
            <p:extLst>
              <p:ext uri="{D42A27DB-BD31-4B8C-83A1-F6EECF244321}">
                <p14:modId xmlns:p14="http://schemas.microsoft.com/office/powerpoint/2010/main" val="1545340890"/>
              </p:ext>
            </p:extLst>
          </p:nvPr>
        </p:nvGraphicFramePr>
        <p:xfrm>
          <a:off x="7886702" y="3871850"/>
          <a:ext cx="684212" cy="314325"/>
        </p:xfrm>
        <a:graphic>
          <a:graphicData uri="http://schemas.openxmlformats.org/presentationml/2006/ole">
            <mc:AlternateContent xmlns:mc="http://schemas.openxmlformats.org/markup-compatibility/2006">
              <mc:Choice xmlns:v="urn:schemas-microsoft-com:vml" Requires="v">
                <p:oleObj spid="_x0000_s136369" name="Equation" r:id="rId16" imgW="469696" imgH="215806" progId="Equation.DSMT4">
                  <p:embed/>
                </p:oleObj>
              </mc:Choice>
              <mc:Fallback>
                <p:oleObj name="Equation" r:id="rId16" imgW="469696" imgH="215806" progId="Equation.DSMT4">
                  <p:embed/>
                  <p:pic>
                    <p:nvPicPr>
                      <p:cNvPr id="138300" name="Object 8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86702" y="3871850"/>
                        <a:ext cx="684212"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89">
            <a:extLst>
              <a:ext uri="{FF2B5EF4-FFF2-40B4-BE49-F238E27FC236}">
                <a16:creationId xmlns:a16="http://schemas.microsoft.com/office/drawing/2014/main" id="{E14936FC-6E32-4E48-A58B-F05D39ACF5A1}"/>
              </a:ext>
            </a:extLst>
          </p:cNvPr>
          <p:cNvGraphicFramePr>
            <a:graphicFrameLocks noChangeAspect="1"/>
          </p:cNvGraphicFramePr>
          <p:nvPr>
            <p:extLst>
              <p:ext uri="{D42A27DB-BD31-4B8C-83A1-F6EECF244321}">
                <p14:modId xmlns:p14="http://schemas.microsoft.com/office/powerpoint/2010/main" val="3313953973"/>
              </p:ext>
            </p:extLst>
          </p:nvPr>
        </p:nvGraphicFramePr>
        <p:xfrm>
          <a:off x="7005135" y="3837782"/>
          <a:ext cx="684213" cy="314325"/>
        </p:xfrm>
        <a:graphic>
          <a:graphicData uri="http://schemas.openxmlformats.org/presentationml/2006/ole">
            <mc:AlternateContent xmlns:mc="http://schemas.openxmlformats.org/markup-compatibility/2006">
              <mc:Choice xmlns:v="urn:schemas-microsoft-com:vml" Requires="v">
                <p:oleObj spid="_x0000_s136370" name="Equation" r:id="rId18" imgW="469696" imgH="215806" progId="Equation.DSMT4">
                  <p:embed/>
                </p:oleObj>
              </mc:Choice>
              <mc:Fallback>
                <p:oleObj name="Equation" r:id="rId18" imgW="469696" imgH="215806" progId="Equation.DSMT4">
                  <p:embed/>
                  <p:pic>
                    <p:nvPicPr>
                      <p:cNvPr id="138301" name="Object 8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05135" y="3837782"/>
                        <a:ext cx="684213"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3" name="Object 87">
                <a:extLst>
                  <a:ext uri="{FF2B5EF4-FFF2-40B4-BE49-F238E27FC236}">
                    <a16:creationId xmlns:a16="http://schemas.microsoft.com/office/drawing/2014/main" id="{6C94AEF9-39E3-4A0D-8DA2-8CFB9A0A7970}"/>
                  </a:ext>
                </a:extLst>
              </p:cNvPr>
              <p:cNvSpPr txBox="1"/>
              <p:nvPr/>
            </p:nvSpPr>
            <p:spPr bwMode="auto">
              <a:xfrm>
                <a:off x="7504705" y="3597140"/>
                <a:ext cx="1137150" cy="484878"/>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altLang="zh-CN" sz="2400" b="0" i="1" smtClean="0">
                              <a:solidFill>
                                <a:srgbClr val="0000FF"/>
                              </a:solidFill>
                              <a:latin typeface="Cambria Math" panose="02040503050406030204" pitchFamily="18" charset="0"/>
                            </a:rPr>
                          </m:ctrlPr>
                        </m:sSubPr>
                        <m:e>
                          <m:r>
                            <a:rPr lang="en-US" altLang="zh-CN" sz="2400" b="0" i="1" smtClean="0">
                              <a:solidFill>
                                <a:srgbClr val="0000FF"/>
                              </a:solidFill>
                              <a:latin typeface="Cambria Math" panose="02040503050406030204" pitchFamily="18" charset="0"/>
                            </a:rPr>
                            <m:t>𝑈</m:t>
                          </m:r>
                        </m:e>
                        <m:sub>
                          <m:r>
                            <a:rPr lang="en-US" altLang="zh-CN" sz="2400" b="0" i="1" smtClean="0">
                              <a:solidFill>
                                <a:srgbClr val="0000FF"/>
                              </a:solidFill>
                              <a:latin typeface="Cambria Math" panose="02040503050406030204" pitchFamily="18" charset="0"/>
                            </a:rPr>
                            <m:t>𝐸</m:t>
                          </m:r>
                        </m:sub>
                      </m:sSub>
                      <m:r>
                        <a:rPr lang="zh-CN" altLang="en-US" sz="2400" i="1">
                          <a:solidFill>
                            <a:srgbClr val="0000FF"/>
                          </a:solidFill>
                          <a:latin typeface="Cambria Math" panose="02040503050406030204" pitchFamily="18" charset="0"/>
                        </a:rPr>
                        <m:t>=</m:t>
                      </m:r>
                      <m:r>
                        <a:rPr lang="en-US" altLang="zh-CN" sz="2400" b="0" i="1" smtClean="0">
                          <a:solidFill>
                            <a:srgbClr val="0000FF"/>
                          </a:solidFill>
                          <a:latin typeface="Cambria Math" panose="02040503050406030204" pitchFamily="18" charset="0"/>
                        </a:rPr>
                        <m:t>−</m:t>
                      </m:r>
                      <m:acc>
                        <m:accPr>
                          <m:chr m:val="⃗"/>
                          <m:ctrlPr>
                            <a:rPr lang="zh-CN" altLang="en-US" sz="2400" i="1">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𝑃</m:t>
                          </m:r>
                        </m:e>
                      </m:acc>
                      <m:r>
                        <a:rPr lang="en-US" altLang="zh-CN" sz="2400" i="1">
                          <a:solidFill>
                            <a:srgbClr val="0000FF"/>
                          </a:solidFill>
                          <a:latin typeface="Cambria Math" panose="02040503050406030204" pitchFamily="18" charset="0"/>
                          <a:ea typeface="Cambria Math" panose="02040503050406030204" pitchFamily="18" charset="0"/>
                        </a:rPr>
                        <m:t>∙</m:t>
                      </m:r>
                      <m:acc>
                        <m:accPr>
                          <m:chr m:val="⃗"/>
                          <m:ctrlPr>
                            <a:rPr lang="zh-CN" altLang="en-US" sz="2400" i="1">
                              <a:solidFill>
                                <a:srgbClr val="0000FF"/>
                              </a:solidFill>
                              <a:latin typeface="Cambria Math" panose="02040503050406030204" pitchFamily="18" charset="0"/>
                            </a:rPr>
                          </m:ctrlPr>
                        </m:accPr>
                        <m:e>
                          <m:r>
                            <a:rPr lang="zh-CN" altLang="en-US" sz="2400" i="1">
                              <a:solidFill>
                                <a:srgbClr val="0000FF"/>
                              </a:solidFill>
                              <a:latin typeface="Cambria Math" panose="02040503050406030204" pitchFamily="18" charset="0"/>
                            </a:rPr>
                            <m:t>𝐸</m:t>
                          </m:r>
                        </m:e>
                      </m:acc>
                    </m:oMath>
                  </m:oMathPara>
                </a14:m>
                <a:endParaRPr lang="zh-CN" altLang="en-US" sz="2400" dirty="0"/>
              </a:p>
            </p:txBody>
          </p:sp>
        </mc:Choice>
        <mc:Fallback xmlns="">
          <p:sp>
            <p:nvSpPr>
              <p:cNvPr id="83" name="Object 87">
                <a:extLst>
                  <a:ext uri="{FF2B5EF4-FFF2-40B4-BE49-F238E27FC236}">
                    <a16:creationId xmlns:a16="http://schemas.microsoft.com/office/drawing/2014/main" id="{6C94AEF9-39E3-4A0D-8DA2-8CFB9A0A7970}"/>
                  </a:ext>
                </a:extLst>
              </p:cNvPr>
              <p:cNvSpPr txBox="1">
                <a:spLocks noRot="1" noChangeAspect="1" noMove="1" noResize="1" noEditPoints="1" noAdjustHandles="1" noChangeArrowheads="1" noChangeShapeType="1" noTextEdit="1"/>
              </p:cNvSpPr>
              <p:nvPr/>
            </p:nvSpPr>
            <p:spPr bwMode="auto">
              <a:xfrm>
                <a:off x="7504705" y="3597140"/>
                <a:ext cx="1137150" cy="484878"/>
              </a:xfrm>
              <a:prstGeom prst="rect">
                <a:avLst/>
              </a:prstGeom>
              <a:blipFill>
                <a:blip r:embed="rId20"/>
                <a:stretch>
                  <a:fillRect t="-75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Object 87">
                <a:extLst>
                  <a:ext uri="{FF2B5EF4-FFF2-40B4-BE49-F238E27FC236}">
                    <a16:creationId xmlns:a16="http://schemas.microsoft.com/office/drawing/2014/main" id="{CCFFDEA5-4038-4FDC-801B-1161D9E0532E}"/>
                  </a:ext>
                </a:extLst>
              </p:cNvPr>
              <p:cNvSpPr txBox="1"/>
              <p:nvPr/>
            </p:nvSpPr>
            <p:spPr bwMode="auto">
              <a:xfrm>
                <a:off x="7059924" y="4574861"/>
                <a:ext cx="1475291" cy="65248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altLang="zh-CN" b="0" i="1" smtClean="0">
                              <a:solidFill>
                                <a:srgbClr val="0000FF"/>
                              </a:solidFill>
                              <a:latin typeface="Cambria Math" panose="02040503050406030204" pitchFamily="18" charset="0"/>
                            </a:rPr>
                          </m:ctrlPr>
                        </m:sSubPr>
                        <m:e>
                          <m:r>
                            <a:rPr lang="en-US" altLang="zh-CN" b="0" i="1" smtClean="0">
                              <a:solidFill>
                                <a:srgbClr val="0000FF"/>
                              </a:solidFill>
                              <a:latin typeface="Cambria Math" panose="02040503050406030204" pitchFamily="18" charset="0"/>
                            </a:rPr>
                            <m:t>𝑈</m:t>
                          </m:r>
                        </m:e>
                        <m:sub>
                          <m:r>
                            <a:rPr lang="en-US" altLang="zh-CN" b="0" i="1" smtClean="0">
                              <a:solidFill>
                                <a:srgbClr val="0000FF"/>
                              </a:solidFill>
                              <a:latin typeface="Cambria Math" panose="02040503050406030204" pitchFamily="18" charset="0"/>
                            </a:rPr>
                            <m:t>𝑀</m:t>
                          </m:r>
                        </m:sub>
                      </m:sSub>
                      <m:r>
                        <a:rPr lang="zh-CN" altLang="en-US" i="1">
                          <a:solidFill>
                            <a:srgbClr val="0000FF"/>
                          </a:solidFill>
                          <a:latin typeface="Cambria Math" panose="02040503050406030204" pitchFamily="18" charset="0"/>
                        </a:rPr>
                        <m:t>=</m:t>
                      </m:r>
                      <m:r>
                        <a:rPr lang="en-US" altLang="zh-CN" b="0" i="1" smtClean="0">
                          <a:solidFill>
                            <a:srgbClr val="0000FF"/>
                          </a:solidFill>
                          <a:latin typeface="Cambria Math" panose="02040503050406030204" pitchFamily="18" charset="0"/>
                        </a:rPr>
                        <m:t>−</m:t>
                      </m:r>
                      <m:acc>
                        <m:accPr>
                          <m:chr m:val="⃗"/>
                          <m:ctrlPr>
                            <a:rPr lang="zh-CN" altLang="en-US" i="1">
                              <a:solidFill>
                                <a:srgbClr val="0000FF"/>
                              </a:solidFill>
                              <a:latin typeface="Cambria Math" panose="02040503050406030204" pitchFamily="18" charset="0"/>
                            </a:rPr>
                          </m:ctrlPr>
                        </m:accPr>
                        <m:e>
                          <m:r>
                            <a:rPr lang="en-US" altLang="zh-CN" b="0" i="1" smtClean="0">
                              <a:solidFill>
                                <a:srgbClr val="0000FF"/>
                              </a:solidFill>
                              <a:latin typeface="Cambria Math" panose="02040503050406030204" pitchFamily="18" charset="0"/>
                            </a:rPr>
                            <m:t>𝑚</m:t>
                          </m:r>
                        </m:e>
                      </m:acc>
                      <m:r>
                        <a:rPr lang="en-US" altLang="zh-CN" i="1">
                          <a:solidFill>
                            <a:srgbClr val="0000FF"/>
                          </a:solidFill>
                          <a:latin typeface="Cambria Math" panose="02040503050406030204" pitchFamily="18" charset="0"/>
                          <a:ea typeface="Cambria Math" panose="02040503050406030204" pitchFamily="18" charset="0"/>
                        </a:rPr>
                        <m:t>∙</m:t>
                      </m:r>
                      <m:acc>
                        <m:accPr>
                          <m:chr m:val="⃗"/>
                          <m:ctrlPr>
                            <a:rPr lang="zh-CN" altLang="en-US" i="1" smtClean="0">
                              <a:solidFill>
                                <a:srgbClr val="0000FF"/>
                              </a:solidFill>
                              <a:latin typeface="Cambria Math" panose="02040503050406030204" pitchFamily="18" charset="0"/>
                            </a:rPr>
                          </m:ctrlPr>
                        </m:accPr>
                        <m:e>
                          <m:r>
                            <a:rPr lang="en-US" altLang="zh-CN" b="0" i="1" smtClean="0">
                              <a:solidFill>
                                <a:srgbClr val="0000FF"/>
                              </a:solidFill>
                              <a:latin typeface="Cambria Math" panose="02040503050406030204" pitchFamily="18" charset="0"/>
                            </a:rPr>
                            <m:t>𝐵</m:t>
                          </m:r>
                        </m:e>
                      </m:acc>
                    </m:oMath>
                  </m:oMathPara>
                </a14:m>
                <a:endParaRPr lang="zh-CN" altLang="en-US" dirty="0"/>
              </a:p>
            </p:txBody>
          </p:sp>
        </mc:Choice>
        <mc:Fallback xmlns="">
          <p:sp>
            <p:nvSpPr>
              <p:cNvPr id="86" name="Object 87">
                <a:extLst>
                  <a:ext uri="{FF2B5EF4-FFF2-40B4-BE49-F238E27FC236}">
                    <a16:creationId xmlns:a16="http://schemas.microsoft.com/office/drawing/2014/main" id="{CCFFDEA5-4038-4FDC-801B-1161D9E0532E}"/>
                  </a:ext>
                </a:extLst>
              </p:cNvPr>
              <p:cNvSpPr txBox="1">
                <a:spLocks noRot="1" noChangeAspect="1" noMove="1" noResize="1" noEditPoints="1" noAdjustHandles="1" noChangeArrowheads="1" noChangeShapeType="1" noTextEdit="1"/>
              </p:cNvSpPr>
              <p:nvPr/>
            </p:nvSpPr>
            <p:spPr bwMode="auto">
              <a:xfrm>
                <a:off x="7059924" y="4574861"/>
                <a:ext cx="1475291" cy="652488"/>
              </a:xfrm>
              <a:prstGeom prst="rect">
                <a:avLst/>
              </a:prstGeom>
              <a:blipFill>
                <a:blip r:embed="rId2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Object 87">
                <a:extLst>
                  <a:ext uri="{FF2B5EF4-FFF2-40B4-BE49-F238E27FC236}">
                    <a16:creationId xmlns:a16="http://schemas.microsoft.com/office/drawing/2014/main" id="{62DE2647-34F7-411D-BC99-2FBE4F023CCB}"/>
                  </a:ext>
                </a:extLst>
              </p:cNvPr>
              <p:cNvSpPr txBox="1"/>
              <p:nvPr/>
            </p:nvSpPr>
            <p:spPr bwMode="auto">
              <a:xfrm>
                <a:off x="7415365" y="4282824"/>
                <a:ext cx="1007101" cy="515937"/>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acc>
                        <m:accPr>
                          <m:chr m:val="⃗"/>
                          <m:ctrlPr>
                            <a:rPr lang="zh-CN" altLang="en-US" i="1" smtClean="0">
                              <a:solidFill>
                                <a:srgbClr val="0000FF"/>
                              </a:solidFill>
                              <a:latin typeface="Cambria Math" panose="02040503050406030204" pitchFamily="18" charset="0"/>
                            </a:rPr>
                          </m:ctrlPr>
                        </m:accPr>
                        <m:e>
                          <m:r>
                            <a:rPr lang="zh-CN" altLang="en-US" i="1">
                              <a:solidFill>
                                <a:srgbClr val="0000FF"/>
                              </a:solidFill>
                              <a:latin typeface="Cambria Math" panose="02040503050406030204" pitchFamily="18" charset="0"/>
                            </a:rPr>
                            <m:t>𝐿</m:t>
                          </m:r>
                        </m:e>
                      </m:acc>
                      <m:r>
                        <a:rPr lang="zh-CN" altLang="en-US" i="1">
                          <a:solidFill>
                            <a:srgbClr val="0000FF"/>
                          </a:solidFill>
                          <a:latin typeface="Cambria Math" panose="02040503050406030204" pitchFamily="18" charset="0"/>
                        </a:rPr>
                        <m:t>=</m:t>
                      </m:r>
                      <m:acc>
                        <m:accPr>
                          <m:chr m:val="⃗"/>
                          <m:ctrlPr>
                            <a:rPr lang="zh-CN" altLang="en-US" i="1">
                              <a:solidFill>
                                <a:srgbClr val="0000FF"/>
                              </a:solidFill>
                              <a:latin typeface="Cambria Math" panose="02040503050406030204" pitchFamily="18" charset="0"/>
                            </a:rPr>
                          </m:ctrlPr>
                        </m:accPr>
                        <m:e>
                          <m:r>
                            <a:rPr lang="en-US" altLang="zh-CN" b="0" i="1" smtClean="0">
                              <a:solidFill>
                                <a:srgbClr val="0000FF"/>
                              </a:solidFill>
                              <a:latin typeface="Cambria Math" panose="02040503050406030204" pitchFamily="18" charset="0"/>
                            </a:rPr>
                            <m:t>𝑚</m:t>
                          </m:r>
                        </m:e>
                      </m:acc>
                      <m:r>
                        <a:rPr lang="zh-CN" altLang="en-US" i="1">
                          <a:solidFill>
                            <a:srgbClr val="0000FF"/>
                          </a:solidFill>
                          <a:latin typeface="Cambria Math" panose="02040503050406030204" pitchFamily="18" charset="0"/>
                        </a:rPr>
                        <m:t>×</m:t>
                      </m:r>
                      <m:acc>
                        <m:accPr>
                          <m:chr m:val="⃗"/>
                          <m:ctrlPr>
                            <a:rPr lang="zh-CN" altLang="en-US" i="1">
                              <a:solidFill>
                                <a:srgbClr val="0000FF"/>
                              </a:solidFill>
                              <a:latin typeface="Cambria Math" panose="02040503050406030204" pitchFamily="18" charset="0"/>
                            </a:rPr>
                          </m:ctrlPr>
                        </m:accPr>
                        <m:e>
                          <m:r>
                            <a:rPr lang="en-US" altLang="zh-CN" b="0" i="1" smtClean="0">
                              <a:solidFill>
                                <a:srgbClr val="0000FF"/>
                              </a:solidFill>
                              <a:latin typeface="Cambria Math" panose="02040503050406030204" pitchFamily="18" charset="0"/>
                            </a:rPr>
                            <m:t>𝐵</m:t>
                          </m:r>
                        </m:e>
                      </m:acc>
                    </m:oMath>
                  </m:oMathPara>
                </a14:m>
                <a:endParaRPr lang="zh-CN" altLang="en-US" dirty="0"/>
              </a:p>
            </p:txBody>
          </p:sp>
        </mc:Choice>
        <mc:Fallback xmlns="">
          <p:sp>
            <p:nvSpPr>
              <p:cNvPr id="87" name="Object 87">
                <a:extLst>
                  <a:ext uri="{FF2B5EF4-FFF2-40B4-BE49-F238E27FC236}">
                    <a16:creationId xmlns:a16="http://schemas.microsoft.com/office/drawing/2014/main" id="{62DE2647-34F7-411D-BC99-2FBE4F023CCB}"/>
                  </a:ext>
                </a:extLst>
              </p:cNvPr>
              <p:cNvSpPr txBox="1">
                <a:spLocks noRot="1" noChangeAspect="1" noMove="1" noResize="1" noEditPoints="1" noAdjustHandles="1" noChangeArrowheads="1" noChangeShapeType="1" noTextEdit="1"/>
              </p:cNvSpPr>
              <p:nvPr/>
            </p:nvSpPr>
            <p:spPr bwMode="auto">
              <a:xfrm>
                <a:off x="7415365" y="4282824"/>
                <a:ext cx="1007101" cy="515937"/>
              </a:xfrm>
              <a:prstGeom prst="rect">
                <a:avLst/>
              </a:prstGeom>
              <a:blipFill>
                <a:blip r:embed="rId22"/>
                <a:stretch>
                  <a:fillRect/>
                </a:stretch>
              </a:blipFill>
              <a:ln>
                <a:noFill/>
              </a:ln>
              <a:effectLst/>
            </p:spPr>
            <p:txBody>
              <a:bodyPr/>
              <a:lstStyle/>
              <a:p>
                <a:r>
                  <a:rPr lang="zh-CN" altLang="en-US">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1865313" y="233363"/>
            <a:ext cx="4005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b="1">
                <a:solidFill>
                  <a:srgbClr val="FF0000"/>
                </a:solidFill>
                <a:latin typeface="Times New Roman" panose="02020603050405020304" pitchFamily="18" charset="0"/>
                <a:ea typeface="华文行楷" panose="02010800040101010101" pitchFamily="2" charset="-122"/>
              </a:rPr>
              <a:t>与电偶极子类比</a:t>
            </a:r>
            <a:endParaRPr lang="zh-CN" altLang="en-US" sz="2400">
              <a:latin typeface="Times New Roman" panose="02020603050405020304" pitchFamily="18" charset="0"/>
              <a:ea typeface="华文行楷" panose="02010800040101010101" pitchFamily="2" charset="-122"/>
            </a:endParaRPr>
          </a:p>
        </p:txBody>
      </p:sp>
      <p:graphicFrame>
        <p:nvGraphicFramePr>
          <p:cNvPr id="138243" name="Object 3"/>
          <p:cNvGraphicFramePr>
            <a:graphicFrameLocks noChangeAspect="1"/>
          </p:cNvGraphicFramePr>
          <p:nvPr/>
        </p:nvGraphicFramePr>
        <p:xfrm>
          <a:off x="7851775" y="2303463"/>
          <a:ext cx="592138" cy="576262"/>
        </p:xfrm>
        <a:graphic>
          <a:graphicData uri="http://schemas.openxmlformats.org/presentationml/2006/ole">
            <mc:AlternateContent xmlns:mc="http://schemas.openxmlformats.org/markup-compatibility/2006">
              <mc:Choice xmlns:v="urn:schemas-microsoft-com:vml" Requires="v">
                <p:oleObj spid="_x0000_s138466" name="Equation" r:id="rId4" imgW="406048" imgH="393359" progId="Equation.DSMT4">
                  <p:embed/>
                </p:oleObj>
              </mc:Choice>
              <mc:Fallback>
                <p:oleObj name="Equation" r:id="rId4" imgW="406048" imgH="39335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1775" y="2303463"/>
                        <a:ext cx="592138"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8244" name="Group 4"/>
          <p:cNvGrpSpPr>
            <a:grpSpLocks/>
          </p:cNvGrpSpPr>
          <p:nvPr/>
        </p:nvGrpSpPr>
        <p:grpSpPr bwMode="auto">
          <a:xfrm>
            <a:off x="7175501" y="684213"/>
            <a:ext cx="1755775" cy="1485900"/>
            <a:chOff x="442" y="3067"/>
            <a:chExt cx="1106" cy="936"/>
          </a:xfrm>
        </p:grpSpPr>
        <p:sp>
          <p:nvSpPr>
            <p:cNvPr id="138324" name="Line 5"/>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5" name="Line 6"/>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6" name="Line 7"/>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7" name="Line 8"/>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8" name="Line 9"/>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9" name="Line 10"/>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45" name="Text Box 11"/>
          <p:cNvSpPr txBox="1">
            <a:spLocks noChangeArrowheads="1"/>
          </p:cNvSpPr>
          <p:nvPr/>
        </p:nvSpPr>
        <p:spPr bwMode="auto">
          <a:xfrm>
            <a:off x="7986713" y="122396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P</a:t>
            </a:r>
          </a:p>
        </p:txBody>
      </p:sp>
      <p:sp>
        <p:nvSpPr>
          <p:cNvPr id="138246" name="Text Box 12"/>
          <p:cNvSpPr txBox="1">
            <a:spLocks noChangeArrowheads="1"/>
          </p:cNvSpPr>
          <p:nvPr/>
        </p:nvSpPr>
        <p:spPr bwMode="auto">
          <a:xfrm>
            <a:off x="9021763" y="109061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E</a:t>
            </a:r>
          </a:p>
        </p:txBody>
      </p:sp>
      <p:grpSp>
        <p:nvGrpSpPr>
          <p:cNvPr id="138247" name="Group 13"/>
          <p:cNvGrpSpPr>
            <a:grpSpLocks/>
          </p:cNvGrpSpPr>
          <p:nvPr/>
        </p:nvGrpSpPr>
        <p:grpSpPr bwMode="auto">
          <a:xfrm>
            <a:off x="4340226" y="728663"/>
            <a:ext cx="1755775" cy="1485900"/>
            <a:chOff x="442" y="3067"/>
            <a:chExt cx="1106" cy="936"/>
          </a:xfrm>
        </p:grpSpPr>
        <p:sp>
          <p:nvSpPr>
            <p:cNvPr id="138318" name="Line 14"/>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9" name="Line 15"/>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0" name="Line 16"/>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1" name="Line 17"/>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2" name="Line 18"/>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3" name="Line 19"/>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48" name="Text Box 20"/>
          <p:cNvSpPr txBox="1">
            <a:spLocks noChangeArrowheads="1"/>
          </p:cNvSpPr>
          <p:nvPr/>
        </p:nvSpPr>
        <p:spPr bwMode="auto">
          <a:xfrm>
            <a:off x="4656138" y="126841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P</a:t>
            </a:r>
          </a:p>
        </p:txBody>
      </p:sp>
      <p:sp>
        <p:nvSpPr>
          <p:cNvPr id="138249" name="Text Box 21"/>
          <p:cNvSpPr txBox="1">
            <a:spLocks noChangeArrowheads="1"/>
          </p:cNvSpPr>
          <p:nvPr/>
        </p:nvSpPr>
        <p:spPr bwMode="auto">
          <a:xfrm>
            <a:off x="6051551" y="819151"/>
            <a:ext cx="449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E</a:t>
            </a:r>
          </a:p>
        </p:txBody>
      </p:sp>
      <p:grpSp>
        <p:nvGrpSpPr>
          <p:cNvPr id="138250" name="Group 22"/>
          <p:cNvGrpSpPr>
            <a:grpSpLocks/>
          </p:cNvGrpSpPr>
          <p:nvPr/>
        </p:nvGrpSpPr>
        <p:grpSpPr bwMode="auto">
          <a:xfrm>
            <a:off x="1955801" y="819150"/>
            <a:ext cx="1755775" cy="1485900"/>
            <a:chOff x="442" y="3067"/>
            <a:chExt cx="1106" cy="936"/>
          </a:xfrm>
        </p:grpSpPr>
        <p:sp>
          <p:nvSpPr>
            <p:cNvPr id="138312" name="Line 23"/>
            <p:cNvSpPr>
              <a:spLocks noChangeShapeType="1"/>
            </p:cNvSpPr>
            <p:nvPr/>
          </p:nvSpPr>
          <p:spPr bwMode="auto">
            <a:xfrm>
              <a:off x="442" y="306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3" name="Line 24"/>
            <p:cNvSpPr>
              <a:spLocks noChangeShapeType="1"/>
            </p:cNvSpPr>
            <p:nvPr/>
          </p:nvSpPr>
          <p:spPr bwMode="auto">
            <a:xfrm>
              <a:off x="442" y="3237"/>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4" name="Line 25"/>
            <p:cNvSpPr>
              <a:spLocks noChangeShapeType="1"/>
            </p:cNvSpPr>
            <p:nvPr/>
          </p:nvSpPr>
          <p:spPr bwMode="auto">
            <a:xfrm>
              <a:off x="442" y="3436"/>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5" name="Line 26"/>
            <p:cNvSpPr>
              <a:spLocks noChangeShapeType="1"/>
            </p:cNvSpPr>
            <p:nvPr/>
          </p:nvSpPr>
          <p:spPr bwMode="auto">
            <a:xfrm>
              <a:off x="442" y="363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6" name="Line 27"/>
            <p:cNvSpPr>
              <a:spLocks noChangeShapeType="1"/>
            </p:cNvSpPr>
            <p:nvPr/>
          </p:nvSpPr>
          <p:spPr bwMode="auto">
            <a:xfrm>
              <a:off x="442" y="3804"/>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17" name="Line 28"/>
            <p:cNvSpPr>
              <a:spLocks noChangeShapeType="1"/>
            </p:cNvSpPr>
            <p:nvPr/>
          </p:nvSpPr>
          <p:spPr bwMode="auto">
            <a:xfrm>
              <a:off x="442" y="4003"/>
              <a:ext cx="1106"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51" name="Text Box 29"/>
          <p:cNvSpPr txBox="1">
            <a:spLocks noChangeArrowheads="1"/>
          </p:cNvSpPr>
          <p:nvPr/>
        </p:nvSpPr>
        <p:spPr bwMode="auto">
          <a:xfrm>
            <a:off x="2674938" y="1584326"/>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P</a:t>
            </a:r>
          </a:p>
        </p:txBody>
      </p:sp>
      <p:sp>
        <p:nvSpPr>
          <p:cNvPr id="138252" name="Text Box 30"/>
          <p:cNvSpPr txBox="1">
            <a:spLocks noChangeArrowheads="1"/>
          </p:cNvSpPr>
          <p:nvPr/>
        </p:nvSpPr>
        <p:spPr bwMode="auto">
          <a:xfrm>
            <a:off x="3530601" y="954088"/>
            <a:ext cx="449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E</a:t>
            </a:r>
          </a:p>
        </p:txBody>
      </p:sp>
      <p:sp>
        <p:nvSpPr>
          <p:cNvPr id="138253" name="Line 31"/>
          <p:cNvSpPr>
            <a:spLocks noChangeShapeType="1"/>
          </p:cNvSpPr>
          <p:nvPr/>
        </p:nvSpPr>
        <p:spPr bwMode="auto">
          <a:xfrm>
            <a:off x="1955801" y="3159125"/>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4" name="Line 32"/>
          <p:cNvSpPr>
            <a:spLocks noChangeShapeType="1"/>
          </p:cNvSpPr>
          <p:nvPr/>
        </p:nvSpPr>
        <p:spPr bwMode="auto">
          <a:xfrm>
            <a:off x="1955801" y="3429000"/>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5" name="Line 33"/>
          <p:cNvSpPr>
            <a:spLocks noChangeShapeType="1"/>
          </p:cNvSpPr>
          <p:nvPr/>
        </p:nvSpPr>
        <p:spPr bwMode="auto">
          <a:xfrm>
            <a:off x="1955801" y="3744913"/>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6" name="Line 34"/>
          <p:cNvSpPr>
            <a:spLocks noChangeShapeType="1"/>
          </p:cNvSpPr>
          <p:nvPr/>
        </p:nvSpPr>
        <p:spPr bwMode="auto">
          <a:xfrm>
            <a:off x="1955801" y="4059238"/>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7" name="Line 35"/>
          <p:cNvSpPr>
            <a:spLocks noChangeShapeType="1"/>
          </p:cNvSpPr>
          <p:nvPr/>
        </p:nvSpPr>
        <p:spPr bwMode="auto">
          <a:xfrm>
            <a:off x="1955801" y="4329113"/>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8" name="Line 36"/>
          <p:cNvSpPr>
            <a:spLocks noChangeShapeType="1"/>
          </p:cNvSpPr>
          <p:nvPr/>
        </p:nvSpPr>
        <p:spPr bwMode="auto">
          <a:xfrm>
            <a:off x="1955801" y="4645025"/>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9" name="Text Box 37"/>
          <p:cNvSpPr txBox="1">
            <a:spLocks noChangeArrowheads="1"/>
          </p:cNvSpPr>
          <p:nvPr/>
        </p:nvSpPr>
        <p:spPr bwMode="auto">
          <a:xfrm>
            <a:off x="2809876" y="3789363"/>
            <a:ext cx="449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P</a:t>
            </a:r>
          </a:p>
        </p:txBody>
      </p:sp>
      <p:sp>
        <p:nvSpPr>
          <p:cNvPr id="138260" name="Text Box 38"/>
          <p:cNvSpPr txBox="1">
            <a:spLocks noChangeArrowheads="1"/>
          </p:cNvSpPr>
          <p:nvPr/>
        </p:nvSpPr>
        <p:spPr bwMode="auto">
          <a:xfrm>
            <a:off x="3665538" y="3698876"/>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E</a:t>
            </a:r>
          </a:p>
        </p:txBody>
      </p:sp>
      <p:sp>
        <p:nvSpPr>
          <p:cNvPr id="138261" name="Line 39"/>
          <p:cNvSpPr>
            <a:spLocks noChangeShapeType="1"/>
          </p:cNvSpPr>
          <p:nvPr/>
        </p:nvSpPr>
        <p:spPr bwMode="auto">
          <a:xfrm>
            <a:off x="4610101" y="3114675"/>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2" name="Line 40"/>
          <p:cNvSpPr>
            <a:spLocks noChangeShapeType="1"/>
          </p:cNvSpPr>
          <p:nvPr/>
        </p:nvSpPr>
        <p:spPr bwMode="auto">
          <a:xfrm>
            <a:off x="4610101" y="3384550"/>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3" name="Line 41"/>
          <p:cNvSpPr>
            <a:spLocks noChangeShapeType="1"/>
          </p:cNvSpPr>
          <p:nvPr/>
        </p:nvSpPr>
        <p:spPr bwMode="auto">
          <a:xfrm>
            <a:off x="4610101" y="3700463"/>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4" name="Line 42"/>
          <p:cNvSpPr>
            <a:spLocks noChangeShapeType="1"/>
          </p:cNvSpPr>
          <p:nvPr/>
        </p:nvSpPr>
        <p:spPr bwMode="auto">
          <a:xfrm>
            <a:off x="4610101" y="4014788"/>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5" name="Line 43"/>
          <p:cNvSpPr>
            <a:spLocks noChangeShapeType="1"/>
          </p:cNvSpPr>
          <p:nvPr/>
        </p:nvSpPr>
        <p:spPr bwMode="auto">
          <a:xfrm>
            <a:off x="4610101" y="4284663"/>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6" name="Line 44"/>
          <p:cNvSpPr>
            <a:spLocks noChangeShapeType="1"/>
          </p:cNvSpPr>
          <p:nvPr/>
        </p:nvSpPr>
        <p:spPr bwMode="auto">
          <a:xfrm>
            <a:off x="4610101" y="4600575"/>
            <a:ext cx="1755775" cy="0"/>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7" name="Text Box 45"/>
          <p:cNvSpPr txBox="1">
            <a:spLocks noChangeArrowheads="1"/>
          </p:cNvSpPr>
          <p:nvPr/>
        </p:nvSpPr>
        <p:spPr bwMode="auto">
          <a:xfrm>
            <a:off x="5105401" y="4059238"/>
            <a:ext cx="449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P</a:t>
            </a:r>
          </a:p>
        </p:txBody>
      </p:sp>
      <p:sp>
        <p:nvSpPr>
          <p:cNvPr id="138268" name="Text Box 46"/>
          <p:cNvSpPr txBox="1">
            <a:spLocks noChangeArrowheads="1"/>
          </p:cNvSpPr>
          <p:nvPr/>
        </p:nvSpPr>
        <p:spPr bwMode="auto">
          <a:xfrm>
            <a:off x="6319838" y="3654426"/>
            <a:ext cx="449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b="1">
                <a:solidFill>
                  <a:srgbClr val="FF0000"/>
                </a:solidFill>
                <a:latin typeface="Times New Roman" panose="02020603050405020304" pitchFamily="18" charset="0"/>
              </a:rPr>
              <a:t>E</a:t>
            </a:r>
          </a:p>
        </p:txBody>
      </p:sp>
      <p:graphicFrame>
        <p:nvGraphicFramePr>
          <p:cNvPr id="138269" name="Object 47"/>
          <p:cNvGraphicFramePr>
            <a:graphicFrameLocks noChangeAspect="1"/>
          </p:cNvGraphicFramePr>
          <p:nvPr/>
        </p:nvGraphicFramePr>
        <p:xfrm>
          <a:off x="2495550" y="4778376"/>
          <a:ext cx="592138" cy="576263"/>
        </p:xfrm>
        <a:graphic>
          <a:graphicData uri="http://schemas.openxmlformats.org/presentationml/2006/ole">
            <mc:AlternateContent xmlns:mc="http://schemas.openxmlformats.org/markup-compatibility/2006">
              <mc:Choice xmlns:v="urn:schemas-microsoft-com:vml" Requires="v">
                <p:oleObj spid="_x0000_s138467" name="Equation" r:id="rId6" imgW="406048" imgH="393359" progId="Equation.DSMT4">
                  <p:embed/>
                </p:oleObj>
              </mc:Choice>
              <mc:Fallback>
                <p:oleObj name="Equation" r:id="rId6" imgW="406048" imgH="393359" progId="Equation.DSMT4">
                  <p:embed/>
                  <p:pic>
                    <p:nvPicPr>
                      <p:cNvPr id="0" name="Object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550" y="4778376"/>
                        <a:ext cx="5921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70" name="Object 48"/>
          <p:cNvGraphicFramePr>
            <a:graphicFrameLocks noChangeAspect="1"/>
          </p:cNvGraphicFramePr>
          <p:nvPr/>
        </p:nvGraphicFramePr>
        <p:xfrm>
          <a:off x="4926014" y="2349501"/>
          <a:ext cx="592137" cy="576263"/>
        </p:xfrm>
        <a:graphic>
          <a:graphicData uri="http://schemas.openxmlformats.org/presentationml/2006/ole">
            <mc:AlternateContent xmlns:mc="http://schemas.openxmlformats.org/markup-compatibility/2006">
              <mc:Choice xmlns:v="urn:schemas-microsoft-com:vml" Requires="v">
                <p:oleObj spid="_x0000_s138468" name="Equation" r:id="rId8" imgW="406048" imgH="393359" progId="Equation.DSMT4">
                  <p:embed/>
                </p:oleObj>
              </mc:Choice>
              <mc:Fallback>
                <p:oleObj name="Equation" r:id="rId8" imgW="406048" imgH="393359" progId="Equation.DSMT4">
                  <p:embed/>
                  <p:pic>
                    <p:nvPicPr>
                      <p:cNvPr id="0" name="Object 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6014" y="2349501"/>
                        <a:ext cx="5921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71" name="Object 49"/>
          <p:cNvGraphicFramePr>
            <a:graphicFrameLocks noChangeAspect="1"/>
          </p:cNvGraphicFramePr>
          <p:nvPr/>
        </p:nvGraphicFramePr>
        <p:xfrm>
          <a:off x="4610101" y="4824413"/>
          <a:ext cx="517525" cy="260350"/>
        </p:xfrm>
        <a:graphic>
          <a:graphicData uri="http://schemas.openxmlformats.org/presentationml/2006/ole">
            <mc:AlternateContent xmlns:mc="http://schemas.openxmlformats.org/markup-compatibility/2006">
              <mc:Choice xmlns:v="urn:schemas-microsoft-com:vml" Requires="v">
                <p:oleObj spid="_x0000_s138469" name="Equation" r:id="rId10" imgW="355138" imgH="177569" progId="Equation.DSMT4">
                  <p:embed/>
                </p:oleObj>
              </mc:Choice>
              <mc:Fallback>
                <p:oleObj name="Equation" r:id="rId10" imgW="355138" imgH="177569" progId="Equation.DSMT4">
                  <p:embed/>
                  <p:pic>
                    <p:nvPicPr>
                      <p:cNvPr id="0" name="Object 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10101" y="4824413"/>
                        <a:ext cx="5175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72" name="Object 50"/>
          <p:cNvGraphicFramePr>
            <a:graphicFrameLocks noChangeAspect="1"/>
          </p:cNvGraphicFramePr>
          <p:nvPr/>
        </p:nvGraphicFramePr>
        <p:xfrm>
          <a:off x="1909764" y="2528888"/>
          <a:ext cx="555625" cy="260350"/>
        </p:xfrm>
        <a:graphic>
          <a:graphicData uri="http://schemas.openxmlformats.org/presentationml/2006/ole">
            <mc:AlternateContent xmlns:mc="http://schemas.openxmlformats.org/markup-compatibility/2006">
              <mc:Choice xmlns:v="urn:schemas-microsoft-com:vml" Requires="v">
                <p:oleObj spid="_x0000_s138470" name="Equation" r:id="rId12" imgW="380670" imgH="177646" progId="Equation.DSMT4">
                  <p:embed/>
                </p:oleObj>
              </mc:Choice>
              <mc:Fallback>
                <p:oleObj name="Equation" r:id="rId12" imgW="380670" imgH="177646" progId="Equation.DSMT4">
                  <p:embed/>
                  <p:pic>
                    <p:nvPicPr>
                      <p:cNvPr id="0" name="Object 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9764" y="2528888"/>
                        <a:ext cx="5556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73" name="Text Box 51"/>
          <p:cNvSpPr txBox="1">
            <a:spLocks noChangeArrowheads="1"/>
          </p:cNvSpPr>
          <p:nvPr/>
        </p:nvSpPr>
        <p:spPr bwMode="auto">
          <a:xfrm>
            <a:off x="7040564" y="3384551"/>
            <a:ext cx="27003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电场中的电偶极子</a:t>
            </a:r>
            <a:r>
              <a:rPr lang="en-US" altLang="zh-CN" sz="1800">
                <a:latin typeface="Symbol" panose="05050102010706020507" pitchFamily="18" charset="2"/>
              </a:rPr>
              <a:t>:</a:t>
            </a:r>
          </a:p>
        </p:txBody>
      </p:sp>
      <p:grpSp>
        <p:nvGrpSpPr>
          <p:cNvPr id="138274" name="Group 52"/>
          <p:cNvGrpSpPr>
            <a:grpSpLocks/>
          </p:cNvGrpSpPr>
          <p:nvPr/>
        </p:nvGrpSpPr>
        <p:grpSpPr bwMode="auto">
          <a:xfrm>
            <a:off x="5195889" y="1628776"/>
            <a:ext cx="269875" cy="269875"/>
            <a:chOff x="1746" y="3719"/>
            <a:chExt cx="170" cy="170"/>
          </a:xfrm>
        </p:grpSpPr>
        <p:sp>
          <p:nvSpPr>
            <p:cNvPr id="138310" name="Oval 53"/>
            <p:cNvSpPr>
              <a:spLocks noChangeArrowheads="1"/>
            </p:cNvSpPr>
            <p:nvPr/>
          </p:nvSpPr>
          <p:spPr bwMode="auto">
            <a:xfrm>
              <a:off x="1746" y="3719"/>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311" name="Line 54"/>
            <p:cNvSpPr>
              <a:spLocks noChangeShapeType="1"/>
            </p:cNvSpPr>
            <p:nvPr/>
          </p:nvSpPr>
          <p:spPr bwMode="auto">
            <a:xfrm>
              <a:off x="1774" y="3804"/>
              <a:ext cx="11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75" name="AutoShape 55"/>
          <p:cNvSpPr>
            <a:spLocks noChangeArrowheads="1"/>
          </p:cNvSpPr>
          <p:nvPr/>
        </p:nvSpPr>
        <p:spPr bwMode="auto">
          <a:xfrm>
            <a:off x="4881563" y="954089"/>
            <a:ext cx="271462" cy="269875"/>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276" name="Line 56"/>
          <p:cNvSpPr>
            <a:spLocks noChangeShapeType="1"/>
          </p:cNvSpPr>
          <p:nvPr/>
        </p:nvSpPr>
        <p:spPr bwMode="auto">
          <a:xfrm flipH="1">
            <a:off x="4881564" y="3878263"/>
            <a:ext cx="765175" cy="0"/>
          </a:xfrm>
          <a:prstGeom prst="line">
            <a:avLst/>
          </a:prstGeom>
          <a:noFill/>
          <a:ln w="952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8277" name="Group 57"/>
          <p:cNvGrpSpPr>
            <a:grpSpLocks/>
          </p:cNvGrpSpPr>
          <p:nvPr/>
        </p:nvGrpSpPr>
        <p:grpSpPr bwMode="auto">
          <a:xfrm>
            <a:off x="3216276" y="1403351"/>
            <a:ext cx="269875" cy="269875"/>
            <a:chOff x="1746" y="3719"/>
            <a:chExt cx="170" cy="170"/>
          </a:xfrm>
        </p:grpSpPr>
        <p:sp>
          <p:nvSpPr>
            <p:cNvPr id="138308" name="Oval 58"/>
            <p:cNvSpPr>
              <a:spLocks noChangeArrowheads="1"/>
            </p:cNvSpPr>
            <p:nvPr/>
          </p:nvSpPr>
          <p:spPr bwMode="auto">
            <a:xfrm>
              <a:off x="1746" y="3719"/>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309" name="Line 59"/>
            <p:cNvSpPr>
              <a:spLocks noChangeShapeType="1"/>
            </p:cNvSpPr>
            <p:nvPr/>
          </p:nvSpPr>
          <p:spPr bwMode="auto">
            <a:xfrm>
              <a:off x="1774" y="3804"/>
              <a:ext cx="11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78" name="AutoShape 60"/>
          <p:cNvSpPr>
            <a:spLocks noChangeArrowheads="1"/>
          </p:cNvSpPr>
          <p:nvPr/>
        </p:nvSpPr>
        <p:spPr bwMode="auto">
          <a:xfrm>
            <a:off x="2316163" y="1403351"/>
            <a:ext cx="271462" cy="269875"/>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279" name="Line 61"/>
          <p:cNvSpPr>
            <a:spLocks noChangeShapeType="1"/>
          </p:cNvSpPr>
          <p:nvPr/>
        </p:nvSpPr>
        <p:spPr bwMode="auto">
          <a:xfrm flipH="1">
            <a:off x="2586038" y="1538288"/>
            <a:ext cx="5842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0" name="Line 62"/>
          <p:cNvSpPr>
            <a:spLocks noChangeShapeType="1"/>
          </p:cNvSpPr>
          <p:nvPr/>
        </p:nvSpPr>
        <p:spPr bwMode="auto">
          <a:xfrm flipH="1">
            <a:off x="2900363" y="1628775"/>
            <a:ext cx="360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1" name="Line 63"/>
          <p:cNvSpPr>
            <a:spLocks noChangeShapeType="1"/>
          </p:cNvSpPr>
          <p:nvPr/>
        </p:nvSpPr>
        <p:spPr bwMode="auto">
          <a:xfrm flipH="1">
            <a:off x="2540001" y="1449388"/>
            <a:ext cx="360363"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2" name="Line 64"/>
          <p:cNvSpPr>
            <a:spLocks noChangeShapeType="1"/>
          </p:cNvSpPr>
          <p:nvPr/>
        </p:nvSpPr>
        <p:spPr bwMode="auto">
          <a:xfrm flipH="1" flipV="1">
            <a:off x="5060951" y="1179513"/>
            <a:ext cx="225425" cy="4492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3" name="Line 65"/>
          <p:cNvSpPr>
            <a:spLocks noChangeShapeType="1"/>
          </p:cNvSpPr>
          <p:nvPr/>
        </p:nvSpPr>
        <p:spPr bwMode="auto">
          <a:xfrm flipH="1">
            <a:off x="5151438" y="1089025"/>
            <a:ext cx="360362"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4" name="Line 66"/>
          <p:cNvSpPr>
            <a:spLocks noChangeShapeType="1"/>
          </p:cNvSpPr>
          <p:nvPr/>
        </p:nvSpPr>
        <p:spPr bwMode="auto">
          <a:xfrm flipH="1">
            <a:off x="4835526" y="1763713"/>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5" name="AutoShape 67"/>
          <p:cNvSpPr>
            <a:spLocks noChangeArrowheads="1"/>
          </p:cNvSpPr>
          <p:nvPr/>
        </p:nvSpPr>
        <p:spPr bwMode="auto">
          <a:xfrm>
            <a:off x="7896226" y="863601"/>
            <a:ext cx="271463" cy="269875"/>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nvGrpSpPr>
          <p:cNvPr id="138286" name="Group 68"/>
          <p:cNvGrpSpPr>
            <a:grpSpLocks/>
          </p:cNvGrpSpPr>
          <p:nvPr/>
        </p:nvGrpSpPr>
        <p:grpSpPr bwMode="auto">
          <a:xfrm>
            <a:off x="7896226" y="1673226"/>
            <a:ext cx="269875" cy="269875"/>
            <a:chOff x="1746" y="3719"/>
            <a:chExt cx="170" cy="170"/>
          </a:xfrm>
        </p:grpSpPr>
        <p:sp>
          <p:nvSpPr>
            <p:cNvPr id="138306" name="Oval 69"/>
            <p:cNvSpPr>
              <a:spLocks noChangeArrowheads="1"/>
            </p:cNvSpPr>
            <p:nvPr/>
          </p:nvSpPr>
          <p:spPr bwMode="auto">
            <a:xfrm>
              <a:off x="1746" y="3719"/>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307" name="Line 70"/>
            <p:cNvSpPr>
              <a:spLocks noChangeShapeType="1"/>
            </p:cNvSpPr>
            <p:nvPr/>
          </p:nvSpPr>
          <p:spPr bwMode="auto">
            <a:xfrm>
              <a:off x="1774" y="3804"/>
              <a:ext cx="11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87" name="Line 71"/>
          <p:cNvSpPr>
            <a:spLocks noChangeShapeType="1"/>
          </p:cNvSpPr>
          <p:nvPr/>
        </p:nvSpPr>
        <p:spPr bwMode="auto">
          <a:xfrm flipV="1">
            <a:off x="8031163" y="1133475"/>
            <a:ext cx="0" cy="53975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8" name="Line 72"/>
          <p:cNvSpPr>
            <a:spLocks noChangeShapeType="1"/>
          </p:cNvSpPr>
          <p:nvPr/>
        </p:nvSpPr>
        <p:spPr bwMode="auto">
          <a:xfrm flipH="1">
            <a:off x="8166101" y="998538"/>
            <a:ext cx="360363"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89" name="Line 73"/>
          <p:cNvSpPr>
            <a:spLocks noChangeShapeType="1"/>
          </p:cNvSpPr>
          <p:nvPr/>
        </p:nvSpPr>
        <p:spPr bwMode="auto">
          <a:xfrm flipH="1">
            <a:off x="7535863" y="1808163"/>
            <a:ext cx="360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8290" name="Group 74"/>
          <p:cNvGrpSpPr>
            <a:grpSpLocks/>
          </p:cNvGrpSpPr>
          <p:nvPr/>
        </p:nvGrpSpPr>
        <p:grpSpPr bwMode="auto">
          <a:xfrm>
            <a:off x="2451101" y="4149726"/>
            <a:ext cx="269875" cy="269875"/>
            <a:chOff x="1746" y="3719"/>
            <a:chExt cx="170" cy="170"/>
          </a:xfrm>
        </p:grpSpPr>
        <p:sp>
          <p:nvSpPr>
            <p:cNvPr id="138304" name="Oval 75"/>
            <p:cNvSpPr>
              <a:spLocks noChangeArrowheads="1"/>
            </p:cNvSpPr>
            <p:nvPr/>
          </p:nvSpPr>
          <p:spPr bwMode="auto">
            <a:xfrm>
              <a:off x="1746" y="3719"/>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305" name="Line 76"/>
            <p:cNvSpPr>
              <a:spLocks noChangeShapeType="1"/>
            </p:cNvSpPr>
            <p:nvPr/>
          </p:nvSpPr>
          <p:spPr bwMode="auto">
            <a:xfrm>
              <a:off x="1774" y="3804"/>
              <a:ext cx="11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91" name="AutoShape 77"/>
          <p:cNvSpPr>
            <a:spLocks noChangeArrowheads="1"/>
          </p:cNvSpPr>
          <p:nvPr/>
        </p:nvSpPr>
        <p:spPr bwMode="auto">
          <a:xfrm>
            <a:off x="2809876" y="3429001"/>
            <a:ext cx="271463" cy="269875"/>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292" name="Line 78"/>
          <p:cNvSpPr>
            <a:spLocks noChangeShapeType="1"/>
          </p:cNvSpPr>
          <p:nvPr/>
        </p:nvSpPr>
        <p:spPr bwMode="auto">
          <a:xfrm flipV="1">
            <a:off x="2630488" y="3698875"/>
            <a:ext cx="271462" cy="45085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3" name="Line 79"/>
          <p:cNvSpPr>
            <a:spLocks noChangeShapeType="1"/>
          </p:cNvSpPr>
          <p:nvPr/>
        </p:nvSpPr>
        <p:spPr bwMode="auto">
          <a:xfrm>
            <a:off x="3081339" y="3563938"/>
            <a:ext cx="3587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4" name="Line 80"/>
          <p:cNvSpPr>
            <a:spLocks noChangeShapeType="1"/>
          </p:cNvSpPr>
          <p:nvPr/>
        </p:nvSpPr>
        <p:spPr bwMode="auto">
          <a:xfrm flipH="1">
            <a:off x="2090738" y="4238625"/>
            <a:ext cx="360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5" name="AutoShape 81"/>
          <p:cNvSpPr>
            <a:spLocks noChangeArrowheads="1"/>
          </p:cNvSpPr>
          <p:nvPr/>
        </p:nvSpPr>
        <p:spPr bwMode="auto">
          <a:xfrm>
            <a:off x="5646738" y="3743326"/>
            <a:ext cx="271462" cy="269875"/>
          </a:xfrm>
          <a:prstGeom prst="flowChar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nvGrpSpPr>
          <p:cNvPr id="138296" name="Group 82"/>
          <p:cNvGrpSpPr>
            <a:grpSpLocks/>
          </p:cNvGrpSpPr>
          <p:nvPr/>
        </p:nvGrpSpPr>
        <p:grpSpPr bwMode="auto">
          <a:xfrm>
            <a:off x="4656139" y="3743326"/>
            <a:ext cx="269875" cy="269875"/>
            <a:chOff x="1746" y="3719"/>
            <a:chExt cx="170" cy="170"/>
          </a:xfrm>
        </p:grpSpPr>
        <p:sp>
          <p:nvSpPr>
            <p:cNvPr id="138302" name="Oval 83"/>
            <p:cNvSpPr>
              <a:spLocks noChangeArrowheads="1"/>
            </p:cNvSpPr>
            <p:nvPr/>
          </p:nvSpPr>
          <p:spPr bwMode="auto">
            <a:xfrm>
              <a:off x="1746" y="3719"/>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38303" name="Line 84"/>
            <p:cNvSpPr>
              <a:spLocks noChangeShapeType="1"/>
            </p:cNvSpPr>
            <p:nvPr/>
          </p:nvSpPr>
          <p:spPr bwMode="auto">
            <a:xfrm>
              <a:off x="1774" y="3804"/>
              <a:ext cx="11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8297" name="Line 85"/>
          <p:cNvSpPr>
            <a:spLocks noChangeShapeType="1"/>
          </p:cNvSpPr>
          <p:nvPr/>
        </p:nvSpPr>
        <p:spPr bwMode="auto">
          <a:xfrm flipH="1">
            <a:off x="4295776" y="3878263"/>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98" name="Line 86"/>
          <p:cNvSpPr>
            <a:spLocks noChangeShapeType="1"/>
          </p:cNvSpPr>
          <p:nvPr/>
        </p:nvSpPr>
        <p:spPr bwMode="auto">
          <a:xfrm>
            <a:off x="5916614" y="3878263"/>
            <a:ext cx="3587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8299" name="Object 87"/>
          <p:cNvGraphicFramePr>
            <a:graphicFrameLocks noChangeAspect="1"/>
          </p:cNvGraphicFramePr>
          <p:nvPr/>
        </p:nvGraphicFramePr>
        <p:xfrm>
          <a:off x="7581901" y="3924301"/>
          <a:ext cx="904875" cy="296863"/>
        </p:xfrm>
        <a:graphic>
          <a:graphicData uri="http://schemas.openxmlformats.org/presentationml/2006/ole">
            <mc:AlternateContent xmlns:mc="http://schemas.openxmlformats.org/markup-compatibility/2006">
              <mc:Choice xmlns:v="urn:schemas-microsoft-com:vml" Requires="v">
                <p:oleObj spid="_x0000_s138471" name="Equation" r:id="rId14" imgW="622030" imgH="203112" progId="Equation.DSMT4">
                  <p:embed/>
                </p:oleObj>
              </mc:Choice>
              <mc:Fallback>
                <p:oleObj name="Equation" r:id="rId14" imgW="622030" imgH="203112" progId="Equation.DSMT4">
                  <p:embed/>
                  <p:pic>
                    <p:nvPicPr>
                      <p:cNvPr id="0" name="Object 8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81901" y="3924301"/>
                        <a:ext cx="904875"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00" name="Object 88"/>
          <p:cNvGraphicFramePr>
            <a:graphicFrameLocks noChangeAspect="1"/>
          </p:cNvGraphicFramePr>
          <p:nvPr/>
        </p:nvGraphicFramePr>
        <p:xfrm>
          <a:off x="7646988" y="4456114"/>
          <a:ext cx="684212" cy="314325"/>
        </p:xfrm>
        <a:graphic>
          <a:graphicData uri="http://schemas.openxmlformats.org/presentationml/2006/ole">
            <mc:AlternateContent xmlns:mc="http://schemas.openxmlformats.org/markup-compatibility/2006">
              <mc:Choice xmlns:v="urn:schemas-microsoft-com:vml" Requires="v">
                <p:oleObj spid="_x0000_s138472" name="Equation" r:id="rId16" imgW="469696" imgH="215806" progId="Equation.DSMT4">
                  <p:embed/>
                </p:oleObj>
              </mc:Choice>
              <mc:Fallback>
                <p:oleObj name="Equation" r:id="rId16" imgW="469696" imgH="215806" progId="Equation.DSMT4">
                  <p:embed/>
                  <p:pic>
                    <p:nvPicPr>
                      <p:cNvPr id="0" name="Object 8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46988" y="4456114"/>
                        <a:ext cx="684212"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01" name="Object 89"/>
          <p:cNvGraphicFramePr>
            <a:graphicFrameLocks noChangeAspect="1"/>
          </p:cNvGraphicFramePr>
          <p:nvPr/>
        </p:nvGraphicFramePr>
        <p:xfrm>
          <a:off x="7670801" y="4914901"/>
          <a:ext cx="684213" cy="314325"/>
        </p:xfrm>
        <a:graphic>
          <a:graphicData uri="http://schemas.openxmlformats.org/presentationml/2006/ole">
            <mc:AlternateContent xmlns:mc="http://schemas.openxmlformats.org/markup-compatibility/2006">
              <mc:Choice xmlns:v="urn:schemas-microsoft-com:vml" Requires="v">
                <p:oleObj spid="_x0000_s138473" name="Equation" r:id="rId18" imgW="469696" imgH="215806" progId="Equation.DSMT4">
                  <p:embed/>
                </p:oleObj>
              </mc:Choice>
              <mc:Fallback>
                <p:oleObj name="Equation" r:id="rId18" imgW="469696" imgH="215806" progId="Equation.DSMT4">
                  <p:embed/>
                  <p:pic>
                    <p:nvPicPr>
                      <p:cNvPr id="0" name="Object 8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70801" y="4914901"/>
                        <a:ext cx="684213"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ChangeArrowheads="1"/>
          </p:cNvSpPr>
          <p:nvPr/>
        </p:nvSpPr>
        <p:spPr bwMode="auto">
          <a:xfrm>
            <a:off x="2152651" y="547689"/>
            <a:ext cx="1082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应用</a:t>
            </a:r>
            <a:r>
              <a:rPr kumimoji="1" lang="en-US" altLang="zh-CN" sz="2800">
                <a:solidFill>
                  <a:srgbClr val="0000FF"/>
                </a:solidFill>
                <a:latin typeface="宋体" panose="02010600030101010101" pitchFamily="2" charset="-122"/>
              </a:rPr>
              <a:t>:</a:t>
            </a:r>
            <a:endParaRPr kumimoji="1" lang="zh-CN" altLang="en-US" sz="2800">
              <a:solidFill>
                <a:srgbClr val="0000FF"/>
              </a:solidFill>
              <a:latin typeface="宋体" panose="02010600030101010101" pitchFamily="2" charset="-122"/>
            </a:endParaRPr>
          </a:p>
        </p:txBody>
      </p:sp>
      <p:sp>
        <p:nvSpPr>
          <p:cNvPr id="140291" name="Rectangle 3"/>
          <p:cNvSpPr>
            <a:spLocks noChangeArrowheads="1"/>
          </p:cNvSpPr>
          <p:nvPr/>
        </p:nvSpPr>
        <p:spPr bwMode="auto">
          <a:xfrm>
            <a:off x="2209800" y="990601"/>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电动机</a:t>
            </a:r>
          </a:p>
        </p:txBody>
      </p:sp>
      <p:grpSp>
        <p:nvGrpSpPr>
          <p:cNvPr id="140292" name="Group 4"/>
          <p:cNvGrpSpPr>
            <a:grpSpLocks/>
          </p:cNvGrpSpPr>
          <p:nvPr/>
        </p:nvGrpSpPr>
        <p:grpSpPr bwMode="auto">
          <a:xfrm>
            <a:off x="3260725" y="998538"/>
            <a:ext cx="4114800" cy="3962400"/>
            <a:chOff x="1824" y="1344"/>
            <a:chExt cx="2736" cy="2688"/>
          </a:xfrm>
        </p:grpSpPr>
        <p:grpSp>
          <p:nvGrpSpPr>
            <p:cNvPr id="140301" name="Group 5"/>
            <p:cNvGrpSpPr>
              <a:grpSpLocks/>
            </p:cNvGrpSpPr>
            <p:nvPr/>
          </p:nvGrpSpPr>
          <p:grpSpPr bwMode="auto">
            <a:xfrm>
              <a:off x="2136" y="2932"/>
              <a:ext cx="795" cy="668"/>
              <a:chOff x="2229" y="2544"/>
              <a:chExt cx="1083" cy="764"/>
            </a:xfrm>
          </p:grpSpPr>
          <p:grpSp>
            <p:nvGrpSpPr>
              <p:cNvPr id="140350" name="Group 6"/>
              <p:cNvGrpSpPr>
                <a:grpSpLocks/>
              </p:cNvGrpSpPr>
              <p:nvPr/>
            </p:nvGrpSpPr>
            <p:grpSpPr bwMode="auto">
              <a:xfrm rot="-2998239">
                <a:off x="2397" y="2756"/>
                <a:ext cx="384" cy="720"/>
                <a:chOff x="1392" y="1552"/>
                <a:chExt cx="684" cy="1900"/>
              </a:xfrm>
            </p:grpSpPr>
            <p:sp>
              <p:nvSpPr>
                <p:cNvPr id="140355" name="Oval 7"/>
                <p:cNvSpPr>
                  <a:spLocks noChangeArrowheads="1"/>
                </p:cNvSpPr>
                <p:nvPr/>
              </p:nvSpPr>
              <p:spPr bwMode="auto">
                <a:xfrm>
                  <a:off x="1478" y="1552"/>
                  <a:ext cx="598" cy="1900"/>
                </a:xfrm>
                <a:prstGeom prst="ellipse">
                  <a:avLst/>
                </a:prstGeom>
                <a:noFill/>
                <a:ln w="28575">
                  <a:solidFill>
                    <a:srgbClr val="FFA44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0356" name="Oval 8"/>
                <p:cNvSpPr>
                  <a:spLocks noChangeArrowheads="1"/>
                </p:cNvSpPr>
                <p:nvPr/>
              </p:nvSpPr>
              <p:spPr bwMode="auto">
                <a:xfrm>
                  <a:off x="1433" y="1552"/>
                  <a:ext cx="598" cy="1900"/>
                </a:xfrm>
                <a:prstGeom prst="ellipse">
                  <a:avLst/>
                </a:prstGeom>
                <a:solidFill>
                  <a:schemeClr val="bg1"/>
                </a:solidFill>
                <a:ln w="28575">
                  <a:solidFill>
                    <a:srgbClr val="FFA449"/>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0357" name="Oval 9"/>
                <p:cNvSpPr>
                  <a:spLocks noChangeArrowheads="1"/>
                </p:cNvSpPr>
                <p:nvPr/>
              </p:nvSpPr>
              <p:spPr bwMode="auto">
                <a:xfrm>
                  <a:off x="1392" y="1552"/>
                  <a:ext cx="598" cy="1900"/>
                </a:xfrm>
                <a:prstGeom prst="ellipse">
                  <a:avLst/>
                </a:prstGeom>
                <a:noFill/>
                <a:ln w="28575">
                  <a:solidFill>
                    <a:srgbClr val="FFA44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grpSp>
            <p:nvGrpSpPr>
              <p:cNvPr id="140351" name="Group 10"/>
              <p:cNvGrpSpPr>
                <a:grpSpLocks/>
              </p:cNvGrpSpPr>
              <p:nvPr/>
            </p:nvGrpSpPr>
            <p:grpSpPr bwMode="auto">
              <a:xfrm rot="-2998239">
                <a:off x="2760" y="2376"/>
                <a:ext cx="384" cy="720"/>
                <a:chOff x="1392" y="1552"/>
                <a:chExt cx="684" cy="1900"/>
              </a:xfrm>
            </p:grpSpPr>
            <p:sp>
              <p:nvSpPr>
                <p:cNvPr id="140352" name="Oval 11"/>
                <p:cNvSpPr>
                  <a:spLocks noChangeArrowheads="1"/>
                </p:cNvSpPr>
                <p:nvPr/>
              </p:nvSpPr>
              <p:spPr bwMode="auto">
                <a:xfrm>
                  <a:off x="1478" y="1552"/>
                  <a:ext cx="598" cy="1900"/>
                </a:xfrm>
                <a:prstGeom prst="ellipse">
                  <a:avLst/>
                </a:prstGeom>
                <a:noFill/>
                <a:ln w="28575">
                  <a:solidFill>
                    <a:srgbClr val="FFA44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0353" name="Oval 12"/>
                <p:cNvSpPr>
                  <a:spLocks noChangeArrowheads="1"/>
                </p:cNvSpPr>
                <p:nvPr/>
              </p:nvSpPr>
              <p:spPr bwMode="auto">
                <a:xfrm>
                  <a:off x="1433" y="1552"/>
                  <a:ext cx="598" cy="1900"/>
                </a:xfrm>
                <a:prstGeom prst="ellipse">
                  <a:avLst/>
                </a:prstGeom>
                <a:solidFill>
                  <a:schemeClr val="bg1"/>
                </a:solidFill>
                <a:ln w="28575">
                  <a:solidFill>
                    <a:srgbClr val="FFA449"/>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0354" name="Oval 13"/>
                <p:cNvSpPr>
                  <a:spLocks noChangeArrowheads="1"/>
                </p:cNvSpPr>
                <p:nvPr/>
              </p:nvSpPr>
              <p:spPr bwMode="auto">
                <a:xfrm>
                  <a:off x="1392" y="1552"/>
                  <a:ext cx="598" cy="1900"/>
                </a:xfrm>
                <a:prstGeom prst="ellipse">
                  <a:avLst/>
                </a:prstGeom>
                <a:noFill/>
                <a:ln w="28575">
                  <a:solidFill>
                    <a:srgbClr val="FFA44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pSp>
        </p:grpSp>
        <p:sp>
          <p:nvSpPr>
            <p:cNvPr id="140302" name="Line 14"/>
            <p:cNvSpPr>
              <a:spLocks noChangeShapeType="1"/>
            </p:cNvSpPr>
            <p:nvPr/>
          </p:nvSpPr>
          <p:spPr bwMode="auto">
            <a:xfrm flipH="1">
              <a:off x="2160" y="1440"/>
              <a:ext cx="1871" cy="2352"/>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3" name="Line 15"/>
            <p:cNvSpPr>
              <a:spLocks noChangeShapeType="1"/>
            </p:cNvSpPr>
            <p:nvPr/>
          </p:nvSpPr>
          <p:spPr bwMode="auto">
            <a:xfrm>
              <a:off x="2976" y="2268"/>
              <a:ext cx="48" cy="288"/>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4" name="Line 16"/>
            <p:cNvSpPr>
              <a:spLocks noChangeShapeType="1"/>
            </p:cNvSpPr>
            <p:nvPr/>
          </p:nvSpPr>
          <p:spPr bwMode="auto">
            <a:xfrm flipV="1">
              <a:off x="2976" y="1536"/>
              <a:ext cx="576" cy="720"/>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5" name="Line 17"/>
            <p:cNvSpPr>
              <a:spLocks noChangeShapeType="1"/>
            </p:cNvSpPr>
            <p:nvPr/>
          </p:nvSpPr>
          <p:spPr bwMode="auto">
            <a:xfrm>
              <a:off x="3552" y="1536"/>
              <a:ext cx="144" cy="86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6" name="Line 18"/>
            <p:cNvSpPr>
              <a:spLocks noChangeShapeType="1"/>
            </p:cNvSpPr>
            <p:nvPr/>
          </p:nvSpPr>
          <p:spPr bwMode="auto">
            <a:xfrm flipV="1">
              <a:off x="3202" y="2392"/>
              <a:ext cx="506" cy="632"/>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7" name="Line 19"/>
            <p:cNvSpPr>
              <a:spLocks noChangeShapeType="1"/>
            </p:cNvSpPr>
            <p:nvPr/>
          </p:nvSpPr>
          <p:spPr bwMode="auto">
            <a:xfrm flipV="1">
              <a:off x="3056" y="1528"/>
              <a:ext cx="576" cy="720"/>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8" name="Line 20"/>
            <p:cNvSpPr>
              <a:spLocks noChangeShapeType="1"/>
            </p:cNvSpPr>
            <p:nvPr/>
          </p:nvSpPr>
          <p:spPr bwMode="auto">
            <a:xfrm flipV="1">
              <a:off x="3132" y="1524"/>
              <a:ext cx="576" cy="720"/>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09" name="Line 21"/>
            <p:cNvSpPr>
              <a:spLocks noChangeShapeType="1"/>
            </p:cNvSpPr>
            <p:nvPr/>
          </p:nvSpPr>
          <p:spPr bwMode="auto">
            <a:xfrm>
              <a:off x="3620" y="1540"/>
              <a:ext cx="144" cy="86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0" name="Line 22"/>
            <p:cNvSpPr>
              <a:spLocks noChangeShapeType="1"/>
            </p:cNvSpPr>
            <p:nvPr/>
          </p:nvSpPr>
          <p:spPr bwMode="auto">
            <a:xfrm>
              <a:off x="3696" y="1536"/>
              <a:ext cx="144" cy="86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1" name="Line 23"/>
            <p:cNvSpPr>
              <a:spLocks noChangeShapeType="1"/>
            </p:cNvSpPr>
            <p:nvPr/>
          </p:nvSpPr>
          <p:spPr bwMode="auto">
            <a:xfrm flipV="1">
              <a:off x="3330" y="2392"/>
              <a:ext cx="505" cy="632"/>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2" name="Line 24"/>
            <p:cNvSpPr>
              <a:spLocks noChangeShapeType="1"/>
            </p:cNvSpPr>
            <p:nvPr/>
          </p:nvSpPr>
          <p:spPr bwMode="auto">
            <a:xfrm flipV="1">
              <a:off x="3263" y="2392"/>
              <a:ext cx="505" cy="632"/>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3" name="Line 25"/>
            <p:cNvSpPr>
              <a:spLocks noChangeShapeType="1"/>
            </p:cNvSpPr>
            <p:nvPr/>
          </p:nvSpPr>
          <p:spPr bwMode="auto">
            <a:xfrm>
              <a:off x="3136" y="2248"/>
              <a:ext cx="129" cy="776"/>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4" name="Line 26"/>
            <p:cNvSpPr>
              <a:spLocks noChangeShapeType="1"/>
            </p:cNvSpPr>
            <p:nvPr/>
          </p:nvSpPr>
          <p:spPr bwMode="auto">
            <a:xfrm>
              <a:off x="3064" y="2240"/>
              <a:ext cx="131" cy="78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5" name="Line 27"/>
            <p:cNvSpPr>
              <a:spLocks noChangeShapeType="1"/>
            </p:cNvSpPr>
            <p:nvPr/>
          </p:nvSpPr>
          <p:spPr bwMode="auto">
            <a:xfrm>
              <a:off x="3257" y="2592"/>
              <a:ext cx="71" cy="42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6" name="Line 28"/>
            <p:cNvSpPr>
              <a:spLocks noChangeShapeType="1"/>
            </p:cNvSpPr>
            <p:nvPr/>
          </p:nvSpPr>
          <p:spPr bwMode="auto">
            <a:xfrm flipH="1">
              <a:off x="2717" y="2544"/>
              <a:ext cx="307" cy="384"/>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7" name="Line 29"/>
            <p:cNvSpPr>
              <a:spLocks noChangeShapeType="1"/>
            </p:cNvSpPr>
            <p:nvPr/>
          </p:nvSpPr>
          <p:spPr bwMode="auto">
            <a:xfrm flipH="1">
              <a:off x="2870" y="2592"/>
              <a:ext cx="384" cy="480"/>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8" name="Line 30"/>
            <p:cNvSpPr>
              <a:spLocks noChangeShapeType="1"/>
            </p:cNvSpPr>
            <p:nvPr/>
          </p:nvSpPr>
          <p:spPr bwMode="auto">
            <a:xfrm flipH="1">
              <a:off x="2592" y="3116"/>
              <a:ext cx="234" cy="292"/>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19" name="Line 31"/>
            <p:cNvSpPr>
              <a:spLocks noChangeShapeType="1"/>
            </p:cNvSpPr>
            <p:nvPr/>
          </p:nvSpPr>
          <p:spPr bwMode="auto">
            <a:xfrm>
              <a:off x="2400" y="1776"/>
              <a:ext cx="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0" name="Line 32"/>
            <p:cNvSpPr>
              <a:spLocks noChangeShapeType="1"/>
            </p:cNvSpPr>
            <p:nvPr/>
          </p:nvSpPr>
          <p:spPr bwMode="auto">
            <a:xfrm>
              <a:off x="3504" y="1776"/>
              <a:ext cx="720"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21" name="Line 33"/>
            <p:cNvSpPr>
              <a:spLocks noChangeShapeType="1"/>
            </p:cNvSpPr>
            <p:nvPr/>
          </p:nvSpPr>
          <p:spPr bwMode="auto">
            <a:xfrm>
              <a:off x="2400" y="196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2" name="Line 34"/>
            <p:cNvSpPr>
              <a:spLocks noChangeShapeType="1"/>
            </p:cNvSpPr>
            <p:nvPr/>
          </p:nvSpPr>
          <p:spPr bwMode="auto">
            <a:xfrm>
              <a:off x="3360" y="1968"/>
              <a:ext cx="864"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23" name="Line 35"/>
            <p:cNvSpPr>
              <a:spLocks noChangeShapeType="1"/>
            </p:cNvSpPr>
            <p:nvPr/>
          </p:nvSpPr>
          <p:spPr bwMode="auto">
            <a:xfrm>
              <a:off x="2400" y="220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4" name="Line 36"/>
            <p:cNvSpPr>
              <a:spLocks noChangeShapeType="1"/>
            </p:cNvSpPr>
            <p:nvPr/>
          </p:nvSpPr>
          <p:spPr bwMode="auto">
            <a:xfrm>
              <a:off x="3168" y="2208"/>
              <a:ext cx="1008"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25" name="Line 37"/>
            <p:cNvSpPr>
              <a:spLocks noChangeShapeType="1"/>
            </p:cNvSpPr>
            <p:nvPr/>
          </p:nvSpPr>
          <p:spPr bwMode="auto">
            <a:xfrm>
              <a:off x="2400" y="24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6" name="Line 38"/>
            <p:cNvSpPr>
              <a:spLocks noChangeShapeType="1"/>
            </p:cNvSpPr>
            <p:nvPr/>
          </p:nvSpPr>
          <p:spPr bwMode="auto">
            <a:xfrm>
              <a:off x="3168" y="2448"/>
              <a:ext cx="105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27" name="Line 39"/>
            <p:cNvSpPr>
              <a:spLocks noChangeShapeType="1"/>
            </p:cNvSpPr>
            <p:nvPr/>
          </p:nvSpPr>
          <p:spPr bwMode="auto">
            <a:xfrm>
              <a:off x="2400" y="2832"/>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8" name="Line 40"/>
            <p:cNvSpPr>
              <a:spLocks noChangeShapeType="1"/>
            </p:cNvSpPr>
            <p:nvPr/>
          </p:nvSpPr>
          <p:spPr bwMode="auto">
            <a:xfrm>
              <a:off x="3072" y="2832"/>
              <a:ext cx="96" cy="0"/>
            </a:xfrm>
            <a:prstGeom prst="line">
              <a:avLst/>
            </a:prstGeom>
            <a:noFill/>
            <a:ln w="9525">
              <a:solidFill>
                <a:srgbClr val="5151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29" name="Line 41"/>
            <p:cNvSpPr>
              <a:spLocks noChangeShapeType="1"/>
            </p:cNvSpPr>
            <p:nvPr/>
          </p:nvSpPr>
          <p:spPr bwMode="auto">
            <a:xfrm>
              <a:off x="3312" y="2832"/>
              <a:ext cx="81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30" name="Line 42"/>
            <p:cNvSpPr>
              <a:spLocks noChangeShapeType="1"/>
            </p:cNvSpPr>
            <p:nvPr/>
          </p:nvSpPr>
          <p:spPr bwMode="auto">
            <a:xfrm>
              <a:off x="2898" y="3240"/>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1" name="Line 43"/>
            <p:cNvSpPr>
              <a:spLocks noChangeShapeType="1"/>
            </p:cNvSpPr>
            <p:nvPr/>
          </p:nvSpPr>
          <p:spPr bwMode="auto">
            <a:xfrm>
              <a:off x="2634" y="3552"/>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2" name="Line 44"/>
            <p:cNvSpPr>
              <a:spLocks noChangeShapeType="1"/>
            </p:cNvSpPr>
            <p:nvPr/>
          </p:nvSpPr>
          <p:spPr bwMode="auto">
            <a:xfrm>
              <a:off x="2892" y="3552"/>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3" name="Line 45"/>
            <p:cNvSpPr>
              <a:spLocks noChangeShapeType="1"/>
            </p:cNvSpPr>
            <p:nvPr/>
          </p:nvSpPr>
          <p:spPr bwMode="auto">
            <a:xfrm>
              <a:off x="2628" y="4032"/>
              <a:ext cx="11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4" name="Line 46"/>
            <p:cNvSpPr>
              <a:spLocks noChangeShapeType="1"/>
            </p:cNvSpPr>
            <p:nvPr/>
          </p:nvSpPr>
          <p:spPr bwMode="auto">
            <a:xfrm>
              <a:off x="3744" y="35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5" name="Rectangle 47"/>
            <p:cNvSpPr>
              <a:spLocks noChangeArrowheads="1"/>
            </p:cNvSpPr>
            <p:nvPr/>
          </p:nvSpPr>
          <p:spPr bwMode="auto">
            <a:xfrm>
              <a:off x="3708" y="3648"/>
              <a:ext cx="72" cy="2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0336" name="Line 48"/>
            <p:cNvSpPr>
              <a:spLocks noChangeShapeType="1"/>
            </p:cNvSpPr>
            <p:nvPr/>
          </p:nvSpPr>
          <p:spPr bwMode="auto">
            <a:xfrm>
              <a:off x="3744" y="388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337" name="Arc 49"/>
            <p:cNvSpPr>
              <a:spLocks/>
            </p:cNvSpPr>
            <p:nvPr/>
          </p:nvSpPr>
          <p:spPr bwMode="auto">
            <a:xfrm rot="-7811553" flipH="1" flipV="1">
              <a:off x="2137" y="3588"/>
              <a:ext cx="236" cy="142"/>
            </a:xfrm>
            <a:custGeom>
              <a:avLst/>
              <a:gdLst>
                <a:gd name="T0" fmla="*/ 0 w 43200"/>
                <a:gd name="T1" fmla="*/ 0 h 39988"/>
                <a:gd name="T2" fmla="*/ 0 w 43200"/>
                <a:gd name="T3" fmla="*/ 0 h 39988"/>
                <a:gd name="T4" fmla="*/ 0 w 43200"/>
                <a:gd name="T5" fmla="*/ 0 h 39988"/>
                <a:gd name="T6" fmla="*/ 0 60000 65536"/>
                <a:gd name="T7" fmla="*/ 0 60000 65536"/>
                <a:gd name="T8" fmla="*/ 0 60000 65536"/>
                <a:gd name="T9" fmla="*/ 0 w 43200"/>
                <a:gd name="T10" fmla="*/ 0 h 39988"/>
                <a:gd name="T11" fmla="*/ 43200 w 43200"/>
                <a:gd name="T12" fmla="*/ 39988 h 39988"/>
              </a:gdLst>
              <a:ahLst/>
              <a:cxnLst>
                <a:cxn ang="T6">
                  <a:pos x="T0" y="T1"/>
                </a:cxn>
                <a:cxn ang="T7">
                  <a:pos x="T2" y="T3"/>
                </a:cxn>
                <a:cxn ang="T8">
                  <a:pos x="T4" y="T5"/>
                </a:cxn>
              </a:cxnLst>
              <a:rect l="T9" t="T10" r="T11" b="T12"/>
              <a:pathLst>
                <a:path w="43200" h="39988" fill="none" extrusionOk="0">
                  <a:moveTo>
                    <a:pt x="10266" y="39987"/>
                  </a:moveTo>
                  <a:cubicBezTo>
                    <a:pt x="3885" y="36054"/>
                    <a:pt x="0" y="29095"/>
                    <a:pt x="0" y="21600"/>
                  </a:cubicBezTo>
                  <a:cubicBezTo>
                    <a:pt x="0" y="9670"/>
                    <a:pt x="9670" y="0"/>
                    <a:pt x="21600" y="0"/>
                  </a:cubicBezTo>
                  <a:cubicBezTo>
                    <a:pt x="33529" y="0"/>
                    <a:pt x="43200" y="9670"/>
                    <a:pt x="43200" y="21600"/>
                  </a:cubicBezTo>
                  <a:cubicBezTo>
                    <a:pt x="43200" y="25757"/>
                    <a:pt x="42000" y="29826"/>
                    <a:pt x="39744" y="33318"/>
                  </a:cubicBezTo>
                </a:path>
                <a:path w="43200" h="39988" stroke="0" extrusionOk="0">
                  <a:moveTo>
                    <a:pt x="10266" y="39987"/>
                  </a:moveTo>
                  <a:cubicBezTo>
                    <a:pt x="3885" y="36054"/>
                    <a:pt x="0" y="29095"/>
                    <a:pt x="0" y="21600"/>
                  </a:cubicBezTo>
                  <a:cubicBezTo>
                    <a:pt x="0" y="9670"/>
                    <a:pt x="9670" y="0"/>
                    <a:pt x="21600" y="0"/>
                  </a:cubicBezTo>
                  <a:cubicBezTo>
                    <a:pt x="33529" y="0"/>
                    <a:pt x="43200" y="9670"/>
                    <a:pt x="43200" y="21600"/>
                  </a:cubicBezTo>
                  <a:cubicBezTo>
                    <a:pt x="43200" y="25757"/>
                    <a:pt x="42000" y="29826"/>
                    <a:pt x="39744" y="33318"/>
                  </a:cubicBezTo>
                  <a:lnTo>
                    <a:pt x="21600" y="21600"/>
                  </a:lnTo>
                  <a:lnTo>
                    <a:pt x="10266" y="39987"/>
                  </a:lnTo>
                  <a:close/>
                </a:path>
              </a:pathLst>
            </a:custGeom>
            <a:noFill/>
            <a:ln w="9525">
              <a:solidFill>
                <a:schemeClr val="tx1"/>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0338" name="Line 50"/>
            <p:cNvSpPr>
              <a:spLocks noChangeShapeType="1"/>
            </p:cNvSpPr>
            <p:nvPr/>
          </p:nvSpPr>
          <p:spPr bwMode="auto">
            <a:xfrm flipV="1">
              <a:off x="3408" y="1896"/>
              <a:ext cx="624" cy="312"/>
            </a:xfrm>
            <a:prstGeom prst="line">
              <a:avLst/>
            </a:prstGeom>
            <a:noFill/>
            <a:ln w="28575">
              <a:solidFill>
                <a:srgbClr val="FF3300"/>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140339" name="Arc 51"/>
            <p:cNvSpPr>
              <a:spLocks/>
            </p:cNvSpPr>
            <p:nvPr/>
          </p:nvSpPr>
          <p:spPr bwMode="auto">
            <a:xfrm>
              <a:off x="3600" y="2112"/>
              <a:ext cx="47" cy="10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0340" name="Text Box 52"/>
            <p:cNvSpPr txBox="1">
              <a:spLocks noChangeArrowheads="1"/>
            </p:cNvSpPr>
            <p:nvPr/>
          </p:nvSpPr>
          <p:spPr bwMode="auto">
            <a:xfrm>
              <a:off x="3888" y="1344"/>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O</a:t>
              </a:r>
              <a:r>
                <a:rPr kumimoji="1" lang="en-US" altLang="zh-CN" sz="2000" b="1" i="1">
                  <a:latin typeface="Times New Roman" panose="02020603050405020304" pitchFamily="18" charset="0"/>
                  <a:cs typeface="Times New Roman" panose="02020603050405020304" pitchFamily="18" charset="0"/>
                </a:rPr>
                <a:t>'</a:t>
              </a:r>
            </a:p>
          </p:txBody>
        </p:sp>
        <p:sp>
          <p:nvSpPr>
            <p:cNvPr id="140341" name="Text Box 53"/>
            <p:cNvSpPr txBox="1">
              <a:spLocks noChangeArrowheads="1"/>
            </p:cNvSpPr>
            <p:nvPr/>
          </p:nvSpPr>
          <p:spPr bwMode="auto">
            <a:xfrm>
              <a:off x="3576" y="1716"/>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e</a:t>
              </a:r>
              <a:r>
                <a:rPr kumimoji="1" lang="en-US" altLang="zh-CN" sz="2000" b="1" baseline="-25000">
                  <a:latin typeface="Times New Roman" panose="02020603050405020304" pitchFamily="18" charset="0"/>
                </a:rPr>
                <a:t>n</a:t>
              </a:r>
            </a:p>
          </p:txBody>
        </p:sp>
        <p:sp>
          <p:nvSpPr>
            <p:cNvPr id="140342" name="Text Box 54"/>
            <p:cNvSpPr txBox="1">
              <a:spLocks noChangeArrowheads="1"/>
            </p:cNvSpPr>
            <p:nvPr/>
          </p:nvSpPr>
          <p:spPr bwMode="auto">
            <a:xfrm>
              <a:off x="3408" y="2150"/>
              <a:ext cx="2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Symbol" panose="05050102010706020507" pitchFamily="18" charset="2"/>
                </a:rPr>
                <a:t>q</a:t>
              </a:r>
              <a:endParaRPr kumimoji="1" lang="en-US" altLang="zh-CN" sz="2000" b="1" baseline="-25000">
                <a:latin typeface="Times New Roman" panose="02020603050405020304" pitchFamily="18" charset="0"/>
              </a:endParaRPr>
            </a:p>
          </p:txBody>
        </p:sp>
        <p:sp>
          <p:nvSpPr>
            <p:cNvPr id="140343" name="Text Box 55"/>
            <p:cNvSpPr txBox="1">
              <a:spLocks noChangeArrowheads="1"/>
            </p:cNvSpPr>
            <p:nvPr/>
          </p:nvSpPr>
          <p:spPr bwMode="auto">
            <a:xfrm>
              <a:off x="4032" y="2016"/>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B</a:t>
              </a:r>
              <a:endParaRPr kumimoji="1" lang="en-US" altLang="zh-CN" sz="2000" b="1" baseline="-25000">
                <a:latin typeface="Times New Roman" panose="02020603050405020304" pitchFamily="18" charset="0"/>
              </a:endParaRPr>
            </a:p>
          </p:txBody>
        </p:sp>
        <p:sp>
          <p:nvSpPr>
            <p:cNvPr id="140344" name="Text Box 56"/>
            <p:cNvSpPr txBox="1">
              <a:spLocks noChangeArrowheads="1"/>
            </p:cNvSpPr>
            <p:nvPr/>
          </p:nvSpPr>
          <p:spPr bwMode="auto">
            <a:xfrm>
              <a:off x="2256" y="1958"/>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N</a:t>
              </a:r>
              <a:endParaRPr kumimoji="1" lang="en-US" altLang="zh-CN" sz="2000" b="1" baseline="-25000">
                <a:latin typeface="Times New Roman" panose="02020603050405020304" pitchFamily="18" charset="0"/>
              </a:endParaRPr>
            </a:p>
          </p:txBody>
        </p:sp>
        <p:sp>
          <p:nvSpPr>
            <p:cNvPr id="140345" name="Text Box 57"/>
            <p:cNvSpPr txBox="1">
              <a:spLocks noChangeArrowheads="1"/>
            </p:cNvSpPr>
            <p:nvPr/>
          </p:nvSpPr>
          <p:spPr bwMode="auto">
            <a:xfrm>
              <a:off x="1908" y="3722"/>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O</a:t>
              </a:r>
              <a:endParaRPr kumimoji="1" lang="en-US" altLang="zh-CN" sz="2000" b="1" i="1">
                <a:latin typeface="Times New Roman" panose="02020603050405020304" pitchFamily="18" charset="0"/>
                <a:cs typeface="Times New Roman" panose="02020603050405020304" pitchFamily="18" charset="0"/>
              </a:endParaRPr>
            </a:p>
          </p:txBody>
        </p:sp>
        <p:sp>
          <p:nvSpPr>
            <p:cNvPr id="140346" name="Text Box 58"/>
            <p:cNvSpPr txBox="1">
              <a:spLocks noChangeArrowheads="1"/>
            </p:cNvSpPr>
            <p:nvPr/>
          </p:nvSpPr>
          <p:spPr bwMode="auto">
            <a:xfrm>
              <a:off x="1824" y="3420"/>
              <a:ext cx="52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Symbol" panose="05050102010706020507" pitchFamily="18" charset="2"/>
                </a:rPr>
                <a:t>w</a:t>
              </a:r>
              <a:endParaRPr kumimoji="1" lang="en-US" altLang="zh-CN" sz="2000" b="1" i="1">
                <a:latin typeface="Times New Roman" panose="02020603050405020304" pitchFamily="18" charset="0"/>
                <a:cs typeface="Times New Roman" panose="02020603050405020304" pitchFamily="18" charset="0"/>
              </a:endParaRPr>
            </a:p>
          </p:txBody>
        </p:sp>
        <p:sp>
          <p:nvSpPr>
            <p:cNvPr id="140347" name="Text Box 59"/>
            <p:cNvSpPr txBox="1">
              <a:spLocks noChangeArrowheads="1"/>
            </p:cNvSpPr>
            <p:nvPr/>
          </p:nvSpPr>
          <p:spPr bwMode="auto">
            <a:xfrm>
              <a:off x="3648" y="3648"/>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R</a:t>
              </a:r>
              <a:endParaRPr kumimoji="1" lang="en-US" altLang="zh-CN" sz="2000" b="1" i="1">
                <a:latin typeface="Times New Roman" panose="02020603050405020304" pitchFamily="18" charset="0"/>
                <a:cs typeface="Times New Roman" panose="02020603050405020304" pitchFamily="18" charset="0"/>
              </a:endParaRPr>
            </a:p>
          </p:txBody>
        </p:sp>
        <p:sp>
          <p:nvSpPr>
            <p:cNvPr id="140348" name="Line 60"/>
            <p:cNvSpPr>
              <a:spLocks noChangeShapeType="1"/>
            </p:cNvSpPr>
            <p:nvPr/>
          </p:nvSpPr>
          <p:spPr bwMode="auto">
            <a:xfrm>
              <a:off x="3600" y="3648"/>
              <a:ext cx="0" cy="2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0349" name="Text Box 61"/>
            <p:cNvSpPr txBox="1">
              <a:spLocks noChangeArrowheads="1"/>
            </p:cNvSpPr>
            <p:nvPr/>
          </p:nvSpPr>
          <p:spPr bwMode="auto">
            <a:xfrm>
              <a:off x="3276" y="3648"/>
              <a:ext cx="5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000" b="1" i="1">
                  <a:latin typeface="Times New Roman" panose="02020603050405020304" pitchFamily="18" charset="0"/>
                </a:rPr>
                <a:t>i</a:t>
              </a:r>
              <a:endParaRPr kumimoji="1" lang="en-US" altLang="zh-CN" sz="2000" b="1" i="1">
                <a:latin typeface="Times New Roman" panose="02020603050405020304" pitchFamily="18" charset="0"/>
                <a:cs typeface="Times New Roman" panose="02020603050405020304" pitchFamily="18" charset="0"/>
              </a:endParaRPr>
            </a:p>
          </p:txBody>
        </p:sp>
      </p:grpSp>
      <p:sp>
        <p:nvSpPr>
          <p:cNvPr id="140293" name="AutoShape 62"/>
          <p:cNvSpPr>
            <a:spLocks noChangeArrowheads="1"/>
          </p:cNvSpPr>
          <p:nvPr/>
        </p:nvSpPr>
        <p:spPr bwMode="auto">
          <a:xfrm rot="-5400000">
            <a:off x="7627145" y="4463257"/>
            <a:ext cx="900112" cy="80962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9167 h 21600"/>
            </a:gdLst>
            <a:ahLst/>
            <a:cxnLst>
              <a:cxn ang="T8">
                <a:pos x="T0" y="T1"/>
              </a:cxn>
              <a:cxn ang="T9">
                <a:pos x="T2" y="T3"/>
              </a:cxn>
              <a:cxn ang="T10">
                <a:pos x="T4" y="T5"/>
              </a:cxn>
              <a:cxn ang="T11">
                <a:pos x="T6" y="T7"/>
              </a:cxn>
            </a:cxnLst>
            <a:rect l="T12" t="T13" r="T14" b="T15"/>
            <a:pathLst>
              <a:path w="21600" h="21600">
                <a:moveTo>
                  <a:pt x="4804" y="11561"/>
                </a:moveTo>
                <a:cubicBezTo>
                  <a:pt x="4772" y="11309"/>
                  <a:pt x="4756" y="11054"/>
                  <a:pt x="4756" y="10800"/>
                </a:cubicBezTo>
                <a:cubicBezTo>
                  <a:pt x="4756" y="7461"/>
                  <a:pt x="7461" y="4756"/>
                  <a:pt x="10800" y="4756"/>
                </a:cubicBezTo>
                <a:cubicBezTo>
                  <a:pt x="14138" y="4756"/>
                  <a:pt x="16844" y="7461"/>
                  <a:pt x="16844" y="10800"/>
                </a:cubicBezTo>
                <a:cubicBezTo>
                  <a:pt x="16844" y="11054"/>
                  <a:pt x="16827" y="11309"/>
                  <a:pt x="16795" y="11561"/>
                </a:cubicBezTo>
                <a:lnTo>
                  <a:pt x="21513" y="12161"/>
                </a:lnTo>
                <a:cubicBezTo>
                  <a:pt x="21571" y="11709"/>
                  <a:pt x="21600" y="11255"/>
                  <a:pt x="21600" y="10800"/>
                </a:cubicBezTo>
                <a:cubicBezTo>
                  <a:pt x="21600" y="4835"/>
                  <a:pt x="16764" y="0"/>
                  <a:pt x="10800" y="0"/>
                </a:cubicBezTo>
                <a:cubicBezTo>
                  <a:pt x="4835" y="0"/>
                  <a:pt x="0" y="4835"/>
                  <a:pt x="0" y="10800"/>
                </a:cubicBezTo>
                <a:cubicBezTo>
                  <a:pt x="-1" y="11255"/>
                  <a:pt x="28" y="11709"/>
                  <a:pt x="86" y="12161"/>
                </a:cubicBezTo>
                <a:lnTo>
                  <a:pt x="4804" y="11561"/>
                </a:lnTo>
                <a:close/>
              </a:path>
            </a:pathLst>
          </a:custGeom>
          <a:solidFill>
            <a:srgbClr val="0000CC"/>
          </a:solidFill>
          <a:ln w="9525" algn="ctr">
            <a:solidFill>
              <a:srgbClr val="FF0000"/>
            </a:solidFill>
            <a:miter lim="800000"/>
            <a:headEnd/>
            <a:tailEnd/>
          </a:ln>
        </p:spPr>
        <p:txBody>
          <a:bodyPr wrap="none" anchor="ctr"/>
          <a:lstStyle/>
          <a:p>
            <a:endParaRPr lang="zh-CN" altLang="en-US"/>
          </a:p>
        </p:txBody>
      </p:sp>
      <p:sp>
        <p:nvSpPr>
          <p:cNvPr id="140294" name="AutoShape 63"/>
          <p:cNvSpPr>
            <a:spLocks noChangeArrowheads="1"/>
          </p:cNvSpPr>
          <p:nvPr/>
        </p:nvSpPr>
        <p:spPr bwMode="auto">
          <a:xfrm rot="5400000">
            <a:off x="7941470" y="4464845"/>
            <a:ext cx="900113" cy="809625"/>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9167 h 21600"/>
            </a:gdLst>
            <a:ahLst/>
            <a:cxnLst>
              <a:cxn ang="T8">
                <a:pos x="T0" y="T1"/>
              </a:cxn>
              <a:cxn ang="T9">
                <a:pos x="T2" y="T3"/>
              </a:cxn>
              <a:cxn ang="T10">
                <a:pos x="T4" y="T5"/>
              </a:cxn>
              <a:cxn ang="T11">
                <a:pos x="T6" y="T7"/>
              </a:cxn>
            </a:cxnLst>
            <a:rect l="T12" t="T13" r="T14" b="T15"/>
            <a:pathLst>
              <a:path w="21600" h="21600">
                <a:moveTo>
                  <a:pt x="4804" y="11561"/>
                </a:moveTo>
                <a:cubicBezTo>
                  <a:pt x="4772" y="11309"/>
                  <a:pt x="4756" y="11054"/>
                  <a:pt x="4756" y="10800"/>
                </a:cubicBezTo>
                <a:cubicBezTo>
                  <a:pt x="4756" y="7461"/>
                  <a:pt x="7461" y="4756"/>
                  <a:pt x="10800" y="4756"/>
                </a:cubicBezTo>
                <a:cubicBezTo>
                  <a:pt x="14138" y="4756"/>
                  <a:pt x="16844" y="7461"/>
                  <a:pt x="16844" y="10800"/>
                </a:cubicBezTo>
                <a:cubicBezTo>
                  <a:pt x="16844" y="11054"/>
                  <a:pt x="16827" y="11309"/>
                  <a:pt x="16795" y="11561"/>
                </a:cubicBezTo>
                <a:lnTo>
                  <a:pt x="21513" y="12161"/>
                </a:lnTo>
                <a:cubicBezTo>
                  <a:pt x="21571" y="11709"/>
                  <a:pt x="21600" y="11255"/>
                  <a:pt x="21600" y="10800"/>
                </a:cubicBezTo>
                <a:cubicBezTo>
                  <a:pt x="21600" y="4835"/>
                  <a:pt x="16764" y="0"/>
                  <a:pt x="10800" y="0"/>
                </a:cubicBezTo>
                <a:cubicBezTo>
                  <a:pt x="4835" y="0"/>
                  <a:pt x="0" y="4835"/>
                  <a:pt x="0" y="10800"/>
                </a:cubicBezTo>
                <a:cubicBezTo>
                  <a:pt x="-1" y="11255"/>
                  <a:pt x="28" y="11709"/>
                  <a:pt x="86" y="12161"/>
                </a:cubicBezTo>
                <a:lnTo>
                  <a:pt x="4804" y="11561"/>
                </a:lnTo>
                <a:close/>
              </a:path>
            </a:pathLst>
          </a:custGeom>
          <a:solidFill>
            <a:srgbClr val="FF0000"/>
          </a:solidFill>
          <a:ln w="9525" algn="ctr">
            <a:solidFill>
              <a:srgbClr val="0000CC"/>
            </a:solidFill>
            <a:miter lim="800000"/>
            <a:headEnd/>
            <a:tailEnd/>
          </a:ln>
        </p:spPr>
        <p:txBody>
          <a:bodyPr wrap="none" anchor="ctr"/>
          <a:lstStyle/>
          <a:p>
            <a:endParaRPr lang="zh-CN" altLang="en-US"/>
          </a:p>
        </p:txBody>
      </p:sp>
      <p:sp>
        <p:nvSpPr>
          <p:cNvPr id="140295" name="Line 64"/>
          <p:cNvSpPr>
            <a:spLocks noChangeShapeType="1"/>
          </p:cNvSpPr>
          <p:nvPr/>
        </p:nvSpPr>
        <p:spPr bwMode="auto">
          <a:xfrm flipV="1">
            <a:off x="7670801" y="3743325"/>
            <a:ext cx="269875" cy="1125538"/>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296" name="Line 65"/>
          <p:cNvSpPr>
            <a:spLocks noChangeShapeType="1"/>
          </p:cNvSpPr>
          <p:nvPr/>
        </p:nvSpPr>
        <p:spPr bwMode="auto">
          <a:xfrm flipV="1">
            <a:off x="8796339" y="3833814"/>
            <a:ext cx="269875" cy="1125537"/>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297" name="Line 66"/>
          <p:cNvSpPr>
            <a:spLocks noChangeShapeType="1"/>
          </p:cNvSpPr>
          <p:nvPr/>
        </p:nvSpPr>
        <p:spPr bwMode="auto">
          <a:xfrm flipH="1">
            <a:off x="8886825" y="4149725"/>
            <a:ext cx="90488" cy="4953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298" name="Line 67"/>
          <p:cNvSpPr>
            <a:spLocks noChangeShapeType="1"/>
          </p:cNvSpPr>
          <p:nvPr/>
        </p:nvSpPr>
        <p:spPr bwMode="auto">
          <a:xfrm flipH="1">
            <a:off x="7805739" y="3924300"/>
            <a:ext cx="90487" cy="495300"/>
          </a:xfrm>
          <a:prstGeom prst="line">
            <a:avLst/>
          </a:prstGeom>
          <a:noFill/>
          <a:ln w="9525">
            <a:solidFill>
              <a:srgbClr val="0000CC"/>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299" name="Text Box 68"/>
          <p:cNvSpPr txBox="1">
            <a:spLocks noChangeArrowheads="1"/>
          </p:cNvSpPr>
          <p:nvPr/>
        </p:nvSpPr>
        <p:spPr bwMode="auto">
          <a:xfrm>
            <a:off x="7356476" y="5634038"/>
            <a:ext cx="1844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0000CC"/>
                </a:solidFill>
                <a:latin typeface="Symbol" panose="05050102010706020507" pitchFamily="18" charset="2"/>
              </a:rPr>
              <a:t>半园电刷</a:t>
            </a:r>
          </a:p>
        </p:txBody>
      </p:sp>
      <p:sp>
        <p:nvSpPr>
          <p:cNvPr id="140300" name="Text Box 69"/>
          <p:cNvSpPr txBox="1">
            <a:spLocks noChangeArrowheads="1"/>
          </p:cNvSpPr>
          <p:nvPr/>
        </p:nvSpPr>
        <p:spPr bwMode="auto">
          <a:xfrm>
            <a:off x="2225676" y="3338513"/>
            <a:ext cx="1844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latin typeface="Symbol" panose="05050102010706020507" pitchFamily="18" charset="2"/>
              </a:rPr>
              <a:t>环形电刷</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ChangeArrowheads="1"/>
          </p:cNvSpPr>
          <p:nvPr/>
        </p:nvSpPr>
        <p:spPr bwMode="auto">
          <a:xfrm>
            <a:off x="2152650" y="54768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应用</a:t>
            </a:r>
          </a:p>
        </p:txBody>
      </p:sp>
      <p:sp>
        <p:nvSpPr>
          <p:cNvPr id="142339" name="Rectangle 3"/>
          <p:cNvSpPr>
            <a:spLocks noChangeArrowheads="1"/>
          </p:cNvSpPr>
          <p:nvPr/>
        </p:nvSpPr>
        <p:spPr bwMode="auto">
          <a:xfrm>
            <a:off x="2209800" y="990601"/>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磁电式仪表</a:t>
            </a:r>
          </a:p>
        </p:txBody>
      </p:sp>
      <p:sp>
        <p:nvSpPr>
          <p:cNvPr id="142340" name="Rectangle 4"/>
          <p:cNvSpPr>
            <a:spLocks noChangeArrowheads="1"/>
          </p:cNvSpPr>
          <p:nvPr/>
        </p:nvSpPr>
        <p:spPr bwMode="auto">
          <a:xfrm>
            <a:off x="2209800" y="1600201"/>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磁电式电流计的工作原理</a:t>
            </a:r>
          </a:p>
        </p:txBody>
      </p:sp>
      <p:sp>
        <p:nvSpPr>
          <p:cNvPr id="142341" name="Rectangle 5"/>
          <p:cNvSpPr>
            <a:spLocks noChangeArrowheads="1"/>
          </p:cNvSpPr>
          <p:nvPr/>
        </p:nvSpPr>
        <p:spPr bwMode="auto">
          <a:xfrm>
            <a:off x="2209800" y="2071688"/>
            <a:ext cx="335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当恒定电流通过时</a:t>
            </a:r>
          </a:p>
        </p:txBody>
      </p:sp>
      <p:graphicFrame>
        <p:nvGraphicFramePr>
          <p:cNvPr id="142342" name="Object 6"/>
          <p:cNvGraphicFramePr>
            <a:graphicFrameLocks noChangeAspect="1"/>
          </p:cNvGraphicFramePr>
          <p:nvPr/>
        </p:nvGraphicFramePr>
        <p:xfrm>
          <a:off x="2362200" y="2743201"/>
          <a:ext cx="1371600" cy="346075"/>
        </p:xfrm>
        <a:graphic>
          <a:graphicData uri="http://schemas.openxmlformats.org/presentationml/2006/ole">
            <mc:AlternateContent xmlns:mc="http://schemas.openxmlformats.org/markup-compatibility/2006">
              <mc:Choice xmlns:v="urn:schemas-microsoft-com:vml" Requires="v">
                <p:oleObj spid="_x0000_s142436" name="公式" r:id="rId4" imgW="618978" imgH="133486" progId="Equation.3">
                  <p:embed/>
                </p:oleObj>
              </mc:Choice>
              <mc:Fallback>
                <p:oleObj name="公式" r:id="rId4" imgW="618978" imgH="133486"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743201"/>
                        <a:ext cx="1371600"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3" name="Object 7"/>
          <p:cNvGraphicFramePr>
            <a:graphicFrameLocks noChangeAspect="1"/>
          </p:cNvGraphicFramePr>
          <p:nvPr/>
        </p:nvGraphicFramePr>
        <p:xfrm>
          <a:off x="4114801" y="2743201"/>
          <a:ext cx="911225" cy="346075"/>
        </p:xfrm>
        <a:graphic>
          <a:graphicData uri="http://schemas.openxmlformats.org/presentationml/2006/ole">
            <mc:AlternateContent xmlns:mc="http://schemas.openxmlformats.org/markup-compatibility/2006">
              <mc:Choice xmlns:v="urn:schemas-microsoft-com:vml" Requires="v">
                <p:oleObj spid="_x0000_s142437" name="公式" r:id="rId6" imgW="400012" imgH="133486" progId="Equation.3">
                  <p:embed/>
                </p:oleObj>
              </mc:Choice>
              <mc:Fallback>
                <p:oleObj name="公式" r:id="rId6" imgW="400012" imgH="133486"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1" y="2743201"/>
                        <a:ext cx="91122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4" name="Rectangle 8"/>
          <p:cNvSpPr>
            <a:spLocks noChangeArrowheads="1"/>
          </p:cNvSpPr>
          <p:nvPr/>
        </p:nvSpPr>
        <p:spPr bwMode="auto">
          <a:xfrm>
            <a:off x="2286000" y="3810001"/>
            <a:ext cx="335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当脉冲电流通过时</a:t>
            </a:r>
          </a:p>
        </p:txBody>
      </p:sp>
      <p:graphicFrame>
        <p:nvGraphicFramePr>
          <p:cNvPr id="142345" name="Object 9"/>
          <p:cNvGraphicFramePr>
            <a:graphicFrameLocks noChangeAspect="1"/>
          </p:cNvGraphicFramePr>
          <p:nvPr/>
        </p:nvGraphicFramePr>
        <p:xfrm>
          <a:off x="3048000" y="4343401"/>
          <a:ext cx="1066800" cy="620713"/>
        </p:xfrm>
        <a:graphic>
          <a:graphicData uri="http://schemas.openxmlformats.org/presentationml/2006/ole">
            <mc:AlternateContent xmlns:mc="http://schemas.openxmlformats.org/markup-compatibility/2006">
              <mc:Choice xmlns:v="urn:schemas-microsoft-com:vml" Requires="v">
                <p:oleObj spid="_x0000_s142438" name="公式" r:id="rId8" imgW="609498" imgH="342900" progId="Equation.3">
                  <p:embed/>
                </p:oleObj>
              </mc:Choice>
              <mc:Fallback>
                <p:oleObj name="公式" r:id="rId8" imgW="609498" imgH="342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4343401"/>
                        <a:ext cx="10668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6" name="Rectangle 10"/>
          <p:cNvSpPr>
            <a:spLocks noChangeArrowheads="1"/>
          </p:cNvSpPr>
          <p:nvPr/>
        </p:nvSpPr>
        <p:spPr bwMode="auto">
          <a:xfrm>
            <a:off x="2895600" y="5195888"/>
            <a:ext cx="327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是线圈的转动惯量</a:t>
            </a:r>
          </a:p>
        </p:txBody>
      </p:sp>
      <p:graphicFrame>
        <p:nvGraphicFramePr>
          <p:cNvPr id="142347" name="Object 11"/>
          <p:cNvGraphicFramePr>
            <a:graphicFrameLocks noChangeAspect="1"/>
          </p:cNvGraphicFramePr>
          <p:nvPr/>
        </p:nvGraphicFramePr>
        <p:xfrm>
          <a:off x="2667000" y="5334001"/>
          <a:ext cx="381000" cy="334963"/>
        </p:xfrm>
        <a:graphic>
          <a:graphicData uri="http://schemas.openxmlformats.org/presentationml/2006/ole">
            <mc:AlternateContent xmlns:mc="http://schemas.openxmlformats.org/markup-compatibility/2006">
              <mc:Choice xmlns:v="urn:schemas-microsoft-com:vml" Requires="v">
                <p:oleObj spid="_x0000_s142439" name="公式" r:id="rId10" imgW="95110" imgH="123689" progId="Equation.3">
                  <p:embed/>
                </p:oleObj>
              </mc:Choice>
              <mc:Fallback>
                <p:oleObj name="公式" r:id="rId10" imgW="95110" imgH="123689"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7000" y="5334001"/>
                        <a:ext cx="38100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348" name="Object 12"/>
          <p:cNvGraphicFramePr>
            <a:graphicFrameLocks noChangeAspect="1"/>
          </p:cNvGraphicFramePr>
          <p:nvPr/>
        </p:nvGraphicFramePr>
        <p:xfrm>
          <a:off x="2438400" y="3200401"/>
          <a:ext cx="444500" cy="390525"/>
        </p:xfrm>
        <a:graphic>
          <a:graphicData uri="http://schemas.openxmlformats.org/presentationml/2006/ole">
            <mc:AlternateContent xmlns:mc="http://schemas.openxmlformats.org/markup-compatibility/2006">
              <mc:Choice xmlns:v="urn:schemas-microsoft-com:vml" Requires="v">
                <p:oleObj spid="_x0000_s142440" name="公式" r:id="rId12" imgW="95110" imgH="123689" progId="Equation.3">
                  <p:embed/>
                </p:oleObj>
              </mc:Choice>
              <mc:Fallback>
                <p:oleObj name="公式" r:id="rId12" imgW="95110" imgH="123689"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8400" y="3200401"/>
                        <a:ext cx="4445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2349" name="Rectangle 13"/>
          <p:cNvSpPr>
            <a:spLocks noChangeArrowheads="1"/>
          </p:cNvSpPr>
          <p:nvPr/>
        </p:nvSpPr>
        <p:spPr bwMode="auto">
          <a:xfrm>
            <a:off x="2743200" y="3124201"/>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是游丝的扭转常量</a:t>
            </a:r>
          </a:p>
        </p:txBody>
      </p:sp>
      <p:pic>
        <p:nvPicPr>
          <p:cNvPr id="142350" name="Picture 14" descr="11-43"/>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34200" y="609600"/>
            <a:ext cx="3316288" cy="545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2057400" y="647700"/>
            <a:ext cx="77724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宋体" charset="-122"/>
                <a:ea typeface="宋体" charset="-122"/>
              </a:rPr>
              <a:t>磁力的功</a:t>
            </a:r>
          </a:p>
        </p:txBody>
      </p:sp>
      <p:sp>
        <p:nvSpPr>
          <p:cNvPr id="144387" name="AutoShape 3"/>
          <p:cNvSpPr>
            <a:spLocks noChangeArrowheads="1"/>
          </p:cNvSpPr>
          <p:nvPr/>
        </p:nvSpPr>
        <p:spPr bwMode="auto">
          <a:xfrm>
            <a:off x="6248400" y="1600200"/>
            <a:ext cx="762000" cy="304800"/>
          </a:xfrm>
          <a:prstGeom prst="rightArrow">
            <a:avLst>
              <a:gd name="adj1" fmla="val 50000"/>
              <a:gd name="adj2" fmla="val 125012"/>
            </a:avLst>
          </a:prstGeom>
          <a:solidFill>
            <a:schemeClr val="accent1"/>
          </a:solidFill>
          <a:ln w="12700">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4388" name="Text Box 4"/>
          <p:cNvSpPr txBox="1">
            <a:spLocks noChangeArrowheads="1"/>
          </p:cNvSpPr>
          <p:nvPr/>
        </p:nvSpPr>
        <p:spPr bwMode="auto">
          <a:xfrm>
            <a:off x="2133600" y="1096964"/>
            <a:ext cx="3581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b="1">
                <a:solidFill>
                  <a:srgbClr val="0000FF"/>
                </a:solidFill>
                <a:latin typeface="幼圆" panose="02010509060101010101" pitchFamily="49" charset="-122"/>
              </a:rPr>
              <a:t>一、载流导线</a:t>
            </a:r>
            <a:endParaRPr kumimoji="1" lang="zh-CN" altLang="en-US" b="1">
              <a:solidFill>
                <a:srgbClr val="0000FF"/>
              </a:solidFill>
              <a:latin typeface="楷体_GB2312"/>
            </a:endParaRPr>
          </a:p>
        </p:txBody>
      </p:sp>
      <p:graphicFrame>
        <p:nvGraphicFramePr>
          <p:cNvPr id="144389" name="Object 5"/>
          <p:cNvGraphicFramePr>
            <a:graphicFrameLocks noChangeAspect="1"/>
          </p:cNvGraphicFramePr>
          <p:nvPr/>
        </p:nvGraphicFramePr>
        <p:xfrm>
          <a:off x="6172200" y="4419601"/>
          <a:ext cx="3505200" cy="773113"/>
        </p:xfrm>
        <a:graphic>
          <a:graphicData uri="http://schemas.openxmlformats.org/presentationml/2006/ole">
            <mc:AlternateContent xmlns:mc="http://schemas.openxmlformats.org/markup-compatibility/2006">
              <mc:Choice xmlns:v="urn:schemas-microsoft-com:vml" Requires="v">
                <p:oleObj spid="_x0000_s144430" name="公式" r:id="rId4" imgW="1571606" imgH="323918" progId="Equation.3">
                  <p:embed/>
                </p:oleObj>
              </mc:Choice>
              <mc:Fallback>
                <p:oleObj name="公式" r:id="rId4" imgW="1571606" imgH="323918"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4419601"/>
                        <a:ext cx="3505200"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0" name="Text Box 6"/>
          <p:cNvSpPr txBox="1">
            <a:spLocks noChangeArrowheads="1"/>
          </p:cNvSpPr>
          <p:nvPr/>
        </p:nvSpPr>
        <p:spPr bwMode="auto">
          <a:xfrm>
            <a:off x="2209800" y="3657600"/>
            <a:ext cx="320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b="1">
                <a:solidFill>
                  <a:srgbClr val="0000FF"/>
                </a:solidFill>
                <a:latin typeface="幼圆" panose="02010509060101010101" pitchFamily="49" charset="-122"/>
              </a:rPr>
              <a:t>二、载流线圈</a:t>
            </a:r>
            <a:endParaRPr kumimoji="1" lang="zh-CN" altLang="en-US" b="1">
              <a:solidFill>
                <a:srgbClr val="0000FF"/>
              </a:solidFill>
              <a:latin typeface="楷体_GB2312"/>
            </a:endParaRPr>
          </a:p>
        </p:txBody>
      </p:sp>
      <p:graphicFrame>
        <p:nvGraphicFramePr>
          <p:cNvPr id="144391" name="Object 7"/>
          <p:cNvGraphicFramePr>
            <a:graphicFrameLocks noChangeAspect="1"/>
          </p:cNvGraphicFramePr>
          <p:nvPr/>
        </p:nvGraphicFramePr>
        <p:xfrm>
          <a:off x="6477000" y="2209801"/>
          <a:ext cx="3505200" cy="379413"/>
        </p:xfrm>
        <a:graphic>
          <a:graphicData uri="http://schemas.openxmlformats.org/presentationml/2006/ole">
            <mc:AlternateContent xmlns:mc="http://schemas.openxmlformats.org/markup-compatibility/2006">
              <mc:Choice xmlns:v="urn:schemas-microsoft-com:vml" Requires="v">
                <p:oleObj spid="_x0000_s144431" name="公式" r:id="rId6" imgW="1771612" imgH="152468" progId="Equation.3">
                  <p:embed/>
                </p:oleObj>
              </mc:Choice>
              <mc:Fallback>
                <p:oleObj name="公式" r:id="rId6" imgW="1771612" imgH="152468"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2209801"/>
                        <a:ext cx="3505200"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2" name="AutoShape 8"/>
          <p:cNvSpPr>
            <a:spLocks noChangeArrowheads="1"/>
          </p:cNvSpPr>
          <p:nvPr/>
        </p:nvSpPr>
        <p:spPr bwMode="auto">
          <a:xfrm>
            <a:off x="6248400" y="4038600"/>
            <a:ext cx="762000" cy="304800"/>
          </a:xfrm>
          <a:prstGeom prst="rightArrow">
            <a:avLst>
              <a:gd name="adj1" fmla="val 50000"/>
              <a:gd name="adj2" fmla="val 125012"/>
            </a:avLst>
          </a:prstGeom>
          <a:solidFill>
            <a:schemeClr val="accent1"/>
          </a:solidFill>
          <a:ln w="12700">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44393" name="Picture 9" descr="11-4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4600" y="1687514"/>
            <a:ext cx="3200400"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94" name="Picture 10" descr="11-41-a"/>
          <p:cNvPicPr>
            <a:picLocks noChangeAspect="1" noChangeArrowheads="1"/>
          </p:cNvPicPr>
          <p:nvPr/>
        </p:nvPicPr>
        <p:blipFill>
          <a:blip r:embed="rId9">
            <a:clrChange>
              <a:clrFrom>
                <a:srgbClr val="FAFAFA"/>
              </a:clrFrom>
              <a:clrTo>
                <a:srgbClr val="FAFAFA">
                  <a:alpha val="0"/>
                </a:srgbClr>
              </a:clrTo>
            </a:clrChange>
            <a:extLst>
              <a:ext uri="{28A0092B-C50C-407E-A947-70E740481C1C}">
                <a14:useLocalDpi xmlns:a14="http://schemas.microsoft.com/office/drawing/2010/main" val="0"/>
              </a:ext>
            </a:extLst>
          </a:blip>
          <a:srcRect/>
          <a:stretch>
            <a:fillRect/>
          </a:stretch>
        </p:blipFill>
        <p:spPr bwMode="auto">
          <a:xfrm>
            <a:off x="2590800" y="4114800"/>
            <a:ext cx="30480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95" name="Text Box 11"/>
          <p:cNvSpPr txBox="1">
            <a:spLocks noChangeArrowheads="1"/>
          </p:cNvSpPr>
          <p:nvPr/>
        </p:nvSpPr>
        <p:spPr bwMode="auto">
          <a:xfrm>
            <a:off x="6019800" y="5334001"/>
            <a:ext cx="426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000" b="1">
                <a:solidFill>
                  <a:srgbClr val="0000FF"/>
                </a:solidFill>
                <a:latin typeface="楷体_GB2312"/>
                <a:ea typeface="楷体_GB2312"/>
                <a:cs typeface="楷体_GB2312"/>
              </a:rPr>
              <a:t>磁力所作的功等于电流乘以通过载流线圈的磁通量的增加。</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2181226" y="279401"/>
            <a:ext cx="7648575" cy="881063"/>
          </a:xfrm>
          <a:prstGeom prst="rect">
            <a:avLst/>
          </a:prstGeom>
          <a:noFill/>
          <a:ln w="9525">
            <a:noFill/>
            <a:miter lim="800000"/>
            <a:headEnd/>
            <a:tailEnd/>
          </a:ln>
          <a:effectLst/>
        </p:spPr>
        <p:txBody>
          <a:bodyPr lIns="92075" tIns="46038" rIns="92075" bIns="46038" anchor="ctr"/>
          <a:lstStyle/>
          <a:p>
            <a:pPr>
              <a:spcBef>
                <a:spcPct val="50000"/>
              </a:spcBef>
              <a:defRPr/>
            </a:pPr>
            <a:r>
              <a:rPr kumimoji="1" lang="zh-CN" altLang="en-US" sz="2800" b="1" dirty="0">
                <a:solidFill>
                  <a:srgbClr val="FF0000"/>
                </a:solidFill>
                <a:ea typeface="宋体" charset="-122"/>
              </a:rPr>
              <a:t>运动电荷的洛伦兹力</a:t>
            </a:r>
            <a:endParaRPr kumimoji="1" lang="en-US" altLang="zh-CN" sz="2800" dirty="0">
              <a:solidFill>
                <a:srgbClr val="FF0000"/>
              </a:solidFill>
              <a:effectLst>
                <a:outerShdw blurRad="38100" dist="38100" dir="2700000" algn="tl">
                  <a:srgbClr val="C0C0C0"/>
                </a:outerShdw>
              </a:effectLst>
              <a:latin typeface="宋体" charset="-122"/>
              <a:ea typeface="宋体" charset="-122"/>
            </a:endParaRPr>
          </a:p>
        </p:txBody>
      </p:sp>
      <p:sp>
        <p:nvSpPr>
          <p:cNvPr id="146435" name="Rectangle 3"/>
          <p:cNvSpPr>
            <a:spLocks noChangeArrowheads="1"/>
          </p:cNvSpPr>
          <p:nvPr/>
        </p:nvSpPr>
        <p:spPr bwMode="auto">
          <a:xfrm>
            <a:off x="2765425" y="5319713"/>
            <a:ext cx="207168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表达式：</a:t>
            </a:r>
            <a:r>
              <a:rPr kumimoji="1" lang="zh-CN" altLang="en-US" b="1">
                <a:solidFill>
                  <a:srgbClr val="0000FF"/>
                </a:solidFill>
                <a:latin typeface="楷体_GB2312"/>
                <a:ea typeface="楷体_GB2312"/>
                <a:cs typeface="楷体_GB2312"/>
              </a:rPr>
              <a:t>    </a:t>
            </a:r>
          </a:p>
        </p:txBody>
      </p:sp>
      <p:graphicFrame>
        <p:nvGraphicFramePr>
          <p:cNvPr id="146436" name="Object 4"/>
          <p:cNvGraphicFramePr>
            <a:graphicFrameLocks/>
          </p:cNvGraphicFramePr>
          <p:nvPr/>
        </p:nvGraphicFramePr>
        <p:xfrm>
          <a:off x="4251325" y="5408613"/>
          <a:ext cx="1905000" cy="457200"/>
        </p:xfrm>
        <a:graphic>
          <a:graphicData uri="http://schemas.openxmlformats.org/presentationml/2006/ole">
            <mc:AlternateContent xmlns:mc="http://schemas.openxmlformats.org/markup-compatibility/2006">
              <mc:Choice xmlns:v="urn:schemas-microsoft-com:vml" Requires="v">
                <p:oleObj spid="_x0000_s146500" name="公式" r:id="rId4" imgW="704914" imgH="199923" progId="Equation.3">
                  <p:embed/>
                </p:oleObj>
              </mc:Choice>
              <mc:Fallback>
                <p:oleObj name="公式" r:id="rId4" imgW="704914" imgH="199923"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1325" y="54086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6437" name="Rectangle 5"/>
          <p:cNvSpPr>
            <a:spLocks noChangeArrowheads="1"/>
          </p:cNvSpPr>
          <p:nvPr/>
        </p:nvSpPr>
        <p:spPr bwMode="auto">
          <a:xfrm>
            <a:off x="2316164" y="1179513"/>
            <a:ext cx="2174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特  征：</a:t>
            </a:r>
          </a:p>
        </p:txBody>
      </p:sp>
      <p:sp>
        <p:nvSpPr>
          <p:cNvPr id="146438" name="Rectangle 6"/>
          <p:cNvSpPr>
            <a:spLocks noChangeArrowheads="1"/>
          </p:cNvSpPr>
          <p:nvPr/>
        </p:nvSpPr>
        <p:spPr bwMode="auto">
          <a:xfrm>
            <a:off x="2674938" y="1719264"/>
            <a:ext cx="75438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666750" indent="-6667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a:solidFill>
                  <a:srgbClr val="0000FF"/>
                </a:solidFill>
                <a:latin typeface="宋体" panose="02010600030101010101" pitchFamily="2" charset="-122"/>
              </a:rPr>
              <a:t>1</a:t>
            </a:r>
            <a:r>
              <a:rPr kumimoji="1" lang="zh-CN" altLang="en-US" sz="2800">
                <a:solidFill>
                  <a:srgbClr val="0000FF"/>
                </a:solidFill>
                <a:latin typeface="宋体" panose="02010600030101010101" pitchFamily="2" charset="-122"/>
              </a:rPr>
              <a:t>、始终与电荷的运动方向垂直，因此洛伦兹力不改变运动电荷速度的大小，只能改变电荷速度的方向，使路径发生弯曲。</a:t>
            </a:r>
          </a:p>
        </p:txBody>
      </p:sp>
      <p:sp>
        <p:nvSpPr>
          <p:cNvPr id="146439" name="Rectangle 7"/>
          <p:cNvSpPr>
            <a:spLocks noChangeArrowheads="1"/>
          </p:cNvSpPr>
          <p:nvPr/>
        </p:nvSpPr>
        <p:spPr bwMode="auto">
          <a:xfrm>
            <a:off x="2495550" y="3114676"/>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a:solidFill>
                  <a:srgbClr val="0000FF"/>
                </a:solidFill>
                <a:latin typeface="宋体" panose="02010600030101010101" pitchFamily="2" charset="-122"/>
              </a:rPr>
              <a:t>2</a:t>
            </a:r>
            <a:r>
              <a:rPr kumimoji="1" lang="zh-CN" altLang="en-US" sz="2800">
                <a:solidFill>
                  <a:srgbClr val="0000FF"/>
                </a:solidFill>
                <a:latin typeface="宋体" panose="02010600030101010101" pitchFamily="2" charset="-122"/>
              </a:rPr>
              <a:t>、洛伦兹力永远不会对运动电荷作功。</a:t>
            </a:r>
          </a:p>
        </p:txBody>
      </p:sp>
      <p:grpSp>
        <p:nvGrpSpPr>
          <p:cNvPr id="146440" name="Group 8"/>
          <p:cNvGrpSpPr>
            <a:grpSpLocks/>
          </p:cNvGrpSpPr>
          <p:nvPr/>
        </p:nvGrpSpPr>
        <p:grpSpPr bwMode="auto">
          <a:xfrm>
            <a:off x="2946401" y="3878265"/>
            <a:ext cx="2714625" cy="1420813"/>
            <a:chOff x="1152" y="2659"/>
            <a:chExt cx="1710" cy="895"/>
          </a:xfrm>
        </p:grpSpPr>
        <p:sp>
          <p:nvSpPr>
            <p:cNvPr id="106505" name="Rectangle 9"/>
            <p:cNvSpPr>
              <a:spLocks noChangeArrowheads="1"/>
            </p:cNvSpPr>
            <p:nvPr/>
          </p:nvSpPr>
          <p:spPr bwMode="auto">
            <a:xfrm>
              <a:off x="2016" y="2851"/>
              <a:ext cx="510"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V</a:t>
              </a:r>
              <a:endParaRPr kumimoji="1"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sp>
          <p:nvSpPr>
            <p:cNvPr id="106506" name="Rectangle 10"/>
            <p:cNvSpPr>
              <a:spLocks noChangeArrowheads="1"/>
            </p:cNvSpPr>
            <p:nvPr/>
          </p:nvSpPr>
          <p:spPr bwMode="auto">
            <a:xfrm>
              <a:off x="1536" y="3263"/>
              <a:ext cx="621"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宋体" charset="-122"/>
                  <a:ea typeface="宋体" charset="-122"/>
                </a:rPr>
                <a:t>F=0</a:t>
              </a:r>
              <a:endParaRPr kumimoji="1" lang="en-US" altLang="zh-CN" sz="3600" b="1">
                <a:solidFill>
                  <a:srgbClr val="0000FF"/>
                </a:solidFill>
                <a:effectLst>
                  <a:outerShdw blurRad="38100" dist="38100" dir="2700000" algn="tl">
                    <a:srgbClr val="C0C0C0"/>
                  </a:outerShdw>
                </a:effectLst>
                <a:latin typeface="宋体" charset="-122"/>
                <a:ea typeface="宋体" charset="-122"/>
              </a:endParaRPr>
            </a:p>
          </p:txBody>
        </p:sp>
        <p:sp>
          <p:nvSpPr>
            <p:cNvPr id="146458" name="Line 11"/>
            <p:cNvSpPr>
              <a:spLocks noChangeShapeType="1"/>
            </p:cNvSpPr>
            <p:nvPr/>
          </p:nvSpPr>
          <p:spPr bwMode="auto">
            <a:xfrm>
              <a:off x="1168" y="2659"/>
              <a:ext cx="1314" cy="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9" name="Line 12"/>
            <p:cNvSpPr>
              <a:spLocks noChangeShapeType="1"/>
            </p:cNvSpPr>
            <p:nvPr/>
          </p:nvSpPr>
          <p:spPr bwMode="auto">
            <a:xfrm>
              <a:off x="1644" y="3007"/>
              <a:ext cx="411" cy="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6460" name="Group 13"/>
            <p:cNvGrpSpPr>
              <a:grpSpLocks/>
            </p:cNvGrpSpPr>
            <p:nvPr/>
          </p:nvGrpSpPr>
          <p:grpSpPr bwMode="auto">
            <a:xfrm>
              <a:off x="1380" y="2845"/>
              <a:ext cx="297" cy="318"/>
              <a:chOff x="1605" y="2339"/>
              <a:chExt cx="297" cy="318"/>
            </a:xfrm>
          </p:grpSpPr>
          <p:sp>
            <p:nvSpPr>
              <p:cNvPr id="146463" name="Oval 14"/>
              <p:cNvSpPr>
                <a:spLocks noChangeArrowheads="1"/>
              </p:cNvSpPr>
              <p:nvPr/>
            </p:nvSpPr>
            <p:spPr bwMode="auto">
              <a:xfrm>
                <a:off x="1605" y="2339"/>
                <a:ext cx="297" cy="318"/>
              </a:xfrm>
              <a:prstGeom prst="ellipse">
                <a:avLst/>
              </a:prstGeom>
              <a:solidFill>
                <a:srgbClr val="FF0033"/>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6464" name="Line 15"/>
              <p:cNvSpPr>
                <a:spLocks noChangeShapeType="1"/>
              </p:cNvSpPr>
              <p:nvPr/>
            </p:nvSpPr>
            <p:spPr bwMode="auto">
              <a:xfrm>
                <a:off x="1753" y="2387"/>
                <a:ext cx="0" cy="2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65" name="Line 16"/>
              <p:cNvSpPr>
                <a:spLocks noChangeShapeType="1"/>
              </p:cNvSpPr>
              <p:nvPr/>
            </p:nvSpPr>
            <p:spPr bwMode="auto">
              <a:xfrm>
                <a:off x="1667" y="2498"/>
                <a:ext cx="21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6461" name="Line 17"/>
            <p:cNvSpPr>
              <a:spLocks noChangeShapeType="1"/>
            </p:cNvSpPr>
            <p:nvPr/>
          </p:nvSpPr>
          <p:spPr bwMode="auto">
            <a:xfrm>
              <a:off x="1152" y="3320"/>
              <a:ext cx="1314" cy="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4" name="Rectangle 18"/>
            <p:cNvSpPr>
              <a:spLocks noChangeArrowheads="1"/>
            </p:cNvSpPr>
            <p:nvPr/>
          </p:nvSpPr>
          <p:spPr bwMode="auto">
            <a:xfrm>
              <a:off x="2352" y="2707"/>
              <a:ext cx="510"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B</a:t>
              </a:r>
              <a:endParaRPr kumimoji="1"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grpSp>
      <p:grpSp>
        <p:nvGrpSpPr>
          <p:cNvPr id="146441" name="Group 19"/>
          <p:cNvGrpSpPr>
            <a:grpSpLocks/>
          </p:cNvGrpSpPr>
          <p:nvPr/>
        </p:nvGrpSpPr>
        <p:grpSpPr bwMode="auto">
          <a:xfrm>
            <a:off x="7040564" y="3563940"/>
            <a:ext cx="2573337" cy="1909763"/>
            <a:chOff x="3504" y="2419"/>
            <a:chExt cx="1621" cy="1203"/>
          </a:xfrm>
        </p:grpSpPr>
        <p:sp>
          <p:nvSpPr>
            <p:cNvPr id="146443" name="Line 20"/>
            <p:cNvSpPr>
              <a:spLocks noChangeShapeType="1"/>
            </p:cNvSpPr>
            <p:nvPr/>
          </p:nvSpPr>
          <p:spPr bwMode="auto">
            <a:xfrm flipV="1">
              <a:off x="3541" y="3120"/>
              <a:ext cx="1392" cy="0"/>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4" name="Line 21"/>
            <p:cNvSpPr>
              <a:spLocks noChangeShapeType="1"/>
            </p:cNvSpPr>
            <p:nvPr/>
          </p:nvSpPr>
          <p:spPr bwMode="auto">
            <a:xfrm flipH="1">
              <a:off x="3740" y="3206"/>
              <a:ext cx="406" cy="329"/>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5" name="Line 22"/>
            <p:cNvSpPr>
              <a:spLocks noChangeShapeType="1"/>
            </p:cNvSpPr>
            <p:nvPr/>
          </p:nvSpPr>
          <p:spPr bwMode="auto">
            <a:xfrm flipH="1" flipV="1">
              <a:off x="4247" y="2506"/>
              <a:ext cx="6" cy="45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6" name="Line 23"/>
            <p:cNvSpPr>
              <a:spLocks noChangeShapeType="1"/>
            </p:cNvSpPr>
            <p:nvPr/>
          </p:nvSpPr>
          <p:spPr bwMode="auto">
            <a:xfrm>
              <a:off x="3504" y="2843"/>
              <a:ext cx="1434" cy="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7" name="Line 24"/>
            <p:cNvSpPr>
              <a:spLocks noChangeShapeType="1"/>
            </p:cNvSpPr>
            <p:nvPr/>
          </p:nvSpPr>
          <p:spPr bwMode="auto">
            <a:xfrm>
              <a:off x="3541" y="3360"/>
              <a:ext cx="1392" cy="0"/>
            </a:xfrm>
            <a:prstGeom prst="line">
              <a:avLst/>
            </a:prstGeom>
            <a:noFill/>
            <a:ln w="1905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21" name="Rectangle 25"/>
            <p:cNvSpPr>
              <a:spLocks noChangeArrowheads="1"/>
            </p:cNvSpPr>
            <p:nvPr/>
          </p:nvSpPr>
          <p:spPr bwMode="auto">
            <a:xfrm>
              <a:off x="3949" y="3312"/>
              <a:ext cx="1060"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宋体" charset="-122"/>
                  <a:ea typeface="宋体" charset="-122"/>
                </a:rPr>
                <a:t>F=Fmax</a:t>
              </a:r>
              <a:endParaRPr kumimoji="1" lang="en-US" altLang="zh-CN" sz="3600" b="1">
                <a:solidFill>
                  <a:srgbClr val="0000FF"/>
                </a:solidFill>
                <a:effectLst>
                  <a:outerShdw blurRad="38100" dist="38100" dir="2700000" algn="tl">
                    <a:srgbClr val="C0C0C0"/>
                  </a:outerShdw>
                </a:effectLst>
                <a:latin typeface="宋体" charset="-122"/>
                <a:ea typeface="宋体" charset="-122"/>
              </a:endParaRPr>
            </a:p>
          </p:txBody>
        </p:sp>
        <p:sp>
          <p:nvSpPr>
            <p:cNvPr id="106522" name="Rectangle 26"/>
            <p:cNvSpPr>
              <a:spLocks noChangeArrowheads="1"/>
            </p:cNvSpPr>
            <p:nvPr/>
          </p:nvSpPr>
          <p:spPr bwMode="auto">
            <a:xfrm>
              <a:off x="4261" y="2419"/>
              <a:ext cx="510"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F</a:t>
              </a:r>
              <a:endParaRPr kumimoji="1"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sp>
          <p:nvSpPr>
            <p:cNvPr id="106523" name="Rectangle 27"/>
            <p:cNvSpPr>
              <a:spLocks noChangeArrowheads="1"/>
            </p:cNvSpPr>
            <p:nvPr/>
          </p:nvSpPr>
          <p:spPr bwMode="auto">
            <a:xfrm>
              <a:off x="3511" y="3331"/>
              <a:ext cx="510"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V</a:t>
              </a:r>
              <a:endParaRPr kumimoji="1"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sp>
          <p:nvSpPr>
            <p:cNvPr id="106524" name="Rectangle 28"/>
            <p:cNvSpPr>
              <a:spLocks noChangeArrowheads="1"/>
            </p:cNvSpPr>
            <p:nvPr/>
          </p:nvSpPr>
          <p:spPr bwMode="auto">
            <a:xfrm>
              <a:off x="4933" y="2928"/>
              <a:ext cx="192" cy="291"/>
            </a:xfrm>
            <a:prstGeom prst="rect">
              <a:avLst/>
            </a:prstGeom>
            <a:noFill/>
            <a:ln w="9525">
              <a:noFill/>
              <a:miter lim="800000"/>
              <a:headEnd/>
              <a:tailEnd/>
            </a:ln>
            <a:effectLst/>
          </p:spPr>
          <p:txBody>
            <a:bodyPr lIns="92075" tIns="46038" rIns="92075" bIns="46038">
              <a:spAutoFit/>
            </a:bodyPr>
            <a:lstStyle/>
            <a:p>
              <a:pPr>
                <a:spcBef>
                  <a:spcPct val="50000"/>
                </a:spcBef>
                <a:defRPr/>
              </a:pP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B</a:t>
              </a:r>
              <a:endParaRPr kumimoji="1" lang="en-US" altLang="zh-CN" sz="3200" b="1">
                <a:solidFill>
                  <a:srgbClr val="0000FF"/>
                </a:solidFill>
                <a:effectLst>
                  <a:outerShdw blurRad="38100" dist="38100" dir="2700000" algn="tl">
                    <a:srgbClr val="C0C0C0"/>
                  </a:outerShdw>
                </a:effectLst>
                <a:latin typeface="楷体_GB2312" pitchFamily="49" charset="-122"/>
                <a:ea typeface="楷体_GB2312" pitchFamily="49" charset="-122"/>
              </a:endParaRPr>
            </a:p>
          </p:txBody>
        </p:sp>
        <p:grpSp>
          <p:nvGrpSpPr>
            <p:cNvPr id="146452" name="Group 29"/>
            <p:cNvGrpSpPr>
              <a:grpSpLocks/>
            </p:cNvGrpSpPr>
            <p:nvPr/>
          </p:nvGrpSpPr>
          <p:grpSpPr bwMode="auto">
            <a:xfrm>
              <a:off x="4117" y="2928"/>
              <a:ext cx="297" cy="318"/>
              <a:chOff x="1605" y="2339"/>
              <a:chExt cx="297" cy="318"/>
            </a:xfrm>
          </p:grpSpPr>
          <p:sp>
            <p:nvSpPr>
              <p:cNvPr id="146453" name="Oval 30"/>
              <p:cNvSpPr>
                <a:spLocks noChangeArrowheads="1"/>
              </p:cNvSpPr>
              <p:nvPr/>
            </p:nvSpPr>
            <p:spPr bwMode="auto">
              <a:xfrm>
                <a:off x="1605" y="2339"/>
                <a:ext cx="297" cy="318"/>
              </a:xfrm>
              <a:prstGeom prst="ellipse">
                <a:avLst/>
              </a:prstGeom>
              <a:solidFill>
                <a:srgbClr val="FF0033"/>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46454" name="Line 31"/>
              <p:cNvSpPr>
                <a:spLocks noChangeShapeType="1"/>
              </p:cNvSpPr>
              <p:nvPr/>
            </p:nvSpPr>
            <p:spPr bwMode="auto">
              <a:xfrm>
                <a:off x="1753" y="2387"/>
                <a:ext cx="0" cy="24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5" name="Line 32"/>
              <p:cNvSpPr>
                <a:spLocks noChangeShapeType="1"/>
              </p:cNvSpPr>
              <p:nvPr/>
            </p:nvSpPr>
            <p:spPr bwMode="auto">
              <a:xfrm>
                <a:off x="1667" y="2498"/>
                <a:ext cx="21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146442" name="Object 33"/>
          <p:cNvGraphicFramePr>
            <a:graphicFrameLocks/>
          </p:cNvGraphicFramePr>
          <p:nvPr/>
        </p:nvGraphicFramePr>
        <p:xfrm>
          <a:off x="2946400" y="6038850"/>
          <a:ext cx="2528888" cy="482600"/>
        </p:xfrm>
        <a:graphic>
          <a:graphicData uri="http://schemas.openxmlformats.org/presentationml/2006/ole">
            <mc:AlternateContent xmlns:mc="http://schemas.openxmlformats.org/markup-compatibility/2006">
              <mc:Choice xmlns:v="urn:schemas-microsoft-com:vml" Requires="v">
                <p:oleObj spid="_x0000_s146501" name="Equation" r:id="rId6" imgW="952627" imgH="209414" progId="Equation.DSMT4">
                  <p:embed/>
                </p:oleObj>
              </mc:Choice>
              <mc:Fallback>
                <p:oleObj name="Equation" r:id="rId6" imgW="952627" imgH="209414" progId="Equation.DSMT4">
                  <p:embed/>
                  <p:pic>
                    <p:nvPicPr>
                      <p:cNvPr id="0" name="Object 3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6400" y="6038850"/>
                        <a:ext cx="252888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ChangeArrowheads="1"/>
          </p:cNvSpPr>
          <p:nvPr/>
        </p:nvSpPr>
        <p:spPr bwMode="auto">
          <a:xfrm>
            <a:off x="2232026" y="639763"/>
            <a:ext cx="797877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190750" indent="-21907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b="1">
                <a:solidFill>
                  <a:srgbClr val="0000FF"/>
                </a:solidFill>
                <a:latin typeface="宋体" panose="02010600030101010101" pitchFamily="2" charset="-122"/>
              </a:rPr>
              <a:t>带电粒子在均匀磁场中的运动</a:t>
            </a:r>
          </a:p>
        </p:txBody>
      </p:sp>
      <p:sp>
        <p:nvSpPr>
          <p:cNvPr id="148483" name="Rectangle 3"/>
          <p:cNvSpPr>
            <a:spLocks noChangeArrowheads="1"/>
          </p:cNvSpPr>
          <p:nvPr/>
        </p:nvSpPr>
        <p:spPr bwMode="auto">
          <a:xfrm>
            <a:off x="2971800" y="2362201"/>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粒子作匀速直线运动</a:t>
            </a:r>
          </a:p>
        </p:txBody>
      </p:sp>
      <p:sp>
        <p:nvSpPr>
          <p:cNvPr id="148484" name="Rectangle 4"/>
          <p:cNvSpPr>
            <a:spLocks noChangeArrowheads="1"/>
          </p:cNvSpPr>
          <p:nvPr/>
        </p:nvSpPr>
        <p:spPr bwMode="auto">
          <a:xfrm>
            <a:off x="2133600" y="1385888"/>
            <a:ext cx="7467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粒子：电量  </a:t>
            </a:r>
            <a:r>
              <a:rPr kumimoji="1" lang="en-US" altLang="zh-CN" sz="2800">
                <a:solidFill>
                  <a:srgbClr val="0000FF"/>
                </a:solidFill>
                <a:latin typeface="宋体" panose="02010600030101010101" pitchFamily="2" charset="-122"/>
              </a:rPr>
              <a:t>, </a:t>
            </a:r>
            <a:r>
              <a:rPr kumimoji="1" lang="zh-CN" altLang="en-US" sz="2800">
                <a:solidFill>
                  <a:srgbClr val="0000FF"/>
                </a:solidFill>
                <a:latin typeface="宋体" panose="02010600030101010101" pitchFamily="2" charset="-122"/>
              </a:rPr>
              <a:t>质量  </a:t>
            </a:r>
            <a:r>
              <a:rPr kumimoji="1" lang="en-US" altLang="zh-CN" sz="2800">
                <a:solidFill>
                  <a:srgbClr val="0000FF"/>
                </a:solidFill>
                <a:latin typeface="宋体" panose="02010600030101010101" pitchFamily="2" charset="-122"/>
              </a:rPr>
              <a:t>, </a:t>
            </a:r>
            <a:r>
              <a:rPr kumimoji="1" lang="zh-CN" altLang="en-US" sz="2800">
                <a:solidFill>
                  <a:srgbClr val="0000FF"/>
                </a:solidFill>
                <a:latin typeface="宋体" panose="02010600030101010101" pitchFamily="2" charset="-122"/>
              </a:rPr>
              <a:t>初速度      磁场：</a:t>
            </a:r>
          </a:p>
        </p:txBody>
      </p:sp>
      <p:graphicFrame>
        <p:nvGraphicFramePr>
          <p:cNvPr id="148485" name="Object 5"/>
          <p:cNvGraphicFramePr>
            <a:graphicFrameLocks/>
          </p:cNvGraphicFramePr>
          <p:nvPr/>
        </p:nvGraphicFramePr>
        <p:xfrm>
          <a:off x="7315200" y="1447800"/>
          <a:ext cx="381000" cy="381000"/>
        </p:xfrm>
        <a:graphic>
          <a:graphicData uri="http://schemas.openxmlformats.org/presentationml/2006/ole">
            <mc:AlternateContent xmlns:mc="http://schemas.openxmlformats.org/markup-compatibility/2006">
              <mc:Choice xmlns:v="urn:schemas-microsoft-com:vml" Requires="v">
                <p:oleObj spid="_x0000_s148722" name="公式" r:id="rId4" imgW="190525" imgH="238193" progId="Equation.3">
                  <p:embed/>
                </p:oleObj>
              </mc:Choice>
              <mc:Fallback>
                <p:oleObj name="公式" r:id="rId4" imgW="190525" imgH="238193"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14478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86" name="Object 6"/>
          <p:cNvGraphicFramePr>
            <a:graphicFrameLocks/>
          </p:cNvGraphicFramePr>
          <p:nvPr/>
        </p:nvGraphicFramePr>
        <p:xfrm>
          <a:off x="4038601" y="1524001"/>
          <a:ext cx="301625" cy="307975"/>
        </p:xfrm>
        <a:graphic>
          <a:graphicData uri="http://schemas.openxmlformats.org/presentationml/2006/ole">
            <mc:AlternateContent xmlns:mc="http://schemas.openxmlformats.org/markup-compatibility/2006">
              <mc:Choice xmlns:v="urn:schemas-microsoft-com:vml" Requires="v">
                <p:oleObj spid="_x0000_s148723" name="公式" r:id="rId6" imgW="95110" imgH="133486" progId="Equation.3">
                  <p:embed/>
                </p:oleObj>
              </mc:Choice>
              <mc:Fallback>
                <p:oleObj name="公式" r:id="rId6" imgW="95110" imgH="133486"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1" y="1524001"/>
                        <a:ext cx="3016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87" name="Object 7"/>
          <p:cNvGraphicFramePr>
            <a:graphicFrameLocks/>
          </p:cNvGraphicFramePr>
          <p:nvPr/>
        </p:nvGraphicFramePr>
        <p:xfrm>
          <a:off x="5410201" y="1524000"/>
          <a:ext cx="423863" cy="261938"/>
        </p:xfrm>
        <a:graphic>
          <a:graphicData uri="http://schemas.openxmlformats.org/presentationml/2006/ole">
            <mc:AlternateContent xmlns:mc="http://schemas.openxmlformats.org/markup-compatibility/2006">
              <mc:Choice xmlns:v="urn:schemas-microsoft-com:vml" Requires="v">
                <p:oleObj spid="_x0000_s148724" name="公式" r:id="rId8" imgW="152298" imgH="114198" progId="Equation.3">
                  <p:embed/>
                </p:oleObj>
              </mc:Choice>
              <mc:Fallback>
                <p:oleObj name="公式" r:id="rId8" imgW="152298" imgH="114198" progId="Equation.3">
                  <p:embed/>
                  <p:pic>
                    <p:nvPicPr>
                      <p:cNvPr id="0" name="Object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0201" y="1524000"/>
                        <a:ext cx="423863"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8488" name="Rectangle 8"/>
          <p:cNvSpPr>
            <a:spLocks noChangeArrowheads="1"/>
          </p:cNvSpPr>
          <p:nvPr/>
        </p:nvSpPr>
        <p:spPr bwMode="auto">
          <a:xfrm>
            <a:off x="2209800" y="1828801"/>
            <a:ext cx="600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a:solidFill>
                  <a:srgbClr val="0000FF"/>
                </a:solidFill>
                <a:latin typeface="宋体" panose="02010600030101010101" pitchFamily="2" charset="-122"/>
              </a:rPr>
              <a:t>1</a:t>
            </a:r>
            <a:r>
              <a:rPr kumimoji="1" lang="zh-CN" altLang="en-US" sz="2800">
                <a:solidFill>
                  <a:srgbClr val="0000FF"/>
                </a:solidFill>
                <a:latin typeface="宋体" panose="02010600030101010101" pitchFamily="2" charset="-122"/>
              </a:rPr>
              <a:t>、   与   平行时</a:t>
            </a:r>
          </a:p>
        </p:txBody>
      </p:sp>
      <p:graphicFrame>
        <p:nvGraphicFramePr>
          <p:cNvPr id="148489" name="Object 9"/>
          <p:cNvGraphicFramePr>
            <a:graphicFrameLocks/>
          </p:cNvGraphicFramePr>
          <p:nvPr/>
        </p:nvGraphicFramePr>
        <p:xfrm>
          <a:off x="5486400" y="1981200"/>
          <a:ext cx="1524000" cy="304800"/>
        </p:xfrm>
        <a:graphic>
          <a:graphicData uri="http://schemas.openxmlformats.org/presentationml/2006/ole">
            <mc:AlternateContent xmlns:mc="http://schemas.openxmlformats.org/markup-compatibility/2006">
              <mc:Choice xmlns:v="urn:schemas-microsoft-com:vml" Requires="v">
                <p:oleObj spid="_x0000_s148725" name="公式" r:id="rId10" imgW="1504937" imgH="266666" progId="Equation.3">
                  <p:embed/>
                </p:oleObj>
              </mc:Choice>
              <mc:Fallback>
                <p:oleObj name="公式" r:id="rId10" imgW="1504937" imgH="266666"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1981200"/>
                        <a:ext cx="152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0" name="Object 10"/>
          <p:cNvGraphicFramePr>
            <a:graphicFrameLocks/>
          </p:cNvGraphicFramePr>
          <p:nvPr/>
        </p:nvGraphicFramePr>
        <p:xfrm>
          <a:off x="3048000" y="1905000"/>
          <a:ext cx="381000" cy="381000"/>
        </p:xfrm>
        <a:graphic>
          <a:graphicData uri="http://schemas.openxmlformats.org/presentationml/2006/ole">
            <mc:AlternateContent xmlns:mc="http://schemas.openxmlformats.org/markup-compatibility/2006">
              <mc:Choice xmlns:v="urn:schemas-microsoft-com:vml" Requires="v">
                <p:oleObj spid="_x0000_s148726" name="公式" r:id="rId12" imgW="190525" imgH="238193" progId="Equation.3">
                  <p:embed/>
                </p:oleObj>
              </mc:Choice>
              <mc:Fallback>
                <p:oleObj name="公式" r:id="rId12" imgW="190525" imgH="238193" progId="Equation.3">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0" y="19050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1" name="Object 11"/>
          <p:cNvGraphicFramePr>
            <a:graphicFrameLocks/>
          </p:cNvGraphicFramePr>
          <p:nvPr/>
        </p:nvGraphicFramePr>
        <p:xfrm>
          <a:off x="3886200" y="1981200"/>
          <a:ext cx="381000" cy="304800"/>
        </p:xfrm>
        <a:graphic>
          <a:graphicData uri="http://schemas.openxmlformats.org/presentationml/2006/ole">
            <mc:AlternateContent xmlns:mc="http://schemas.openxmlformats.org/markup-compatibility/2006">
              <mc:Choice xmlns:v="urn:schemas-microsoft-com:vml" Requires="v">
                <p:oleObj spid="_x0000_s148727" name="公式" r:id="rId14" imgW="133337" imgH="161959" progId="Equation.3">
                  <p:embed/>
                </p:oleObj>
              </mc:Choice>
              <mc:Fallback>
                <p:oleObj name="公式" r:id="rId14" imgW="133337" imgH="161959" progId="Equation.3">
                  <p:embed/>
                  <p:pic>
                    <p:nvPicPr>
                      <p:cNvPr id="0" name="Object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86200" y="1981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2" name="Object 12"/>
          <p:cNvGraphicFramePr>
            <a:graphicFrameLocks/>
          </p:cNvGraphicFramePr>
          <p:nvPr/>
        </p:nvGraphicFramePr>
        <p:xfrm>
          <a:off x="9220200" y="1524000"/>
          <a:ext cx="381000" cy="304800"/>
        </p:xfrm>
        <a:graphic>
          <a:graphicData uri="http://schemas.openxmlformats.org/presentationml/2006/ole">
            <mc:AlternateContent xmlns:mc="http://schemas.openxmlformats.org/markup-compatibility/2006">
              <mc:Choice xmlns:v="urn:schemas-microsoft-com:vml" Requires="v">
                <p:oleObj spid="_x0000_s148728" name="公式" r:id="rId16" imgW="133337" imgH="161959" progId="Equation.3">
                  <p:embed/>
                </p:oleObj>
              </mc:Choice>
              <mc:Fallback>
                <p:oleObj name="公式" r:id="rId16" imgW="133337" imgH="161959" progId="Equation.3">
                  <p:embed/>
                  <p:pic>
                    <p:nvPicPr>
                      <p:cNvPr id="0" name="Object 1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220200" y="15240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8493" name="Rectangle 13"/>
          <p:cNvSpPr>
            <a:spLocks noChangeArrowheads="1"/>
          </p:cNvSpPr>
          <p:nvPr/>
        </p:nvSpPr>
        <p:spPr bwMode="auto">
          <a:xfrm>
            <a:off x="2971801" y="3733801"/>
            <a:ext cx="6022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粒子作匀速率圆周运动</a:t>
            </a:r>
          </a:p>
        </p:txBody>
      </p:sp>
      <p:graphicFrame>
        <p:nvGraphicFramePr>
          <p:cNvPr id="148494" name="Object 14"/>
          <p:cNvGraphicFramePr>
            <a:graphicFrameLocks/>
          </p:cNvGraphicFramePr>
          <p:nvPr/>
        </p:nvGraphicFramePr>
        <p:xfrm>
          <a:off x="3124200" y="4267200"/>
          <a:ext cx="1905000" cy="685800"/>
        </p:xfrm>
        <a:graphic>
          <a:graphicData uri="http://schemas.openxmlformats.org/presentationml/2006/ole">
            <mc:AlternateContent xmlns:mc="http://schemas.openxmlformats.org/markup-compatibility/2006">
              <mc:Choice xmlns:v="urn:schemas-microsoft-com:vml" Requires="v">
                <p:oleObj spid="_x0000_s148729" name="公式" r:id="rId18" imgW="962108" imgH="476386" progId="Equation.3">
                  <p:embed/>
                </p:oleObj>
              </mc:Choice>
              <mc:Fallback>
                <p:oleObj name="公式" r:id="rId18" imgW="962108" imgH="476386" progId="Equation.3">
                  <p:embed/>
                  <p:pic>
                    <p:nvPicPr>
                      <p:cNvPr id="0" name="Object 1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24200" y="4267200"/>
                        <a:ext cx="1905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5" name="Object 15"/>
          <p:cNvGraphicFramePr>
            <a:graphicFrameLocks/>
          </p:cNvGraphicFramePr>
          <p:nvPr/>
        </p:nvGraphicFramePr>
        <p:xfrm>
          <a:off x="3200400" y="4876800"/>
          <a:ext cx="1600200" cy="685800"/>
        </p:xfrm>
        <a:graphic>
          <a:graphicData uri="http://schemas.openxmlformats.org/presentationml/2006/ole">
            <mc:AlternateContent xmlns:mc="http://schemas.openxmlformats.org/markup-compatibility/2006">
              <mc:Choice xmlns:v="urn:schemas-microsoft-com:vml" Requires="v">
                <p:oleObj spid="_x0000_s148730" name="公式" r:id="rId20" imgW="685953" imgH="476386" progId="Equation.3">
                  <p:embed/>
                </p:oleObj>
              </mc:Choice>
              <mc:Fallback>
                <p:oleObj name="公式" r:id="rId20" imgW="685953" imgH="476386" progId="Equation.3">
                  <p:embed/>
                  <p:pic>
                    <p:nvPicPr>
                      <p:cNvPr id="0" name="Object 1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00400" y="4876800"/>
                        <a:ext cx="1600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6" name="Object 16"/>
          <p:cNvGraphicFramePr>
            <a:graphicFrameLocks/>
          </p:cNvGraphicFramePr>
          <p:nvPr/>
        </p:nvGraphicFramePr>
        <p:xfrm>
          <a:off x="3124200" y="5638800"/>
          <a:ext cx="1905000" cy="533400"/>
        </p:xfrm>
        <a:graphic>
          <a:graphicData uri="http://schemas.openxmlformats.org/presentationml/2006/ole">
            <mc:AlternateContent xmlns:mc="http://schemas.openxmlformats.org/markup-compatibility/2006">
              <mc:Choice xmlns:v="urn:schemas-microsoft-com:vml" Requires="v">
                <p:oleObj spid="_x0000_s148731" name="公式" r:id="rId22" imgW="1038257" imgH="428625" progId="Equation.3">
                  <p:embed/>
                </p:oleObj>
              </mc:Choice>
              <mc:Fallback>
                <p:oleObj name="公式" r:id="rId22" imgW="1038257" imgH="428625" progId="Equation.3">
                  <p:embed/>
                  <p:pic>
                    <p:nvPicPr>
                      <p:cNvPr id="0" name="Object 1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124200" y="5638800"/>
                        <a:ext cx="1905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8497" name="Rectangle 17"/>
          <p:cNvSpPr>
            <a:spLocks noChangeArrowheads="1"/>
          </p:cNvSpPr>
          <p:nvPr/>
        </p:nvSpPr>
        <p:spPr bwMode="auto">
          <a:xfrm>
            <a:off x="2209800" y="3124201"/>
            <a:ext cx="600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a:solidFill>
                  <a:srgbClr val="0000FF"/>
                </a:solidFill>
                <a:latin typeface="宋体" panose="02010600030101010101" pitchFamily="2" charset="-122"/>
              </a:rPr>
              <a:t>2</a:t>
            </a:r>
            <a:r>
              <a:rPr kumimoji="1" lang="zh-CN" altLang="en-US" sz="2800">
                <a:solidFill>
                  <a:srgbClr val="0000FF"/>
                </a:solidFill>
                <a:latin typeface="宋体" panose="02010600030101010101" pitchFamily="2" charset="-122"/>
              </a:rPr>
              <a:t>、   与   垂直时</a:t>
            </a:r>
          </a:p>
        </p:txBody>
      </p:sp>
      <p:graphicFrame>
        <p:nvGraphicFramePr>
          <p:cNvPr id="148498" name="Object 18"/>
          <p:cNvGraphicFramePr>
            <a:graphicFrameLocks/>
          </p:cNvGraphicFramePr>
          <p:nvPr/>
        </p:nvGraphicFramePr>
        <p:xfrm>
          <a:off x="2895600" y="3200400"/>
          <a:ext cx="381000" cy="381000"/>
        </p:xfrm>
        <a:graphic>
          <a:graphicData uri="http://schemas.openxmlformats.org/presentationml/2006/ole">
            <mc:AlternateContent xmlns:mc="http://schemas.openxmlformats.org/markup-compatibility/2006">
              <mc:Choice xmlns:v="urn:schemas-microsoft-com:vml" Requires="v">
                <p:oleObj spid="_x0000_s148732" name="公式" r:id="rId24" imgW="190525" imgH="238193" progId="Equation.3">
                  <p:embed/>
                </p:oleObj>
              </mc:Choice>
              <mc:Fallback>
                <p:oleObj name="公式" r:id="rId24" imgW="190525" imgH="238193" progId="Equation.3">
                  <p:embed/>
                  <p:pic>
                    <p:nvPicPr>
                      <p:cNvPr id="0" name="Object 18"/>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95600" y="32004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9" name="Object 19"/>
          <p:cNvGraphicFramePr>
            <a:graphicFrameLocks/>
          </p:cNvGraphicFramePr>
          <p:nvPr/>
        </p:nvGraphicFramePr>
        <p:xfrm>
          <a:off x="3810000" y="3276600"/>
          <a:ext cx="381000" cy="304800"/>
        </p:xfrm>
        <a:graphic>
          <a:graphicData uri="http://schemas.openxmlformats.org/presentationml/2006/ole">
            <mc:AlternateContent xmlns:mc="http://schemas.openxmlformats.org/markup-compatibility/2006">
              <mc:Choice xmlns:v="urn:schemas-microsoft-com:vml" Requires="v">
                <p:oleObj spid="_x0000_s148733" name="公式" r:id="rId26" imgW="133337" imgH="161959" progId="Equation.3">
                  <p:embed/>
                </p:oleObj>
              </mc:Choice>
              <mc:Fallback>
                <p:oleObj name="公式" r:id="rId26" imgW="133337" imgH="161959" progId="Equation.3">
                  <p:embed/>
                  <p:pic>
                    <p:nvPicPr>
                      <p:cNvPr id="0" name="Object 1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10000" y="32766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500" name="Object 20"/>
          <p:cNvGraphicFramePr>
            <a:graphicFrameLocks/>
          </p:cNvGraphicFramePr>
          <p:nvPr/>
        </p:nvGraphicFramePr>
        <p:xfrm>
          <a:off x="5410200" y="3200400"/>
          <a:ext cx="2590800" cy="457200"/>
        </p:xfrm>
        <a:graphic>
          <a:graphicData uri="http://schemas.openxmlformats.org/presentationml/2006/ole">
            <mc:AlternateContent xmlns:mc="http://schemas.openxmlformats.org/markup-compatibility/2006">
              <mc:Choice xmlns:v="urn:schemas-microsoft-com:vml" Requires="v">
                <p:oleObj spid="_x0000_s148734" name="公式" r:id="rId28" imgW="1257224" imgH="228702" progId="Equation.3">
                  <p:embed/>
                </p:oleObj>
              </mc:Choice>
              <mc:Fallback>
                <p:oleObj name="公式" r:id="rId28" imgW="1257224" imgH="228702" progId="Equation.3">
                  <p:embed/>
                  <p:pic>
                    <p:nvPicPr>
                      <p:cNvPr id="0" name="Object 20"/>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410200" y="32004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828801" y="762000"/>
            <a:ext cx="5300663" cy="762000"/>
          </a:xfrm>
        </p:spPr>
        <p:txBody>
          <a:bodyPr/>
          <a:lstStyle/>
          <a:p>
            <a:pPr algn="just" eaLnBrk="1" hangingPunct="1"/>
            <a:r>
              <a:rPr lang="zh-CN" altLang="en-US" b="1">
                <a:latin typeface="宋体" panose="02010600030101010101" pitchFamily="2" charset="-122"/>
              </a:rPr>
              <a:t>在均匀磁场中的运动</a:t>
            </a:r>
            <a:r>
              <a:rPr lang="zh-CN" altLang="en-US"/>
              <a:t> </a:t>
            </a:r>
          </a:p>
        </p:txBody>
      </p:sp>
      <p:sp>
        <p:nvSpPr>
          <p:cNvPr id="150531" name="Rectangle 5"/>
          <p:cNvSpPr>
            <a:spLocks noChangeArrowheads="1"/>
          </p:cNvSpPr>
          <p:nvPr/>
        </p:nvSpPr>
        <p:spPr bwMode="auto">
          <a:xfrm>
            <a:off x="5843588" y="32337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32" name="Object 4"/>
          <p:cNvGraphicFramePr>
            <a:graphicFrameLocks noChangeAspect="1"/>
          </p:cNvGraphicFramePr>
          <p:nvPr/>
        </p:nvGraphicFramePr>
        <p:xfrm>
          <a:off x="2438400" y="1828800"/>
          <a:ext cx="838200" cy="647700"/>
        </p:xfrm>
        <a:graphic>
          <a:graphicData uri="http://schemas.openxmlformats.org/presentationml/2006/ole">
            <mc:AlternateContent xmlns:mc="http://schemas.openxmlformats.org/markup-compatibility/2006">
              <mc:Choice xmlns:v="urn:schemas-microsoft-com:vml" Requires="v">
                <p:oleObj spid="_x0000_s150652" r:id="rId3" imgW="342751" imgH="253890" progId="Equation.3">
                  <p:embed/>
                </p:oleObj>
              </mc:Choice>
              <mc:Fallback>
                <p:oleObj r:id="rId3" imgW="342751" imgH="25389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828800"/>
                        <a:ext cx="83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33" name="Text Box 6"/>
          <p:cNvSpPr txBox="1">
            <a:spLocks noChangeArrowheads="1"/>
          </p:cNvSpPr>
          <p:nvPr/>
        </p:nvSpPr>
        <p:spPr bwMode="auto">
          <a:xfrm>
            <a:off x="3733800" y="1828800"/>
            <a:ext cx="4191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latin typeface="宋体" panose="02010600030101010101" pitchFamily="2" charset="-122"/>
              </a:rPr>
              <a:t>不受力  粒子作匀速直线运动</a:t>
            </a:r>
            <a:r>
              <a:rPr lang="zh-CN" altLang="en-US" sz="1800">
                <a:latin typeface="Symbol" panose="05050102010706020507" pitchFamily="18" charset="2"/>
              </a:rPr>
              <a:t> </a:t>
            </a:r>
          </a:p>
        </p:txBody>
      </p:sp>
      <p:sp>
        <p:nvSpPr>
          <p:cNvPr id="150534" name="Rectangle 8"/>
          <p:cNvSpPr>
            <a:spLocks noChangeArrowheads="1"/>
          </p:cNvSpPr>
          <p:nvPr/>
        </p:nvSpPr>
        <p:spPr bwMode="auto">
          <a:xfrm>
            <a:off x="5862638" y="32623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35" name="Object 7"/>
          <p:cNvGraphicFramePr>
            <a:graphicFrameLocks noChangeAspect="1"/>
          </p:cNvGraphicFramePr>
          <p:nvPr/>
        </p:nvGraphicFramePr>
        <p:xfrm>
          <a:off x="2514600" y="2514601"/>
          <a:ext cx="762000" cy="544513"/>
        </p:xfrm>
        <a:graphic>
          <a:graphicData uri="http://schemas.openxmlformats.org/presentationml/2006/ole">
            <mc:AlternateContent xmlns:mc="http://schemas.openxmlformats.org/markup-compatibility/2006">
              <mc:Choice xmlns:v="urn:schemas-microsoft-com:vml" Requires="v">
                <p:oleObj spid="_x0000_s150653" r:id="rId5" imgW="317087" imgH="215619" progId="Equation.3">
                  <p:embed/>
                </p:oleObj>
              </mc:Choice>
              <mc:Fallback>
                <p:oleObj r:id="rId5" imgW="317087" imgH="21561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514601"/>
                        <a:ext cx="7620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36" name="Text Box 10"/>
          <p:cNvSpPr txBox="1">
            <a:spLocks noChangeArrowheads="1"/>
          </p:cNvSpPr>
          <p:nvPr/>
        </p:nvSpPr>
        <p:spPr bwMode="auto">
          <a:xfrm>
            <a:off x="3886200" y="2514600"/>
            <a:ext cx="4191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latin typeface="宋体" panose="02010600030101010101" pitchFamily="2" charset="-122"/>
              </a:rPr>
              <a:t>粒子作匀速圆周运动</a:t>
            </a:r>
            <a:r>
              <a:rPr lang="zh-CN" altLang="en-US" sz="1800">
                <a:latin typeface="Symbol" panose="05050102010706020507" pitchFamily="18" charset="2"/>
              </a:rPr>
              <a:t> </a:t>
            </a:r>
          </a:p>
        </p:txBody>
      </p:sp>
      <p:sp>
        <p:nvSpPr>
          <p:cNvPr id="150537" name="Rectangle 12"/>
          <p:cNvSpPr>
            <a:spLocks noChangeArrowheads="1"/>
          </p:cNvSpPr>
          <p:nvPr/>
        </p:nvSpPr>
        <p:spPr bwMode="auto">
          <a:xfrm>
            <a:off x="4348163" y="313372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38" name="Object 11"/>
          <p:cNvGraphicFramePr>
            <a:graphicFrameLocks noChangeAspect="1"/>
          </p:cNvGraphicFramePr>
          <p:nvPr/>
        </p:nvGraphicFramePr>
        <p:xfrm>
          <a:off x="2286000" y="3124200"/>
          <a:ext cx="6248400" cy="1055688"/>
        </p:xfrm>
        <a:graphic>
          <a:graphicData uri="http://schemas.openxmlformats.org/presentationml/2006/ole">
            <mc:AlternateContent xmlns:mc="http://schemas.openxmlformats.org/markup-compatibility/2006">
              <mc:Choice xmlns:v="urn:schemas-microsoft-com:vml" Requires="v">
                <p:oleObj spid="_x0000_s150654" r:id="rId7" imgW="2679700" imgH="444500" progId="Equation.3">
                  <p:embed/>
                </p:oleObj>
              </mc:Choice>
              <mc:Fallback>
                <p:oleObj r:id="rId7" imgW="2679700" imgH="4445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3124200"/>
                        <a:ext cx="6248400"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39" name="Rectangle 14"/>
          <p:cNvSpPr>
            <a:spLocks noChangeArrowheads="1"/>
          </p:cNvSpPr>
          <p:nvPr/>
        </p:nvSpPr>
        <p:spPr bwMode="auto">
          <a:xfrm>
            <a:off x="5962650" y="31575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40" name="Object 13"/>
          <p:cNvGraphicFramePr>
            <a:graphicFrameLocks noChangeAspect="1"/>
          </p:cNvGraphicFramePr>
          <p:nvPr/>
        </p:nvGraphicFramePr>
        <p:xfrm>
          <a:off x="8839201" y="3048000"/>
          <a:ext cx="523875" cy="1066800"/>
        </p:xfrm>
        <a:graphic>
          <a:graphicData uri="http://schemas.openxmlformats.org/presentationml/2006/ole">
            <mc:AlternateContent xmlns:mc="http://schemas.openxmlformats.org/markup-compatibility/2006">
              <mc:Choice xmlns:v="urn:schemas-microsoft-com:vml" Requires="v">
                <p:oleObj spid="_x0000_s150655" r:id="rId9" imgW="190417" imgH="393529" progId="Equation.3">
                  <p:embed/>
                </p:oleObj>
              </mc:Choice>
              <mc:Fallback>
                <p:oleObj r:id="rId9" imgW="190417" imgH="393529"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39201" y="3048000"/>
                        <a:ext cx="5238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41" name="AutoShape 15"/>
          <p:cNvSpPr>
            <a:spLocks/>
          </p:cNvSpPr>
          <p:nvPr/>
        </p:nvSpPr>
        <p:spPr bwMode="auto">
          <a:xfrm>
            <a:off x="9555164" y="2049464"/>
            <a:ext cx="579437" cy="1303337"/>
          </a:xfrm>
          <a:prstGeom prst="borderCallout2">
            <a:avLst>
              <a:gd name="adj1" fmla="val 8769"/>
              <a:gd name="adj2" fmla="val -13153"/>
              <a:gd name="adj3" fmla="val 8769"/>
              <a:gd name="adj4" fmla="val -13153"/>
              <a:gd name="adj5" fmla="val 110597"/>
              <a:gd name="adj6" fmla="val -65481"/>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ea typeface="华文中宋" panose="02010600040101010101" pitchFamily="2" charset="-122"/>
              </a:rPr>
              <a:t>荷质比</a:t>
            </a:r>
          </a:p>
        </p:txBody>
      </p:sp>
      <p:sp>
        <p:nvSpPr>
          <p:cNvPr id="150542" name="Rectangle 17"/>
          <p:cNvSpPr>
            <a:spLocks noChangeArrowheads="1"/>
          </p:cNvSpPr>
          <p:nvPr/>
        </p:nvSpPr>
        <p:spPr bwMode="auto">
          <a:xfrm>
            <a:off x="5438775" y="324326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43" name="Object 16"/>
          <p:cNvGraphicFramePr>
            <a:graphicFrameLocks noChangeAspect="1"/>
          </p:cNvGraphicFramePr>
          <p:nvPr/>
        </p:nvGraphicFramePr>
        <p:xfrm>
          <a:off x="2405063" y="4325938"/>
          <a:ext cx="2430462" cy="703262"/>
        </p:xfrm>
        <a:graphic>
          <a:graphicData uri="http://schemas.openxmlformats.org/presentationml/2006/ole">
            <mc:AlternateContent xmlns:mc="http://schemas.openxmlformats.org/markup-compatibility/2006">
              <mc:Choice xmlns:v="urn:schemas-microsoft-com:vml" Requires="v">
                <p:oleObj spid="_x0000_s150656" name="Equation" r:id="rId11" imgW="914400" imgH="254000" progId="Equation.3">
                  <p:embed/>
                </p:oleObj>
              </mc:Choice>
              <mc:Fallback>
                <p:oleObj name="Equation" r:id="rId11" imgW="914400" imgH="2540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05063" y="4325938"/>
                        <a:ext cx="243046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44" name="Text Box 18"/>
          <p:cNvSpPr txBox="1">
            <a:spLocks noChangeArrowheads="1"/>
          </p:cNvSpPr>
          <p:nvPr/>
        </p:nvSpPr>
        <p:spPr bwMode="auto">
          <a:xfrm>
            <a:off x="5105400" y="4419600"/>
            <a:ext cx="3962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b="1">
                <a:latin typeface="宋体" panose="02010600030101010101" pitchFamily="2" charset="-122"/>
              </a:rPr>
              <a:t>粒子作螺旋线</a:t>
            </a:r>
            <a:r>
              <a:rPr lang="zh-CN" altLang="en-US" sz="1800">
                <a:latin typeface="Symbol" panose="05050102010706020507" pitchFamily="18" charset="2"/>
              </a:rPr>
              <a:t> </a:t>
            </a:r>
          </a:p>
        </p:txBody>
      </p:sp>
      <p:sp>
        <p:nvSpPr>
          <p:cNvPr id="150545" name="Rectangle 20"/>
          <p:cNvSpPr>
            <a:spLocks noChangeArrowheads="1"/>
          </p:cNvSpPr>
          <p:nvPr/>
        </p:nvSpPr>
        <p:spPr bwMode="auto">
          <a:xfrm>
            <a:off x="4381500" y="313372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0546" name="Object 19"/>
          <p:cNvGraphicFramePr>
            <a:graphicFrameLocks noChangeAspect="1"/>
          </p:cNvGraphicFramePr>
          <p:nvPr/>
        </p:nvGraphicFramePr>
        <p:xfrm>
          <a:off x="2362200" y="5029200"/>
          <a:ext cx="6096000" cy="1049338"/>
        </p:xfrm>
        <a:graphic>
          <a:graphicData uri="http://schemas.openxmlformats.org/presentationml/2006/ole">
            <mc:AlternateContent xmlns:mc="http://schemas.openxmlformats.org/markup-compatibility/2006">
              <mc:Choice xmlns:v="urn:schemas-microsoft-com:vml" Requires="v">
                <p:oleObj spid="_x0000_s150657" r:id="rId13" imgW="2628900" imgH="444500" progId="Equation.3">
                  <p:embed/>
                </p:oleObj>
              </mc:Choice>
              <mc:Fallback>
                <p:oleObj r:id="rId13" imgW="2628900" imgH="444500"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2200" y="5029200"/>
                        <a:ext cx="60960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47" name="Rectangle 22"/>
          <p:cNvSpPr>
            <a:spLocks noChangeArrowheads="1"/>
          </p:cNvSpPr>
          <p:nvPr/>
        </p:nvSpPr>
        <p:spPr bwMode="auto">
          <a:xfrm>
            <a:off x="4924425" y="29337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50548" name="Picture 21" descr="ne26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15200" y="228600"/>
            <a:ext cx="31242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49" name="Line 24"/>
          <p:cNvSpPr>
            <a:spLocks noChangeShapeType="1"/>
          </p:cNvSpPr>
          <p:nvPr/>
        </p:nvSpPr>
        <p:spPr bwMode="auto">
          <a:xfrm flipH="1">
            <a:off x="6400800" y="4114800"/>
            <a:ext cx="1524000" cy="1219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2209800" y="838200"/>
            <a:ext cx="8153400" cy="641350"/>
          </a:xfrm>
        </p:spPr>
        <p:txBody>
          <a:bodyPr/>
          <a:lstStyle/>
          <a:p>
            <a:pPr algn="just" eaLnBrk="1" hangingPunct="1"/>
            <a:r>
              <a:rPr lang="en-US" altLang="zh-CN" sz="3600" b="1">
                <a:latin typeface="Times New Roman" panose="02020603050405020304" pitchFamily="18" charset="0"/>
              </a:rPr>
              <a:t>qv</a:t>
            </a:r>
            <a:r>
              <a:rPr lang="en-US" altLang="zh-CN" sz="3600" b="1">
                <a:latin typeface="宋体" panose="02010600030101010101" pitchFamily="2" charset="-122"/>
              </a:rPr>
              <a:t>×</a:t>
            </a:r>
            <a:r>
              <a:rPr lang="en-US" altLang="zh-CN" sz="3600" b="1">
                <a:latin typeface="Times New Roman" panose="02020603050405020304" pitchFamily="18" charset="0"/>
              </a:rPr>
              <a:t>B</a:t>
            </a:r>
            <a:r>
              <a:rPr lang="zh-CN" altLang="en-US" sz="3600" b="1">
                <a:latin typeface="Times New Roman" panose="02020603050405020304" pitchFamily="18" charset="0"/>
              </a:rPr>
              <a:t>中，</a:t>
            </a:r>
            <a:r>
              <a:rPr lang="en-US" altLang="zh-CN" sz="3600" b="1">
                <a:latin typeface="Times New Roman" panose="02020603050405020304" pitchFamily="18" charset="0"/>
              </a:rPr>
              <a:t>B</a:t>
            </a:r>
            <a:r>
              <a:rPr lang="zh-CN" altLang="en-US" sz="3600" b="1">
                <a:latin typeface="宋体" panose="02010600030101010101" pitchFamily="2" charset="-122"/>
              </a:rPr>
              <a:t>是非线性项情况下的近似</a:t>
            </a:r>
          </a:p>
        </p:txBody>
      </p:sp>
      <p:sp>
        <p:nvSpPr>
          <p:cNvPr id="151555" name="Rectangle 3"/>
          <p:cNvSpPr>
            <a:spLocks noGrp="1" noChangeArrowheads="1"/>
          </p:cNvSpPr>
          <p:nvPr>
            <p:ph type="body" idx="1"/>
          </p:nvPr>
        </p:nvSpPr>
        <p:spPr>
          <a:xfrm>
            <a:off x="1981200" y="1905000"/>
            <a:ext cx="8110538" cy="4038600"/>
          </a:xfrm>
        </p:spPr>
        <p:txBody>
          <a:bodyPr/>
          <a:lstStyle/>
          <a:p>
            <a:pPr algn="just" eaLnBrk="1" hangingPunct="1">
              <a:lnSpc>
                <a:spcPct val="90000"/>
              </a:lnSpc>
            </a:pPr>
            <a:r>
              <a:rPr lang="zh-CN" altLang="en-US" b="1">
                <a:latin typeface="宋体" panose="02010600030101010101" pitchFamily="2" charset="-122"/>
              </a:rPr>
              <a:t>在磁场</a:t>
            </a:r>
            <a:r>
              <a:rPr lang="en-US" altLang="zh-CN" b="1">
                <a:latin typeface="Times New Roman" panose="02020603050405020304" pitchFamily="18" charset="0"/>
              </a:rPr>
              <a:t>B</a:t>
            </a:r>
            <a:r>
              <a:rPr lang="zh-CN" altLang="en-US" b="1">
                <a:latin typeface="宋体" panose="02010600030101010101" pitchFamily="2" charset="-122"/>
              </a:rPr>
              <a:t>随时空变化的情形下，需要</a:t>
            </a:r>
            <a:r>
              <a:rPr lang="zh-CN" altLang="en-US" b="1">
                <a:solidFill>
                  <a:schemeClr val="tx2"/>
                </a:solidFill>
                <a:latin typeface="宋体" panose="02010600030101010101" pitchFamily="2" charset="-122"/>
              </a:rPr>
              <a:t>在一定条件下使之线性化</a:t>
            </a:r>
            <a:r>
              <a:rPr lang="zh-CN" altLang="en-US" b="1">
                <a:latin typeface="宋体" panose="02010600030101010101" pitchFamily="2" charset="-122"/>
              </a:rPr>
              <a:t>，才能求得解析解</a:t>
            </a:r>
            <a:r>
              <a:rPr lang="zh-CN" altLang="en-US" sz="2800" b="1">
                <a:latin typeface="宋体" panose="02010600030101010101" pitchFamily="2" charset="-122"/>
              </a:rPr>
              <a:t> </a:t>
            </a:r>
          </a:p>
          <a:p>
            <a:pPr lvl="1" algn="just" eaLnBrk="1" hangingPunct="1">
              <a:lnSpc>
                <a:spcPct val="90000"/>
              </a:lnSpc>
            </a:pPr>
            <a:r>
              <a:rPr lang="zh-CN" altLang="en-US" b="1">
                <a:latin typeface="宋体" panose="02010600030101010101" pitchFamily="2" charset="-122"/>
              </a:rPr>
              <a:t>如果</a:t>
            </a:r>
            <a:r>
              <a:rPr lang="zh-CN" altLang="en-US" b="1">
                <a:solidFill>
                  <a:srgbClr val="FF0000"/>
                </a:solidFill>
                <a:latin typeface="宋体" panose="02010600030101010101" pitchFamily="2" charset="-122"/>
              </a:rPr>
              <a:t>磁场随时空的变化十分缓慢且无电场</a:t>
            </a:r>
            <a:r>
              <a:rPr lang="zh-CN" altLang="en-US" b="1">
                <a:latin typeface="宋体" panose="02010600030101010101" pitchFamily="2" charset="-122"/>
              </a:rPr>
              <a:t>，则可将磁场的非均匀和非恒定部分作为均匀、恒定磁场的</a:t>
            </a:r>
            <a:r>
              <a:rPr lang="zh-CN" altLang="en-US" b="1">
                <a:solidFill>
                  <a:srgbClr val="0000FF"/>
                </a:solidFill>
                <a:latin typeface="宋体" panose="02010600030101010101" pitchFamily="2" charset="-122"/>
              </a:rPr>
              <a:t>小扰动</a:t>
            </a:r>
            <a:r>
              <a:rPr lang="zh-CN" altLang="en-US" b="1">
                <a:latin typeface="宋体" panose="02010600030101010101" pitchFamily="2" charset="-122"/>
              </a:rPr>
              <a:t>来处理，</a:t>
            </a:r>
            <a:r>
              <a:rPr lang="zh-CN" altLang="en-US" b="1">
                <a:solidFill>
                  <a:schemeClr val="tx2"/>
                </a:solidFill>
                <a:latin typeface="宋体" panose="02010600030101010101" pitchFamily="2" charset="-122"/>
              </a:rPr>
              <a:t>把均匀恒定解作为零阶解代入方程，使之线性化，再求出一阶解</a:t>
            </a:r>
            <a:r>
              <a:rPr lang="zh-CN" altLang="en-US" b="1">
                <a:latin typeface="宋体" panose="02010600030101010101" pitchFamily="2" charset="-122"/>
              </a:rPr>
              <a:t>，并考察解的自洽性，这就是线性化的一阶近似理论．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2286001" y="381000"/>
            <a:ext cx="7434263" cy="641350"/>
          </a:xfrm>
        </p:spPr>
        <p:txBody>
          <a:bodyPr/>
          <a:lstStyle/>
          <a:p>
            <a:pPr eaLnBrk="1" hangingPunct="1"/>
            <a:r>
              <a:rPr lang="zh-CN" altLang="en-US" sz="3600" b="1">
                <a:latin typeface="Times New Roman" panose="02020603050405020304" pitchFamily="18" charset="0"/>
                <a:ea typeface="华文中宋" panose="02010600040101010101" pitchFamily="2" charset="-122"/>
              </a:rPr>
              <a:t>带电粒子在非均匀磁场中的运动</a:t>
            </a:r>
          </a:p>
        </p:txBody>
      </p:sp>
      <p:sp>
        <p:nvSpPr>
          <p:cNvPr id="152579" name="Rectangle 3"/>
          <p:cNvSpPr>
            <a:spLocks noGrp="1" noChangeArrowheads="1"/>
          </p:cNvSpPr>
          <p:nvPr>
            <p:ph type="body" idx="1"/>
          </p:nvPr>
        </p:nvSpPr>
        <p:spPr>
          <a:xfrm>
            <a:off x="2057400" y="3505200"/>
            <a:ext cx="8305800" cy="2590800"/>
          </a:xfrm>
        </p:spPr>
        <p:txBody>
          <a:bodyPr/>
          <a:lstStyle/>
          <a:p>
            <a:pPr eaLnBrk="1" hangingPunct="1"/>
            <a:r>
              <a:rPr lang="zh-CN" altLang="en-US" sz="2800" b="1">
                <a:ea typeface="华文中宋" panose="02010600040101010101" pitchFamily="2" charset="-122"/>
              </a:rPr>
              <a:t>如图正带电粒子处于磁感应线所在位置</a:t>
            </a:r>
            <a:r>
              <a:rPr lang="zh-CN" altLang="en-US" sz="2800" b="1">
                <a:latin typeface="Times New Roman" panose="02020603050405020304" pitchFamily="18" charset="0"/>
                <a:ea typeface="华文中宋" panose="02010600040101010101" pitchFamily="2" charset="-122"/>
              </a:rPr>
              <a:t>， </a:t>
            </a:r>
            <a:r>
              <a:rPr lang="en-US" altLang="zh-CN" b="1" i="1">
                <a:latin typeface="Times New Roman" panose="02020603050405020304" pitchFamily="18" charset="0"/>
              </a:rPr>
              <a:t>v</a:t>
            </a:r>
            <a:r>
              <a:rPr lang="en-US" altLang="zh-CN" b="1">
                <a:latin typeface="Times New Roman" panose="02020603050405020304" pitchFamily="18" charset="0"/>
                <a:sym typeface="Symbol" panose="05050102010706020507" pitchFamily="18" charset="2"/>
              </a:rPr>
              <a:t>B</a:t>
            </a:r>
            <a:r>
              <a:rPr lang="en-US" altLang="zh-CN" sz="2800" b="1">
                <a:latin typeface="Times New Roman" panose="02020603050405020304" pitchFamily="18" charset="0"/>
                <a:ea typeface="华文中宋" panose="02010600040101010101" pitchFamily="2" charset="-122"/>
              </a:rPr>
              <a:t> </a:t>
            </a:r>
            <a:r>
              <a:rPr lang="zh-CN" altLang="en-US" sz="2800" b="1">
                <a:ea typeface="华文中宋" panose="02010600040101010101" pitchFamily="2" charset="-122"/>
              </a:rPr>
              <a:t>；</a:t>
            </a:r>
          </a:p>
          <a:p>
            <a:pPr eaLnBrk="1" hangingPunct="1"/>
            <a:r>
              <a:rPr lang="zh-CN" altLang="en-US" sz="2800" b="1">
                <a:ea typeface="华文中宋" panose="02010600040101010101" pitchFamily="2" charset="-122"/>
              </a:rPr>
              <a:t>此时，粒子受洛伦兹力</a:t>
            </a:r>
            <a:r>
              <a:rPr lang="en-US" altLang="zh-CN" sz="2800" b="1">
                <a:latin typeface="Times New Roman" panose="02020603050405020304" pitchFamily="18" charset="0"/>
                <a:ea typeface="华文中宋" panose="02010600040101010101" pitchFamily="2" charset="-122"/>
              </a:rPr>
              <a:t>F</a:t>
            </a:r>
            <a:r>
              <a:rPr lang="en-US" altLang="zh-CN" sz="2800" b="1">
                <a:latin typeface="Times New Roman" panose="02020603050405020304" pitchFamily="18" charset="0"/>
                <a:ea typeface="华文中宋" panose="02010600040101010101" pitchFamily="2" charset="-122"/>
                <a:sym typeface="Symbol" panose="05050102010706020507" pitchFamily="18" charset="2"/>
              </a:rPr>
              <a:t>B</a:t>
            </a:r>
            <a:r>
              <a:rPr lang="zh-CN" altLang="en-US" sz="2800" b="1">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a:latin typeface="Times New Roman" panose="02020603050405020304" pitchFamily="18" charset="0"/>
                <a:ea typeface="华文中宋" panose="02010600040101010101" pitchFamily="2" charset="-122"/>
                <a:sym typeface="Symbol" panose="05050102010706020507" pitchFamily="18" charset="2"/>
              </a:rPr>
              <a:t>F=F</a:t>
            </a:r>
            <a:r>
              <a:rPr lang="en-US" altLang="zh-CN" sz="2800" b="1" baseline="-2500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a:latin typeface="Times New Roman" panose="02020603050405020304" pitchFamily="18" charset="0"/>
                <a:ea typeface="华文中宋" panose="02010600040101010101" pitchFamily="2" charset="-122"/>
                <a:sym typeface="Symbol" panose="05050102010706020507" pitchFamily="18" charset="2"/>
              </a:rPr>
              <a:t>+F</a:t>
            </a:r>
            <a:r>
              <a:rPr lang="en-US" altLang="zh-CN" sz="2800" b="1" baseline="-25000">
                <a:latin typeface="Times New Roman" panose="02020603050405020304" pitchFamily="18" charset="0"/>
                <a:ea typeface="华文中宋" panose="02010600040101010101" pitchFamily="2" charset="-122"/>
                <a:sym typeface="Symbol" panose="05050102010706020507" pitchFamily="18" charset="2"/>
              </a:rPr>
              <a:t></a:t>
            </a:r>
          </a:p>
          <a:p>
            <a:pPr eaLnBrk="1" hangingPunct="1"/>
            <a:r>
              <a:rPr lang="en-US" altLang="zh-CN" sz="2800" b="1">
                <a:latin typeface="Times New Roman" panose="02020603050405020304" pitchFamily="18" charset="0"/>
                <a:ea typeface="华文中宋" panose="02010600040101010101" pitchFamily="2" charset="-122"/>
                <a:sym typeface="Symbol" panose="05050102010706020507" pitchFamily="18" charset="2"/>
              </a:rPr>
              <a:t>F</a:t>
            </a:r>
            <a:r>
              <a:rPr lang="en-US" altLang="zh-CN" sz="2800" b="1" baseline="-25000">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a:latin typeface="Times New Roman" panose="02020603050405020304" pitchFamily="18" charset="0"/>
                <a:ea typeface="华文中宋" panose="02010600040101010101" pitchFamily="2" charset="-122"/>
                <a:sym typeface="Symbol" panose="05050102010706020507" pitchFamily="18" charset="2"/>
              </a:rPr>
              <a:t>提供向心力，</a:t>
            </a:r>
            <a:r>
              <a:rPr lang="en-US" altLang="zh-CN" sz="2800" b="1">
                <a:latin typeface="Times New Roman" panose="02020603050405020304" pitchFamily="18" charset="0"/>
                <a:ea typeface="华文中宋" panose="02010600040101010101" pitchFamily="2" charset="-122"/>
                <a:sym typeface="Symbol" panose="05050102010706020507" pitchFamily="18" charset="2"/>
              </a:rPr>
              <a:t>F</a:t>
            </a:r>
            <a:r>
              <a:rPr lang="en-US" altLang="zh-CN" sz="2800" b="1" baseline="-25000">
                <a:latin typeface="Times New Roman" panose="02020603050405020304" pitchFamily="18" charset="0"/>
                <a:ea typeface="华文中宋" panose="02010600040101010101" pitchFamily="2" charset="-122"/>
                <a:sym typeface="Symbol" panose="05050102010706020507" pitchFamily="18" charset="2"/>
              </a:rPr>
              <a:t>||</a:t>
            </a:r>
            <a:r>
              <a:rPr lang="zh-CN" altLang="en-US" sz="2800" b="1">
                <a:latin typeface="Times New Roman" panose="02020603050405020304" pitchFamily="18" charset="0"/>
                <a:ea typeface="华文中宋" panose="02010600040101010101" pitchFamily="2" charset="-122"/>
                <a:sym typeface="Symbol" panose="05050102010706020507" pitchFamily="18" charset="2"/>
              </a:rPr>
              <a:t>指向磁场减弱的方向</a:t>
            </a:r>
          </a:p>
          <a:p>
            <a:pPr eaLnBrk="1" hangingPunct="1"/>
            <a:r>
              <a:rPr lang="zh-CN" altLang="en-US" sz="2800" b="1">
                <a:latin typeface="Times New Roman" panose="02020603050405020304" pitchFamily="18" charset="0"/>
                <a:ea typeface="华文中宋" panose="02010600040101010101" pitchFamily="2" charset="-122"/>
                <a:sym typeface="Symbol" panose="05050102010706020507" pitchFamily="18" charset="2"/>
              </a:rPr>
              <a:t>粒子也将作</a:t>
            </a:r>
            <a:r>
              <a:rPr lang="zh-CN" altLang="en-US" sz="2800" b="1">
                <a:solidFill>
                  <a:srgbClr val="0000CC"/>
                </a:solidFill>
                <a:latin typeface="Times New Roman" panose="02020603050405020304" pitchFamily="18" charset="0"/>
                <a:ea typeface="华文中宋" panose="02010600040101010101" pitchFamily="2" charset="-122"/>
                <a:sym typeface="Symbol" panose="05050102010706020507" pitchFamily="18" charset="2"/>
              </a:rPr>
              <a:t>螺旋运动</a:t>
            </a:r>
            <a:r>
              <a:rPr lang="zh-CN" altLang="en-US" sz="2800" b="1">
                <a:latin typeface="Times New Roman" panose="02020603050405020304" pitchFamily="18" charset="0"/>
                <a:ea typeface="华文中宋" panose="02010600040101010101" pitchFamily="2" charset="-122"/>
                <a:sym typeface="Symbol" panose="05050102010706020507" pitchFamily="18" charset="2"/>
              </a:rPr>
              <a:t>，但</a:t>
            </a:r>
            <a:r>
              <a:rPr lang="zh-CN" altLang="en-US" sz="2800" b="1">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并非等螺距</a:t>
            </a:r>
            <a:r>
              <a:rPr lang="zh-CN" altLang="en-US" sz="2800" b="1">
                <a:latin typeface="Times New Roman" panose="02020603050405020304" pitchFamily="18" charset="0"/>
                <a:ea typeface="华文中宋" panose="02010600040101010101" pitchFamily="2" charset="-122"/>
                <a:sym typeface="Symbol" panose="05050102010706020507" pitchFamily="18" charset="2"/>
              </a:rPr>
              <a:t>，回旋半径也会改变</a:t>
            </a:r>
          </a:p>
        </p:txBody>
      </p:sp>
      <p:graphicFrame>
        <p:nvGraphicFramePr>
          <p:cNvPr id="152580" name="Object 4"/>
          <p:cNvGraphicFramePr>
            <a:graphicFrameLocks noChangeAspect="1"/>
          </p:cNvGraphicFramePr>
          <p:nvPr/>
        </p:nvGraphicFramePr>
        <p:xfrm>
          <a:off x="3048000" y="1295401"/>
          <a:ext cx="2971800" cy="1916113"/>
        </p:xfrm>
        <a:graphic>
          <a:graphicData uri="http://schemas.openxmlformats.org/presentationml/2006/ole">
            <mc:AlternateContent xmlns:mc="http://schemas.openxmlformats.org/markup-compatibility/2006">
              <mc:Choice xmlns:v="urn:schemas-microsoft-com:vml" Requires="v">
                <p:oleObj spid="_x0000_s152620" name="位图图像" r:id="rId3" imgW="1905266" imgH="1228571" progId="Paint.Picture">
                  <p:embed/>
                </p:oleObj>
              </mc:Choice>
              <mc:Fallback>
                <p:oleObj name="位图图像" r:id="rId3" imgW="1905266" imgH="1228571"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1295401"/>
                        <a:ext cx="2971800" cy="191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2581" name="Object 5"/>
          <p:cNvGraphicFramePr>
            <a:graphicFrameLocks noChangeAspect="1"/>
          </p:cNvGraphicFramePr>
          <p:nvPr/>
        </p:nvGraphicFramePr>
        <p:xfrm>
          <a:off x="6096000" y="1295400"/>
          <a:ext cx="2971800" cy="1879600"/>
        </p:xfrm>
        <a:graphic>
          <a:graphicData uri="http://schemas.openxmlformats.org/presentationml/2006/ole">
            <mc:AlternateContent xmlns:mc="http://schemas.openxmlformats.org/markup-compatibility/2006">
              <mc:Choice xmlns:v="urn:schemas-microsoft-com:vml" Requires="v">
                <p:oleObj spid="_x0000_s152621" name="位图图像" r:id="rId5" imgW="2048161" imgH="1295238" progId="Paint.Picture">
                  <p:embed/>
                </p:oleObj>
              </mc:Choice>
              <mc:Fallback>
                <p:oleObj name="位图图像" r:id="rId5" imgW="2048161" imgH="1295238" progId="Paint.Picture">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1295400"/>
                        <a:ext cx="2971800"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2582" name="AutoShape 6"/>
          <p:cNvSpPr>
            <a:spLocks/>
          </p:cNvSpPr>
          <p:nvPr/>
        </p:nvSpPr>
        <p:spPr bwMode="auto">
          <a:xfrm>
            <a:off x="1703388" y="1125538"/>
            <a:ext cx="1223962" cy="2519362"/>
          </a:xfrm>
          <a:prstGeom prst="borderCallout2">
            <a:avLst>
              <a:gd name="adj1" fmla="val 4537"/>
              <a:gd name="adj2" fmla="val 106227"/>
              <a:gd name="adj3" fmla="val 4537"/>
              <a:gd name="adj4" fmla="val 129444"/>
              <a:gd name="adj5" fmla="val 28546"/>
              <a:gd name="adj6" fmla="val 153435"/>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rPr>
              <a:t>回旋半径因磁场增强而减小，同时，还受到指向磁场减弱方向的作用力</a:t>
            </a:r>
          </a:p>
        </p:txBody>
      </p:sp>
      <p:sp>
        <p:nvSpPr>
          <p:cNvPr id="152583" name="AutoShape 7"/>
          <p:cNvSpPr>
            <a:spLocks/>
          </p:cNvSpPr>
          <p:nvPr/>
        </p:nvSpPr>
        <p:spPr bwMode="auto">
          <a:xfrm>
            <a:off x="9120188" y="990600"/>
            <a:ext cx="1243012" cy="2509838"/>
          </a:xfrm>
          <a:prstGeom prst="borderCallout2">
            <a:avLst>
              <a:gd name="adj1" fmla="val 4556"/>
              <a:gd name="adj2" fmla="val -6130"/>
              <a:gd name="adj3" fmla="val 4556"/>
              <a:gd name="adj4" fmla="val -54023"/>
              <a:gd name="adj5" fmla="val 24921"/>
              <a:gd name="adj6" fmla="val -103449"/>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rPr>
              <a:t>回旋半径因磁场减弱而增大，同时，还受到指向磁场减弱方向的作用力</a:t>
            </a:r>
          </a:p>
        </p:txBody>
      </p:sp>
      <p:sp>
        <p:nvSpPr>
          <p:cNvPr id="152584" name="AutoShape 8"/>
          <p:cNvSpPr>
            <a:spLocks/>
          </p:cNvSpPr>
          <p:nvPr/>
        </p:nvSpPr>
        <p:spPr bwMode="auto">
          <a:xfrm>
            <a:off x="4968875" y="1227138"/>
            <a:ext cx="914400" cy="609600"/>
          </a:xfrm>
          <a:prstGeom prst="borderCallout2">
            <a:avLst>
              <a:gd name="adj1" fmla="val 18750"/>
              <a:gd name="adj2" fmla="val -8333"/>
              <a:gd name="adj3" fmla="val 18750"/>
              <a:gd name="adj4" fmla="val -32815"/>
              <a:gd name="adj5" fmla="val 91148"/>
              <a:gd name="adj6" fmla="val -58333"/>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i="1">
                <a:latin typeface="Times New Roman" panose="02020603050405020304" pitchFamily="18" charset="0"/>
              </a:rPr>
              <a:t>v</a:t>
            </a:r>
            <a:r>
              <a:rPr lang="en-US" altLang="zh-CN" sz="1800" b="1">
                <a:latin typeface="Times New Roman" panose="02020603050405020304" pitchFamily="18" charset="0"/>
                <a:sym typeface="Symbol" panose="05050102010706020507" pitchFamily="18" charset="2"/>
              </a:rPr>
              <a:t>B</a:t>
            </a:r>
            <a:endParaRPr lang="en-US" altLang="zh-CN" sz="1800" b="1">
              <a:latin typeface="Times New Roman" panose="02020603050405020304" pitchFamily="18" charset="0"/>
            </a:endParaRPr>
          </a:p>
        </p:txBody>
      </p:sp>
      <p:sp>
        <p:nvSpPr>
          <p:cNvPr id="152585" name="Line 9"/>
          <p:cNvSpPr>
            <a:spLocks noChangeShapeType="1"/>
          </p:cNvSpPr>
          <p:nvPr/>
        </p:nvSpPr>
        <p:spPr bwMode="auto">
          <a:xfrm flipH="1" flipV="1">
            <a:off x="5867400" y="1295400"/>
            <a:ext cx="129540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2133601" y="152400"/>
            <a:ext cx="4157663" cy="762000"/>
          </a:xfrm>
        </p:spPr>
        <p:txBody>
          <a:bodyPr/>
          <a:lstStyle/>
          <a:p>
            <a:pPr eaLnBrk="1" hangingPunct="1"/>
            <a:r>
              <a:rPr lang="zh-CN" altLang="en-US" b="1">
                <a:latin typeface="华文中宋" panose="02010600040101010101" pitchFamily="2" charset="-122"/>
                <a:ea typeface="华文中宋" panose="02010600040101010101" pitchFamily="2" charset="-122"/>
              </a:rPr>
              <a:t>等离子体磁约束</a:t>
            </a:r>
            <a:r>
              <a:rPr lang="zh-CN" altLang="en-US" b="1">
                <a:latin typeface="Times New Roman" panose="02020603050405020304" pitchFamily="18" charset="0"/>
                <a:ea typeface="华文中宋" panose="02010600040101010101" pitchFamily="2" charset="-122"/>
              </a:rPr>
              <a:t> </a:t>
            </a:r>
          </a:p>
        </p:txBody>
      </p:sp>
      <p:sp>
        <p:nvSpPr>
          <p:cNvPr id="153603" name="Rectangle 3"/>
          <p:cNvSpPr>
            <a:spLocks noGrp="1" noChangeArrowheads="1"/>
          </p:cNvSpPr>
          <p:nvPr>
            <p:ph type="body" idx="1"/>
          </p:nvPr>
        </p:nvSpPr>
        <p:spPr>
          <a:xfrm>
            <a:off x="1752600" y="1219200"/>
            <a:ext cx="7697788" cy="2362200"/>
          </a:xfrm>
        </p:spPr>
        <p:txBody>
          <a:bodyPr/>
          <a:lstStyle/>
          <a:p>
            <a:pPr eaLnBrk="1" hangingPunct="1">
              <a:lnSpc>
                <a:spcPct val="90000"/>
              </a:lnSpc>
            </a:pPr>
            <a:r>
              <a:rPr lang="zh-CN" altLang="en-US" sz="2800" b="1">
                <a:latin typeface="宋体" panose="02010600030101010101" pitchFamily="2" charset="-122"/>
                <a:hlinkClick r:id="rId3" action="ppaction://hlinkpres?slideindex=25&amp;slidetitle=幻灯片 25"/>
              </a:rPr>
              <a:t>等离子体</a:t>
            </a:r>
            <a:r>
              <a:rPr lang="zh-CN" altLang="en-US" sz="2800" b="1">
                <a:latin typeface="宋体" panose="02010600030101010101" pitchFamily="2" charset="-122"/>
              </a:rPr>
              <a:t>：部分或完全电离的气体。</a:t>
            </a:r>
            <a:r>
              <a:rPr lang="zh-CN" altLang="en-US" sz="2800"/>
              <a:t> </a:t>
            </a:r>
          </a:p>
          <a:p>
            <a:pPr eaLnBrk="1" hangingPunct="1">
              <a:lnSpc>
                <a:spcPct val="90000"/>
              </a:lnSpc>
            </a:pPr>
            <a:r>
              <a:rPr lang="zh-CN" altLang="en-US" sz="2800" b="1">
                <a:latin typeface="宋体" panose="02010600030101010101" pitchFamily="2" charset="-122"/>
              </a:rPr>
              <a:t>特点：由大量</a:t>
            </a:r>
            <a:r>
              <a:rPr lang="zh-CN" altLang="en-US" sz="2800" b="1">
                <a:solidFill>
                  <a:srgbClr val="0000CC"/>
                </a:solidFill>
                <a:latin typeface="宋体" panose="02010600030101010101" pitchFamily="2" charset="-122"/>
              </a:rPr>
              <a:t>自由电子</a:t>
            </a:r>
            <a:r>
              <a:rPr lang="zh-CN" altLang="en-US" sz="2800" b="1">
                <a:latin typeface="宋体" panose="02010600030101010101" pitchFamily="2" charset="-122"/>
              </a:rPr>
              <a:t>和</a:t>
            </a:r>
            <a:r>
              <a:rPr lang="zh-CN" altLang="en-US" sz="2800" b="1">
                <a:solidFill>
                  <a:schemeClr val="folHlink"/>
                </a:solidFill>
                <a:latin typeface="宋体" panose="02010600030101010101" pitchFamily="2" charset="-122"/>
              </a:rPr>
              <a:t>正离子</a:t>
            </a:r>
            <a:r>
              <a:rPr lang="zh-CN" altLang="en-US" sz="2800" b="1">
                <a:latin typeface="宋体" panose="02010600030101010101" pitchFamily="2" charset="-122"/>
              </a:rPr>
              <a:t>及中性原子、分子组成，宏观上近似中性，即所含</a:t>
            </a:r>
            <a:r>
              <a:rPr lang="zh-CN" altLang="en-US" sz="2800" b="1">
                <a:solidFill>
                  <a:srgbClr val="FF0000"/>
                </a:solidFill>
                <a:latin typeface="宋体" panose="02010600030101010101" pitchFamily="2" charset="-122"/>
              </a:rPr>
              <a:t>正负电荷数处处相等</a:t>
            </a:r>
            <a:r>
              <a:rPr lang="zh-CN" altLang="en-US" sz="2800" b="1">
                <a:latin typeface="宋体" panose="02010600030101010101" pitchFamily="2" charset="-122"/>
              </a:rPr>
              <a:t>。</a:t>
            </a:r>
            <a:r>
              <a:rPr lang="zh-CN" altLang="en-US" sz="2800"/>
              <a:t> </a:t>
            </a:r>
          </a:p>
          <a:p>
            <a:pPr eaLnBrk="1" hangingPunct="1">
              <a:lnSpc>
                <a:spcPct val="90000"/>
              </a:lnSpc>
            </a:pPr>
            <a:r>
              <a:rPr lang="zh-CN" altLang="en-US" sz="2800" b="1">
                <a:latin typeface="宋体" panose="02010600030101010101" pitchFamily="2" charset="-122"/>
              </a:rPr>
              <a:t>带电粒子在磁场中沿螺旋线运动</a:t>
            </a:r>
          </a:p>
        </p:txBody>
      </p:sp>
      <p:pic>
        <p:nvPicPr>
          <p:cNvPr id="153604" name="Picture 4"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1"/>
            <a:ext cx="25146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5" name="Rectangle 6"/>
          <p:cNvSpPr>
            <a:spLocks noChangeArrowheads="1"/>
          </p:cNvSpPr>
          <p:nvPr/>
        </p:nvSpPr>
        <p:spPr bwMode="auto">
          <a:xfrm>
            <a:off x="4381500" y="313372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3606" name="Object 5"/>
          <p:cNvGraphicFramePr>
            <a:graphicFrameLocks noChangeAspect="1"/>
          </p:cNvGraphicFramePr>
          <p:nvPr/>
        </p:nvGraphicFramePr>
        <p:xfrm>
          <a:off x="3243264" y="3581400"/>
          <a:ext cx="5856287" cy="1023938"/>
        </p:xfrm>
        <a:graphic>
          <a:graphicData uri="http://schemas.openxmlformats.org/presentationml/2006/ole">
            <mc:AlternateContent xmlns:mc="http://schemas.openxmlformats.org/markup-compatibility/2006">
              <mc:Choice xmlns:v="urn:schemas-microsoft-com:vml" Requires="v">
                <p:oleObj spid="_x0000_s153626" name="Equation" r:id="rId5" imgW="2590800" imgH="444500" progId="Equation.3">
                  <p:embed/>
                </p:oleObj>
              </mc:Choice>
              <mc:Fallback>
                <p:oleObj name="Equation" r:id="rId5" imgW="25908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3264" y="3581400"/>
                        <a:ext cx="5856287"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07" name="AutoShape 7"/>
          <p:cNvSpPr>
            <a:spLocks/>
          </p:cNvSpPr>
          <p:nvPr/>
        </p:nvSpPr>
        <p:spPr bwMode="auto">
          <a:xfrm>
            <a:off x="1828801" y="3657600"/>
            <a:ext cx="930275" cy="685800"/>
          </a:xfrm>
          <a:prstGeom prst="borderCallout2">
            <a:avLst>
              <a:gd name="adj1" fmla="val 16667"/>
              <a:gd name="adj2" fmla="val 108190"/>
              <a:gd name="adj3" fmla="val 16667"/>
              <a:gd name="adj4" fmla="val 108190"/>
              <a:gd name="adj5" fmla="val 41204"/>
              <a:gd name="adj6" fmla="val 168773"/>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rPr>
              <a:t>与</a:t>
            </a:r>
            <a:r>
              <a:rPr lang="en-US" altLang="zh-CN" sz="2000" b="1">
                <a:latin typeface="Symbol" panose="05050102010706020507" pitchFamily="18" charset="2"/>
              </a:rPr>
              <a:t>B</a:t>
            </a:r>
            <a:r>
              <a:rPr lang="zh-CN" altLang="en-US" sz="2000" b="1">
                <a:latin typeface="Symbol" panose="05050102010706020507" pitchFamily="18" charset="2"/>
              </a:rPr>
              <a:t>成反比</a:t>
            </a:r>
          </a:p>
          <a:p>
            <a:pPr algn="ctr" eaLnBrk="1" hangingPunct="1">
              <a:spcBef>
                <a:spcPct val="0"/>
              </a:spcBef>
              <a:buFontTx/>
              <a:buNone/>
            </a:pPr>
            <a:endParaRPr lang="en-US" altLang="zh-CN" sz="2000" b="1">
              <a:latin typeface="Symbol" panose="05050102010706020507" pitchFamily="18" charset="2"/>
            </a:endParaRPr>
          </a:p>
        </p:txBody>
      </p:sp>
      <p:sp>
        <p:nvSpPr>
          <p:cNvPr id="153608" name="Text Box 9"/>
          <p:cNvSpPr txBox="1">
            <a:spLocks noChangeArrowheads="1"/>
          </p:cNvSpPr>
          <p:nvPr/>
        </p:nvSpPr>
        <p:spPr bwMode="auto">
          <a:xfrm>
            <a:off x="1828800" y="4572000"/>
            <a:ext cx="84582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Clr>
                <a:schemeClr val="folHlink"/>
              </a:buClr>
              <a:buSzPct val="75000"/>
              <a:buFont typeface="Wingdings" panose="05000000000000000000" pitchFamily="2" charset="2"/>
              <a:buChar char="n"/>
            </a:pPr>
            <a:r>
              <a:rPr lang="zh-CN" altLang="en-US" sz="2800" b="1">
                <a:latin typeface="宋体" panose="02010600030101010101" pitchFamily="2" charset="-122"/>
              </a:rPr>
              <a:t>强磁场中，每个带电粒子的活动被约束在一根磁力线上，此时，带电粒子回旋中心（引导中心）只能沿磁感应线作纵向运动，不能横越。</a:t>
            </a:r>
            <a:r>
              <a:rPr lang="en-US" altLang="zh-CN" sz="2800" b="1">
                <a:latin typeface="Times New Roman" panose="02020603050405020304" pitchFamily="18" charset="0"/>
              </a:rPr>
              <a:t>——</a:t>
            </a:r>
            <a:r>
              <a:rPr lang="zh-CN" altLang="en-US" sz="2800" b="1">
                <a:solidFill>
                  <a:schemeClr val="folHlink"/>
                </a:solidFill>
                <a:latin typeface="宋体" panose="02010600030101010101" pitchFamily="2" charset="-122"/>
              </a:rPr>
              <a:t>磁约束</a:t>
            </a:r>
          </a:p>
          <a:p>
            <a:pPr algn="just" eaLnBrk="1" hangingPunct="1">
              <a:buClr>
                <a:schemeClr val="folHlink"/>
              </a:buClr>
              <a:buSzPct val="75000"/>
              <a:buFont typeface="Wingdings" panose="05000000000000000000" pitchFamily="2" charset="2"/>
              <a:buChar char="n"/>
            </a:pPr>
            <a:r>
              <a:rPr lang="zh-CN" altLang="en-US" sz="2800" b="1">
                <a:solidFill>
                  <a:schemeClr val="tx2"/>
                </a:solidFill>
                <a:latin typeface="宋体" panose="02010600030101010101" pitchFamily="2" charset="-122"/>
              </a:rPr>
              <a:t>例：受控热核反应</a:t>
            </a:r>
            <a:r>
              <a:rPr lang="en-US" altLang="zh-CN" sz="2800" b="1">
                <a:solidFill>
                  <a:schemeClr val="tx2"/>
                </a:solidFill>
                <a:latin typeface="Times New Roman" panose="02020603050405020304" pitchFamily="18" charset="0"/>
              </a:rPr>
              <a:t>——</a:t>
            </a:r>
            <a:r>
              <a:rPr lang="zh-CN" altLang="en-US" sz="2800" b="1">
                <a:solidFill>
                  <a:schemeClr val="tx2"/>
                </a:solidFill>
                <a:latin typeface="宋体" panose="02010600030101010101" pitchFamily="2" charset="-122"/>
              </a:rPr>
              <a:t>托克马克、磁镜</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2133600" y="228601"/>
            <a:ext cx="5029200" cy="701675"/>
          </a:xfrm>
        </p:spPr>
        <p:txBody>
          <a:bodyPr/>
          <a:lstStyle/>
          <a:p>
            <a:pPr eaLnBrk="1" hangingPunct="1"/>
            <a:r>
              <a:rPr lang="zh-CN" altLang="en-US" sz="4000" b="1">
                <a:latin typeface="华文中宋" panose="02010600040101010101" pitchFamily="2" charset="-122"/>
                <a:ea typeface="华文中宋" panose="02010600040101010101" pitchFamily="2" charset="-122"/>
              </a:rPr>
              <a:t>浸渐不变量</a:t>
            </a:r>
            <a:r>
              <a:rPr lang="en-US" altLang="zh-CN" sz="4000" b="1">
                <a:latin typeface="Times New Roman" panose="02020603050405020304" pitchFamily="18" charset="0"/>
                <a:ea typeface="华文中宋" panose="02010600040101010101" pitchFamily="2" charset="-122"/>
              </a:rPr>
              <a:t>——</a:t>
            </a:r>
            <a:r>
              <a:rPr lang="zh-CN" altLang="en-US" sz="4000" b="1">
                <a:latin typeface="华文中宋" panose="02010600040101010101" pitchFamily="2" charset="-122"/>
                <a:ea typeface="华文中宋" panose="02010600040101010101" pitchFamily="2" charset="-122"/>
              </a:rPr>
              <a:t>磁矩</a:t>
            </a:r>
            <a:r>
              <a:rPr lang="zh-CN" altLang="en-US" sz="4000"/>
              <a:t> </a:t>
            </a:r>
          </a:p>
        </p:txBody>
      </p:sp>
      <p:sp>
        <p:nvSpPr>
          <p:cNvPr id="154627" name="Rectangle 3"/>
          <p:cNvSpPr>
            <a:spLocks noGrp="1" noChangeArrowheads="1"/>
          </p:cNvSpPr>
          <p:nvPr>
            <p:ph type="body" idx="1"/>
          </p:nvPr>
        </p:nvSpPr>
        <p:spPr>
          <a:xfrm>
            <a:off x="1905000" y="1143000"/>
            <a:ext cx="8110538" cy="533400"/>
          </a:xfrm>
        </p:spPr>
        <p:txBody>
          <a:bodyPr/>
          <a:lstStyle/>
          <a:p>
            <a:pPr eaLnBrk="1" hangingPunct="1">
              <a:lnSpc>
                <a:spcPct val="90000"/>
              </a:lnSpc>
            </a:pPr>
            <a:r>
              <a:rPr lang="zh-CN" altLang="en-US" b="1">
                <a:latin typeface="宋体" panose="02010600030101010101" pitchFamily="2" charset="-122"/>
              </a:rPr>
              <a:t>带电粒子作圆周运动</a:t>
            </a:r>
            <a:r>
              <a:rPr lang="zh-CN" altLang="en-US"/>
              <a:t> </a:t>
            </a:r>
            <a:r>
              <a:rPr lang="en-US" altLang="zh-CN" b="1">
                <a:latin typeface="Times New Roman" panose="02020603050405020304" pitchFamily="18" charset="0"/>
              </a:rPr>
              <a:t>——</a:t>
            </a:r>
            <a:r>
              <a:rPr lang="zh-CN" altLang="en-US" b="1">
                <a:latin typeface="Times New Roman" panose="02020603050405020304" pitchFamily="18" charset="0"/>
              </a:rPr>
              <a:t>圆电流</a:t>
            </a:r>
            <a:r>
              <a:rPr lang="en-US" altLang="zh-CN" b="1">
                <a:latin typeface="Times New Roman" panose="02020603050405020304" pitchFamily="18" charset="0"/>
              </a:rPr>
              <a:t>——</a:t>
            </a:r>
            <a:r>
              <a:rPr lang="zh-CN" altLang="en-US" b="1">
                <a:latin typeface="Times New Roman" panose="02020603050405020304" pitchFamily="18" charset="0"/>
              </a:rPr>
              <a:t>磁矩</a:t>
            </a:r>
          </a:p>
        </p:txBody>
      </p:sp>
      <p:graphicFrame>
        <p:nvGraphicFramePr>
          <p:cNvPr id="154628" name="Object 4"/>
          <p:cNvGraphicFramePr>
            <a:graphicFrameLocks noChangeAspect="1"/>
          </p:cNvGraphicFramePr>
          <p:nvPr/>
        </p:nvGraphicFramePr>
        <p:xfrm>
          <a:off x="4343400" y="2286001"/>
          <a:ext cx="1447800" cy="582613"/>
        </p:xfrm>
        <a:graphic>
          <a:graphicData uri="http://schemas.openxmlformats.org/presentationml/2006/ole">
            <mc:AlternateContent xmlns:mc="http://schemas.openxmlformats.org/markup-compatibility/2006">
              <mc:Choice xmlns:v="urn:schemas-microsoft-com:vml" Requires="v">
                <p:oleObj spid="_x0000_s154769" r:id="rId3" imgW="507780" imgH="203112" progId="Equation.3">
                  <p:embed/>
                </p:oleObj>
              </mc:Choice>
              <mc:Fallback>
                <p:oleObj r:id="rId3" imgW="507780" imgH="20311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286001"/>
                        <a:ext cx="14478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29" name="Rectangle 7"/>
          <p:cNvSpPr>
            <a:spLocks noChangeArrowheads="1"/>
          </p:cNvSpPr>
          <p:nvPr/>
        </p:nvSpPr>
        <p:spPr bwMode="auto">
          <a:xfrm>
            <a:off x="5795963" y="312896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4630" name="Object 6"/>
          <p:cNvGraphicFramePr>
            <a:graphicFrameLocks noChangeAspect="1"/>
          </p:cNvGraphicFramePr>
          <p:nvPr/>
        </p:nvGraphicFramePr>
        <p:xfrm>
          <a:off x="1905000" y="1828800"/>
          <a:ext cx="914400" cy="914400"/>
        </p:xfrm>
        <a:graphic>
          <a:graphicData uri="http://schemas.openxmlformats.org/presentationml/2006/ole">
            <mc:AlternateContent xmlns:mc="http://schemas.openxmlformats.org/markup-compatibility/2006">
              <mc:Choice xmlns:v="urn:schemas-microsoft-com:vml" Requires="v">
                <p:oleObj spid="_x0000_s154770" r:id="rId5" imgW="431613" imgH="431613" progId="Equation.3">
                  <p:embed/>
                </p:oleObj>
              </mc:Choice>
              <mc:Fallback>
                <p:oleObj r:id="rId5" imgW="431613" imgH="431613"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828800"/>
                        <a:ext cx="914400" cy="9144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31" name="Rectangle 10"/>
          <p:cNvSpPr>
            <a:spLocks noChangeArrowheads="1"/>
          </p:cNvSpPr>
          <p:nvPr/>
        </p:nvSpPr>
        <p:spPr bwMode="auto">
          <a:xfrm>
            <a:off x="5738813" y="326707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latin typeface="Symbol" panose="05050102010706020507" pitchFamily="18" charset="2"/>
            </a:endParaRPr>
          </a:p>
        </p:txBody>
      </p:sp>
      <p:graphicFrame>
        <p:nvGraphicFramePr>
          <p:cNvPr id="154632" name="Object 9"/>
          <p:cNvGraphicFramePr>
            <a:graphicFrameLocks noChangeAspect="1"/>
          </p:cNvGraphicFramePr>
          <p:nvPr/>
        </p:nvGraphicFramePr>
        <p:xfrm>
          <a:off x="5181600" y="1676400"/>
          <a:ext cx="1066800" cy="484188"/>
        </p:xfrm>
        <a:graphic>
          <a:graphicData uri="http://schemas.openxmlformats.org/presentationml/2006/ole">
            <mc:AlternateContent xmlns:mc="http://schemas.openxmlformats.org/markup-compatibility/2006">
              <mc:Choice xmlns:v="urn:schemas-microsoft-com:vml" Requires="v">
                <p:oleObj spid="_x0000_s154771" r:id="rId7" imgW="495085" imgH="228501" progId="Equation.3">
                  <p:embed/>
                </p:oleObj>
              </mc:Choice>
              <mc:Fallback>
                <p:oleObj r:id="rId7" imgW="495085" imgH="228501"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1676400"/>
                        <a:ext cx="1066800" cy="48418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33" name="Line 12"/>
          <p:cNvSpPr>
            <a:spLocks noChangeShapeType="1"/>
          </p:cNvSpPr>
          <p:nvPr/>
        </p:nvSpPr>
        <p:spPr bwMode="auto">
          <a:xfrm flipV="1">
            <a:off x="5334000" y="2057400"/>
            <a:ext cx="68580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34" name="Line 13"/>
          <p:cNvSpPr>
            <a:spLocks noChangeShapeType="1"/>
          </p:cNvSpPr>
          <p:nvPr/>
        </p:nvSpPr>
        <p:spPr bwMode="auto">
          <a:xfrm flipH="1" flipV="1">
            <a:off x="2819400" y="1981200"/>
            <a:ext cx="22098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35" name="AutoShape 14"/>
          <p:cNvSpPr>
            <a:spLocks/>
          </p:cNvSpPr>
          <p:nvPr/>
        </p:nvSpPr>
        <p:spPr bwMode="auto">
          <a:xfrm>
            <a:off x="8610600" y="1905000"/>
            <a:ext cx="1447800" cy="419100"/>
          </a:xfrm>
          <a:prstGeom prst="borderCallout2">
            <a:avLst>
              <a:gd name="adj1" fmla="val 27273"/>
              <a:gd name="adj2" fmla="val -5264"/>
              <a:gd name="adj3" fmla="val 27273"/>
              <a:gd name="adj4" fmla="val -5264"/>
              <a:gd name="adj5" fmla="val 146968"/>
              <a:gd name="adj6" fmla="val -96819"/>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ea typeface="华文中宋" panose="02010600040101010101" pitchFamily="2" charset="-122"/>
              </a:rPr>
              <a:t>面元法线</a:t>
            </a:r>
          </a:p>
        </p:txBody>
      </p:sp>
      <p:sp>
        <p:nvSpPr>
          <p:cNvPr id="154636" name="Rectangle 16"/>
          <p:cNvSpPr>
            <a:spLocks noChangeArrowheads="1"/>
          </p:cNvSpPr>
          <p:nvPr/>
        </p:nvSpPr>
        <p:spPr bwMode="auto">
          <a:xfrm>
            <a:off x="5348288" y="31003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4637" name="Object 15"/>
          <p:cNvGraphicFramePr>
            <a:graphicFrameLocks noChangeAspect="1"/>
          </p:cNvGraphicFramePr>
          <p:nvPr/>
        </p:nvGraphicFramePr>
        <p:xfrm>
          <a:off x="5791200" y="2057401"/>
          <a:ext cx="1600200" cy="1069975"/>
        </p:xfrm>
        <a:graphic>
          <a:graphicData uri="http://schemas.openxmlformats.org/presentationml/2006/ole">
            <mc:AlternateContent xmlns:mc="http://schemas.openxmlformats.org/markup-compatibility/2006">
              <mc:Choice xmlns:v="urn:schemas-microsoft-com:vml" Requires="v">
                <p:oleObj spid="_x0000_s154772" name="Equation" r:id="rId9" imgW="634725" imgH="431613" progId="Equation.3">
                  <p:embed/>
                </p:oleObj>
              </mc:Choice>
              <mc:Fallback>
                <p:oleObj name="Equation" r:id="rId9" imgW="634725" imgH="431613"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2057401"/>
                        <a:ext cx="16002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38" name="Rectangle 18"/>
          <p:cNvSpPr>
            <a:spLocks noChangeArrowheads="1"/>
          </p:cNvSpPr>
          <p:nvPr/>
        </p:nvSpPr>
        <p:spPr bwMode="auto">
          <a:xfrm>
            <a:off x="5695950" y="315277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4639" name="Object 17"/>
          <p:cNvGraphicFramePr>
            <a:graphicFrameLocks noChangeAspect="1"/>
          </p:cNvGraphicFramePr>
          <p:nvPr/>
        </p:nvGraphicFramePr>
        <p:xfrm>
          <a:off x="1774825" y="2852738"/>
          <a:ext cx="1447800" cy="1001712"/>
        </p:xfrm>
        <a:graphic>
          <a:graphicData uri="http://schemas.openxmlformats.org/presentationml/2006/ole">
            <mc:AlternateContent xmlns:mc="http://schemas.openxmlformats.org/markup-compatibility/2006">
              <mc:Choice xmlns:v="urn:schemas-microsoft-com:vml" Requires="v">
                <p:oleObj spid="_x0000_s154773" r:id="rId11" imgW="609600" imgH="419100" progId="Equation.3">
                  <p:embed/>
                </p:oleObj>
              </mc:Choice>
              <mc:Fallback>
                <p:oleObj r:id="rId11" imgW="609600" imgH="4191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4825" y="2852738"/>
                        <a:ext cx="1447800" cy="10017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640" name="Object 19"/>
          <p:cNvGraphicFramePr>
            <a:graphicFrameLocks noChangeAspect="1"/>
          </p:cNvGraphicFramePr>
          <p:nvPr/>
        </p:nvGraphicFramePr>
        <p:xfrm>
          <a:off x="3359150" y="2852738"/>
          <a:ext cx="1447800" cy="965200"/>
        </p:xfrm>
        <a:graphic>
          <a:graphicData uri="http://schemas.openxmlformats.org/presentationml/2006/ole">
            <mc:AlternateContent xmlns:mc="http://schemas.openxmlformats.org/markup-compatibility/2006">
              <mc:Choice xmlns:v="urn:schemas-microsoft-com:vml" Requires="v">
                <p:oleObj spid="_x0000_s154774" r:id="rId13" imgW="634725" imgH="418918" progId="Equation.3">
                  <p:embed/>
                </p:oleObj>
              </mc:Choice>
              <mc:Fallback>
                <p:oleObj r:id="rId13" imgW="634725" imgH="418918"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9150" y="2852738"/>
                        <a:ext cx="1447800" cy="965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41" name="Rectangle 29"/>
          <p:cNvSpPr>
            <a:spLocks noChangeArrowheads="1"/>
          </p:cNvSpPr>
          <p:nvPr/>
        </p:nvSpPr>
        <p:spPr bwMode="auto">
          <a:xfrm>
            <a:off x="4681538" y="299085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4642" name="Object 28"/>
          <p:cNvGraphicFramePr>
            <a:graphicFrameLocks noChangeAspect="1"/>
          </p:cNvGraphicFramePr>
          <p:nvPr/>
        </p:nvGraphicFramePr>
        <p:xfrm>
          <a:off x="2405063" y="4194175"/>
          <a:ext cx="7180262" cy="1600200"/>
        </p:xfrm>
        <a:graphic>
          <a:graphicData uri="http://schemas.openxmlformats.org/presentationml/2006/ole">
            <mc:AlternateContent xmlns:mc="http://schemas.openxmlformats.org/markup-compatibility/2006">
              <mc:Choice xmlns:v="urn:schemas-microsoft-com:vml" Requires="v">
                <p:oleObj spid="_x0000_s154775" name="Equation" r:id="rId15" imgW="2768600" imgH="622300" progId="Equation.3">
                  <p:embed/>
                </p:oleObj>
              </mc:Choice>
              <mc:Fallback>
                <p:oleObj name="Equation" r:id="rId15" imgW="2768600" imgH="622300" progId="Equation.3">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5063" y="4194175"/>
                        <a:ext cx="71802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43" name="AutoShape 30"/>
          <p:cNvSpPr>
            <a:spLocks/>
          </p:cNvSpPr>
          <p:nvPr/>
        </p:nvSpPr>
        <p:spPr bwMode="auto">
          <a:xfrm>
            <a:off x="7464426" y="3141663"/>
            <a:ext cx="2735263" cy="457200"/>
          </a:xfrm>
          <a:prstGeom prst="borderCallout2">
            <a:avLst>
              <a:gd name="adj1" fmla="val 25000"/>
              <a:gd name="adj2" fmla="val -2787"/>
              <a:gd name="adj3" fmla="val 25000"/>
              <a:gd name="adj4" fmla="val -48926"/>
              <a:gd name="adj5" fmla="val -99306"/>
              <a:gd name="adj6" fmla="val -97329"/>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latin typeface="Times New Roman" panose="02020603050405020304" pitchFamily="18" charset="0"/>
                <a:ea typeface="华文中宋" panose="02010600040101010101" pitchFamily="2" charset="-122"/>
              </a:rPr>
              <a:t>B</a:t>
            </a:r>
            <a:r>
              <a:rPr lang="zh-CN" altLang="en-US" sz="1800" b="1">
                <a:latin typeface="Times New Roman" panose="02020603050405020304" pitchFamily="18" charset="0"/>
                <a:ea typeface="华文中宋" panose="02010600040101010101" pitchFamily="2" charset="-122"/>
              </a:rPr>
              <a:t>不变时</a:t>
            </a:r>
            <a:r>
              <a:rPr lang="zh-CN" altLang="en-US" sz="1800" b="1">
                <a:latin typeface="Symbol" panose="05050102010706020507" pitchFamily="18" charset="2"/>
                <a:ea typeface="华文中宋" panose="02010600040101010101" pitchFamily="2" charset="-122"/>
              </a:rPr>
              <a:t>恒定不变</a:t>
            </a:r>
          </a:p>
        </p:txBody>
      </p:sp>
      <p:sp>
        <p:nvSpPr>
          <p:cNvPr id="154644" name="AutoShape 31"/>
          <p:cNvSpPr>
            <a:spLocks/>
          </p:cNvSpPr>
          <p:nvPr/>
        </p:nvSpPr>
        <p:spPr bwMode="auto">
          <a:xfrm>
            <a:off x="6600826" y="3933825"/>
            <a:ext cx="1477963" cy="388938"/>
          </a:xfrm>
          <a:prstGeom prst="borderCallout2">
            <a:avLst>
              <a:gd name="adj1" fmla="val 29389"/>
              <a:gd name="adj2" fmla="val -5157"/>
              <a:gd name="adj3" fmla="val 29389"/>
              <a:gd name="adj4" fmla="val -32009"/>
              <a:gd name="adj5" fmla="val 209796"/>
              <a:gd name="adj6" fmla="val -60259"/>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ea typeface="华文中宋" panose="02010600040101010101" pitchFamily="2" charset="-122"/>
              </a:rPr>
              <a:t>横向动能</a:t>
            </a:r>
          </a:p>
        </p:txBody>
      </p:sp>
      <p:sp>
        <p:nvSpPr>
          <p:cNvPr id="154645" name="AutoShape 32"/>
          <p:cNvSpPr>
            <a:spLocks/>
          </p:cNvSpPr>
          <p:nvPr/>
        </p:nvSpPr>
        <p:spPr bwMode="auto">
          <a:xfrm>
            <a:off x="1865313" y="5768975"/>
            <a:ext cx="3097212" cy="814388"/>
          </a:xfrm>
          <a:prstGeom prst="borderCallout2">
            <a:avLst>
              <a:gd name="adj1" fmla="val 14037"/>
              <a:gd name="adj2" fmla="val 102458"/>
              <a:gd name="adj3" fmla="val 14037"/>
              <a:gd name="adj4" fmla="val 131574"/>
              <a:gd name="adj5" fmla="val -21639"/>
              <a:gd name="adj6" fmla="val 161560"/>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宋体" panose="02010600030101010101" pitchFamily="2" charset="-122"/>
              </a:rPr>
              <a:t>可以证明磁场梯度不太大时，近似不变</a:t>
            </a:r>
            <a:endParaRPr lang="zh-CN" altLang="en-US" sz="1800">
              <a:latin typeface="Symbol" panose="05050102010706020507" pitchFamily="18" charset="2"/>
            </a:endParaRPr>
          </a:p>
        </p:txBody>
      </p:sp>
      <p:sp>
        <p:nvSpPr>
          <p:cNvPr id="154646" name="AutoShape 33"/>
          <p:cNvSpPr>
            <a:spLocks/>
          </p:cNvSpPr>
          <p:nvPr/>
        </p:nvSpPr>
        <p:spPr bwMode="auto">
          <a:xfrm>
            <a:off x="7772401" y="6019801"/>
            <a:ext cx="2163763" cy="449263"/>
          </a:xfrm>
          <a:prstGeom prst="borderCallout2">
            <a:avLst>
              <a:gd name="adj1" fmla="val 25440"/>
              <a:gd name="adj2" fmla="val -3523"/>
              <a:gd name="adj3" fmla="val 25440"/>
              <a:gd name="adj4" fmla="val -3523"/>
              <a:gd name="adj5" fmla="val 10602"/>
              <a:gd name="adj6" fmla="val -128394"/>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chemeClr val="folHlink"/>
                </a:solidFill>
                <a:latin typeface="宋体" panose="02010600030101010101" pitchFamily="2" charset="-122"/>
                <a:hlinkClick r:id="rId17" action="ppaction://hlinkpres?slideindex=25&amp;slidetitle=应用举例"/>
              </a:rPr>
              <a:t>浸渐不变量</a:t>
            </a:r>
            <a:endParaRPr lang="zh-CN" altLang="en-US" sz="1800" b="1">
              <a:solidFill>
                <a:schemeClr val="folHlink"/>
              </a:solidFill>
              <a:latin typeface="宋体" panose="02010600030101010101" pitchFamily="2" charset="-122"/>
            </a:endParaRPr>
          </a:p>
        </p:txBody>
      </p:sp>
      <p:sp>
        <p:nvSpPr>
          <p:cNvPr id="154647" name="AutoShape 34"/>
          <p:cNvSpPr>
            <a:spLocks/>
          </p:cNvSpPr>
          <p:nvPr/>
        </p:nvSpPr>
        <p:spPr bwMode="auto">
          <a:xfrm>
            <a:off x="2495550" y="3860800"/>
            <a:ext cx="3240088" cy="431800"/>
          </a:xfrm>
          <a:prstGeom prst="borderCallout2">
            <a:avLst>
              <a:gd name="adj1" fmla="val 26472"/>
              <a:gd name="adj2" fmla="val -2352"/>
              <a:gd name="adj3" fmla="val 26472"/>
              <a:gd name="adj4" fmla="val -7694"/>
              <a:gd name="adj5" fmla="val -69852"/>
              <a:gd name="adj6" fmla="val -13181"/>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latin typeface="Times New Roman" panose="02020603050405020304" pitchFamily="18" charset="0"/>
                <a:ea typeface="华文中宋" panose="02010600040101010101" pitchFamily="2" charset="-122"/>
              </a:rPr>
              <a:t>B</a:t>
            </a:r>
            <a:r>
              <a:rPr lang="zh-CN" altLang="en-US" sz="1800" b="1">
                <a:latin typeface="Times New Roman" panose="02020603050405020304" pitchFamily="18" charset="0"/>
                <a:ea typeface="华文中宋" panose="02010600040101010101" pitchFamily="2" charset="-122"/>
              </a:rPr>
              <a:t>不变时均恒定不变</a:t>
            </a:r>
          </a:p>
        </p:txBody>
      </p:sp>
      <p:sp>
        <p:nvSpPr>
          <p:cNvPr id="154648" name="Line 35"/>
          <p:cNvSpPr>
            <a:spLocks noChangeShapeType="1"/>
          </p:cNvSpPr>
          <p:nvPr/>
        </p:nvSpPr>
        <p:spPr bwMode="auto">
          <a:xfrm>
            <a:off x="3719513" y="3500438"/>
            <a:ext cx="1223962" cy="36036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4649" name="Line 36"/>
          <p:cNvSpPr>
            <a:spLocks noChangeShapeType="1"/>
          </p:cNvSpPr>
          <p:nvPr/>
        </p:nvSpPr>
        <p:spPr bwMode="auto">
          <a:xfrm flipH="1">
            <a:off x="7175501" y="3644901"/>
            <a:ext cx="2449513" cy="122396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55650" name="Object 2"/>
          <p:cNvGraphicFramePr>
            <a:graphicFrameLocks noChangeAspect="1"/>
          </p:cNvGraphicFramePr>
          <p:nvPr/>
        </p:nvGraphicFramePr>
        <p:xfrm>
          <a:off x="1984376" y="4092576"/>
          <a:ext cx="4765675" cy="1069975"/>
        </p:xfrm>
        <a:graphic>
          <a:graphicData uri="http://schemas.openxmlformats.org/presentationml/2006/ole">
            <mc:AlternateContent xmlns:mc="http://schemas.openxmlformats.org/markup-compatibility/2006">
              <mc:Choice xmlns:v="urn:schemas-microsoft-com:vml" Requires="v">
                <p:oleObj spid="_x0000_s155746" name="Equation" r:id="rId3" imgW="1854200" imgH="419100" progId="Equation.3">
                  <p:embed/>
                </p:oleObj>
              </mc:Choice>
              <mc:Fallback>
                <p:oleObj name="Equation" r:id="rId3" imgW="18542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376" y="4092576"/>
                        <a:ext cx="4765675" cy="10699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5651" name="Rectangle 3"/>
          <p:cNvSpPr>
            <a:spLocks noGrp="1" noChangeArrowheads="1"/>
          </p:cNvSpPr>
          <p:nvPr>
            <p:ph type="body" sz="half" idx="1"/>
          </p:nvPr>
        </p:nvSpPr>
        <p:spPr>
          <a:xfrm>
            <a:off x="2063750" y="1700214"/>
            <a:ext cx="6337300" cy="865187"/>
          </a:xfrm>
        </p:spPr>
        <p:txBody>
          <a:bodyPr/>
          <a:lstStyle/>
          <a:p>
            <a:pPr algn="just"/>
            <a:r>
              <a:rPr lang="zh-CN" altLang="en-US" sz="2400" b="1">
                <a:latin typeface="Times New Roman" panose="02020603050405020304" pitchFamily="18" charset="0"/>
              </a:rPr>
              <a:t>考虑磁场随 </a:t>
            </a:r>
            <a:r>
              <a:rPr lang="en-US" altLang="zh-CN" sz="2400" b="1">
                <a:latin typeface="Times New Roman" panose="02020603050405020304" pitchFamily="18" charset="0"/>
              </a:rPr>
              <a:t>z </a:t>
            </a:r>
            <a:r>
              <a:rPr lang="zh-CN" altLang="en-US" sz="2400" b="1">
                <a:latin typeface="Times New Roman" panose="02020603050405020304" pitchFamily="18" charset="0"/>
              </a:rPr>
              <a:t>变化缓慢</a:t>
            </a:r>
          </a:p>
          <a:p>
            <a:pPr algn="just"/>
            <a:r>
              <a:rPr lang="zh-CN" altLang="en-US" sz="2400" b="1">
                <a:latin typeface="Times New Roman" panose="02020603050405020304" pitchFamily="18" charset="0"/>
              </a:rPr>
              <a:t>取图中圆柱形高斯面，运用磁高斯定理有</a:t>
            </a:r>
          </a:p>
        </p:txBody>
      </p:sp>
      <p:sp>
        <p:nvSpPr>
          <p:cNvPr id="155652" name="Text Box 4"/>
          <p:cNvSpPr txBox="1">
            <a:spLocks noChangeArrowheads="1"/>
          </p:cNvSpPr>
          <p:nvPr/>
        </p:nvSpPr>
        <p:spPr bwMode="auto">
          <a:xfrm>
            <a:off x="1774825" y="476250"/>
            <a:ext cx="7467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 typeface="Wingdings" panose="05000000000000000000" pitchFamily="2" charset="2"/>
              <a:buNone/>
            </a:pPr>
            <a:r>
              <a:rPr lang="zh-CN" altLang="en-US" b="1">
                <a:solidFill>
                  <a:schemeClr val="tx2"/>
                </a:solidFill>
                <a:latin typeface="华文中宋" panose="02010600040101010101" pitchFamily="2" charset="-122"/>
                <a:ea typeface="华文中宋" panose="02010600040101010101" pitchFamily="2" charset="-122"/>
              </a:rPr>
              <a:t>证明</a:t>
            </a:r>
            <a:r>
              <a:rPr lang="en-US" altLang="zh-CN" b="1">
                <a:solidFill>
                  <a:schemeClr val="tx2"/>
                </a:solidFill>
                <a:latin typeface="华文中宋" panose="02010600040101010101" pitchFamily="2" charset="-122"/>
                <a:ea typeface="华文中宋" panose="02010600040101010101" pitchFamily="2" charset="-122"/>
              </a:rPr>
              <a:t>:</a:t>
            </a:r>
            <a:r>
              <a:rPr lang="zh-CN" altLang="en-US" b="1">
                <a:solidFill>
                  <a:schemeClr val="tx2"/>
                </a:solidFill>
                <a:latin typeface="华文中宋" panose="02010600040101010101" pitchFamily="2" charset="-122"/>
                <a:ea typeface="华文中宋" panose="02010600040101010101" pitchFamily="2" charset="-122"/>
              </a:rPr>
              <a:t>在随空间缓慢变化的磁场中，带电粒子的回旋磁矩为守恒量</a:t>
            </a:r>
          </a:p>
        </p:txBody>
      </p:sp>
      <p:graphicFrame>
        <p:nvGraphicFramePr>
          <p:cNvPr id="155653" name="Object 3"/>
          <p:cNvGraphicFramePr>
            <a:graphicFrameLocks noChangeAspect="1"/>
          </p:cNvGraphicFramePr>
          <p:nvPr/>
        </p:nvGraphicFramePr>
        <p:xfrm>
          <a:off x="2135188" y="3213100"/>
          <a:ext cx="4583112" cy="871538"/>
        </p:xfrm>
        <a:graphic>
          <a:graphicData uri="http://schemas.openxmlformats.org/presentationml/2006/ole">
            <mc:AlternateContent xmlns:mc="http://schemas.openxmlformats.org/markup-compatibility/2006">
              <mc:Choice xmlns:v="urn:schemas-microsoft-com:vml" Requires="v">
                <p:oleObj spid="_x0000_s155747" name="公式" r:id="rId5" imgW="2070100" imgH="393700" progId="Equation.3">
                  <p:embed/>
                </p:oleObj>
              </mc:Choice>
              <mc:Fallback>
                <p:oleObj name="公式" r:id="rId5" imgW="20701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5188" y="3213100"/>
                        <a:ext cx="4583112" cy="8715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654" name="Object 4"/>
          <p:cNvGraphicFramePr>
            <a:graphicFrameLocks noChangeAspect="1"/>
          </p:cNvGraphicFramePr>
          <p:nvPr/>
        </p:nvGraphicFramePr>
        <p:xfrm>
          <a:off x="8759825" y="2205038"/>
          <a:ext cx="1366838" cy="1230312"/>
        </p:xfrm>
        <a:graphic>
          <a:graphicData uri="http://schemas.openxmlformats.org/presentationml/2006/ole">
            <mc:AlternateContent xmlns:mc="http://schemas.openxmlformats.org/markup-compatibility/2006">
              <mc:Choice xmlns:v="urn:schemas-microsoft-com:vml" Requires="v">
                <p:oleObj spid="_x0000_s155748" name="公式" r:id="rId7" imgW="508000" imgH="457200" progId="Equation.3">
                  <p:embed/>
                </p:oleObj>
              </mc:Choice>
              <mc:Fallback>
                <p:oleObj name="公式" r:id="rId7" imgW="508000" imgH="457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59825" y="2205038"/>
                        <a:ext cx="1366838" cy="1230312"/>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5" name="AutoShape 7"/>
          <p:cNvSpPr>
            <a:spLocks/>
          </p:cNvSpPr>
          <p:nvPr/>
        </p:nvSpPr>
        <p:spPr bwMode="auto">
          <a:xfrm>
            <a:off x="8543925" y="1268414"/>
            <a:ext cx="1727200" cy="401637"/>
          </a:xfrm>
          <a:prstGeom prst="borderCallout2">
            <a:avLst>
              <a:gd name="adj1" fmla="val 28458"/>
              <a:gd name="adj2" fmla="val -4412"/>
              <a:gd name="adj3" fmla="val 28458"/>
              <a:gd name="adj4" fmla="val -62222"/>
              <a:gd name="adj5" fmla="val 418579"/>
              <a:gd name="adj6" fmla="val -122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None/>
            </a:pPr>
            <a:r>
              <a:rPr lang="zh-CN" altLang="en-US" sz="1800">
                <a:latin typeface="Times New Roman" panose="02020603050405020304" pitchFamily="18" charset="0"/>
              </a:rPr>
              <a:t>取</a:t>
            </a:r>
            <a:r>
              <a:rPr lang="en-US" altLang="zh-CN" sz="1800" i="1">
                <a:latin typeface="Times New Roman" panose="02020603050405020304" pitchFamily="18" charset="0"/>
              </a:rPr>
              <a:t>r</a:t>
            </a:r>
            <a:r>
              <a:rPr lang="en-US" altLang="zh-CN" sz="1800">
                <a:latin typeface="Times New Roman" panose="02020603050405020304" pitchFamily="18" charset="0"/>
              </a:rPr>
              <a:t>=0</a:t>
            </a:r>
            <a:r>
              <a:rPr lang="zh-CN" altLang="en-US" sz="1800">
                <a:latin typeface="Times New Roman" panose="02020603050405020304" pitchFamily="18" charset="0"/>
              </a:rPr>
              <a:t>的磁场</a:t>
            </a:r>
          </a:p>
        </p:txBody>
      </p:sp>
      <p:graphicFrame>
        <p:nvGraphicFramePr>
          <p:cNvPr id="155656" name="Object 5"/>
          <p:cNvGraphicFramePr>
            <a:graphicFrameLocks noChangeAspect="1"/>
          </p:cNvGraphicFramePr>
          <p:nvPr/>
        </p:nvGraphicFramePr>
        <p:xfrm>
          <a:off x="2351088" y="5229225"/>
          <a:ext cx="3346450" cy="871538"/>
        </p:xfrm>
        <a:graphic>
          <a:graphicData uri="http://schemas.openxmlformats.org/presentationml/2006/ole">
            <mc:AlternateContent xmlns:mc="http://schemas.openxmlformats.org/markup-compatibility/2006">
              <mc:Choice xmlns:v="urn:schemas-microsoft-com:vml" Requires="v">
                <p:oleObj spid="_x0000_s155749" name="公式" r:id="rId9" imgW="1511300" imgH="393700" progId="Equation.3">
                  <p:embed/>
                </p:oleObj>
              </mc:Choice>
              <mc:Fallback>
                <p:oleObj name="公式" r:id="rId9" imgW="15113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1088" y="5229225"/>
                        <a:ext cx="3346450" cy="8715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7" name="Rectangle 9"/>
          <p:cNvSpPr>
            <a:spLocks noChangeArrowheads="1"/>
          </p:cNvSpPr>
          <p:nvPr/>
        </p:nvSpPr>
        <p:spPr bwMode="auto">
          <a:xfrm>
            <a:off x="6003635" y="30300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55658"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38938" y="3929064"/>
            <a:ext cx="3059112"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5659" name="Object 6"/>
          <p:cNvGraphicFramePr>
            <a:graphicFrameLocks noGrp="1" noChangeAspect="1"/>
          </p:cNvGraphicFramePr>
          <p:nvPr>
            <p:ph sz="quarter" idx="2"/>
          </p:nvPr>
        </p:nvGraphicFramePr>
        <p:xfrm>
          <a:off x="2319339" y="2568576"/>
          <a:ext cx="5824537" cy="498475"/>
        </p:xfrm>
        <a:graphic>
          <a:graphicData uri="http://schemas.openxmlformats.org/presentationml/2006/ole">
            <mc:AlternateContent xmlns:mc="http://schemas.openxmlformats.org/markup-compatibility/2006">
              <mc:Choice xmlns:v="urn:schemas-microsoft-com:vml" Requires="v">
                <p:oleObj spid="_x0000_s155750" name="公式" r:id="rId12" imgW="2667000" imgH="228600" progId="Equation.3">
                  <p:embed/>
                </p:oleObj>
              </mc:Choice>
              <mc:Fallback>
                <p:oleObj name="公式" r:id="rId12" imgW="2667000" imgH="2286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19339" y="2568576"/>
                        <a:ext cx="5824537" cy="49847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线形标注 2 14"/>
          <p:cNvSpPr/>
          <p:nvPr/>
        </p:nvSpPr>
        <p:spPr bwMode="auto">
          <a:xfrm>
            <a:off x="7310438" y="5786438"/>
            <a:ext cx="3071812" cy="857250"/>
          </a:xfrm>
          <a:prstGeom prst="borderCallout2">
            <a:avLst>
              <a:gd name="adj1" fmla="val 11394"/>
              <a:gd name="adj2" fmla="val -121"/>
              <a:gd name="adj3" fmla="val 46887"/>
              <a:gd name="adj4" fmla="val -23777"/>
              <a:gd name="adj5" fmla="val 13542"/>
              <a:gd name="adj6" fmla="val -5412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lgn="ctr" eaLnBrk="1" hangingPunct="1">
              <a:defRPr/>
            </a:pPr>
            <a:r>
              <a:rPr lang="zh-CN" altLang="en-US" dirty="0">
                <a:solidFill>
                  <a:schemeClr val="tx1"/>
                </a:solidFill>
              </a:rPr>
              <a:t>找到</a:t>
            </a:r>
            <a:r>
              <a:rPr lang="en-US" altLang="zh-CN" dirty="0">
                <a:solidFill>
                  <a:schemeClr val="tx1"/>
                </a:solidFill>
              </a:rPr>
              <a:t>B</a:t>
            </a:r>
            <a:r>
              <a:rPr lang="zh-CN" altLang="en-US" dirty="0">
                <a:solidFill>
                  <a:schemeClr val="tx1"/>
                </a:solidFill>
              </a:rPr>
              <a:t>的</a:t>
            </a:r>
            <a:r>
              <a:rPr lang="en-US" altLang="zh-CN" dirty="0">
                <a:solidFill>
                  <a:schemeClr val="tx1"/>
                </a:solidFill>
              </a:rPr>
              <a:t>r</a:t>
            </a:r>
            <a:r>
              <a:rPr lang="zh-CN" altLang="en-US" dirty="0">
                <a:solidFill>
                  <a:schemeClr val="tx1"/>
                </a:solidFill>
              </a:rPr>
              <a:t>分量和</a:t>
            </a:r>
            <a:endParaRPr lang="en-US" altLang="zh-CN" dirty="0">
              <a:solidFill>
                <a:schemeClr val="tx1"/>
              </a:solidFill>
            </a:endParaRPr>
          </a:p>
          <a:p>
            <a:pPr algn="ctr" eaLnBrk="1" hangingPunct="1">
              <a:defRPr/>
            </a:pPr>
            <a:r>
              <a:rPr lang="en-US" altLang="zh-CN" dirty="0">
                <a:solidFill>
                  <a:schemeClr val="tx1"/>
                </a:solidFill>
              </a:rPr>
              <a:t>z</a:t>
            </a:r>
            <a:r>
              <a:rPr lang="zh-CN" altLang="en-US" dirty="0">
                <a:solidFill>
                  <a:schemeClr val="tx1"/>
                </a:solidFill>
              </a:rPr>
              <a:t>分量之间的关系</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674" name="Object 2"/>
          <p:cNvGraphicFramePr>
            <a:graphicFrameLocks noGrp="1" noChangeAspect="1"/>
          </p:cNvGraphicFramePr>
          <p:nvPr>
            <p:ph sz="quarter" idx="3"/>
          </p:nvPr>
        </p:nvGraphicFramePr>
        <p:xfrm>
          <a:off x="2711451" y="2579688"/>
          <a:ext cx="5472113" cy="1179512"/>
        </p:xfrm>
        <a:graphic>
          <a:graphicData uri="http://schemas.openxmlformats.org/presentationml/2006/ole">
            <mc:AlternateContent xmlns:mc="http://schemas.openxmlformats.org/markup-compatibility/2006">
              <mc:Choice xmlns:v="urn:schemas-microsoft-com:vml" Requires="v">
                <p:oleObj spid="_x0000_s156824" name="公式" r:id="rId3" imgW="1943100" imgH="419100" progId="Equation.3">
                  <p:embed/>
                </p:oleObj>
              </mc:Choice>
              <mc:Fallback>
                <p:oleObj name="公式" r:id="rId3" imgW="19431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451" y="2579688"/>
                        <a:ext cx="5472113" cy="1179512"/>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75" name="Rectangle 3"/>
          <p:cNvSpPr>
            <a:spLocks noGrp="1" noChangeArrowheads="1"/>
          </p:cNvSpPr>
          <p:nvPr>
            <p:ph type="title" sz="quarter"/>
          </p:nvPr>
        </p:nvSpPr>
        <p:spPr>
          <a:xfrm>
            <a:off x="1774825" y="260350"/>
            <a:ext cx="5068888" cy="641350"/>
          </a:xfrm>
        </p:spPr>
        <p:txBody>
          <a:bodyPr/>
          <a:lstStyle/>
          <a:p>
            <a:r>
              <a:rPr lang="zh-CN" altLang="en-US" sz="3600" b="1">
                <a:solidFill>
                  <a:schemeClr val="tx1"/>
                </a:solidFill>
                <a:latin typeface="Times New Roman" panose="02020603050405020304" pitchFamily="18" charset="0"/>
                <a:ea typeface="华文中宋" panose="02010600040101010101" pitchFamily="2" charset="-122"/>
              </a:rPr>
              <a:t>沿</a:t>
            </a:r>
            <a:r>
              <a:rPr lang="en-US" altLang="zh-CN" sz="3600" b="1">
                <a:solidFill>
                  <a:schemeClr val="tx1"/>
                </a:solidFill>
                <a:latin typeface="Times New Roman" panose="02020603050405020304" pitchFamily="18" charset="0"/>
                <a:ea typeface="华文中宋" panose="02010600040101010101" pitchFamily="2" charset="-122"/>
              </a:rPr>
              <a:t>z</a:t>
            </a:r>
            <a:r>
              <a:rPr lang="zh-CN" altLang="en-US" sz="3600" b="1">
                <a:solidFill>
                  <a:schemeClr val="tx1"/>
                </a:solidFill>
                <a:latin typeface="Times New Roman" panose="02020603050405020304" pitchFamily="18" charset="0"/>
                <a:ea typeface="华文中宋" panose="02010600040101010101" pitchFamily="2" charset="-122"/>
              </a:rPr>
              <a:t>方向的粒子运动方程</a:t>
            </a:r>
          </a:p>
        </p:txBody>
      </p:sp>
      <p:graphicFrame>
        <p:nvGraphicFramePr>
          <p:cNvPr id="156676" name="Object 3"/>
          <p:cNvGraphicFramePr>
            <a:graphicFrameLocks noGrp="1" noChangeAspect="1"/>
          </p:cNvGraphicFramePr>
          <p:nvPr>
            <p:ph sz="quarter" idx="1"/>
          </p:nvPr>
        </p:nvGraphicFramePr>
        <p:xfrm>
          <a:off x="1774826" y="1412876"/>
          <a:ext cx="2087563" cy="938213"/>
        </p:xfrm>
        <a:graphic>
          <a:graphicData uri="http://schemas.openxmlformats.org/presentationml/2006/ole">
            <mc:AlternateContent xmlns:mc="http://schemas.openxmlformats.org/markup-compatibility/2006">
              <mc:Choice xmlns:v="urn:schemas-microsoft-com:vml" Requires="v">
                <p:oleObj spid="_x0000_s156825" name="公式" r:id="rId5" imgW="875920" imgH="393529" progId="Equation.3">
                  <p:embed/>
                </p:oleObj>
              </mc:Choice>
              <mc:Fallback>
                <p:oleObj name="公式" r:id="rId5" imgW="875920" imgH="393529" progId="Equation.3">
                  <p:embed/>
                  <p:pic>
                    <p:nvPicPr>
                      <p:cNvPr id="0" name="Object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4826" y="1412876"/>
                        <a:ext cx="2087563" cy="93821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6677" name="Object 4"/>
          <p:cNvGraphicFramePr>
            <a:graphicFrameLocks noGrp="1" noChangeAspect="1"/>
          </p:cNvGraphicFramePr>
          <p:nvPr>
            <p:ph sz="quarter" idx="2"/>
          </p:nvPr>
        </p:nvGraphicFramePr>
        <p:xfrm>
          <a:off x="3863976" y="1484314"/>
          <a:ext cx="5160963" cy="987425"/>
        </p:xfrm>
        <a:graphic>
          <a:graphicData uri="http://schemas.openxmlformats.org/presentationml/2006/ole">
            <mc:AlternateContent xmlns:mc="http://schemas.openxmlformats.org/markup-compatibility/2006">
              <mc:Choice xmlns:v="urn:schemas-microsoft-com:vml" Requires="v">
                <p:oleObj spid="_x0000_s156826" name="公式" r:id="rId7" imgW="2057400" imgH="393700" progId="Equation.3">
                  <p:embed/>
                </p:oleObj>
              </mc:Choice>
              <mc:Fallback>
                <p:oleObj name="公式" r:id="rId7" imgW="2057400" imgH="393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3976" y="1484314"/>
                        <a:ext cx="5160963" cy="9874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6678" name="Object 5"/>
          <p:cNvGraphicFramePr>
            <a:graphicFrameLocks noGrp="1" noChangeAspect="1"/>
          </p:cNvGraphicFramePr>
          <p:nvPr>
            <p:ph sz="quarter" idx="4"/>
          </p:nvPr>
        </p:nvGraphicFramePr>
        <p:xfrm>
          <a:off x="9120188" y="3068639"/>
          <a:ext cx="1225550" cy="941387"/>
        </p:xfrm>
        <a:graphic>
          <a:graphicData uri="http://schemas.openxmlformats.org/presentationml/2006/ole">
            <mc:AlternateContent xmlns:mc="http://schemas.openxmlformats.org/markup-compatibility/2006">
              <mc:Choice xmlns:v="urn:schemas-microsoft-com:vml" Requires="v">
                <p:oleObj spid="_x0000_s156827" name="公式" r:id="rId9" imgW="545863" imgH="418918" progId="Equation.3">
                  <p:embed/>
                </p:oleObj>
              </mc:Choice>
              <mc:Fallback>
                <p:oleObj name="公式" r:id="rId9" imgW="545863" imgH="418918"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0188" y="3068639"/>
                        <a:ext cx="1225550" cy="941387"/>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79" name="AutoShape 7"/>
          <p:cNvSpPr>
            <a:spLocks/>
          </p:cNvSpPr>
          <p:nvPr/>
        </p:nvSpPr>
        <p:spPr bwMode="auto">
          <a:xfrm>
            <a:off x="7248525" y="404814"/>
            <a:ext cx="1081088" cy="936625"/>
          </a:xfrm>
          <a:prstGeom prst="borderCallout2">
            <a:avLst>
              <a:gd name="adj1" fmla="val 12204"/>
              <a:gd name="adj2" fmla="val -7046"/>
              <a:gd name="adj3" fmla="val 12204"/>
              <a:gd name="adj4" fmla="val -73273"/>
              <a:gd name="adj5" fmla="val 146102"/>
              <a:gd name="adj6" fmla="val -76653"/>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None/>
            </a:pPr>
            <a:r>
              <a:rPr lang="zh-CN" altLang="en-US" sz="1800">
                <a:latin typeface="Symbol" panose="05050102010706020507" pitchFamily="18" charset="2"/>
              </a:rPr>
              <a:t>洛伦</a:t>
            </a:r>
          </a:p>
          <a:p>
            <a:pPr algn="ctr" eaLnBrk="1" hangingPunct="1">
              <a:spcBef>
                <a:spcPct val="0"/>
              </a:spcBef>
              <a:buFont typeface="Wingdings" panose="05000000000000000000" pitchFamily="2" charset="2"/>
              <a:buNone/>
            </a:pPr>
            <a:r>
              <a:rPr lang="zh-CN" altLang="en-US" sz="1800">
                <a:latin typeface="Symbol" panose="05050102010706020507" pitchFamily="18" charset="2"/>
              </a:rPr>
              <a:t>兹力</a:t>
            </a:r>
          </a:p>
        </p:txBody>
      </p:sp>
      <p:sp>
        <p:nvSpPr>
          <p:cNvPr id="156680" name="Line 8"/>
          <p:cNvSpPr>
            <a:spLocks noChangeShapeType="1"/>
          </p:cNvSpPr>
          <p:nvPr/>
        </p:nvSpPr>
        <p:spPr bwMode="auto">
          <a:xfrm flipV="1">
            <a:off x="3503614" y="2133601"/>
            <a:ext cx="32400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6681" name="Object 6"/>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56828" name="公式" r:id="rId11" imgW="114151" imgH="215619" progId="Equation.3">
                  <p:embed/>
                </p:oleObj>
              </mc:Choice>
              <mc:Fallback>
                <p:oleObj name="公式" r:id="rId11" imgW="114151" imgH="215619"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6682"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58250" y="260351"/>
            <a:ext cx="180975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83" name="Line 11"/>
          <p:cNvSpPr>
            <a:spLocks noChangeShapeType="1"/>
          </p:cNvSpPr>
          <p:nvPr/>
        </p:nvSpPr>
        <p:spPr bwMode="auto">
          <a:xfrm>
            <a:off x="8040689" y="1773238"/>
            <a:ext cx="1081087"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6684" name="Object 7"/>
          <p:cNvGraphicFramePr>
            <a:graphicFrameLocks noChangeAspect="1"/>
          </p:cNvGraphicFramePr>
          <p:nvPr/>
        </p:nvGraphicFramePr>
        <p:xfrm>
          <a:off x="2566988" y="3933825"/>
          <a:ext cx="6481762" cy="1085850"/>
        </p:xfrm>
        <a:graphic>
          <a:graphicData uri="http://schemas.openxmlformats.org/presentationml/2006/ole">
            <mc:AlternateContent xmlns:mc="http://schemas.openxmlformats.org/markup-compatibility/2006">
              <mc:Choice xmlns:v="urn:schemas-microsoft-com:vml" Requires="v">
                <p:oleObj spid="_x0000_s156829" name="公式" r:id="rId14" imgW="2349500" imgH="393700" progId="Equation.3">
                  <p:embed/>
                </p:oleObj>
              </mc:Choice>
              <mc:Fallback>
                <p:oleObj name="公式" r:id="rId14" imgW="2349500" imgH="3937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6988" y="3933825"/>
                        <a:ext cx="6481762" cy="108585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6685" name="Object 8"/>
          <p:cNvGraphicFramePr>
            <a:graphicFrameLocks noChangeAspect="1"/>
          </p:cNvGraphicFramePr>
          <p:nvPr/>
        </p:nvGraphicFramePr>
        <p:xfrm>
          <a:off x="4151314" y="5300664"/>
          <a:ext cx="5572125" cy="1004887"/>
        </p:xfrm>
        <a:graphic>
          <a:graphicData uri="http://schemas.openxmlformats.org/presentationml/2006/ole">
            <mc:AlternateContent xmlns:mc="http://schemas.openxmlformats.org/markup-compatibility/2006">
              <mc:Choice xmlns:v="urn:schemas-microsoft-com:vml" Requires="v">
                <p:oleObj spid="_x0000_s156830" name="公式" r:id="rId16" imgW="2184400" imgH="393700" progId="Equation.3">
                  <p:embed/>
                </p:oleObj>
              </mc:Choice>
              <mc:Fallback>
                <p:oleObj name="公式" r:id="rId16" imgW="2184400" imgH="3937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51314" y="5300664"/>
                        <a:ext cx="5572125" cy="10048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86" name="AutoShape 14"/>
          <p:cNvSpPr>
            <a:spLocks/>
          </p:cNvSpPr>
          <p:nvPr/>
        </p:nvSpPr>
        <p:spPr bwMode="auto">
          <a:xfrm>
            <a:off x="9191625" y="2924175"/>
            <a:ext cx="914400" cy="649288"/>
          </a:xfrm>
          <a:prstGeom prst="borderCallout2">
            <a:avLst>
              <a:gd name="adj1" fmla="val 17602"/>
              <a:gd name="adj2" fmla="val -8333"/>
              <a:gd name="adj3" fmla="val 17602"/>
              <a:gd name="adj4" fmla="val -23611"/>
              <a:gd name="adj5" fmla="val 188755"/>
              <a:gd name="adj6" fmla="val -3923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None/>
            </a:pPr>
            <a:endParaRPr lang="zh-CN" altLang="zh-CN" sz="2000">
              <a:latin typeface="Symbol" panose="05050102010706020507" pitchFamily="18" charset="2"/>
            </a:endParaRPr>
          </a:p>
        </p:txBody>
      </p:sp>
      <p:graphicFrame>
        <p:nvGraphicFramePr>
          <p:cNvPr id="156687" name="Object 9"/>
          <p:cNvGraphicFramePr>
            <a:graphicFrameLocks noChangeAspect="1"/>
          </p:cNvGraphicFramePr>
          <p:nvPr/>
        </p:nvGraphicFramePr>
        <p:xfrm>
          <a:off x="2208213" y="5589589"/>
          <a:ext cx="1655762" cy="625475"/>
        </p:xfrm>
        <a:graphic>
          <a:graphicData uri="http://schemas.openxmlformats.org/presentationml/2006/ole">
            <mc:AlternateContent xmlns:mc="http://schemas.openxmlformats.org/markup-compatibility/2006">
              <mc:Choice xmlns:v="urn:schemas-microsoft-com:vml" Requires="v">
                <p:oleObj spid="_x0000_s156831" name="公式" r:id="rId18" imgW="571252" imgH="215806" progId="Equation.3">
                  <p:embed/>
                </p:oleObj>
              </mc:Choice>
              <mc:Fallback>
                <p:oleObj name="公式" r:id="rId18" imgW="571252" imgH="215806"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08213" y="5589589"/>
                        <a:ext cx="1655762" cy="62547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919289" y="333375"/>
            <a:ext cx="8162925" cy="762000"/>
          </a:xfrm>
        </p:spPr>
        <p:txBody>
          <a:bodyPr/>
          <a:lstStyle/>
          <a:p>
            <a:r>
              <a:rPr lang="zh-CN" altLang="en-US" b="1">
                <a:ea typeface="华文中宋" panose="02010600040101010101" pitchFamily="2" charset="-122"/>
              </a:rPr>
              <a:t>洛伦兹力不做功</a:t>
            </a:r>
            <a:r>
              <a:rPr lang="en-US" altLang="zh-CN" b="1">
                <a:latin typeface="华文中宋" panose="02010600040101010101" pitchFamily="2" charset="-122"/>
                <a:ea typeface="华文中宋" panose="02010600040101010101" pitchFamily="2" charset="-122"/>
              </a:rPr>
              <a:t>—</a:t>
            </a:r>
            <a:r>
              <a:rPr lang="zh-CN" altLang="en-US" b="1">
                <a:ea typeface="华文中宋" panose="02010600040101010101" pitchFamily="2" charset="-122"/>
              </a:rPr>
              <a:t>粒子动能守恒</a:t>
            </a:r>
          </a:p>
        </p:txBody>
      </p:sp>
      <p:graphicFrame>
        <p:nvGraphicFramePr>
          <p:cNvPr id="157699" name="Object 2"/>
          <p:cNvGraphicFramePr>
            <a:graphicFrameLocks noChangeAspect="1"/>
          </p:cNvGraphicFramePr>
          <p:nvPr/>
        </p:nvGraphicFramePr>
        <p:xfrm>
          <a:off x="3000376" y="1341439"/>
          <a:ext cx="3833813" cy="1069975"/>
        </p:xfrm>
        <a:graphic>
          <a:graphicData uri="http://schemas.openxmlformats.org/presentationml/2006/ole">
            <mc:AlternateContent xmlns:mc="http://schemas.openxmlformats.org/markup-compatibility/2006">
              <mc:Choice xmlns:v="urn:schemas-microsoft-com:vml" Requires="v">
                <p:oleObj spid="_x0000_s157773" name="公式" r:id="rId3" imgW="1409088" imgH="393529" progId="Equation.3">
                  <p:embed/>
                </p:oleObj>
              </mc:Choice>
              <mc:Fallback>
                <p:oleObj name="公式" r:id="rId3" imgW="1409088"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376" y="1341439"/>
                        <a:ext cx="3833813" cy="106997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0" name="Object 3"/>
          <p:cNvGraphicFramePr>
            <a:graphicFrameLocks noChangeAspect="1"/>
          </p:cNvGraphicFramePr>
          <p:nvPr/>
        </p:nvGraphicFramePr>
        <p:xfrm>
          <a:off x="3287714" y="4221163"/>
          <a:ext cx="4321175" cy="1352550"/>
        </p:xfrm>
        <a:graphic>
          <a:graphicData uri="http://schemas.openxmlformats.org/presentationml/2006/ole">
            <mc:AlternateContent xmlns:mc="http://schemas.openxmlformats.org/markup-compatibility/2006">
              <mc:Choice xmlns:v="urn:schemas-microsoft-com:vml" Requires="v">
                <p:oleObj spid="_x0000_s157774" name="公式" r:id="rId5" imgW="1256755" imgH="393529" progId="Equation.3">
                  <p:embed/>
                </p:oleObj>
              </mc:Choice>
              <mc:Fallback>
                <p:oleObj name="公式" r:id="rId5" imgW="1256755" imgH="393529"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7714" y="4221163"/>
                        <a:ext cx="4321175" cy="135255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1" name="Object 4"/>
          <p:cNvGraphicFramePr>
            <a:graphicFrameLocks noChangeAspect="1"/>
          </p:cNvGraphicFramePr>
          <p:nvPr/>
        </p:nvGraphicFramePr>
        <p:xfrm>
          <a:off x="2351089" y="2781301"/>
          <a:ext cx="2727325" cy="919163"/>
        </p:xfrm>
        <a:graphic>
          <a:graphicData uri="http://schemas.openxmlformats.org/presentationml/2006/ole">
            <mc:AlternateContent xmlns:mc="http://schemas.openxmlformats.org/markup-compatibility/2006">
              <mc:Choice xmlns:v="urn:schemas-microsoft-com:vml" Requires="v">
                <p:oleObj spid="_x0000_s157775" name="公式" r:id="rId7" imgW="1167893" imgH="393529" progId="Equation.3">
                  <p:embed/>
                </p:oleObj>
              </mc:Choice>
              <mc:Fallback>
                <p:oleObj name="公式" r:id="rId7" imgW="1167893" imgH="393529"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1089" y="2781301"/>
                        <a:ext cx="2727325" cy="91916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2" name="Object 5"/>
          <p:cNvGraphicFramePr>
            <a:graphicFrameLocks noChangeAspect="1"/>
          </p:cNvGraphicFramePr>
          <p:nvPr/>
        </p:nvGraphicFramePr>
        <p:xfrm>
          <a:off x="5576888" y="2636839"/>
          <a:ext cx="4017962" cy="1004887"/>
        </p:xfrm>
        <a:graphic>
          <a:graphicData uri="http://schemas.openxmlformats.org/presentationml/2006/ole">
            <mc:AlternateContent xmlns:mc="http://schemas.openxmlformats.org/markup-compatibility/2006">
              <mc:Choice xmlns:v="urn:schemas-microsoft-com:vml" Requires="v">
                <p:oleObj spid="_x0000_s157776" name="公式" r:id="rId9" imgW="1574800" imgH="393700" progId="Equation.3">
                  <p:embed/>
                </p:oleObj>
              </mc:Choice>
              <mc:Fallback>
                <p:oleObj name="公式" r:id="rId9" imgW="15748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6888" y="2636839"/>
                        <a:ext cx="4017962" cy="10048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7703" name="Line 7"/>
          <p:cNvSpPr>
            <a:spLocks noChangeShapeType="1"/>
          </p:cNvSpPr>
          <p:nvPr/>
        </p:nvSpPr>
        <p:spPr bwMode="auto">
          <a:xfrm flipV="1">
            <a:off x="4151313" y="2276475"/>
            <a:ext cx="431800" cy="6477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7704" name="Line 8"/>
          <p:cNvSpPr>
            <a:spLocks noChangeShapeType="1"/>
          </p:cNvSpPr>
          <p:nvPr/>
        </p:nvSpPr>
        <p:spPr bwMode="auto">
          <a:xfrm flipH="1" flipV="1">
            <a:off x="6096001" y="2133600"/>
            <a:ext cx="576263" cy="71913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2133601" y="228600"/>
            <a:ext cx="3014663" cy="762000"/>
          </a:xfrm>
        </p:spPr>
        <p:txBody>
          <a:bodyPr/>
          <a:lstStyle/>
          <a:p>
            <a:pPr algn="just" eaLnBrk="1" hangingPunct="1"/>
            <a:r>
              <a:rPr lang="zh-CN" altLang="en-US" b="1">
                <a:ea typeface="华文中宋" panose="02010600040101010101" pitchFamily="2" charset="-122"/>
              </a:rPr>
              <a:t>应用举例</a:t>
            </a:r>
          </a:p>
        </p:txBody>
      </p:sp>
      <p:sp>
        <p:nvSpPr>
          <p:cNvPr id="158723" name="Rectangle 3"/>
          <p:cNvSpPr>
            <a:spLocks noGrp="1" noChangeArrowheads="1"/>
          </p:cNvSpPr>
          <p:nvPr>
            <p:ph type="body" idx="1"/>
          </p:nvPr>
        </p:nvSpPr>
        <p:spPr>
          <a:xfrm>
            <a:off x="4876800" y="381000"/>
            <a:ext cx="1524000" cy="533400"/>
          </a:xfrm>
        </p:spPr>
        <p:txBody>
          <a:bodyPr/>
          <a:lstStyle/>
          <a:p>
            <a:pPr eaLnBrk="1" hangingPunct="1">
              <a:lnSpc>
                <a:spcPct val="90000"/>
              </a:lnSpc>
            </a:pPr>
            <a:r>
              <a:rPr lang="zh-CN" altLang="en-US" b="1">
                <a:latin typeface="华文中宋" panose="02010600040101010101" pitchFamily="2" charset="-122"/>
                <a:ea typeface="华文中宋" panose="02010600040101010101" pitchFamily="2" charset="-122"/>
              </a:rPr>
              <a:t>磁镜</a:t>
            </a:r>
            <a:r>
              <a:rPr lang="zh-CN" altLang="en-US"/>
              <a:t> </a:t>
            </a:r>
          </a:p>
        </p:txBody>
      </p:sp>
      <p:sp>
        <p:nvSpPr>
          <p:cNvPr id="158724" name="Rectangle 5"/>
          <p:cNvSpPr>
            <a:spLocks noChangeArrowheads="1"/>
          </p:cNvSpPr>
          <p:nvPr/>
        </p:nvSpPr>
        <p:spPr bwMode="auto">
          <a:xfrm>
            <a:off x="4138613" y="286702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58725" name="Picture 4" descr="msotw9_tem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066800"/>
            <a:ext cx="7086600" cy="203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6" name="Rectangle 7"/>
          <p:cNvSpPr>
            <a:spLocks noChangeArrowheads="1"/>
          </p:cNvSpPr>
          <p:nvPr/>
        </p:nvSpPr>
        <p:spPr bwMode="auto">
          <a:xfrm>
            <a:off x="4338638" y="32527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58727" name="Object 6"/>
          <p:cNvGraphicFramePr>
            <a:graphicFrameLocks noChangeAspect="1"/>
          </p:cNvGraphicFramePr>
          <p:nvPr/>
        </p:nvGraphicFramePr>
        <p:xfrm>
          <a:off x="2286000" y="4114801"/>
          <a:ext cx="7315200" cy="733425"/>
        </p:xfrm>
        <a:graphic>
          <a:graphicData uri="http://schemas.openxmlformats.org/presentationml/2006/ole">
            <mc:AlternateContent xmlns:mc="http://schemas.openxmlformats.org/markup-compatibility/2006">
              <mc:Choice xmlns:v="urn:schemas-microsoft-com:vml" Requires="v">
                <p:oleObj spid="_x0000_s158766" r:id="rId4" imgW="2514600" imgH="254000" progId="Equation.3">
                  <p:embed/>
                </p:oleObj>
              </mc:Choice>
              <mc:Fallback>
                <p:oleObj r:id="rId4" imgW="2514600" imgH="254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4114801"/>
                        <a:ext cx="7315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8728" name="Object 10"/>
          <p:cNvGraphicFramePr>
            <a:graphicFrameLocks noChangeAspect="1"/>
          </p:cNvGraphicFramePr>
          <p:nvPr/>
        </p:nvGraphicFramePr>
        <p:xfrm>
          <a:off x="2514601" y="3352801"/>
          <a:ext cx="3001963" cy="569913"/>
        </p:xfrm>
        <a:graphic>
          <a:graphicData uri="http://schemas.openxmlformats.org/presentationml/2006/ole">
            <mc:AlternateContent xmlns:mc="http://schemas.openxmlformats.org/markup-compatibility/2006">
              <mc:Choice xmlns:v="urn:schemas-microsoft-com:vml" Requires="v">
                <p:oleObj spid="_x0000_s158767" name="Equation" r:id="rId6" imgW="1269449" imgH="241195" progId="Equation.3">
                  <p:embed/>
                </p:oleObj>
              </mc:Choice>
              <mc:Fallback>
                <p:oleObj name="Equation" r:id="rId6" imgW="1269449" imgH="241195"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1" y="3352801"/>
                        <a:ext cx="30019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29" name="Text Box 11"/>
          <p:cNvSpPr txBox="1">
            <a:spLocks noChangeArrowheads="1"/>
          </p:cNvSpPr>
          <p:nvPr/>
        </p:nvSpPr>
        <p:spPr bwMode="auto">
          <a:xfrm>
            <a:off x="1905000" y="487680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b="1">
                <a:latin typeface="Times New Roman" panose="02020603050405020304" pitchFamily="18" charset="0"/>
              </a:rPr>
              <a:t>粒子在强磁场区受到指向弱磁场方向的力，向弱磁场方向运动</a:t>
            </a:r>
            <a:r>
              <a:rPr lang="en-US" altLang="zh-CN" sz="2800" b="1">
                <a:latin typeface="Times New Roman" panose="02020603050405020304" pitchFamily="18" charset="0"/>
              </a:rPr>
              <a:t>——“</a:t>
            </a:r>
            <a:r>
              <a:rPr lang="zh-CN" altLang="en-US" sz="2800" b="1">
                <a:latin typeface="Times New Roman" panose="02020603050405020304" pitchFamily="18" charset="0"/>
              </a:rPr>
              <a:t>反射”到中央，被约束在</a:t>
            </a:r>
            <a:r>
              <a:rPr lang="zh-CN" altLang="en-US" sz="2800" b="1">
                <a:solidFill>
                  <a:schemeClr val="folHlink"/>
                </a:solidFill>
                <a:latin typeface="Times New Roman" panose="02020603050405020304" pitchFamily="18" charset="0"/>
                <a:hlinkClick r:id="rId8" action="ppaction://hlinkfile"/>
              </a:rPr>
              <a:t>两镜之间</a:t>
            </a:r>
            <a:endParaRPr lang="zh-CN" altLang="en-US" sz="2800" b="1">
              <a:solidFill>
                <a:schemeClr val="folHlink"/>
              </a:solidFill>
              <a:latin typeface="Symbol" panose="05050102010706020507" pitchFamily="18" charset="2"/>
            </a:endParaRPr>
          </a:p>
        </p:txBody>
      </p:sp>
      <p:sp>
        <p:nvSpPr>
          <p:cNvPr id="158730" name="AutoShape 12"/>
          <p:cNvSpPr>
            <a:spLocks/>
          </p:cNvSpPr>
          <p:nvPr/>
        </p:nvSpPr>
        <p:spPr bwMode="auto">
          <a:xfrm>
            <a:off x="6096000" y="3036889"/>
            <a:ext cx="4191000" cy="465137"/>
          </a:xfrm>
          <a:prstGeom prst="borderCallout2">
            <a:avLst>
              <a:gd name="adj1" fmla="val 24574"/>
              <a:gd name="adj2" fmla="val -1819"/>
              <a:gd name="adj3" fmla="val 24574"/>
              <a:gd name="adj4" fmla="val -26366"/>
              <a:gd name="adj5" fmla="val 103755"/>
              <a:gd name="adj6" fmla="val -54773"/>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latin typeface="Symbol" panose="05050102010706020507" pitchFamily="18" charset="2"/>
              </a:rPr>
              <a:t>洛伦兹力不做功，</a:t>
            </a:r>
            <a:r>
              <a:rPr lang="en-US" altLang="zh-CN" sz="1800" b="1">
                <a:latin typeface="Times New Roman" panose="02020603050405020304" pitchFamily="18" charset="0"/>
              </a:rPr>
              <a:t>W</a:t>
            </a:r>
            <a:r>
              <a:rPr lang="zh-CN" altLang="en-US" sz="1800" b="1">
                <a:latin typeface="Symbol" panose="05050102010706020507" pitchFamily="18" charset="2"/>
              </a:rPr>
              <a:t>也不变</a:t>
            </a:r>
          </a:p>
        </p:txBody>
      </p:sp>
      <p:sp>
        <p:nvSpPr>
          <p:cNvPr id="158731" name="AutoShape 13"/>
          <p:cNvSpPr>
            <a:spLocks/>
          </p:cNvSpPr>
          <p:nvPr/>
        </p:nvSpPr>
        <p:spPr bwMode="auto">
          <a:xfrm>
            <a:off x="8077200" y="334963"/>
            <a:ext cx="1752600" cy="754062"/>
          </a:xfrm>
          <a:prstGeom prst="borderCallout2">
            <a:avLst>
              <a:gd name="adj1" fmla="val 15157"/>
              <a:gd name="adj2" fmla="val -4347"/>
              <a:gd name="adj3" fmla="val 15157"/>
              <a:gd name="adj4" fmla="val -80796"/>
              <a:gd name="adj5" fmla="val 219370"/>
              <a:gd name="adj6" fmla="val -179894"/>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Symbol" panose="05050102010706020507" pitchFamily="18" charset="2"/>
                <a:ea typeface="华文中宋" panose="02010600040101010101" pitchFamily="2" charset="-122"/>
              </a:rPr>
              <a:t>受指向弱磁场方向的力</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ChangeArrowheads="1"/>
          </p:cNvSpPr>
          <p:nvPr/>
        </p:nvSpPr>
        <p:spPr bwMode="auto">
          <a:xfrm>
            <a:off x="1909763" y="188913"/>
            <a:ext cx="137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磁约束</a:t>
            </a:r>
            <a:endParaRPr kumimoji="1" lang="zh-CN" altLang="en-US" sz="2800">
              <a:solidFill>
                <a:srgbClr val="0000FF"/>
              </a:solidFill>
              <a:latin typeface="楷体_GB2312"/>
            </a:endParaRPr>
          </a:p>
        </p:txBody>
      </p:sp>
      <p:sp>
        <p:nvSpPr>
          <p:cNvPr id="159747" name="Text Box 3"/>
          <p:cNvSpPr txBox="1">
            <a:spLocks noChangeArrowheads="1"/>
          </p:cNvSpPr>
          <p:nvPr/>
        </p:nvSpPr>
        <p:spPr bwMode="auto">
          <a:xfrm>
            <a:off x="2225675" y="773113"/>
            <a:ext cx="800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将高温等离子体约束在一定范围内</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将线圈称为磁塞、磁镜</a:t>
            </a:r>
          </a:p>
        </p:txBody>
      </p:sp>
      <p:pic>
        <p:nvPicPr>
          <p:cNvPr id="159748" name="Picture 4" descr="11-2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60838" y="1358900"/>
            <a:ext cx="474345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9" name="Line 5"/>
          <p:cNvSpPr>
            <a:spLocks noChangeShapeType="1"/>
          </p:cNvSpPr>
          <p:nvPr/>
        </p:nvSpPr>
        <p:spPr bwMode="auto">
          <a:xfrm>
            <a:off x="5735639" y="1719264"/>
            <a:ext cx="585787" cy="269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0" name="Text Box 6"/>
          <p:cNvSpPr txBox="1">
            <a:spLocks noChangeArrowheads="1"/>
          </p:cNvSpPr>
          <p:nvPr/>
        </p:nvSpPr>
        <p:spPr bwMode="auto">
          <a:xfrm>
            <a:off x="6230939" y="1808163"/>
            <a:ext cx="809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FF0000"/>
                </a:solidFill>
                <a:latin typeface="Times New Roman" panose="02020603050405020304" pitchFamily="18" charset="0"/>
              </a:rPr>
              <a:t>V</a:t>
            </a:r>
          </a:p>
        </p:txBody>
      </p:sp>
      <p:sp>
        <p:nvSpPr>
          <p:cNvPr id="159751" name="Line 7"/>
          <p:cNvSpPr>
            <a:spLocks noChangeShapeType="1"/>
          </p:cNvSpPr>
          <p:nvPr/>
        </p:nvSpPr>
        <p:spPr bwMode="auto">
          <a:xfrm flipV="1">
            <a:off x="5735639" y="1493839"/>
            <a:ext cx="765175" cy="17938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2" name="Text Box 8"/>
          <p:cNvSpPr txBox="1">
            <a:spLocks noChangeArrowheads="1"/>
          </p:cNvSpPr>
          <p:nvPr/>
        </p:nvSpPr>
        <p:spPr bwMode="auto">
          <a:xfrm>
            <a:off x="6230939" y="1179513"/>
            <a:ext cx="809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FF0000"/>
                </a:solidFill>
                <a:latin typeface="Times New Roman" panose="02020603050405020304" pitchFamily="18" charset="0"/>
              </a:rPr>
              <a:t>B</a:t>
            </a:r>
            <a:r>
              <a:rPr lang="en-US" altLang="zh-CN" sz="1800" baseline="-25000">
                <a:solidFill>
                  <a:srgbClr val="FF0000"/>
                </a:solidFill>
                <a:latin typeface="Times New Roman" panose="02020603050405020304" pitchFamily="18" charset="0"/>
              </a:rPr>
              <a:t>min</a:t>
            </a:r>
          </a:p>
        </p:txBody>
      </p:sp>
      <p:graphicFrame>
        <p:nvGraphicFramePr>
          <p:cNvPr id="159753" name="Object 9"/>
          <p:cNvGraphicFramePr>
            <a:graphicFrameLocks noChangeAspect="1"/>
          </p:cNvGraphicFramePr>
          <p:nvPr/>
        </p:nvGraphicFramePr>
        <p:xfrm>
          <a:off x="2270126" y="3833814"/>
          <a:ext cx="6704013" cy="649287"/>
        </p:xfrm>
        <a:graphic>
          <a:graphicData uri="http://schemas.openxmlformats.org/presentationml/2006/ole">
            <mc:AlternateContent xmlns:mc="http://schemas.openxmlformats.org/markup-compatibility/2006">
              <mc:Choice xmlns:v="urn:schemas-microsoft-com:vml" Requires="v">
                <p:oleObj spid="_x0000_s159848" name="Equation" r:id="rId5" imgW="3162173" imgH="361882" progId="Equation.DSMT4">
                  <p:embed/>
                </p:oleObj>
              </mc:Choice>
              <mc:Fallback>
                <p:oleObj name="Equation" r:id="rId5" imgW="3162173" imgH="361882"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126" y="3833814"/>
                        <a:ext cx="6704013"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54" name="Object 10"/>
          <p:cNvGraphicFramePr>
            <a:graphicFrameLocks noChangeAspect="1"/>
          </p:cNvGraphicFramePr>
          <p:nvPr/>
        </p:nvGraphicFramePr>
        <p:xfrm>
          <a:off x="2946401" y="4778376"/>
          <a:ext cx="2430463" cy="396875"/>
        </p:xfrm>
        <a:graphic>
          <a:graphicData uri="http://schemas.openxmlformats.org/presentationml/2006/ole">
            <mc:AlternateContent xmlns:mc="http://schemas.openxmlformats.org/markup-compatibility/2006">
              <mc:Choice xmlns:v="urn:schemas-microsoft-com:vml" Requires="v">
                <p:oleObj spid="_x0000_s159849" name="Equation" r:id="rId7" imgW="1123886" imgH="209414" progId="Equation.DSMT4">
                  <p:embed/>
                </p:oleObj>
              </mc:Choice>
              <mc:Fallback>
                <p:oleObj name="Equation" r:id="rId7" imgW="1123886" imgH="209414"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6401" y="4778376"/>
                        <a:ext cx="24304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9755" name="Text Box 11"/>
          <p:cNvSpPr txBox="1">
            <a:spLocks noChangeArrowheads="1"/>
          </p:cNvSpPr>
          <p:nvPr/>
        </p:nvSpPr>
        <p:spPr bwMode="auto">
          <a:xfrm>
            <a:off x="2181225" y="2349501"/>
            <a:ext cx="1214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Symbol" panose="05050102010706020507" pitchFamily="18" charset="2"/>
              </a:rPr>
              <a:t>q</a:t>
            </a:r>
            <a:r>
              <a:rPr lang="zh-CN" altLang="en-US" sz="1800">
                <a:latin typeface="楷体_GB2312"/>
                <a:ea typeface="楷体_GB2312"/>
                <a:cs typeface="楷体_GB2312"/>
              </a:rPr>
              <a:t>投掷角</a:t>
            </a:r>
            <a:endParaRPr lang="zh-CN" altLang="en-US" sz="1800">
              <a:latin typeface="Symbol" panose="05050102010706020507" pitchFamily="18" charset="2"/>
            </a:endParaRPr>
          </a:p>
        </p:txBody>
      </p:sp>
      <p:sp>
        <p:nvSpPr>
          <p:cNvPr id="159756" name="Rectangle 12"/>
          <p:cNvSpPr>
            <a:spLocks noChangeArrowheads="1"/>
          </p:cNvSpPr>
          <p:nvPr/>
        </p:nvSpPr>
        <p:spPr bwMode="auto">
          <a:xfrm>
            <a:off x="2135189" y="5499101"/>
            <a:ext cx="6256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入射速度不变，捕获范围多大？</a:t>
            </a:r>
            <a:endParaRPr kumimoji="1" lang="zh-CN" altLang="en-US" sz="2800">
              <a:solidFill>
                <a:srgbClr val="0000FF"/>
              </a:solidFill>
              <a:latin typeface="楷体_GB2312"/>
            </a:endParaRPr>
          </a:p>
        </p:txBody>
      </p:sp>
      <p:graphicFrame>
        <p:nvGraphicFramePr>
          <p:cNvPr id="159757" name="Object 13"/>
          <p:cNvGraphicFramePr>
            <a:graphicFrameLocks noChangeAspect="1"/>
          </p:cNvGraphicFramePr>
          <p:nvPr/>
        </p:nvGraphicFramePr>
        <p:xfrm>
          <a:off x="5702301" y="4778376"/>
          <a:ext cx="3579813" cy="396875"/>
        </p:xfrm>
        <a:graphic>
          <a:graphicData uri="http://schemas.openxmlformats.org/presentationml/2006/ole">
            <mc:AlternateContent xmlns:mc="http://schemas.openxmlformats.org/markup-compatibility/2006">
              <mc:Choice xmlns:v="urn:schemas-microsoft-com:vml" Requires="v">
                <p:oleObj spid="_x0000_s159850" name="Equation" r:id="rId9" imgW="1676502" imgH="209414" progId="Equation.DSMT4">
                  <p:embed/>
                </p:oleObj>
              </mc:Choice>
              <mc:Fallback>
                <p:oleObj name="Equation" r:id="rId9" imgW="1676502" imgH="209414"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02301" y="4778376"/>
                        <a:ext cx="35798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9758" name="Rectangle 14"/>
          <p:cNvSpPr>
            <a:spLocks noChangeArrowheads="1"/>
          </p:cNvSpPr>
          <p:nvPr/>
        </p:nvSpPr>
        <p:spPr bwMode="auto">
          <a:xfrm>
            <a:off x="9093200" y="4419601"/>
            <a:ext cx="157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2800">
                <a:solidFill>
                  <a:srgbClr val="0000FF"/>
                </a:solidFill>
                <a:latin typeface="宋体" panose="02010600030101010101" pitchFamily="2" charset="-122"/>
              </a:rPr>
              <a:t>磁镜比</a:t>
            </a:r>
          </a:p>
        </p:txBody>
      </p:sp>
      <p:graphicFrame>
        <p:nvGraphicFramePr>
          <p:cNvPr id="110607" name="Object 15"/>
          <p:cNvGraphicFramePr>
            <a:graphicFrameLocks noChangeAspect="1"/>
          </p:cNvGraphicFramePr>
          <p:nvPr/>
        </p:nvGraphicFramePr>
        <p:xfrm>
          <a:off x="7445375" y="5543550"/>
          <a:ext cx="882650" cy="376238"/>
        </p:xfrm>
        <a:graphic>
          <a:graphicData uri="http://schemas.openxmlformats.org/presentationml/2006/ole">
            <mc:AlternateContent xmlns:mc="http://schemas.openxmlformats.org/markup-compatibility/2006">
              <mc:Choice xmlns:v="urn:schemas-microsoft-com:vml" Requires="v">
                <p:oleObj spid="_x0000_s159851" name="Equation" r:id="rId11" imgW="390531" imgH="199923" progId="Equation.DSMT4">
                  <p:embed/>
                </p:oleObj>
              </mc:Choice>
              <mc:Fallback>
                <p:oleObj name="Equation" r:id="rId11" imgW="390531" imgH="199923"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45375" y="5543550"/>
                        <a:ext cx="882650"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08" name="Object 16"/>
          <p:cNvGraphicFramePr>
            <a:graphicFrameLocks noChangeAspect="1"/>
          </p:cNvGraphicFramePr>
          <p:nvPr/>
        </p:nvGraphicFramePr>
        <p:xfrm>
          <a:off x="2540000" y="6173789"/>
          <a:ext cx="882650" cy="376237"/>
        </p:xfrm>
        <a:graphic>
          <a:graphicData uri="http://schemas.openxmlformats.org/presentationml/2006/ole">
            <mc:AlternateContent xmlns:mc="http://schemas.openxmlformats.org/markup-compatibility/2006">
              <mc:Choice xmlns:v="urn:schemas-microsoft-com:vml" Requires="v">
                <p:oleObj spid="_x0000_s159852" name="Equation" r:id="rId13" imgW="390531" imgH="199923" progId="Equation.DSMT4">
                  <p:embed/>
                </p:oleObj>
              </mc:Choice>
              <mc:Fallback>
                <p:oleObj name="Equation" r:id="rId13" imgW="390531" imgH="199923"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0000" y="6173789"/>
                        <a:ext cx="882650"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9" name="Rectangle 17"/>
          <p:cNvSpPr>
            <a:spLocks noChangeArrowheads="1"/>
          </p:cNvSpPr>
          <p:nvPr/>
        </p:nvSpPr>
        <p:spPr bwMode="auto">
          <a:xfrm>
            <a:off x="3440114" y="6084888"/>
            <a:ext cx="2160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2800">
                <a:solidFill>
                  <a:srgbClr val="0000FF"/>
                </a:solidFill>
                <a:latin typeface="宋体" panose="02010600030101010101" pitchFamily="2" charset="-122"/>
              </a:rPr>
              <a:t>脱离磁镜</a:t>
            </a:r>
          </a:p>
        </p:txBody>
      </p:sp>
      <p:sp>
        <p:nvSpPr>
          <p:cNvPr id="110610" name="Rectangle 18"/>
          <p:cNvSpPr>
            <a:spLocks noChangeArrowheads="1"/>
          </p:cNvSpPr>
          <p:nvPr/>
        </p:nvSpPr>
        <p:spPr bwMode="auto">
          <a:xfrm>
            <a:off x="6996113" y="6084888"/>
            <a:ext cx="3060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kumimoji="1" lang="zh-CN" altLang="en-US" sz="2800">
                <a:solidFill>
                  <a:srgbClr val="FF0000"/>
                </a:solidFill>
                <a:latin typeface="宋体" panose="02010600030101010101" pitchFamily="2" charset="-122"/>
              </a:rPr>
              <a:t>解释范阿仑带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06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06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60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0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9" grpId="0"/>
      <p:bldP spid="110610" grpId="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2395539" y="862013"/>
            <a:ext cx="8162925" cy="762000"/>
          </a:xfrm>
        </p:spPr>
        <p:txBody>
          <a:bodyPr/>
          <a:lstStyle/>
          <a:p>
            <a:pPr eaLnBrk="1" hangingPunct="1"/>
            <a:r>
              <a:rPr lang="zh-CN" altLang="en-US" b="1">
                <a:latin typeface="Times New Roman" panose="02020603050405020304" pitchFamily="18" charset="0"/>
              </a:rPr>
              <a:t>地磁场</a:t>
            </a:r>
            <a:r>
              <a:rPr lang="en-US" altLang="zh-CN" b="1">
                <a:latin typeface="Times New Roman" panose="02020603050405020304" pitchFamily="18" charset="0"/>
              </a:rPr>
              <a:t>——</a:t>
            </a:r>
            <a:r>
              <a:rPr lang="zh-CN" altLang="en-US" b="1">
                <a:latin typeface="Times New Roman" panose="02020603050405020304" pitchFamily="18" charset="0"/>
              </a:rPr>
              <a:t>天然的磁镜捕集器</a:t>
            </a:r>
            <a:endParaRPr lang="zh-CN" altLang="en-US"/>
          </a:p>
        </p:txBody>
      </p:sp>
      <p:sp>
        <p:nvSpPr>
          <p:cNvPr id="161795" name="Rectangle 3"/>
          <p:cNvSpPr>
            <a:spLocks noGrp="1" noChangeArrowheads="1"/>
          </p:cNvSpPr>
          <p:nvPr>
            <p:ph type="body" idx="1"/>
          </p:nvPr>
        </p:nvSpPr>
        <p:spPr>
          <a:xfrm>
            <a:off x="2436814" y="1905000"/>
            <a:ext cx="8110537" cy="1143000"/>
          </a:xfrm>
        </p:spPr>
        <p:txBody>
          <a:bodyPr/>
          <a:lstStyle/>
          <a:p>
            <a:pPr algn="just" eaLnBrk="1" hangingPunct="1"/>
            <a:r>
              <a:rPr lang="zh-CN" altLang="en-US" b="1">
                <a:latin typeface="Times New Roman" panose="02020603050405020304" pitchFamily="18" charset="0"/>
              </a:rPr>
              <a:t>范</a:t>
            </a:r>
            <a:r>
              <a:rPr lang="en-US" altLang="zh-CN" b="1"/>
              <a:t>.</a:t>
            </a:r>
            <a:r>
              <a:rPr lang="zh-CN" altLang="en-US" b="1">
                <a:latin typeface="Times New Roman" panose="02020603050405020304" pitchFamily="18" charset="0"/>
              </a:rPr>
              <a:t>阿伦辐射带</a:t>
            </a:r>
            <a:r>
              <a:rPr lang="en-US" altLang="zh-CN" b="1">
                <a:latin typeface="Times New Roman" panose="02020603050405020304" pitchFamily="18" charset="0"/>
              </a:rPr>
              <a:t>——</a:t>
            </a:r>
            <a:r>
              <a:rPr lang="zh-CN" altLang="en-US" b="1">
                <a:latin typeface="Times New Roman" panose="02020603050405020304" pitchFamily="18" charset="0"/>
              </a:rPr>
              <a:t>由地磁场所俘获的带电粒子（绝大部分为质子核电子）组成</a:t>
            </a:r>
          </a:p>
        </p:txBody>
      </p:sp>
      <p:sp>
        <p:nvSpPr>
          <p:cNvPr id="161796" name="Rectangle 5"/>
          <p:cNvSpPr>
            <a:spLocks noChangeArrowheads="1"/>
          </p:cNvSpPr>
          <p:nvPr/>
        </p:nvSpPr>
        <p:spPr bwMode="auto">
          <a:xfrm>
            <a:off x="4533900" y="25146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61797" name="Picture 4"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5" y="2924176"/>
            <a:ext cx="5334000"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4791075" y="233363"/>
            <a:ext cx="2590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b="1">
                <a:solidFill>
                  <a:srgbClr val="0000FF"/>
                </a:solidFill>
                <a:latin typeface="宋体" panose="02010600030101010101" pitchFamily="2" charset="-122"/>
              </a:rPr>
              <a:t>说明</a:t>
            </a:r>
            <a:r>
              <a:rPr kumimoji="1" lang="en-US" altLang="zh-CN" sz="2800" b="1">
                <a:solidFill>
                  <a:srgbClr val="0000FF"/>
                </a:solidFill>
                <a:latin typeface="宋体" panose="02010600030101010101" pitchFamily="2" charset="-122"/>
              </a:rPr>
              <a:t>:</a:t>
            </a:r>
          </a:p>
        </p:txBody>
      </p:sp>
      <p:sp>
        <p:nvSpPr>
          <p:cNvPr id="162819" name="Rectangle 3"/>
          <p:cNvSpPr>
            <a:spLocks noChangeArrowheads="1"/>
          </p:cNvSpPr>
          <p:nvPr/>
        </p:nvSpPr>
        <p:spPr bwMode="auto">
          <a:xfrm>
            <a:off x="5916613" y="368300"/>
            <a:ext cx="3810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a:solidFill>
                  <a:srgbClr val="0000FF"/>
                </a:solidFill>
                <a:latin typeface="宋体" panose="02010600030101010101" pitchFamily="2" charset="-122"/>
              </a:rPr>
              <a:t>F </a:t>
            </a:r>
            <a:r>
              <a:rPr kumimoji="1" lang="zh-CN" altLang="en-US" sz="2800">
                <a:solidFill>
                  <a:srgbClr val="0000FF"/>
                </a:solidFill>
                <a:latin typeface="宋体" panose="02010600030101010101" pitchFamily="2" charset="-122"/>
              </a:rPr>
              <a:t>有一指向磁场较弱方向</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左</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的分力使</a:t>
            </a:r>
          </a:p>
        </p:txBody>
      </p:sp>
      <p:graphicFrame>
        <p:nvGraphicFramePr>
          <p:cNvPr id="162820" name="Object 4"/>
          <p:cNvGraphicFramePr>
            <a:graphicFrameLocks noChangeAspect="1"/>
          </p:cNvGraphicFramePr>
          <p:nvPr/>
        </p:nvGraphicFramePr>
        <p:xfrm>
          <a:off x="8570914" y="908050"/>
          <a:ext cx="1068387" cy="439738"/>
        </p:xfrm>
        <a:graphic>
          <a:graphicData uri="http://schemas.openxmlformats.org/presentationml/2006/ole">
            <mc:AlternateContent xmlns:mc="http://schemas.openxmlformats.org/markup-compatibility/2006">
              <mc:Choice xmlns:v="urn:schemas-microsoft-com:vml" Requires="v">
                <p:oleObj spid="_x0000_s162897" name="公式" r:id="rId4" imgW="476161" imgH="238193" progId="Equation.3">
                  <p:embed/>
                </p:oleObj>
              </mc:Choice>
              <mc:Fallback>
                <p:oleObj name="公式" r:id="rId4" imgW="476161" imgH="23819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0914" y="908050"/>
                        <a:ext cx="1068387"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21" name="Text Box 5"/>
          <p:cNvSpPr txBox="1">
            <a:spLocks noChangeArrowheads="1"/>
          </p:cNvSpPr>
          <p:nvPr/>
        </p:nvSpPr>
        <p:spPr bwMode="auto">
          <a:xfrm>
            <a:off x="6096000" y="1314451"/>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000" b="1">
                <a:solidFill>
                  <a:srgbClr val="0000FF"/>
                </a:solidFill>
                <a:latin typeface="楷体_GB2312"/>
                <a:ea typeface="楷体_GB2312"/>
                <a:cs typeface="楷体_GB2312"/>
              </a:rPr>
              <a:t> </a:t>
            </a:r>
            <a:r>
              <a:rPr kumimoji="1" lang="zh-CN" altLang="en-US" sz="2800">
                <a:solidFill>
                  <a:srgbClr val="0000FF"/>
                </a:solidFill>
                <a:latin typeface="宋体" panose="02010600030101010101" pitchFamily="2" charset="-122"/>
              </a:rPr>
              <a:t>粒子反转</a:t>
            </a:r>
          </a:p>
        </p:txBody>
      </p:sp>
      <p:pic>
        <p:nvPicPr>
          <p:cNvPr id="162822" name="Picture 6" descr="11-26"/>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4000" y="188913"/>
            <a:ext cx="332105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3" name="Rectangle 7"/>
          <p:cNvSpPr>
            <a:spLocks noChangeArrowheads="1"/>
          </p:cNvSpPr>
          <p:nvPr/>
        </p:nvSpPr>
        <p:spPr bwMode="auto">
          <a:xfrm>
            <a:off x="2514600" y="3086101"/>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北极光现象</a:t>
            </a:r>
            <a:endParaRPr kumimoji="1" lang="zh-CN" altLang="en-US" sz="2800">
              <a:solidFill>
                <a:srgbClr val="0000FF"/>
              </a:solidFill>
              <a:latin typeface="楷体_GB2312"/>
            </a:endParaRPr>
          </a:p>
        </p:txBody>
      </p:sp>
      <p:sp>
        <p:nvSpPr>
          <p:cNvPr id="162824" name="Text Box 8"/>
          <p:cNvSpPr txBox="1">
            <a:spLocks noChangeArrowheads="1"/>
          </p:cNvSpPr>
          <p:nvPr/>
        </p:nvSpPr>
        <p:spPr bwMode="auto">
          <a:xfrm>
            <a:off x="2405063" y="3789364"/>
            <a:ext cx="3733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来自太阳系的带电粒子在地磁的作用下</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在北极附近震荡</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使大气激发</a:t>
            </a:r>
            <a:r>
              <a:rPr kumimoji="1" lang="en-US" altLang="zh-CN" sz="2800">
                <a:solidFill>
                  <a:srgbClr val="0000FF"/>
                </a:solidFill>
                <a:latin typeface="宋体" panose="02010600030101010101" pitchFamily="2" charset="-122"/>
              </a:rPr>
              <a:t>,</a:t>
            </a:r>
            <a:r>
              <a:rPr kumimoji="1" lang="zh-CN" altLang="en-US" sz="2800">
                <a:solidFill>
                  <a:srgbClr val="0000FF"/>
                </a:solidFill>
                <a:latin typeface="宋体" panose="02010600030101010101" pitchFamily="2" charset="-122"/>
              </a:rPr>
              <a:t>产生北极光</a:t>
            </a:r>
          </a:p>
        </p:txBody>
      </p:sp>
      <p:pic>
        <p:nvPicPr>
          <p:cNvPr id="162825" name="Picture 9" descr="11-29"/>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3200" y="3162300"/>
            <a:ext cx="371475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2826" name="Object 10"/>
          <p:cNvGraphicFramePr>
            <a:graphicFrameLocks noChangeAspect="1"/>
          </p:cNvGraphicFramePr>
          <p:nvPr/>
        </p:nvGraphicFramePr>
        <p:xfrm>
          <a:off x="2540000" y="1898650"/>
          <a:ext cx="3232150" cy="649288"/>
        </p:xfrm>
        <a:graphic>
          <a:graphicData uri="http://schemas.openxmlformats.org/presentationml/2006/ole">
            <mc:AlternateContent xmlns:mc="http://schemas.openxmlformats.org/markup-compatibility/2006">
              <mc:Choice xmlns:v="urn:schemas-microsoft-com:vml" Requires="v">
                <p:oleObj spid="_x0000_s162898" name="Equation" r:id="rId8" imgW="1504937" imgH="361882" progId="Equation.DSMT4">
                  <p:embed/>
                </p:oleObj>
              </mc:Choice>
              <mc:Fallback>
                <p:oleObj name="Equation" r:id="rId8" imgW="1504937" imgH="361882"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0000" y="1898650"/>
                        <a:ext cx="3232150"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827" name="Object 11"/>
          <p:cNvGraphicFramePr>
            <a:graphicFrameLocks noChangeAspect="1"/>
          </p:cNvGraphicFramePr>
          <p:nvPr/>
        </p:nvGraphicFramePr>
        <p:xfrm>
          <a:off x="6005514" y="1898650"/>
          <a:ext cx="4433887" cy="649288"/>
        </p:xfrm>
        <a:graphic>
          <a:graphicData uri="http://schemas.openxmlformats.org/presentationml/2006/ole">
            <mc:AlternateContent xmlns:mc="http://schemas.openxmlformats.org/markup-compatibility/2006">
              <mc:Choice xmlns:v="urn:schemas-microsoft-com:vml" Requires="v">
                <p:oleObj spid="_x0000_s162899" name="Equation" r:id="rId10" imgW="2076514" imgH="361882" progId="Equation.DSMT4">
                  <p:embed/>
                </p:oleObj>
              </mc:Choice>
              <mc:Fallback>
                <p:oleObj name="Equation" r:id="rId10" imgW="2076514" imgH="361882"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5514" y="1898650"/>
                        <a:ext cx="4433887"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828" name="Object 12"/>
          <p:cNvGraphicFramePr>
            <a:graphicFrameLocks noChangeAspect="1"/>
          </p:cNvGraphicFramePr>
          <p:nvPr/>
        </p:nvGraphicFramePr>
        <p:xfrm>
          <a:off x="2586038" y="2619375"/>
          <a:ext cx="5556250" cy="376238"/>
        </p:xfrm>
        <a:graphic>
          <a:graphicData uri="http://schemas.openxmlformats.org/presentationml/2006/ole">
            <mc:AlternateContent xmlns:mc="http://schemas.openxmlformats.org/markup-compatibility/2006">
              <mc:Choice xmlns:v="urn:schemas-microsoft-com:vml" Requires="v">
                <p:oleObj spid="_x0000_s162900" name="Equation" r:id="rId12" imgW="2609863" imgH="199923" progId="Equation.DSMT4">
                  <p:embed/>
                </p:oleObj>
              </mc:Choice>
              <mc:Fallback>
                <p:oleObj name="Equation" r:id="rId12" imgW="2609863" imgH="199923"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86038" y="2619375"/>
                        <a:ext cx="5556250"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endParaRPr lang="zh-CN" altLang="zh-CN"/>
          </a:p>
        </p:txBody>
      </p:sp>
      <p:pic>
        <p:nvPicPr>
          <p:cNvPr id="164867" name="Picture 5" descr="slide0028_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35052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68" name="Picture 5" descr="http://imgsrc.baidu.com/baike/pic/item/267f9e2f07082838e7bec890b899a9014d08f18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88" y="684213"/>
            <a:ext cx="4614862"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9" name="矩形 4"/>
          <p:cNvSpPr>
            <a:spLocks noChangeArrowheads="1"/>
          </p:cNvSpPr>
          <p:nvPr/>
        </p:nvSpPr>
        <p:spPr bwMode="auto">
          <a:xfrm>
            <a:off x="2225675" y="3519489"/>
            <a:ext cx="7696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Symbol" panose="05050102010706020507" pitchFamily="18" charset="2"/>
              </a:rPr>
              <a:t>范艾伦辐射带主要由</a:t>
            </a:r>
            <a:r>
              <a:rPr lang="zh-CN" altLang="en-US" sz="2400">
                <a:latin typeface="Symbol" panose="05050102010706020507" pitchFamily="18" charset="2"/>
                <a:hlinkClick r:id="rId4" action="ppaction://hlinkfile"/>
              </a:rPr>
              <a:t>地磁场</a:t>
            </a:r>
            <a:r>
              <a:rPr lang="zh-CN" altLang="en-US" sz="2400">
                <a:latin typeface="Symbol" panose="05050102010706020507" pitchFamily="18" charset="2"/>
              </a:rPr>
              <a:t>中捕获的高达几兆电子伏的电子以及高达几百兆电子伏的</a:t>
            </a:r>
            <a:r>
              <a:rPr lang="zh-CN" altLang="en-US" sz="2400">
                <a:latin typeface="Symbol" panose="05050102010706020507" pitchFamily="18" charset="2"/>
                <a:hlinkClick r:id="rId5" action="ppaction://hlinkfile"/>
              </a:rPr>
              <a:t>质子</a:t>
            </a:r>
            <a:r>
              <a:rPr lang="zh-CN" altLang="en-US" sz="2400">
                <a:latin typeface="Symbol" panose="05050102010706020507" pitchFamily="18" charset="2"/>
              </a:rPr>
              <a:t>组成，其中只有很少百分比像</a:t>
            </a:r>
            <a:r>
              <a:rPr lang="en-US" altLang="zh-CN" sz="2400">
                <a:latin typeface="Symbol" panose="05050102010706020507" pitchFamily="18" charset="2"/>
              </a:rPr>
              <a:t>O+</a:t>
            </a:r>
            <a:r>
              <a:rPr lang="zh-CN" altLang="en-US" sz="2400">
                <a:latin typeface="Symbol" panose="05050102010706020507" pitchFamily="18" charset="2"/>
              </a:rPr>
              <a:t>这样的重粒子。从几百千米到</a:t>
            </a:r>
            <a:r>
              <a:rPr lang="en-US" altLang="zh-CN" sz="2400">
                <a:latin typeface="Symbol" panose="05050102010706020507" pitchFamily="18" charset="2"/>
              </a:rPr>
              <a:t>6000</a:t>
            </a:r>
            <a:r>
              <a:rPr lang="zh-CN" altLang="en-US" sz="2400">
                <a:latin typeface="Symbol" panose="05050102010706020507" pitchFamily="18" charset="2"/>
              </a:rPr>
              <a:t>千米的低空称为“内带”，有高能电子的</a:t>
            </a:r>
            <a:r>
              <a:rPr lang="en-US" altLang="zh-CN" sz="2400">
                <a:latin typeface="Symbol" panose="05050102010706020507" pitchFamily="18" charset="2"/>
              </a:rPr>
              <a:t>6000</a:t>
            </a:r>
            <a:r>
              <a:rPr lang="zh-CN" altLang="en-US" sz="2400">
                <a:latin typeface="Symbol" panose="05050102010706020507" pitchFamily="18" charset="2"/>
              </a:rPr>
              <a:t>千米以上的高空称为“外带”。一旦带电粒子被捕获，</a:t>
            </a:r>
            <a:r>
              <a:rPr lang="zh-CN" altLang="en-US" sz="2400">
                <a:latin typeface="Symbol" panose="05050102010706020507" pitchFamily="18" charset="2"/>
                <a:hlinkClick r:id="rId6" action="ppaction://hlinkfile"/>
              </a:rPr>
              <a:t>洛伦兹力</a:t>
            </a:r>
            <a:r>
              <a:rPr lang="zh-CN" altLang="en-US" sz="2400">
                <a:latin typeface="Symbol" panose="05050102010706020507" pitchFamily="18" charset="2"/>
              </a:rPr>
              <a:t>便控制它们在地磁层中的运动。</a:t>
            </a:r>
          </a:p>
        </p:txBody>
      </p:sp>
      <p:sp>
        <p:nvSpPr>
          <p:cNvPr id="164870" name="TextBox 5"/>
          <p:cNvSpPr txBox="1">
            <a:spLocks noChangeArrowheads="1"/>
          </p:cNvSpPr>
          <p:nvPr/>
        </p:nvSpPr>
        <p:spPr bwMode="auto">
          <a:xfrm>
            <a:off x="2405064" y="5859464"/>
            <a:ext cx="72913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a:latin typeface="Times New Roman" panose="02020603050405020304" pitchFamily="18" charset="0"/>
                <a:cs typeface="Times New Roman" panose="02020603050405020304" pitchFamily="18" charset="0"/>
              </a:rPr>
              <a:t>Vp~5Ve, Pp~10^4Pe</a:t>
            </a:r>
            <a:endParaRPr lang="zh-CN"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2"/>
          <p:cNvGraphicFramePr>
            <a:graphicFrameLocks/>
          </p:cNvGraphicFramePr>
          <p:nvPr/>
        </p:nvGraphicFramePr>
        <p:xfrm>
          <a:off x="4419600" y="1371600"/>
          <a:ext cx="2590800" cy="533400"/>
        </p:xfrm>
        <a:graphic>
          <a:graphicData uri="http://schemas.openxmlformats.org/presentationml/2006/ole">
            <mc:AlternateContent xmlns:mc="http://schemas.openxmlformats.org/markup-compatibility/2006">
              <mc:Choice xmlns:v="urn:schemas-microsoft-com:vml" Requires="v">
                <p:oleObj spid="_x0000_s165917" name="公式" r:id="rId4" imgW="1028776" imgH="209414" progId="Equation.3">
                  <p:embed/>
                </p:oleObj>
              </mc:Choice>
              <mc:Fallback>
                <p:oleObj name="公式" r:id="rId4" imgW="1028776" imgH="209414" progId="Equation.3">
                  <p:embed/>
                  <p:pic>
                    <p:nvPicPr>
                      <p:cNvPr id="0"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1371600"/>
                        <a:ext cx="2590800" cy="533400"/>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5891" name="Text Box 3"/>
          <p:cNvSpPr txBox="1">
            <a:spLocks noChangeArrowheads="1"/>
          </p:cNvSpPr>
          <p:nvPr/>
        </p:nvSpPr>
        <p:spPr bwMode="auto">
          <a:xfrm>
            <a:off x="2819400" y="2286001"/>
            <a:ext cx="274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000" b="1">
                <a:solidFill>
                  <a:srgbClr val="0000FF"/>
                </a:solidFill>
                <a:latin typeface="Times New Roman" panose="02020603050405020304" pitchFamily="18" charset="0"/>
              </a:rPr>
              <a:t>电场力，与电荷的运动状态无关</a:t>
            </a:r>
            <a:endParaRPr kumimoji="1" lang="zh-CN" altLang="en-US" sz="2800" b="1">
              <a:solidFill>
                <a:srgbClr val="0000FF"/>
              </a:solidFill>
              <a:latin typeface="Times New Roman" panose="02020603050405020304" pitchFamily="18" charset="0"/>
            </a:endParaRPr>
          </a:p>
        </p:txBody>
      </p:sp>
      <p:sp>
        <p:nvSpPr>
          <p:cNvPr id="165892" name="AutoShape 4"/>
          <p:cNvSpPr>
            <a:spLocks noChangeArrowheads="1"/>
          </p:cNvSpPr>
          <p:nvPr/>
        </p:nvSpPr>
        <p:spPr bwMode="auto">
          <a:xfrm>
            <a:off x="2743200" y="2286000"/>
            <a:ext cx="2895600" cy="685800"/>
          </a:xfrm>
          <a:prstGeom prst="wedgeRoundRectCallout">
            <a:avLst>
              <a:gd name="adj1" fmla="val 34375"/>
              <a:gd name="adj2" fmla="val -106250"/>
              <a:gd name="adj3" fmla="val 16667"/>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kumimoji="1" lang="zh-CN" altLang="zh-CN" sz="2400">
              <a:solidFill>
                <a:srgbClr val="0000FF"/>
              </a:solidFill>
              <a:latin typeface="Times New Roman" panose="02020603050405020304" pitchFamily="18" charset="0"/>
            </a:endParaRPr>
          </a:p>
        </p:txBody>
      </p:sp>
      <p:sp>
        <p:nvSpPr>
          <p:cNvPr id="165893" name="Text Box 5"/>
          <p:cNvSpPr txBox="1">
            <a:spLocks noChangeArrowheads="1"/>
          </p:cNvSpPr>
          <p:nvPr/>
        </p:nvSpPr>
        <p:spPr bwMode="auto">
          <a:xfrm>
            <a:off x="6477000" y="2238376"/>
            <a:ext cx="2667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000" b="1">
                <a:solidFill>
                  <a:srgbClr val="0000FF"/>
                </a:solidFill>
                <a:latin typeface="Times New Roman" panose="02020603050405020304" pitchFamily="18" charset="0"/>
              </a:rPr>
              <a:t>磁场力，运动电荷才受磁力</a:t>
            </a:r>
            <a:endParaRPr kumimoji="1" lang="zh-CN" altLang="en-US" sz="2800" b="1">
              <a:solidFill>
                <a:srgbClr val="0000FF"/>
              </a:solidFill>
              <a:latin typeface="Times New Roman" panose="02020603050405020304" pitchFamily="18" charset="0"/>
            </a:endParaRPr>
          </a:p>
        </p:txBody>
      </p:sp>
      <p:sp>
        <p:nvSpPr>
          <p:cNvPr id="165894" name="AutoShape 6"/>
          <p:cNvSpPr>
            <a:spLocks noChangeArrowheads="1"/>
          </p:cNvSpPr>
          <p:nvPr/>
        </p:nvSpPr>
        <p:spPr bwMode="auto">
          <a:xfrm>
            <a:off x="6324600" y="2133600"/>
            <a:ext cx="3048000" cy="838200"/>
          </a:xfrm>
          <a:prstGeom prst="wedgeRoundRectCallout">
            <a:avLst>
              <a:gd name="adj1" fmla="val -46824"/>
              <a:gd name="adj2" fmla="val -87241"/>
              <a:gd name="adj3" fmla="val 16667"/>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kumimoji="1" lang="zh-CN" altLang="zh-CN" sz="2400">
              <a:solidFill>
                <a:srgbClr val="0000FF"/>
              </a:solidFill>
              <a:latin typeface="Times New Roman" panose="02020603050405020304" pitchFamily="18" charset="0"/>
            </a:endParaRPr>
          </a:p>
        </p:txBody>
      </p:sp>
      <p:sp>
        <p:nvSpPr>
          <p:cNvPr id="111623" name="Text Box 7"/>
          <p:cNvSpPr txBox="1">
            <a:spLocks noChangeArrowheads="1"/>
          </p:cNvSpPr>
          <p:nvPr/>
        </p:nvSpPr>
        <p:spPr bwMode="auto">
          <a:xfrm>
            <a:off x="4419600" y="3124201"/>
            <a:ext cx="46482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用来控制带电粒子的运动</a:t>
            </a:r>
          </a:p>
        </p:txBody>
      </p:sp>
      <p:sp>
        <p:nvSpPr>
          <p:cNvPr id="165896" name="Text Box 8"/>
          <p:cNvSpPr txBox="1">
            <a:spLocks noChangeArrowheads="1"/>
          </p:cNvSpPr>
          <p:nvPr/>
        </p:nvSpPr>
        <p:spPr bwMode="auto">
          <a:xfrm>
            <a:off x="3352800" y="4419600"/>
            <a:ext cx="5029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endParaRPr kumimoji="1" lang="zh-CN" altLang="zh-CN" b="1">
              <a:solidFill>
                <a:srgbClr val="0000FF"/>
              </a:solidFill>
              <a:latin typeface="楷体_GB2312"/>
              <a:ea typeface="楷体_GB2312"/>
              <a:cs typeface="楷体_GB2312"/>
            </a:endParaRPr>
          </a:p>
        </p:txBody>
      </p:sp>
      <p:sp>
        <p:nvSpPr>
          <p:cNvPr id="165897" name="Text Box 9"/>
          <p:cNvSpPr txBox="1">
            <a:spLocks noChangeArrowheads="1"/>
          </p:cNvSpPr>
          <p:nvPr/>
        </p:nvSpPr>
        <p:spPr bwMode="auto">
          <a:xfrm>
            <a:off x="1981200" y="3429001"/>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800" b="1">
                <a:solidFill>
                  <a:srgbClr val="0000FF"/>
                </a:solidFill>
                <a:latin typeface="宋体" panose="02010600030101010101" pitchFamily="2" charset="-122"/>
              </a:rPr>
              <a:t>1 </a:t>
            </a:r>
            <a:r>
              <a:rPr kumimoji="1" lang="zh-CN" altLang="en-US" sz="2800" b="1">
                <a:solidFill>
                  <a:srgbClr val="0000FF"/>
                </a:solidFill>
                <a:latin typeface="宋体" panose="02010600030101010101" pitchFamily="2" charset="-122"/>
              </a:rPr>
              <a:t>、磁聚焦</a:t>
            </a:r>
          </a:p>
        </p:txBody>
      </p:sp>
      <p:pic>
        <p:nvPicPr>
          <p:cNvPr id="165898" name="Picture 10" descr="11-30"/>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600" y="3733800"/>
            <a:ext cx="4953000"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7" name="Rectangle 11"/>
          <p:cNvSpPr>
            <a:spLocks noChangeArrowheads="1"/>
          </p:cNvSpPr>
          <p:nvPr/>
        </p:nvSpPr>
        <p:spPr bwMode="auto">
          <a:xfrm>
            <a:off x="1828800" y="571500"/>
            <a:ext cx="84582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a:solidFill>
                  <a:srgbClr val="FF0000"/>
                </a:solidFill>
                <a:effectLst>
                  <a:outerShdw blurRad="38100" dist="38100" dir="2700000" algn="tl">
                    <a:srgbClr val="C0C0C0"/>
                  </a:outerShdw>
                </a:effectLst>
                <a:latin typeface="宋体" charset="-122"/>
                <a:ea typeface="宋体" charset="-122"/>
              </a:rPr>
              <a:t>带电粒子在电场磁场中的运动</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2209800" y="9906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条件：</a:t>
            </a:r>
          </a:p>
        </p:txBody>
      </p:sp>
      <p:sp>
        <p:nvSpPr>
          <p:cNvPr id="112643" name="Text Box 3"/>
          <p:cNvSpPr txBox="1">
            <a:spLocks noChangeArrowheads="1"/>
          </p:cNvSpPr>
          <p:nvPr/>
        </p:nvSpPr>
        <p:spPr bwMode="auto">
          <a:xfrm>
            <a:off x="3352800" y="990601"/>
            <a:ext cx="432435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横向电场，纵向磁场</a:t>
            </a:r>
          </a:p>
        </p:txBody>
      </p:sp>
      <p:sp>
        <p:nvSpPr>
          <p:cNvPr id="167940" name="Rectangle 4"/>
          <p:cNvSpPr>
            <a:spLocks noChangeArrowheads="1"/>
          </p:cNvSpPr>
          <p:nvPr/>
        </p:nvSpPr>
        <p:spPr bwMode="auto">
          <a:xfrm>
            <a:off x="2247900" y="1600201"/>
            <a:ext cx="1333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原理：</a:t>
            </a:r>
            <a:endParaRPr kumimoji="1" lang="zh-CN" altLang="en-US" sz="2800">
              <a:solidFill>
                <a:srgbClr val="0000FF"/>
              </a:solidFill>
              <a:latin typeface="楷体_GB2312"/>
            </a:endParaRPr>
          </a:p>
        </p:txBody>
      </p:sp>
      <p:sp>
        <p:nvSpPr>
          <p:cNvPr id="112645" name="Text Box 5"/>
          <p:cNvSpPr txBox="1">
            <a:spLocks noChangeArrowheads="1"/>
          </p:cNvSpPr>
          <p:nvPr/>
        </p:nvSpPr>
        <p:spPr bwMode="auto">
          <a:xfrm>
            <a:off x="3276600" y="1600200"/>
            <a:ext cx="7162800" cy="946150"/>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电子束经电场加速，横向电场分离（  ） ，在纵向磁场作用下作螺旋线运动</a:t>
            </a:r>
          </a:p>
        </p:txBody>
      </p:sp>
      <p:graphicFrame>
        <p:nvGraphicFramePr>
          <p:cNvPr id="167942" name="Object 6"/>
          <p:cNvGraphicFramePr>
            <a:graphicFrameLocks noChangeAspect="1"/>
          </p:cNvGraphicFramePr>
          <p:nvPr/>
        </p:nvGraphicFramePr>
        <p:xfrm>
          <a:off x="9067800" y="1676400"/>
          <a:ext cx="368300" cy="469900"/>
        </p:xfrm>
        <a:graphic>
          <a:graphicData uri="http://schemas.openxmlformats.org/presentationml/2006/ole">
            <mc:AlternateContent xmlns:mc="http://schemas.openxmlformats.org/markup-compatibility/2006">
              <mc:Choice xmlns:v="urn:schemas-microsoft-com:vml" Requires="v">
                <p:oleObj spid="_x0000_s168018" name="Equation" r:id="rId4" imgW="114376" imgH="152468" progId="Equation.3">
                  <p:embed/>
                </p:oleObj>
              </mc:Choice>
              <mc:Fallback>
                <p:oleObj name="Equation" r:id="rId4" imgW="114376" imgH="152468"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7800" y="1676400"/>
                        <a:ext cx="3683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67943" name="Picture 15" descr="image0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9763" y="2889251"/>
            <a:ext cx="3644900" cy="270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4" name="Rectangle 16"/>
          <p:cNvSpPr>
            <a:spLocks noChangeArrowheads="1"/>
          </p:cNvSpPr>
          <p:nvPr/>
        </p:nvSpPr>
        <p:spPr bwMode="auto">
          <a:xfrm>
            <a:off x="5780088" y="2979738"/>
            <a:ext cx="152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用途：</a:t>
            </a:r>
          </a:p>
        </p:txBody>
      </p:sp>
      <p:graphicFrame>
        <p:nvGraphicFramePr>
          <p:cNvPr id="167945" name="Object 17"/>
          <p:cNvGraphicFramePr>
            <a:graphicFrameLocks noChangeAspect="1"/>
          </p:cNvGraphicFramePr>
          <p:nvPr/>
        </p:nvGraphicFramePr>
        <p:xfrm>
          <a:off x="6923088" y="3589339"/>
          <a:ext cx="1492250" cy="623887"/>
        </p:xfrm>
        <a:graphic>
          <a:graphicData uri="http://schemas.openxmlformats.org/presentationml/2006/ole">
            <mc:AlternateContent xmlns:mc="http://schemas.openxmlformats.org/markup-compatibility/2006">
              <mc:Choice xmlns:v="urn:schemas-microsoft-com:vml" Requires="v">
                <p:oleObj spid="_x0000_s168019" name="公式" r:id="rId7" imgW="971588" imgH="390661" progId="Equation.3">
                  <p:embed/>
                </p:oleObj>
              </mc:Choice>
              <mc:Fallback>
                <p:oleObj name="公式" r:id="rId7" imgW="971588" imgH="390661"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3088" y="3589339"/>
                        <a:ext cx="1492250"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7946" name="Object 18"/>
          <p:cNvGraphicFramePr>
            <a:graphicFrameLocks noChangeAspect="1"/>
          </p:cNvGraphicFramePr>
          <p:nvPr/>
        </p:nvGraphicFramePr>
        <p:xfrm>
          <a:off x="8523288" y="4275138"/>
          <a:ext cx="1066800" cy="787400"/>
        </p:xfrm>
        <a:graphic>
          <a:graphicData uri="http://schemas.openxmlformats.org/presentationml/2006/ole">
            <mc:AlternateContent xmlns:mc="http://schemas.openxmlformats.org/markup-compatibility/2006">
              <mc:Choice xmlns:v="urn:schemas-microsoft-com:vml" Requires="v">
                <p:oleObj spid="_x0000_s168020" name="公式" r:id="rId9" imgW="552310" imgH="400152" progId="Equation.3">
                  <p:embed/>
                </p:oleObj>
              </mc:Choice>
              <mc:Fallback>
                <p:oleObj name="公式" r:id="rId9" imgW="552310" imgH="400152"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23288" y="4275138"/>
                        <a:ext cx="10668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7947" name="Object 19"/>
          <p:cNvGraphicFramePr>
            <a:graphicFrameLocks noChangeAspect="1"/>
          </p:cNvGraphicFramePr>
          <p:nvPr/>
        </p:nvGraphicFramePr>
        <p:xfrm>
          <a:off x="6923088" y="4351339"/>
          <a:ext cx="1066800" cy="700087"/>
        </p:xfrm>
        <a:graphic>
          <a:graphicData uri="http://schemas.openxmlformats.org/presentationml/2006/ole">
            <mc:AlternateContent xmlns:mc="http://schemas.openxmlformats.org/markup-compatibility/2006">
              <mc:Choice xmlns:v="urn:schemas-microsoft-com:vml" Requires="v">
                <p:oleObj spid="_x0000_s168021" name="公式" r:id="rId11" imgW="571576" imgH="361882" progId="Equation.3">
                  <p:embed/>
                </p:oleObj>
              </mc:Choice>
              <mc:Fallback>
                <p:oleObj name="公式" r:id="rId11" imgW="571576" imgH="361882"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23088" y="4351339"/>
                        <a:ext cx="1066800"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60" name="Text Box 20"/>
          <p:cNvSpPr txBox="1">
            <a:spLocks noChangeArrowheads="1"/>
          </p:cNvSpPr>
          <p:nvPr/>
        </p:nvSpPr>
        <p:spPr bwMode="auto">
          <a:xfrm>
            <a:off x="6770688" y="2979738"/>
            <a:ext cx="3124200" cy="519112"/>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测荷质比</a:t>
            </a:r>
          </a:p>
        </p:txBody>
      </p:sp>
      <p:sp>
        <p:nvSpPr>
          <p:cNvPr id="112661" name="Text Box 21"/>
          <p:cNvSpPr txBox="1">
            <a:spLocks noChangeArrowheads="1"/>
          </p:cNvSpPr>
          <p:nvPr/>
        </p:nvSpPr>
        <p:spPr bwMode="auto">
          <a:xfrm>
            <a:off x="6694488" y="5570538"/>
            <a:ext cx="3124200" cy="519112"/>
          </a:xfrm>
          <a:prstGeom prst="rect">
            <a:avLst/>
          </a:prstGeom>
          <a:noFill/>
          <a:ln w="9525">
            <a:noFill/>
            <a:miter lim="800000"/>
            <a:headEnd/>
            <a:tailEnd/>
          </a:ln>
          <a:effectLst/>
        </p:spPr>
        <p:txBody>
          <a:bodyPr>
            <a:spAutoFit/>
          </a:bodyPr>
          <a:lstStyle/>
          <a:p>
            <a:pPr>
              <a:spcBef>
                <a:spcPct val="50000"/>
              </a:spcBef>
              <a:defRPr/>
            </a:pPr>
            <a:r>
              <a:rPr kumimoji="1" lang="en-US" altLang="zh-CN" b="1">
                <a:solidFill>
                  <a:srgbClr val="0000FF"/>
                </a:solidFill>
                <a:effectLst>
                  <a:outerShdw blurRad="38100" dist="38100" dir="2700000" algn="tl">
                    <a:srgbClr val="C0C0C0"/>
                  </a:outerShdw>
                </a:effectLst>
                <a:latin typeface="楷体_GB2312" pitchFamily="49" charset="-122"/>
                <a:ea typeface="楷体_GB2312" pitchFamily="49" charset="-122"/>
              </a:rPr>
              <a:t>   </a:t>
            </a:r>
            <a:r>
              <a:rPr kumimoji="1" lang="zh-CN" altLang="en-US" sz="2800">
                <a:solidFill>
                  <a:srgbClr val="0000FF"/>
                </a:solidFill>
                <a:effectLst>
                  <a:outerShdw blurRad="38100" dist="38100" dir="2700000" algn="tl">
                    <a:srgbClr val="C0C0C0"/>
                  </a:outerShdw>
                </a:effectLst>
                <a:latin typeface="宋体" charset="-122"/>
                <a:ea typeface="宋体" charset="-122"/>
              </a:rPr>
              <a:t>是纵向路径</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2133600" y="776288"/>
            <a:ext cx="289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回旋加速器</a:t>
            </a:r>
          </a:p>
        </p:txBody>
      </p:sp>
      <p:sp>
        <p:nvSpPr>
          <p:cNvPr id="169987" name="Rectangle 3"/>
          <p:cNvSpPr>
            <a:spLocks noChangeArrowheads="1"/>
          </p:cNvSpPr>
          <p:nvPr/>
        </p:nvSpPr>
        <p:spPr bwMode="auto">
          <a:xfrm>
            <a:off x="1905000" y="3962401"/>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条件：</a:t>
            </a:r>
            <a:endParaRPr kumimoji="1" lang="zh-CN" altLang="en-US" sz="2800">
              <a:solidFill>
                <a:srgbClr val="0000FF"/>
              </a:solidFill>
              <a:latin typeface="楷体_GB2312"/>
            </a:endParaRPr>
          </a:p>
        </p:txBody>
      </p:sp>
      <p:sp>
        <p:nvSpPr>
          <p:cNvPr id="113668" name="Text Box 4"/>
          <p:cNvSpPr txBox="1">
            <a:spLocks noChangeArrowheads="1"/>
          </p:cNvSpPr>
          <p:nvPr/>
        </p:nvSpPr>
        <p:spPr bwMode="auto">
          <a:xfrm>
            <a:off x="2971800" y="3962401"/>
            <a:ext cx="638175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交变电场，恒定强磁场共同作用</a:t>
            </a:r>
          </a:p>
        </p:txBody>
      </p:sp>
      <p:sp>
        <p:nvSpPr>
          <p:cNvPr id="169989" name="Rectangle 5"/>
          <p:cNvSpPr>
            <a:spLocks noChangeArrowheads="1"/>
          </p:cNvSpPr>
          <p:nvPr/>
        </p:nvSpPr>
        <p:spPr bwMode="auto">
          <a:xfrm>
            <a:off x="1943100" y="4419601"/>
            <a:ext cx="1562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原理：</a:t>
            </a:r>
          </a:p>
        </p:txBody>
      </p:sp>
      <p:sp>
        <p:nvSpPr>
          <p:cNvPr id="113670" name="Text Box 6"/>
          <p:cNvSpPr txBox="1">
            <a:spLocks noChangeArrowheads="1"/>
          </p:cNvSpPr>
          <p:nvPr/>
        </p:nvSpPr>
        <p:spPr bwMode="auto">
          <a:xfrm>
            <a:off x="2971800" y="4449763"/>
            <a:ext cx="7391400" cy="946150"/>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电子在狭缝处被电场加速，盒内在磁场作用下作圆周运动，周期与速率无关</a:t>
            </a:r>
          </a:p>
        </p:txBody>
      </p:sp>
      <p:sp>
        <p:nvSpPr>
          <p:cNvPr id="169991" name="Rectangle 7"/>
          <p:cNvSpPr>
            <a:spLocks noChangeArrowheads="1"/>
          </p:cNvSpPr>
          <p:nvPr/>
        </p:nvSpPr>
        <p:spPr bwMode="auto">
          <a:xfrm>
            <a:off x="1905000" y="5348288"/>
            <a:ext cx="129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用途：</a:t>
            </a:r>
            <a:endParaRPr kumimoji="1" lang="zh-CN" altLang="en-US" sz="2800">
              <a:solidFill>
                <a:srgbClr val="0000FF"/>
              </a:solidFill>
              <a:latin typeface="楷体_GB2312"/>
            </a:endParaRPr>
          </a:p>
        </p:txBody>
      </p:sp>
      <p:graphicFrame>
        <p:nvGraphicFramePr>
          <p:cNvPr id="169992" name="Object 8"/>
          <p:cNvGraphicFramePr>
            <a:graphicFrameLocks noChangeAspect="1"/>
          </p:cNvGraphicFramePr>
          <p:nvPr/>
        </p:nvGraphicFramePr>
        <p:xfrm>
          <a:off x="4419600" y="5980114"/>
          <a:ext cx="1009650" cy="877887"/>
        </p:xfrm>
        <a:graphic>
          <a:graphicData uri="http://schemas.openxmlformats.org/presentationml/2006/ole">
            <mc:AlternateContent xmlns:mc="http://schemas.openxmlformats.org/markup-compatibility/2006">
              <mc:Choice xmlns:v="urn:schemas-microsoft-com:vml" Requires="v">
                <p:oleObj spid="_x0000_s170030" name="公式" r:id="rId4" imgW="657206" imgH="571602" progId="Equation.3">
                  <p:embed/>
                </p:oleObj>
              </mc:Choice>
              <mc:Fallback>
                <p:oleObj name="公式" r:id="rId4" imgW="657206" imgH="571602"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5980114"/>
                        <a:ext cx="1009650"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9993" name="Object 9"/>
          <p:cNvGraphicFramePr>
            <a:graphicFrameLocks noChangeAspect="1"/>
          </p:cNvGraphicFramePr>
          <p:nvPr/>
        </p:nvGraphicFramePr>
        <p:xfrm>
          <a:off x="6019800" y="5888038"/>
          <a:ext cx="1676400" cy="969962"/>
        </p:xfrm>
        <a:graphic>
          <a:graphicData uri="http://schemas.openxmlformats.org/presentationml/2006/ole">
            <mc:AlternateContent xmlns:mc="http://schemas.openxmlformats.org/markup-compatibility/2006">
              <mc:Choice xmlns:v="urn:schemas-microsoft-com:vml" Requires="v">
                <p:oleObj spid="_x0000_s170031" name="公式" r:id="rId6" imgW="1000029" imgH="571602" progId="Equation.3">
                  <p:embed/>
                </p:oleObj>
              </mc:Choice>
              <mc:Fallback>
                <p:oleObj name="公式" r:id="rId6" imgW="1000029" imgH="571602"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5888038"/>
                        <a:ext cx="1676400" cy="969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4" name="Text Box 10"/>
          <p:cNvSpPr txBox="1">
            <a:spLocks noChangeArrowheads="1"/>
          </p:cNvSpPr>
          <p:nvPr/>
        </p:nvSpPr>
        <p:spPr bwMode="auto">
          <a:xfrm>
            <a:off x="2971800" y="5395913"/>
            <a:ext cx="3124200" cy="519112"/>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获得高能粒子流</a:t>
            </a:r>
          </a:p>
        </p:txBody>
      </p:sp>
      <p:pic>
        <p:nvPicPr>
          <p:cNvPr id="169995" name="Picture 11" descr="11-31"/>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62400" y="1133476"/>
            <a:ext cx="4770438"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2133600" y="609601"/>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质谱仪</a:t>
            </a:r>
          </a:p>
        </p:txBody>
      </p:sp>
      <p:sp>
        <p:nvSpPr>
          <p:cNvPr id="114691" name="Text Box 3"/>
          <p:cNvSpPr txBox="1">
            <a:spLocks noChangeArrowheads="1"/>
          </p:cNvSpPr>
          <p:nvPr/>
        </p:nvSpPr>
        <p:spPr bwMode="auto">
          <a:xfrm>
            <a:off x="3352800" y="1157288"/>
            <a:ext cx="4229100" cy="519112"/>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电场</a:t>
            </a:r>
            <a:r>
              <a:rPr kumimoji="1" lang="zh-CN" altLang="en-US" sz="2800">
                <a:solidFill>
                  <a:srgbClr val="0000FF"/>
                </a:solidFill>
                <a:latin typeface="宋体" charset="-122"/>
                <a:ea typeface="宋体" charset="-122"/>
              </a:rPr>
              <a:t>、</a:t>
            </a:r>
            <a:r>
              <a:rPr kumimoji="1" lang="zh-CN" altLang="en-US" sz="2800">
                <a:solidFill>
                  <a:srgbClr val="0000FF"/>
                </a:solidFill>
                <a:effectLst>
                  <a:outerShdw blurRad="38100" dist="38100" dir="2700000" algn="tl">
                    <a:srgbClr val="C0C0C0"/>
                  </a:outerShdw>
                </a:effectLst>
                <a:latin typeface="宋体" charset="-122"/>
                <a:ea typeface="宋体" charset="-122"/>
              </a:rPr>
              <a:t>磁场共同作用</a:t>
            </a:r>
          </a:p>
        </p:txBody>
      </p:sp>
      <p:pic>
        <p:nvPicPr>
          <p:cNvPr id="172036" name="Picture 8" descr="11-3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95888" y="773114"/>
            <a:ext cx="4953000"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Rectangle 9"/>
          <p:cNvSpPr>
            <a:spLocks noChangeArrowheads="1"/>
          </p:cNvSpPr>
          <p:nvPr/>
        </p:nvSpPr>
        <p:spPr bwMode="auto">
          <a:xfrm>
            <a:off x="1981200" y="1081088"/>
            <a:ext cx="160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条件：</a:t>
            </a:r>
            <a:endParaRPr kumimoji="1" lang="zh-CN" altLang="en-US" sz="2800">
              <a:solidFill>
                <a:srgbClr val="0000FF"/>
              </a:solidFill>
              <a:latin typeface="楷体_GB2312"/>
            </a:endParaRPr>
          </a:p>
        </p:txBody>
      </p:sp>
      <p:sp>
        <p:nvSpPr>
          <p:cNvPr id="172038" name="Rectangle 12"/>
          <p:cNvSpPr>
            <a:spLocks noChangeArrowheads="1"/>
          </p:cNvSpPr>
          <p:nvPr/>
        </p:nvSpPr>
        <p:spPr bwMode="auto">
          <a:xfrm>
            <a:off x="2286000" y="2895601"/>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用途：</a:t>
            </a:r>
          </a:p>
        </p:txBody>
      </p:sp>
      <p:graphicFrame>
        <p:nvGraphicFramePr>
          <p:cNvPr id="114701" name="Object 13"/>
          <p:cNvGraphicFramePr>
            <a:graphicFrameLocks noChangeAspect="1"/>
          </p:cNvGraphicFramePr>
          <p:nvPr/>
        </p:nvGraphicFramePr>
        <p:xfrm>
          <a:off x="8840788" y="3563938"/>
          <a:ext cx="1001712" cy="341312"/>
        </p:xfrm>
        <a:graphic>
          <a:graphicData uri="http://schemas.openxmlformats.org/presentationml/2006/ole">
            <mc:AlternateContent xmlns:mc="http://schemas.openxmlformats.org/markup-compatibility/2006">
              <mc:Choice xmlns:v="urn:schemas-microsoft-com:vml" Requires="v">
                <p:oleObj spid="_x0000_s172130" name="Equation" r:id="rId5" imgW="647725" imgH="199923" progId="Equation.DSMT4">
                  <p:embed/>
                </p:oleObj>
              </mc:Choice>
              <mc:Fallback>
                <p:oleObj name="Equation" r:id="rId5" imgW="647725" imgH="199923"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40788" y="3563938"/>
                        <a:ext cx="1001712"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3" name="Object 15"/>
          <p:cNvGraphicFramePr>
            <a:graphicFrameLocks noChangeAspect="1"/>
          </p:cNvGraphicFramePr>
          <p:nvPr/>
        </p:nvGraphicFramePr>
        <p:xfrm>
          <a:off x="2451100" y="3743326"/>
          <a:ext cx="2133600" cy="746125"/>
        </p:xfrm>
        <a:graphic>
          <a:graphicData uri="http://schemas.openxmlformats.org/presentationml/2006/ole">
            <mc:AlternateContent xmlns:mc="http://schemas.openxmlformats.org/markup-compatibility/2006">
              <mc:Choice xmlns:v="urn:schemas-microsoft-com:vml" Requires="v">
                <p:oleObj spid="_x0000_s172131" name="Equation" r:id="rId7" imgW="1162114" imgH="390661" progId="Equation.DSMT4">
                  <p:embed/>
                </p:oleObj>
              </mc:Choice>
              <mc:Fallback>
                <p:oleObj name="Equation" r:id="rId7" imgW="1162114" imgH="390661"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1100" y="3743326"/>
                        <a:ext cx="2133600" cy="74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4" name="Text Box 16"/>
          <p:cNvSpPr txBox="1">
            <a:spLocks noChangeArrowheads="1"/>
          </p:cNvSpPr>
          <p:nvPr/>
        </p:nvSpPr>
        <p:spPr bwMode="auto">
          <a:xfrm>
            <a:off x="3276600" y="2895601"/>
            <a:ext cx="31242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测荷质比</a:t>
            </a:r>
          </a:p>
        </p:txBody>
      </p:sp>
      <p:graphicFrame>
        <p:nvGraphicFramePr>
          <p:cNvPr id="114706" name="Object 18"/>
          <p:cNvGraphicFramePr>
            <a:graphicFrameLocks noChangeAspect="1"/>
          </p:cNvGraphicFramePr>
          <p:nvPr/>
        </p:nvGraphicFramePr>
        <p:xfrm>
          <a:off x="8840788" y="4059238"/>
          <a:ext cx="927100" cy="341312"/>
        </p:xfrm>
        <a:graphic>
          <a:graphicData uri="http://schemas.openxmlformats.org/presentationml/2006/ole">
            <mc:AlternateContent xmlns:mc="http://schemas.openxmlformats.org/markup-compatibility/2006">
              <mc:Choice xmlns:v="urn:schemas-microsoft-com:vml" Requires="v">
                <p:oleObj spid="_x0000_s172132" name="Equation" r:id="rId9" imgW="590537" imgH="199923" progId="Equation.DSMT4">
                  <p:embed/>
                </p:oleObj>
              </mc:Choice>
              <mc:Fallback>
                <p:oleObj name="Equation" r:id="rId9" imgW="590537" imgH="199923"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0788" y="4059238"/>
                        <a:ext cx="927100"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7" name="Object 19"/>
          <p:cNvGraphicFramePr>
            <a:graphicFrameLocks noChangeAspect="1"/>
          </p:cNvGraphicFramePr>
          <p:nvPr/>
        </p:nvGraphicFramePr>
        <p:xfrm>
          <a:off x="2540000" y="4643439"/>
          <a:ext cx="908050" cy="746125"/>
        </p:xfrm>
        <a:graphic>
          <a:graphicData uri="http://schemas.openxmlformats.org/presentationml/2006/ole">
            <mc:AlternateContent xmlns:mc="http://schemas.openxmlformats.org/markup-compatibility/2006">
              <mc:Choice xmlns:v="urn:schemas-microsoft-com:vml" Requires="v">
                <p:oleObj spid="_x0000_s172133" name="Equation" r:id="rId11" imgW="476161" imgH="390661" progId="Equation.DSMT4">
                  <p:embed/>
                </p:oleObj>
              </mc:Choice>
              <mc:Fallback>
                <p:oleObj name="Equation" r:id="rId11" imgW="476161" imgH="390661"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40000" y="4643439"/>
                        <a:ext cx="908050" cy="74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8" name="Object 20"/>
          <p:cNvGraphicFramePr>
            <a:graphicFrameLocks noChangeAspect="1"/>
          </p:cNvGraphicFramePr>
          <p:nvPr/>
        </p:nvGraphicFramePr>
        <p:xfrm>
          <a:off x="4024313" y="4756151"/>
          <a:ext cx="1270000" cy="701675"/>
        </p:xfrm>
        <a:graphic>
          <a:graphicData uri="http://schemas.openxmlformats.org/presentationml/2006/ole">
            <mc:AlternateContent xmlns:mc="http://schemas.openxmlformats.org/markup-compatibility/2006">
              <mc:Choice xmlns:v="urn:schemas-microsoft-com:vml" Requires="v">
                <p:oleObj spid="_x0000_s172134" name="Equation" r:id="rId13" imgW="685953" imgH="361882" progId="Equation.DSMT4">
                  <p:embed/>
                </p:oleObj>
              </mc:Choice>
              <mc:Fallback>
                <p:oleObj name="Equation" r:id="rId13" imgW="685953" imgH="361882"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4313" y="4756151"/>
                        <a:ext cx="127000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47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7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47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47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2286000" y="533401"/>
            <a:ext cx="6248400" cy="701675"/>
          </a:xfrm>
        </p:spPr>
        <p:txBody>
          <a:bodyPr/>
          <a:lstStyle/>
          <a:p>
            <a:pPr eaLnBrk="1" hangingPunct="1"/>
            <a:r>
              <a:rPr lang="zh-CN" altLang="en-US" sz="4000" b="1">
                <a:latin typeface="Times New Roman" panose="02020603050405020304" pitchFamily="18" charset="0"/>
                <a:ea typeface="华文中宋" panose="02010600040101010101" pitchFamily="2" charset="-122"/>
              </a:rPr>
              <a:t>荷质比的测定</a:t>
            </a:r>
            <a:endParaRPr lang="en-US" altLang="zh-CN" sz="4000" b="1">
              <a:latin typeface="Times New Roman" panose="02020603050405020304" pitchFamily="18" charset="0"/>
              <a:ea typeface="华文中宋" panose="02010600040101010101" pitchFamily="2" charset="-122"/>
            </a:endParaRPr>
          </a:p>
        </p:txBody>
      </p:sp>
      <p:sp>
        <p:nvSpPr>
          <p:cNvPr id="174083" name="Rectangle 3"/>
          <p:cNvSpPr>
            <a:spLocks noGrp="1" noChangeArrowheads="1"/>
          </p:cNvSpPr>
          <p:nvPr>
            <p:ph type="body" idx="1"/>
          </p:nvPr>
        </p:nvSpPr>
        <p:spPr>
          <a:xfrm>
            <a:off x="1981200" y="1905000"/>
            <a:ext cx="8382000" cy="4191000"/>
          </a:xfrm>
        </p:spPr>
        <p:txBody>
          <a:bodyPr/>
          <a:lstStyle/>
          <a:p>
            <a:pPr algn="just" eaLnBrk="1" hangingPunct="1"/>
            <a:r>
              <a:rPr lang="en-US" altLang="zh-CN" b="1">
                <a:latin typeface="Times New Roman" panose="02020603050405020304" pitchFamily="18" charset="0"/>
                <a:ea typeface="华文中宋" panose="02010600040101010101" pitchFamily="2" charset="-122"/>
              </a:rPr>
              <a:t>1897</a:t>
            </a:r>
            <a:r>
              <a:rPr lang="zh-CN" altLang="en-US" b="1">
                <a:latin typeface="Times New Roman" panose="02020603050405020304" pitchFamily="18" charset="0"/>
                <a:ea typeface="华文中宋" panose="02010600040101010101" pitchFamily="2" charset="-122"/>
              </a:rPr>
              <a:t>年</a:t>
            </a:r>
            <a:r>
              <a:rPr lang="en-US" altLang="zh-CN" b="1">
                <a:latin typeface="Times New Roman" panose="02020603050405020304" pitchFamily="18" charset="0"/>
                <a:ea typeface="华文中宋" panose="02010600040101010101" pitchFamily="2" charset="-122"/>
              </a:rPr>
              <a:t>J.J.Thomson </a:t>
            </a:r>
            <a:r>
              <a:rPr lang="zh-CN" altLang="en-US" b="1">
                <a:latin typeface="Times New Roman" panose="02020603050405020304" pitchFamily="18" charset="0"/>
                <a:ea typeface="华文中宋" panose="02010600040101010101" pitchFamily="2" charset="-122"/>
              </a:rPr>
              <a:t>做测定荷质比实验时，虽然当时已有大西洋电缆，但对什么是电尚不清楚，有人认为电是以太的活动。</a:t>
            </a:r>
          </a:p>
          <a:p>
            <a:pPr eaLnBrk="1" hangingPunct="1"/>
            <a:r>
              <a:rPr lang="en-US" altLang="zh-CN" b="1">
                <a:latin typeface="Times New Roman" panose="02020603050405020304" pitchFamily="18" charset="0"/>
                <a:ea typeface="华文中宋" panose="02010600040101010101" pitchFamily="2" charset="-122"/>
              </a:rPr>
              <a:t>J.J.Thomson</a:t>
            </a:r>
            <a:r>
              <a:rPr lang="zh-CN" altLang="en-US" b="1">
                <a:latin typeface="华文中宋" panose="02010600040101010101" pitchFamily="2" charset="-122"/>
                <a:ea typeface="华文中宋" panose="02010600040101010101" pitchFamily="2" charset="-122"/>
              </a:rPr>
              <a:t>在剑桥卡文迪许实验室从事</a:t>
            </a:r>
            <a:r>
              <a:rPr lang="en-US" altLang="zh-CN" b="1">
                <a:latin typeface="华文中宋" panose="02010600040101010101" pitchFamily="2" charset="-122"/>
                <a:ea typeface="华文中宋" panose="02010600040101010101" pitchFamily="2" charset="-122"/>
              </a:rPr>
              <a:t>X</a:t>
            </a:r>
            <a:r>
              <a:rPr lang="zh-CN" altLang="en-US" b="1">
                <a:latin typeface="华文中宋" panose="02010600040101010101" pitchFamily="2" charset="-122"/>
                <a:ea typeface="华文中宋" panose="02010600040101010101" pitchFamily="2" charset="-122"/>
              </a:rPr>
              <a:t>射线和稀薄气体放电的研究工作时，</a:t>
            </a:r>
            <a:r>
              <a:rPr lang="zh-CN" altLang="en-US" b="1">
                <a:solidFill>
                  <a:schemeClr val="folHlink"/>
                </a:solidFill>
                <a:latin typeface="华文中宋" panose="02010600040101010101" pitchFamily="2" charset="-122"/>
                <a:ea typeface="华文中宋" panose="02010600040101010101" pitchFamily="2" charset="-122"/>
              </a:rPr>
              <a:t>通过电场和磁场对阴极射线的作用</a:t>
            </a:r>
            <a:r>
              <a:rPr lang="zh-CN" altLang="en-US" b="1">
                <a:latin typeface="华文中宋" panose="02010600040101010101" pitchFamily="2" charset="-122"/>
                <a:ea typeface="华文中宋" panose="02010600040101010101" pitchFamily="2" charset="-122"/>
              </a:rPr>
              <a:t>，得出了这种射线不是以太波而是物质的质粒的结论，测出这些质粒的荷质比</a:t>
            </a:r>
            <a:r>
              <a:rPr lang="en-US" altLang="zh-CN" b="1">
                <a:latin typeface="华文中宋" panose="02010600040101010101" pitchFamily="2" charset="-122"/>
                <a:ea typeface="华文中宋" panose="02010600040101010101" pitchFamily="2" charset="-122"/>
              </a:rPr>
              <a:t>(</a:t>
            </a:r>
            <a:r>
              <a:rPr lang="zh-CN" altLang="en-US" b="1">
                <a:latin typeface="华文中宋" panose="02010600040101010101" pitchFamily="2" charset="-122"/>
                <a:ea typeface="华文中宋" panose="02010600040101010101" pitchFamily="2" charset="-122"/>
              </a:rPr>
              <a:t>电荷与质量之比）</a:t>
            </a:r>
          </a:p>
        </p:txBody>
      </p:sp>
      <p:sp>
        <p:nvSpPr>
          <p:cNvPr id="174084" name="Rectangle 5"/>
          <p:cNvSpPr>
            <a:spLocks noChangeArrowheads="1"/>
          </p:cNvSpPr>
          <p:nvPr/>
        </p:nvSpPr>
        <p:spPr bwMode="auto">
          <a:xfrm>
            <a:off x="4362450" y="268128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74085" name="Rectangle 7"/>
          <p:cNvSpPr>
            <a:spLocks noChangeArrowheads="1"/>
          </p:cNvSpPr>
          <p:nvPr/>
        </p:nvSpPr>
        <p:spPr bwMode="auto">
          <a:xfrm>
            <a:off x="5253038" y="31575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3"/>
          <p:cNvSpPr>
            <a:spLocks noGrp="1" noChangeArrowheads="1"/>
          </p:cNvSpPr>
          <p:nvPr>
            <p:ph type="body" idx="1"/>
          </p:nvPr>
        </p:nvSpPr>
        <p:spPr>
          <a:xfrm>
            <a:off x="1752600" y="1981200"/>
            <a:ext cx="8001000" cy="685800"/>
          </a:xfrm>
        </p:spPr>
        <p:txBody>
          <a:bodyPr/>
          <a:lstStyle/>
          <a:p>
            <a:pPr algn="just" eaLnBrk="1" hangingPunct="1"/>
            <a:r>
              <a:rPr lang="zh-CN" altLang="en-US" b="1">
                <a:latin typeface="华文中宋" panose="02010600040101010101" pitchFamily="2" charset="-122"/>
                <a:ea typeface="华文中宋" panose="02010600040101010101" pitchFamily="2" charset="-122"/>
              </a:rPr>
              <a:t>利用磁力和电力平衡测出电子流速度</a:t>
            </a:r>
          </a:p>
        </p:txBody>
      </p:sp>
      <p:graphicFrame>
        <p:nvGraphicFramePr>
          <p:cNvPr id="175107" name="Object 5"/>
          <p:cNvGraphicFramePr>
            <a:graphicFrameLocks noGrp="1" noChangeAspect="1"/>
          </p:cNvGraphicFramePr>
          <p:nvPr>
            <p:ph type="title"/>
          </p:nvPr>
        </p:nvGraphicFramePr>
        <p:xfrm>
          <a:off x="3048000" y="2667001"/>
          <a:ext cx="4800600" cy="1128713"/>
        </p:xfrm>
        <a:graphic>
          <a:graphicData uri="http://schemas.openxmlformats.org/presentationml/2006/ole">
            <mc:AlternateContent xmlns:mc="http://schemas.openxmlformats.org/markup-compatibility/2006">
              <mc:Choice xmlns:v="urn:schemas-microsoft-com:vml" Requires="v">
                <p:oleObj spid="_x0000_s175164" name="Equation" r:id="rId3" imgW="1675673" imgH="393529" progId="Equation.3">
                  <p:embed/>
                </p:oleObj>
              </mc:Choice>
              <mc:Fallback>
                <p:oleObj name="Equation" r:id="rId3" imgW="1675673"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667001"/>
                        <a:ext cx="4800600" cy="112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5108" name="Object 6"/>
          <p:cNvGraphicFramePr>
            <a:graphicFrameLocks noChangeAspect="1"/>
          </p:cNvGraphicFramePr>
          <p:nvPr/>
        </p:nvGraphicFramePr>
        <p:xfrm>
          <a:off x="2286000" y="4572000"/>
          <a:ext cx="4433888" cy="1041400"/>
        </p:xfrm>
        <a:graphic>
          <a:graphicData uri="http://schemas.openxmlformats.org/presentationml/2006/ole">
            <mc:AlternateContent xmlns:mc="http://schemas.openxmlformats.org/markup-compatibility/2006">
              <mc:Choice xmlns:v="urn:schemas-microsoft-com:vml" Requires="v">
                <p:oleObj spid="_x0000_s175165" name="Equation" r:id="rId5" imgW="1675673" imgH="393529" progId="Equation.3">
                  <p:embed/>
                </p:oleObj>
              </mc:Choice>
              <mc:Fallback>
                <p:oleObj name="Equation" r:id="rId5" imgW="1675673"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572000"/>
                        <a:ext cx="443388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5109" name="Object 7"/>
          <p:cNvGraphicFramePr>
            <a:graphicFrameLocks noChangeAspect="1"/>
          </p:cNvGraphicFramePr>
          <p:nvPr/>
        </p:nvGraphicFramePr>
        <p:xfrm>
          <a:off x="6781800" y="4800600"/>
          <a:ext cx="3124200" cy="598488"/>
        </p:xfrm>
        <a:graphic>
          <a:graphicData uri="http://schemas.openxmlformats.org/presentationml/2006/ole">
            <mc:AlternateContent xmlns:mc="http://schemas.openxmlformats.org/markup-compatibility/2006">
              <mc:Choice xmlns:v="urn:schemas-microsoft-com:vml" Requires="v">
                <p:oleObj spid="_x0000_s175166" name="Equation" r:id="rId7" imgW="1193800" imgH="228600" progId="Equation.3">
                  <p:embed/>
                </p:oleObj>
              </mc:Choice>
              <mc:Fallback>
                <p:oleObj name="Equation" r:id="rId7" imgW="119380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81800" y="4800600"/>
                        <a:ext cx="31242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5110" name="Rectangle 9"/>
          <p:cNvSpPr>
            <a:spLocks noGrp="1" noChangeArrowheads="1"/>
          </p:cNvSpPr>
          <p:nvPr>
            <p:ph type="title"/>
          </p:nvPr>
        </p:nvSpPr>
        <p:spPr>
          <a:xfrm>
            <a:off x="1981200" y="762000"/>
            <a:ext cx="3124200" cy="762000"/>
          </a:xfrm>
        </p:spPr>
        <p:txBody>
          <a:bodyPr/>
          <a:lstStyle/>
          <a:p>
            <a:pPr eaLnBrk="1" hangingPunct="1"/>
            <a:r>
              <a:rPr lang="zh-CN" altLang="en-US" b="1">
                <a:ea typeface="华文中宋" panose="02010600040101010101" pitchFamily="2" charset="-122"/>
              </a:rPr>
              <a:t>装置和原理</a:t>
            </a:r>
          </a:p>
        </p:txBody>
      </p:sp>
      <p:sp>
        <p:nvSpPr>
          <p:cNvPr id="175111" name="Rectangle 10"/>
          <p:cNvSpPr>
            <a:spLocks noChangeArrowheads="1"/>
          </p:cNvSpPr>
          <p:nvPr/>
        </p:nvSpPr>
        <p:spPr bwMode="auto">
          <a:xfrm>
            <a:off x="1828800" y="3733800"/>
            <a:ext cx="8001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Clr>
                <a:schemeClr val="folHlink"/>
              </a:buClr>
              <a:buSzPct val="75000"/>
              <a:buFont typeface="Wingdings" panose="05000000000000000000" pitchFamily="2" charset="2"/>
              <a:buChar char="n"/>
            </a:pPr>
            <a:r>
              <a:rPr lang="zh-CN" altLang="en-US" b="1">
                <a:latin typeface="华文中宋" panose="02010600040101010101" pitchFamily="2" charset="-122"/>
                <a:ea typeface="华文中宋" panose="02010600040101010101" pitchFamily="2" charset="-122"/>
              </a:rPr>
              <a:t>切断电场，使电子流只在磁场中运动</a:t>
            </a:r>
          </a:p>
        </p:txBody>
      </p:sp>
      <p:pic>
        <p:nvPicPr>
          <p:cNvPr id="175112" name="Picture 11" descr="ne266"/>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181600" y="304801"/>
            <a:ext cx="5257800"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2438401" y="304800"/>
            <a:ext cx="1947863" cy="762000"/>
          </a:xfrm>
        </p:spPr>
        <p:txBody>
          <a:bodyPr/>
          <a:lstStyle/>
          <a:p>
            <a:pPr eaLnBrk="1" hangingPunct="1"/>
            <a:r>
              <a:rPr lang="zh-CN" altLang="en-US" b="1">
                <a:ea typeface="华文中宋" panose="02010600040101010101" pitchFamily="2" charset="-122"/>
              </a:rPr>
              <a:t>讨论</a:t>
            </a:r>
          </a:p>
        </p:txBody>
      </p:sp>
      <p:sp>
        <p:nvSpPr>
          <p:cNvPr id="176131" name="Rectangle 3"/>
          <p:cNvSpPr>
            <a:spLocks noGrp="1" noChangeArrowheads="1"/>
          </p:cNvSpPr>
          <p:nvPr>
            <p:ph type="body" idx="1"/>
          </p:nvPr>
        </p:nvSpPr>
        <p:spPr>
          <a:xfrm>
            <a:off x="2209800" y="1219200"/>
            <a:ext cx="7924800" cy="4724400"/>
          </a:xfrm>
        </p:spPr>
        <p:txBody>
          <a:bodyPr/>
          <a:lstStyle/>
          <a:p>
            <a:pPr algn="just" eaLnBrk="1" hangingPunct="1">
              <a:lnSpc>
                <a:spcPct val="90000"/>
              </a:lnSpc>
            </a:pPr>
            <a:r>
              <a:rPr lang="zh-CN" altLang="en-US" b="1">
                <a:latin typeface="Times New Roman" panose="02020603050405020304" pitchFamily="18" charset="0"/>
                <a:ea typeface="华文中宋" panose="02010600040101010101" pitchFamily="2" charset="-122"/>
              </a:rPr>
              <a:t>第一次发现了电子，是具有开创性的实验</a:t>
            </a:r>
            <a:endParaRPr lang="zh-CN" altLang="en-US">
              <a:latin typeface="Times New Roman" panose="02020603050405020304" pitchFamily="18" charset="0"/>
              <a:ea typeface="华文中宋" panose="02010600040101010101" pitchFamily="2" charset="-122"/>
            </a:endParaRPr>
          </a:p>
          <a:p>
            <a:pPr lvl="1" algn="just" eaLnBrk="1" hangingPunct="1">
              <a:lnSpc>
                <a:spcPct val="90000"/>
              </a:lnSpc>
            </a:pPr>
            <a:r>
              <a:rPr lang="zh-CN" altLang="en-US" b="1">
                <a:latin typeface="华文中宋" panose="02010600040101010101" pitchFamily="2" charset="-122"/>
                <a:ea typeface="华文中宋" panose="02010600040101010101" pitchFamily="2" charset="-122"/>
              </a:rPr>
              <a:t>发现该荷质比约比氢离子荷质比大</a:t>
            </a:r>
            <a:r>
              <a:rPr lang="en-US" altLang="zh-CN" b="1">
                <a:latin typeface="Times New Roman" panose="02020603050405020304" pitchFamily="18" charset="0"/>
                <a:ea typeface="华文中宋" panose="02010600040101010101" pitchFamily="2" charset="-122"/>
              </a:rPr>
              <a:t>1000</a:t>
            </a:r>
            <a:r>
              <a:rPr lang="zh-CN" altLang="en-US" b="1">
                <a:latin typeface="Times New Roman" panose="02020603050405020304" pitchFamily="18" charset="0"/>
                <a:ea typeface="华文中宋" panose="02010600040101010101" pitchFamily="2" charset="-122"/>
              </a:rPr>
              <a:t>倍</a:t>
            </a:r>
          </a:p>
          <a:p>
            <a:pPr lvl="1" algn="just" eaLnBrk="1" hangingPunct="1">
              <a:lnSpc>
                <a:spcPct val="90000"/>
              </a:lnSpc>
            </a:pPr>
            <a:r>
              <a:rPr lang="zh-CN" altLang="en-US" b="1">
                <a:latin typeface="Times New Roman" panose="02020603050405020304" pitchFamily="18" charset="0"/>
                <a:ea typeface="华文中宋" panose="02010600040101010101" pitchFamily="2" charset="-122"/>
              </a:rPr>
              <a:t>用不同的金属做实验做出来比值一样</a:t>
            </a:r>
          </a:p>
          <a:p>
            <a:pPr lvl="1" algn="just" eaLnBrk="1" hangingPunct="1">
              <a:lnSpc>
                <a:spcPct val="90000"/>
              </a:lnSpc>
            </a:pPr>
            <a:r>
              <a:rPr lang="zh-CN" altLang="en-US" b="1">
                <a:latin typeface="Times New Roman" panose="02020603050405020304" pitchFamily="18" charset="0"/>
                <a:ea typeface="华文中宋" panose="02010600040101010101" pitchFamily="2" charset="-122"/>
              </a:rPr>
              <a:t>说明带电质粒是比原子更小的质粒，后来这种质粒被称为电子，</a:t>
            </a:r>
          </a:p>
          <a:p>
            <a:pPr algn="just" eaLnBrk="1" hangingPunct="1">
              <a:lnSpc>
                <a:spcPct val="90000"/>
              </a:lnSpc>
            </a:pPr>
            <a:r>
              <a:rPr lang="en-US" altLang="zh-CN" b="1">
                <a:latin typeface="Times New Roman" panose="02020603050405020304" pitchFamily="18" charset="0"/>
                <a:ea typeface="华文中宋" panose="02010600040101010101" pitchFamily="2" charset="-122"/>
              </a:rPr>
              <a:t>1909</a:t>
            </a:r>
            <a:r>
              <a:rPr lang="zh-CN" altLang="en-US" b="1">
                <a:latin typeface="Times New Roman" panose="02020603050405020304" pitchFamily="18" charset="0"/>
                <a:ea typeface="华文中宋" panose="02010600040101010101" pitchFamily="2" charset="-122"/>
              </a:rPr>
              <a:t>年，</a:t>
            </a:r>
            <a:r>
              <a:rPr lang="en-US" altLang="zh-CN" b="1">
                <a:latin typeface="Times New Roman" panose="02020603050405020304" pitchFamily="18" charset="0"/>
                <a:ea typeface="华文中宋" panose="02010600040101010101" pitchFamily="2" charset="-122"/>
              </a:rPr>
              <a:t>Milikan</a:t>
            </a:r>
            <a:r>
              <a:rPr lang="zh-CN" altLang="en-US" b="1">
                <a:latin typeface="Times New Roman" panose="02020603050405020304" pitchFamily="18" charset="0"/>
                <a:ea typeface="华文中宋" panose="02010600040101010101" pitchFamily="2" charset="-122"/>
              </a:rPr>
              <a:t>测电荷，发现各种各样的电荷总是某一个值的整数倍</a:t>
            </a:r>
            <a:r>
              <a:rPr lang="en-US" altLang="zh-CN" b="1">
                <a:latin typeface="Times New Roman" panose="02020603050405020304" pitchFamily="18" charset="0"/>
                <a:ea typeface="华文中宋" panose="02010600040101010101" pitchFamily="2" charset="-122"/>
              </a:rPr>
              <a:t>——</a:t>
            </a:r>
            <a:r>
              <a:rPr lang="zh-CN" altLang="en-US" b="1">
                <a:latin typeface="Times New Roman" panose="02020603050405020304" pitchFamily="18" charset="0"/>
                <a:ea typeface="华文中宋" panose="02010600040101010101" pitchFamily="2" charset="-122"/>
              </a:rPr>
              <a:t>发现</a:t>
            </a:r>
            <a:r>
              <a:rPr lang="zh-CN" altLang="en-US" b="1">
                <a:solidFill>
                  <a:schemeClr val="folHlink"/>
                </a:solidFill>
                <a:latin typeface="Times New Roman" panose="02020603050405020304" pitchFamily="18" charset="0"/>
                <a:ea typeface="华文中宋" panose="02010600040101010101" pitchFamily="2" charset="-122"/>
              </a:rPr>
              <a:t>电子量子化</a:t>
            </a:r>
            <a:endParaRPr lang="zh-CN" altLang="en-US">
              <a:solidFill>
                <a:schemeClr val="folHlink"/>
              </a:solidFill>
              <a:latin typeface="Times New Roman" panose="02020603050405020304" pitchFamily="18" charset="0"/>
              <a:ea typeface="华文中宋" panose="02010600040101010101" pitchFamily="2" charset="-122"/>
            </a:endParaRPr>
          </a:p>
          <a:p>
            <a:pPr eaLnBrk="1" hangingPunct="1">
              <a:lnSpc>
                <a:spcPct val="90000"/>
              </a:lnSpc>
            </a:pPr>
            <a:r>
              <a:rPr lang="en-US" altLang="zh-CN" b="1">
                <a:latin typeface="Times New Roman" panose="02020603050405020304" pitchFamily="18" charset="0"/>
                <a:ea typeface="华文中宋" panose="02010600040101010101" pitchFamily="2" charset="-122"/>
              </a:rPr>
              <a:t>1904</a:t>
            </a:r>
            <a:r>
              <a:rPr lang="zh-CN" altLang="en-US" b="1">
                <a:latin typeface="Times New Roman" panose="02020603050405020304" pitchFamily="18" charset="0"/>
                <a:ea typeface="华文中宋" panose="02010600040101010101" pitchFamily="2" charset="-122"/>
              </a:rPr>
              <a:t>年</a:t>
            </a:r>
            <a:r>
              <a:rPr lang="en-US" altLang="zh-CN" b="1">
                <a:latin typeface="Times New Roman" panose="02020603050405020304" pitchFamily="18" charset="0"/>
                <a:ea typeface="华文中宋" panose="02010600040101010101" pitchFamily="2" charset="-122"/>
              </a:rPr>
              <a:t>Kaufmann</a:t>
            </a:r>
            <a:r>
              <a:rPr lang="zh-CN" altLang="en-US" b="1">
                <a:latin typeface="Times New Roman" panose="02020603050405020304" pitchFamily="18" charset="0"/>
                <a:ea typeface="华文中宋" panose="02010600040101010101" pitchFamily="2" charset="-122"/>
              </a:rPr>
              <a:t>发现</a:t>
            </a:r>
            <a:r>
              <a:rPr lang="zh-CN" altLang="en-US" b="1">
                <a:solidFill>
                  <a:schemeClr val="folHlink"/>
                </a:solidFill>
                <a:latin typeface="Times New Roman" panose="02020603050405020304" pitchFamily="18" charset="0"/>
                <a:ea typeface="华文中宋" panose="02010600040101010101" pitchFamily="2" charset="-122"/>
              </a:rPr>
              <a:t>荷</a:t>
            </a:r>
            <a:r>
              <a:rPr lang="zh-CN" altLang="en-US" b="1">
                <a:solidFill>
                  <a:schemeClr val="folHlink"/>
                </a:solidFill>
                <a:latin typeface="华文中宋" panose="02010600040101010101" pitchFamily="2" charset="-122"/>
                <a:ea typeface="华文中宋" panose="02010600040101010101" pitchFamily="2" charset="-122"/>
              </a:rPr>
              <a:t>质比随速度变化</a:t>
            </a:r>
            <a:r>
              <a:rPr lang="zh-CN" altLang="en-US" b="1">
                <a:latin typeface="华文中宋" panose="02010600040101010101" pitchFamily="2" charset="-122"/>
                <a:ea typeface="华文中宋" panose="02010600040101010101" pitchFamily="2" charset="-122"/>
              </a:rPr>
              <a:t>，那么究竟是荷还是质随速度变化？</a:t>
            </a:r>
            <a:r>
              <a:rPr lang="zh-CN" altLang="en-US">
                <a:latin typeface="华文中宋" panose="02010600040101010101" pitchFamily="2" charset="-122"/>
                <a:ea typeface="华文中宋" panose="02010600040101010101" pitchFamily="2" charset="-122"/>
              </a:rPr>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2209801" y="304800"/>
            <a:ext cx="6977063" cy="762000"/>
          </a:xfrm>
        </p:spPr>
        <p:txBody>
          <a:bodyPr/>
          <a:lstStyle/>
          <a:p>
            <a:pPr eaLnBrk="1" hangingPunct="1"/>
            <a:r>
              <a:rPr lang="zh-CN" altLang="en-US" b="1">
                <a:latin typeface="华文中宋" panose="02010600040101010101" pitchFamily="2" charset="-122"/>
                <a:ea typeface="华文中宋" panose="02010600040101010101" pitchFamily="2" charset="-122"/>
              </a:rPr>
              <a:t>荷变还是质变？</a:t>
            </a:r>
          </a:p>
        </p:txBody>
      </p:sp>
      <p:sp>
        <p:nvSpPr>
          <p:cNvPr id="177155" name="Rectangle 3"/>
          <p:cNvSpPr>
            <a:spLocks noGrp="1" noChangeArrowheads="1"/>
          </p:cNvSpPr>
          <p:nvPr>
            <p:ph type="body" idx="1"/>
          </p:nvPr>
        </p:nvSpPr>
        <p:spPr>
          <a:xfrm>
            <a:off x="2133600" y="1295400"/>
            <a:ext cx="8110538" cy="4191000"/>
          </a:xfrm>
        </p:spPr>
        <p:txBody>
          <a:bodyPr/>
          <a:lstStyle/>
          <a:p>
            <a:pPr eaLnBrk="1" hangingPunct="1"/>
            <a:r>
              <a:rPr lang="zh-CN" altLang="en-US" sz="2800" b="1">
                <a:solidFill>
                  <a:srgbClr val="660033"/>
                </a:solidFill>
                <a:latin typeface="华文中宋" panose="02010600040101010101" pitchFamily="2" charset="-122"/>
                <a:ea typeface="华文中宋" panose="02010600040101010101" pitchFamily="2" charset="-122"/>
              </a:rPr>
              <a:t>荷随速度变化</a:t>
            </a:r>
            <a:r>
              <a:rPr lang="zh-CN" altLang="en-US" sz="2800" b="1">
                <a:solidFill>
                  <a:srgbClr val="660033"/>
                </a:solidFill>
                <a:ea typeface="华文中宋" panose="02010600040101010101" pitchFamily="2" charset="-122"/>
              </a:rPr>
              <a:t> ？否！</a:t>
            </a:r>
          </a:p>
          <a:p>
            <a:pPr lvl="1" eaLnBrk="1" hangingPunct="1"/>
            <a:r>
              <a:rPr lang="zh-CN" altLang="en-US" sz="2400" b="1">
                <a:latin typeface="华文中宋" panose="02010600040101010101" pitchFamily="2" charset="-122"/>
                <a:ea typeface="华文中宋" panose="02010600040101010101" pitchFamily="2" charset="-122"/>
              </a:rPr>
              <a:t>对电中性物质加热，电子速度的变化会破坏电中性</a:t>
            </a:r>
            <a:r>
              <a:rPr lang="en-US" altLang="zh-CN" sz="2400" b="1">
                <a:latin typeface="Times New Roman" panose="02020603050405020304" pitchFamily="18" charset="0"/>
                <a:ea typeface="华文中宋" panose="02010600040101010101" pitchFamily="2" charset="-122"/>
              </a:rPr>
              <a:t>——</a:t>
            </a:r>
            <a:r>
              <a:rPr lang="zh-CN" altLang="en-US" sz="2400" b="1">
                <a:latin typeface="华文中宋" panose="02010600040101010101" pitchFamily="2" charset="-122"/>
                <a:ea typeface="华文中宋" panose="02010600040101010101" pitchFamily="2" charset="-122"/>
              </a:rPr>
              <a:t>实际没有</a:t>
            </a:r>
          </a:p>
          <a:p>
            <a:pPr eaLnBrk="1" hangingPunct="1"/>
            <a:r>
              <a:rPr lang="zh-CN" altLang="en-US" sz="2800" b="1">
                <a:solidFill>
                  <a:srgbClr val="660033"/>
                </a:solidFill>
                <a:latin typeface="华文中宋" panose="02010600040101010101" pitchFamily="2" charset="-122"/>
                <a:ea typeface="华文中宋" panose="02010600040101010101" pitchFamily="2" charset="-122"/>
              </a:rPr>
              <a:t>应该是质随速度变化 </a:t>
            </a:r>
          </a:p>
          <a:p>
            <a:pPr eaLnBrk="1" hangingPunct="1"/>
            <a:r>
              <a:rPr lang="zh-CN" altLang="en-US" sz="2800" b="1">
                <a:solidFill>
                  <a:srgbClr val="660033"/>
                </a:solidFill>
                <a:latin typeface="华文中宋" panose="02010600040101010101" pitchFamily="2" charset="-122"/>
                <a:ea typeface="华文中宋" panose="02010600040101010101" pitchFamily="2" charset="-122"/>
              </a:rPr>
              <a:t>荷质比测量的意义</a:t>
            </a:r>
          </a:p>
          <a:p>
            <a:pPr lvl="1" eaLnBrk="1" hangingPunct="1"/>
            <a:r>
              <a:rPr lang="zh-CN" altLang="en-US" sz="2400" b="1">
                <a:latin typeface="宋体" panose="02010600030101010101" pitchFamily="2" charset="-122"/>
              </a:rPr>
              <a:t>电子是第一个被发现的基本粒子</a:t>
            </a:r>
            <a:r>
              <a:rPr lang="zh-CN" altLang="en-US" sz="2400" b="1">
                <a:solidFill>
                  <a:srgbClr val="0000CC"/>
                </a:solidFill>
                <a:ea typeface="华文中宋" panose="02010600040101010101" pitchFamily="2" charset="-122"/>
              </a:rPr>
              <a:t> </a:t>
            </a:r>
          </a:p>
          <a:p>
            <a:pPr lvl="1" eaLnBrk="1" hangingPunct="1"/>
            <a:r>
              <a:rPr lang="zh-CN" altLang="en-US" sz="2400" b="1">
                <a:latin typeface="宋体" panose="02010600030101010101" pitchFamily="2" charset="-122"/>
              </a:rPr>
              <a:t>搞清楚什么是电</a:t>
            </a:r>
            <a:r>
              <a:rPr lang="zh-CN" altLang="en-US" sz="2400" b="1">
                <a:solidFill>
                  <a:srgbClr val="0000CC"/>
                </a:solidFill>
                <a:ea typeface="华文中宋" panose="02010600040101010101" pitchFamily="2" charset="-122"/>
              </a:rPr>
              <a:t> </a:t>
            </a:r>
          </a:p>
          <a:p>
            <a:pPr lvl="1" eaLnBrk="1" hangingPunct="1"/>
            <a:r>
              <a:rPr lang="zh-CN" altLang="en-US" sz="2400" b="1">
                <a:latin typeface="宋体" panose="02010600030101010101" pitchFamily="2" charset="-122"/>
              </a:rPr>
              <a:t>发现了速度效应   提供狭义相对论的重要实验基础</a:t>
            </a:r>
          </a:p>
          <a:p>
            <a:pPr algn="just" eaLnBrk="1" hangingPunct="1"/>
            <a:r>
              <a:rPr lang="zh-CN" altLang="en-US" sz="2800" b="1">
                <a:latin typeface="宋体" panose="02010600030101010101" pitchFamily="2" charset="-122"/>
              </a:rPr>
              <a:t>现代实验测量电子的荷质比是 </a:t>
            </a:r>
            <a:r>
              <a:rPr lang="zh-CN" altLang="en-US" sz="2800" b="1">
                <a:ea typeface="华文中宋" panose="02010600040101010101" pitchFamily="2" charset="-122"/>
              </a:rPr>
              <a:t> </a:t>
            </a:r>
          </a:p>
        </p:txBody>
      </p:sp>
      <p:sp>
        <p:nvSpPr>
          <p:cNvPr id="177156" name="Rectangle 5"/>
          <p:cNvSpPr>
            <a:spLocks noChangeArrowheads="1"/>
          </p:cNvSpPr>
          <p:nvPr/>
        </p:nvSpPr>
        <p:spPr bwMode="auto">
          <a:xfrm>
            <a:off x="4752975" y="31575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77157" name="Object 4"/>
          <p:cNvGraphicFramePr>
            <a:graphicFrameLocks noChangeAspect="1"/>
          </p:cNvGraphicFramePr>
          <p:nvPr/>
        </p:nvGraphicFramePr>
        <p:xfrm>
          <a:off x="4852989" y="5486401"/>
          <a:ext cx="3779837" cy="847725"/>
        </p:xfrm>
        <a:graphic>
          <a:graphicData uri="http://schemas.openxmlformats.org/presentationml/2006/ole">
            <mc:AlternateContent xmlns:mc="http://schemas.openxmlformats.org/markup-compatibility/2006">
              <mc:Choice xmlns:v="urn:schemas-microsoft-com:vml" Requires="v">
                <p:oleObj spid="_x0000_s177176" name="Equation" r:id="rId3" imgW="1752600" imgH="393700" progId="Equation.3">
                  <p:embed/>
                </p:oleObj>
              </mc:Choice>
              <mc:Fallback>
                <p:oleObj name="Equation" r:id="rId3" imgW="17526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2989" y="5486401"/>
                        <a:ext cx="377983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7158" name="AutoShape 6">
            <a:hlinkClick r:id="rId5" action="ppaction://hlinkpres?slideindex=15&amp;slidetitle=涉及到带电粒子在电磁场中运动的问题"/>
          </p:cNvPr>
          <p:cNvSpPr>
            <a:spLocks noChangeArrowheads="1"/>
          </p:cNvSpPr>
          <p:nvPr/>
        </p:nvSpPr>
        <p:spPr bwMode="auto">
          <a:xfrm>
            <a:off x="9525000" y="5715000"/>
            <a:ext cx="533400" cy="381000"/>
          </a:xfrm>
          <a:prstGeom prst="leftArrow">
            <a:avLst>
              <a:gd name="adj1" fmla="val 50000"/>
              <a:gd name="adj2" fmla="val 35000"/>
            </a:avLst>
          </a:prstGeom>
          <a:solidFill>
            <a:schemeClr va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2395539" y="862013"/>
            <a:ext cx="8162925" cy="762000"/>
          </a:xfrm>
        </p:spPr>
        <p:txBody>
          <a:bodyPr/>
          <a:lstStyle/>
          <a:p>
            <a:pPr algn="just" eaLnBrk="1" hangingPunct="1"/>
            <a:r>
              <a:rPr lang="zh-CN" altLang="en-US" b="1">
                <a:latin typeface="华文中宋" panose="02010600040101010101" pitchFamily="2" charset="-122"/>
                <a:ea typeface="华文中宋" panose="02010600040101010101" pitchFamily="2" charset="-122"/>
              </a:rPr>
              <a:t>霍耳效应</a:t>
            </a:r>
            <a:endParaRPr lang="en-US" altLang="zh-CN"/>
          </a:p>
        </p:txBody>
      </p:sp>
      <p:sp>
        <p:nvSpPr>
          <p:cNvPr id="178179" name="Rectangle 3"/>
          <p:cNvSpPr>
            <a:spLocks noGrp="1" noChangeArrowheads="1"/>
          </p:cNvSpPr>
          <p:nvPr>
            <p:ph type="body" idx="1"/>
          </p:nvPr>
        </p:nvSpPr>
        <p:spPr/>
        <p:txBody>
          <a:bodyPr/>
          <a:lstStyle/>
          <a:p>
            <a:pPr eaLnBrk="1" hangingPunct="1"/>
            <a:r>
              <a:rPr lang="zh-CN" altLang="en-US" b="1">
                <a:latin typeface="宋体" panose="02010600030101010101" pitchFamily="2" charset="-122"/>
              </a:rPr>
              <a:t>经典霍耳效应</a:t>
            </a:r>
            <a:r>
              <a:rPr lang="zh-CN" altLang="en-US"/>
              <a:t> </a:t>
            </a:r>
          </a:p>
          <a:p>
            <a:pPr lvl="1" eaLnBrk="1" hangingPunct="1"/>
            <a:r>
              <a:rPr lang="en-US" altLang="zh-CN" b="1">
                <a:latin typeface="Times New Roman" panose="02020603050405020304" pitchFamily="18" charset="0"/>
              </a:rPr>
              <a:t>1879</a:t>
            </a:r>
            <a:r>
              <a:rPr lang="zh-CN" altLang="en-US" b="1">
                <a:latin typeface="Times New Roman" panose="02020603050405020304" pitchFamily="18" charset="0"/>
              </a:rPr>
              <a:t>年德国物理学家</a:t>
            </a:r>
            <a:r>
              <a:rPr lang="en-US" altLang="zh-CN" b="1">
                <a:latin typeface="Times New Roman" panose="02020603050405020304" pitchFamily="18" charset="0"/>
              </a:rPr>
              <a:t>Hall</a:t>
            </a:r>
            <a:r>
              <a:rPr lang="zh-CN" altLang="en-US" b="1">
                <a:latin typeface="Times New Roman" panose="02020603050405020304" pitchFamily="18" charset="0"/>
              </a:rPr>
              <a:t>发现的</a:t>
            </a:r>
            <a:r>
              <a:rPr lang="zh-CN" altLang="en-US"/>
              <a:t> </a:t>
            </a:r>
          </a:p>
          <a:p>
            <a:pPr eaLnBrk="1" hangingPunct="1"/>
            <a:r>
              <a:rPr lang="zh-CN" altLang="en-US" b="1">
                <a:latin typeface="宋体" panose="02010600030101010101" pitchFamily="2" charset="-122"/>
              </a:rPr>
              <a:t>量子</a:t>
            </a:r>
            <a:r>
              <a:rPr lang="en-US" altLang="zh-CN" b="1">
                <a:latin typeface="Times New Roman" panose="02020603050405020304" pitchFamily="18" charset="0"/>
              </a:rPr>
              <a:t>Hall</a:t>
            </a:r>
            <a:r>
              <a:rPr lang="zh-CN" altLang="en-US" b="1">
                <a:latin typeface="宋体" panose="02010600030101010101" pitchFamily="2" charset="-122"/>
              </a:rPr>
              <a:t>效应</a:t>
            </a:r>
            <a:r>
              <a:rPr lang="zh-CN" altLang="en-US"/>
              <a:t> </a:t>
            </a:r>
          </a:p>
          <a:p>
            <a:pPr lvl="1" eaLnBrk="1" hangingPunct="1"/>
            <a:r>
              <a:rPr lang="en-US" altLang="zh-CN" b="1">
                <a:latin typeface="Times New Roman" panose="02020603050405020304" pitchFamily="18" charset="0"/>
              </a:rPr>
              <a:t>1980</a:t>
            </a:r>
            <a:r>
              <a:rPr lang="zh-CN" altLang="en-US" b="1">
                <a:latin typeface="Times New Roman" panose="02020603050405020304" pitchFamily="18" charset="0"/>
              </a:rPr>
              <a:t>年，德国物理学家</a:t>
            </a:r>
            <a:r>
              <a:rPr lang="zh-CN" altLang="en-US" b="1">
                <a:solidFill>
                  <a:srgbClr val="0000FF"/>
                </a:solidFill>
                <a:latin typeface="Times New Roman" panose="02020603050405020304" pitchFamily="18" charset="0"/>
              </a:rPr>
              <a:t>冯</a:t>
            </a:r>
            <a:r>
              <a:rPr lang="en-US" altLang="zh-CN" b="1">
                <a:solidFill>
                  <a:srgbClr val="0000FF"/>
                </a:solidFill>
                <a:latin typeface="Times New Roman" panose="02020603050405020304" pitchFamily="18" charset="0"/>
              </a:rPr>
              <a:t>.</a:t>
            </a:r>
            <a:r>
              <a:rPr lang="zh-CN" altLang="en-US" b="1">
                <a:solidFill>
                  <a:srgbClr val="0000FF"/>
                </a:solidFill>
                <a:latin typeface="Times New Roman" panose="02020603050405020304" pitchFamily="18" charset="0"/>
              </a:rPr>
              <a:t>克利青</a:t>
            </a:r>
            <a:r>
              <a:rPr lang="zh-CN" altLang="en-US" b="1">
                <a:latin typeface="Times New Roman" panose="02020603050405020304" pitchFamily="18" charset="0"/>
              </a:rPr>
              <a:t>（</a:t>
            </a:r>
            <a:r>
              <a:rPr lang="en-US" altLang="zh-CN" b="1">
                <a:latin typeface="Times New Roman" panose="02020603050405020304" pitchFamily="18" charset="0"/>
              </a:rPr>
              <a:t>Von Klitzing</a:t>
            </a:r>
            <a:r>
              <a:rPr lang="zh-CN" altLang="en-US" b="1">
                <a:latin typeface="Times New Roman" panose="02020603050405020304" pitchFamily="18" charset="0"/>
              </a:rPr>
              <a:t>）发现</a:t>
            </a:r>
            <a:r>
              <a:rPr lang="zh-CN" altLang="en-US"/>
              <a:t> </a:t>
            </a:r>
          </a:p>
          <a:p>
            <a:pPr eaLnBrk="1" hangingPunct="1"/>
            <a:r>
              <a:rPr lang="zh-CN" altLang="en-US" b="1">
                <a:latin typeface="宋体" panose="02010600030101010101" pitchFamily="2" charset="-122"/>
              </a:rPr>
              <a:t>分数量子</a:t>
            </a:r>
            <a:r>
              <a:rPr lang="en-US" altLang="zh-CN" b="1">
                <a:latin typeface="Times New Roman" panose="02020603050405020304" pitchFamily="18" charset="0"/>
              </a:rPr>
              <a:t>Hall</a:t>
            </a:r>
            <a:r>
              <a:rPr lang="zh-CN" altLang="en-US" b="1">
                <a:latin typeface="宋体" panose="02010600030101010101" pitchFamily="2" charset="-122"/>
              </a:rPr>
              <a:t>效应</a:t>
            </a:r>
            <a:r>
              <a:rPr lang="zh-CN" altLang="en-US"/>
              <a:t> </a:t>
            </a:r>
          </a:p>
          <a:p>
            <a:pPr lvl="1" eaLnBrk="1" hangingPunct="1"/>
            <a:r>
              <a:rPr lang="en-US" altLang="zh-CN" b="1">
                <a:latin typeface="Times New Roman" panose="02020603050405020304" pitchFamily="18" charset="0"/>
              </a:rPr>
              <a:t>1982</a:t>
            </a:r>
            <a:r>
              <a:rPr lang="zh-CN" altLang="en-US" b="1">
                <a:latin typeface="Times New Roman" panose="02020603050405020304" pitchFamily="18" charset="0"/>
              </a:rPr>
              <a:t>年，普林斯顿大学的美籍华裔教授崔琦和</a:t>
            </a:r>
            <a:r>
              <a:rPr lang="en-US" altLang="zh-CN" b="1">
                <a:latin typeface="Times New Roman" panose="02020603050405020304" pitchFamily="18" charset="0"/>
              </a:rPr>
              <a:t>Stoemer</a:t>
            </a:r>
            <a:r>
              <a:rPr lang="en-US" altLang="zh-CN">
                <a:latin typeface="Times New Roman" panose="02020603050405020304" pitchFamily="18" charset="0"/>
              </a:rPr>
              <a:t> </a:t>
            </a:r>
            <a:r>
              <a:rPr lang="zh-CN" altLang="en-US" b="1">
                <a:latin typeface="Times New Roman" panose="02020603050405020304" pitchFamily="18" charset="0"/>
              </a:rPr>
              <a:t>发现</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2090739" y="1808163"/>
            <a:ext cx="2249487" cy="519112"/>
          </a:xfrm>
          <a:prstGeom prst="rect">
            <a:avLst/>
          </a:prstGeom>
          <a:noFill/>
          <a:ln w="9525">
            <a:noFill/>
            <a:miter lim="800000"/>
            <a:headEnd/>
            <a:tailEnd/>
          </a:ln>
          <a:effectLst/>
        </p:spPr>
        <p:txBody>
          <a:bodyPr>
            <a:spAutoFit/>
          </a:bodyPr>
          <a:lstStyle/>
          <a:p>
            <a:pPr>
              <a:spcBef>
                <a:spcPct val="50000"/>
              </a:spcBef>
              <a:defRPr/>
            </a:pPr>
            <a:r>
              <a:rPr kumimoji="1" lang="zh-CN" altLang="en-US" sz="2800">
                <a:solidFill>
                  <a:srgbClr val="0000FF"/>
                </a:solidFill>
                <a:effectLst>
                  <a:outerShdw blurRad="38100" dist="38100" dir="2700000" algn="tl">
                    <a:srgbClr val="C0C0C0"/>
                  </a:outerShdw>
                </a:effectLst>
                <a:latin typeface="宋体" charset="-122"/>
                <a:ea typeface="宋体" charset="-122"/>
              </a:rPr>
              <a:t>洛伦兹力</a:t>
            </a:r>
          </a:p>
        </p:txBody>
      </p:sp>
      <p:sp>
        <p:nvSpPr>
          <p:cNvPr id="179203" name="Text Box 3"/>
          <p:cNvSpPr txBox="1">
            <a:spLocks noChangeArrowheads="1"/>
          </p:cNvSpPr>
          <p:nvPr/>
        </p:nvSpPr>
        <p:spPr bwMode="auto">
          <a:xfrm>
            <a:off x="2225675" y="4419601"/>
            <a:ext cx="219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平衡条件：</a:t>
            </a:r>
          </a:p>
        </p:txBody>
      </p:sp>
      <p:sp>
        <p:nvSpPr>
          <p:cNvPr id="179204" name="Text Box 4"/>
          <p:cNvSpPr txBox="1">
            <a:spLocks noChangeArrowheads="1"/>
          </p:cNvSpPr>
          <p:nvPr/>
        </p:nvSpPr>
        <p:spPr bwMode="auto">
          <a:xfrm>
            <a:off x="2209800" y="852488"/>
            <a:ext cx="312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霍耳效应</a:t>
            </a:r>
          </a:p>
        </p:txBody>
      </p:sp>
      <p:graphicFrame>
        <p:nvGraphicFramePr>
          <p:cNvPr id="179205" name="Object 5"/>
          <p:cNvGraphicFramePr>
            <a:graphicFrameLocks noChangeAspect="1"/>
          </p:cNvGraphicFramePr>
          <p:nvPr/>
        </p:nvGraphicFramePr>
        <p:xfrm>
          <a:off x="2360613" y="5229226"/>
          <a:ext cx="1676400" cy="600075"/>
        </p:xfrm>
        <a:graphic>
          <a:graphicData uri="http://schemas.openxmlformats.org/presentationml/2006/ole">
            <mc:AlternateContent xmlns:mc="http://schemas.openxmlformats.org/markup-compatibility/2006">
              <mc:Choice xmlns:v="urn:schemas-microsoft-com:vml" Requires="v">
                <p:oleObj spid="_x0000_s179373" name="公式" r:id="rId4" imgW="1000029" imgH="342900" progId="Equation.3">
                  <p:embed/>
                </p:oleObj>
              </mc:Choice>
              <mc:Fallback>
                <p:oleObj name="公式" r:id="rId4" imgW="1000029" imgH="3429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0613" y="5229226"/>
                        <a:ext cx="167640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6" name="Object 6"/>
          <p:cNvGraphicFramePr>
            <a:graphicFrameLocks noChangeAspect="1"/>
          </p:cNvGraphicFramePr>
          <p:nvPr/>
        </p:nvGraphicFramePr>
        <p:xfrm>
          <a:off x="4535488" y="5232401"/>
          <a:ext cx="1084262" cy="696913"/>
        </p:xfrm>
        <a:graphic>
          <a:graphicData uri="http://schemas.openxmlformats.org/presentationml/2006/ole">
            <mc:AlternateContent xmlns:mc="http://schemas.openxmlformats.org/markup-compatibility/2006">
              <mc:Choice xmlns:v="urn:schemas-microsoft-com:vml" Requires="v">
                <p:oleObj spid="_x0000_s179374" name="Equation" r:id="rId6" imgW="428759" imgH="390661" progId="Equation.DSMT4">
                  <p:embed/>
                </p:oleObj>
              </mc:Choice>
              <mc:Fallback>
                <p:oleObj name="Equation" r:id="rId6" imgW="428759" imgH="390661"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5488" y="5232401"/>
                        <a:ext cx="1084262" cy="69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9207" name="Picture 7" descr="11-3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00700" y="188913"/>
            <a:ext cx="4751388"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8" name="Rectangle 8"/>
          <p:cNvSpPr>
            <a:spLocks noChangeArrowheads="1"/>
          </p:cNvSpPr>
          <p:nvPr/>
        </p:nvSpPr>
        <p:spPr bwMode="auto">
          <a:xfrm>
            <a:off x="4610101" y="3519488"/>
            <a:ext cx="1800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电场力：</a:t>
            </a:r>
          </a:p>
        </p:txBody>
      </p:sp>
      <p:graphicFrame>
        <p:nvGraphicFramePr>
          <p:cNvPr id="179209" name="Object 9"/>
          <p:cNvGraphicFramePr>
            <a:graphicFrameLocks noChangeAspect="1"/>
          </p:cNvGraphicFramePr>
          <p:nvPr/>
        </p:nvGraphicFramePr>
        <p:xfrm>
          <a:off x="2270126" y="2438401"/>
          <a:ext cx="993775" cy="371475"/>
        </p:xfrm>
        <a:graphic>
          <a:graphicData uri="http://schemas.openxmlformats.org/presentationml/2006/ole">
            <mc:AlternateContent xmlns:mc="http://schemas.openxmlformats.org/markup-compatibility/2006">
              <mc:Choice xmlns:v="urn:schemas-microsoft-com:vml" Requires="v">
                <p:oleObj spid="_x0000_s179375" name="Equation" r:id="rId9" imgW="581057" imgH="199923" progId="Equation.DSMT4">
                  <p:embed/>
                </p:oleObj>
              </mc:Choice>
              <mc:Fallback>
                <p:oleObj name="Equation" r:id="rId9" imgW="581057" imgH="199923"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0126" y="2438401"/>
                        <a:ext cx="99377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0" name="Object 10"/>
          <p:cNvGraphicFramePr>
            <a:graphicFrameLocks noChangeAspect="1"/>
          </p:cNvGraphicFramePr>
          <p:nvPr/>
        </p:nvGraphicFramePr>
        <p:xfrm>
          <a:off x="2225675" y="2843213"/>
          <a:ext cx="1200150" cy="330200"/>
        </p:xfrm>
        <a:graphic>
          <a:graphicData uri="http://schemas.openxmlformats.org/presentationml/2006/ole">
            <mc:AlternateContent xmlns:mc="http://schemas.openxmlformats.org/markup-compatibility/2006">
              <mc:Choice xmlns:v="urn:schemas-microsoft-com:vml" Requires="v">
                <p:oleObj spid="_x0000_s179376" name="Equation" r:id="rId11" imgW="704914" imgH="171450" progId="Equation.DSMT4">
                  <p:embed/>
                </p:oleObj>
              </mc:Choice>
              <mc:Fallback>
                <p:oleObj name="Equation" r:id="rId11" imgW="704914" imgH="171450"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25675" y="2843213"/>
                        <a:ext cx="120015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1" name="Object 11"/>
          <p:cNvGraphicFramePr>
            <a:graphicFrameLocks noChangeAspect="1"/>
          </p:cNvGraphicFramePr>
          <p:nvPr/>
        </p:nvGraphicFramePr>
        <p:xfrm>
          <a:off x="2270126" y="3384550"/>
          <a:ext cx="1738313" cy="330200"/>
        </p:xfrm>
        <a:graphic>
          <a:graphicData uri="http://schemas.openxmlformats.org/presentationml/2006/ole">
            <mc:AlternateContent xmlns:mc="http://schemas.openxmlformats.org/markup-compatibility/2006">
              <mc:Choice xmlns:v="urn:schemas-microsoft-com:vml" Requires="v">
                <p:oleObj spid="_x0000_s179377" name="Equation" r:id="rId13" imgW="1038257" imgH="171450" progId="Equation.DSMT4">
                  <p:embed/>
                </p:oleObj>
              </mc:Choice>
              <mc:Fallback>
                <p:oleObj name="Equation" r:id="rId13" imgW="1038257" imgH="17145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70126" y="3384550"/>
                        <a:ext cx="173831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2" name="Object 12"/>
          <p:cNvGraphicFramePr>
            <a:graphicFrameLocks noChangeAspect="1"/>
          </p:cNvGraphicFramePr>
          <p:nvPr/>
        </p:nvGraphicFramePr>
        <p:xfrm>
          <a:off x="2316163" y="3698875"/>
          <a:ext cx="1035050" cy="681038"/>
        </p:xfrm>
        <a:graphic>
          <a:graphicData uri="http://schemas.openxmlformats.org/presentationml/2006/ole">
            <mc:AlternateContent xmlns:mc="http://schemas.openxmlformats.org/markup-compatibility/2006">
              <mc:Choice xmlns:v="urn:schemas-microsoft-com:vml" Requires="v">
                <p:oleObj spid="_x0000_s179378" name="Equation" r:id="rId15" imgW="609498" imgH="390661" progId="Equation.DSMT4">
                  <p:embed/>
                </p:oleObj>
              </mc:Choice>
              <mc:Fallback>
                <p:oleObj name="Equation" r:id="rId15" imgW="609498" imgH="390661" progId="Equation.DSMT4">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16163" y="3698875"/>
                        <a:ext cx="1035050"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3" name="Object 13"/>
          <p:cNvGraphicFramePr>
            <a:graphicFrameLocks noChangeAspect="1"/>
          </p:cNvGraphicFramePr>
          <p:nvPr/>
        </p:nvGraphicFramePr>
        <p:xfrm>
          <a:off x="5961063" y="3608389"/>
          <a:ext cx="2101850" cy="460375"/>
        </p:xfrm>
        <a:graphic>
          <a:graphicData uri="http://schemas.openxmlformats.org/presentationml/2006/ole">
            <mc:AlternateContent xmlns:mc="http://schemas.openxmlformats.org/markup-compatibility/2006">
              <mc:Choice xmlns:v="urn:schemas-microsoft-com:vml" Requires="v">
                <p:oleObj spid="_x0000_s179379" name="Equation" r:id="rId17" imgW="1009510" imgH="199923" progId="Equation.DSMT4">
                  <p:embed/>
                </p:oleObj>
              </mc:Choice>
              <mc:Fallback>
                <p:oleObj name="Equation" r:id="rId17" imgW="1009510" imgH="199923" progId="Equation.DSMT4">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61063" y="3608389"/>
                        <a:ext cx="210185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14" name="Object 14"/>
          <p:cNvGraphicFramePr>
            <a:graphicFrameLocks noChangeAspect="1"/>
          </p:cNvGraphicFramePr>
          <p:nvPr/>
        </p:nvGraphicFramePr>
        <p:xfrm>
          <a:off x="4025901" y="4464051"/>
          <a:ext cx="1031875" cy="474663"/>
        </p:xfrm>
        <a:graphic>
          <a:graphicData uri="http://schemas.openxmlformats.org/presentationml/2006/ole">
            <mc:AlternateContent xmlns:mc="http://schemas.openxmlformats.org/markup-compatibility/2006">
              <mc:Choice xmlns:v="urn:schemas-microsoft-com:vml" Requires="v">
                <p:oleObj spid="_x0000_s179380" name="Equation" r:id="rId19" imgW="466680" imgH="199923" progId="Equation.DSMT4">
                  <p:embed/>
                </p:oleObj>
              </mc:Choice>
              <mc:Fallback>
                <p:oleObj name="Equation" r:id="rId19" imgW="466680" imgH="199923" progId="Equation.DSMT4">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25901" y="4464051"/>
                        <a:ext cx="1031875"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15" name="Line 15"/>
          <p:cNvSpPr>
            <a:spLocks noChangeShapeType="1"/>
          </p:cNvSpPr>
          <p:nvPr/>
        </p:nvSpPr>
        <p:spPr bwMode="auto">
          <a:xfrm>
            <a:off x="5105401" y="4733925"/>
            <a:ext cx="1216025" cy="0"/>
          </a:xfrm>
          <a:prstGeom prst="line">
            <a:avLst/>
          </a:prstGeom>
          <a:noFill/>
          <a:ln w="76200">
            <a:solidFill>
              <a:srgbClr val="FF0000"/>
            </a:solidFill>
            <a:round/>
            <a:headEnd/>
            <a:tailEnd type="triangle" w="med" len="med"/>
          </a:ln>
          <a:scene3d>
            <a:camera prst="legacyObliqueTopRight"/>
            <a:lightRig rig="legacyFlat3" dir="b"/>
          </a:scene3d>
          <a:sp3d extrusionH="430200" prstMaterial="legacyMatte">
            <a:bevelT w="13500" h="13500" prst="angle"/>
            <a:bevelB w="13500" h="13500" prst="angle"/>
            <a:extrusionClr>
              <a:srgbClr val="FF0000"/>
            </a:extrusionClr>
            <a:contourClr>
              <a:srgbClr val="FF0000"/>
            </a:contourClr>
          </a:sp3d>
          <a:extLst>
            <a:ext uri="{909E8E84-426E-40DD-AFC4-6F175D3DCCD1}">
              <a14:hiddenFill xmlns:a14="http://schemas.microsoft.com/office/drawing/2010/main">
                <a:noFill/>
              </a14:hiddenFill>
            </a:ext>
          </a:extLst>
        </p:spPr>
        <p:txBody>
          <a:bodyPr wrap="none" anchor="ctr">
            <a:flatTx/>
          </a:bodyPr>
          <a:lstStyle/>
          <a:p>
            <a:endParaRPr lang="zh-CN" altLang="en-US"/>
          </a:p>
        </p:txBody>
      </p:sp>
      <p:graphicFrame>
        <p:nvGraphicFramePr>
          <p:cNvPr id="179216" name="Object 16"/>
          <p:cNvGraphicFramePr>
            <a:graphicFrameLocks noChangeAspect="1"/>
          </p:cNvGraphicFramePr>
          <p:nvPr/>
        </p:nvGraphicFramePr>
        <p:xfrm>
          <a:off x="6905626" y="4464051"/>
          <a:ext cx="1306513" cy="358775"/>
        </p:xfrm>
        <a:graphic>
          <a:graphicData uri="http://schemas.openxmlformats.org/presentationml/2006/ole">
            <mc:AlternateContent xmlns:mc="http://schemas.openxmlformats.org/markup-compatibility/2006">
              <mc:Choice xmlns:v="urn:schemas-microsoft-com:vml" Requires="v">
                <p:oleObj spid="_x0000_s179381" name="Equation" r:id="rId21" imgW="618978" imgH="152468" progId="Equation.DSMT4">
                  <p:embed/>
                </p:oleObj>
              </mc:Choice>
              <mc:Fallback>
                <p:oleObj name="Equation" r:id="rId21" imgW="618978" imgH="152468" progId="Equation.DSMT4">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05626" y="4464051"/>
                        <a:ext cx="1306513"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17" name="Text Box 17"/>
          <p:cNvSpPr txBox="1">
            <a:spLocks noChangeArrowheads="1"/>
          </p:cNvSpPr>
          <p:nvPr/>
        </p:nvSpPr>
        <p:spPr bwMode="auto">
          <a:xfrm>
            <a:off x="5961064" y="5138738"/>
            <a:ext cx="3735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霍耳系数：与载流子浓度有关</a:t>
            </a:r>
          </a:p>
        </p:txBody>
      </p:sp>
      <p:sp>
        <p:nvSpPr>
          <p:cNvPr id="179218" name="Text Box 18"/>
          <p:cNvSpPr txBox="1">
            <a:spLocks noChangeArrowheads="1"/>
          </p:cNvSpPr>
          <p:nvPr/>
        </p:nvSpPr>
        <p:spPr bwMode="auto">
          <a:xfrm>
            <a:off x="2000251" y="6038851"/>
            <a:ext cx="3509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半导体：</a:t>
            </a:r>
            <a:r>
              <a:rPr kumimoji="1" lang="en-US" altLang="zh-CN" sz="2800">
                <a:solidFill>
                  <a:srgbClr val="0000FF"/>
                </a:solidFill>
                <a:latin typeface="宋体" panose="02010600030101010101" pitchFamily="2" charset="-122"/>
              </a:rPr>
              <a:t>n </a:t>
            </a:r>
            <a:r>
              <a:rPr kumimoji="1" lang="zh-CN" altLang="en-US" sz="2800">
                <a:solidFill>
                  <a:srgbClr val="0000FF"/>
                </a:solidFill>
                <a:latin typeface="宋体" panose="02010600030101010101" pitchFamily="2" charset="-122"/>
              </a:rPr>
              <a:t>小，</a:t>
            </a:r>
            <a:r>
              <a:rPr kumimoji="1" lang="en-US" altLang="zh-CN" sz="2800">
                <a:solidFill>
                  <a:srgbClr val="0000FF"/>
                </a:solidFill>
                <a:latin typeface="宋体" panose="02010600030101010101" pitchFamily="2" charset="-122"/>
              </a:rPr>
              <a:t>K</a:t>
            </a:r>
            <a:r>
              <a:rPr kumimoji="1" lang="zh-CN" altLang="en-US" sz="2800">
                <a:solidFill>
                  <a:srgbClr val="0000FF"/>
                </a:solidFill>
                <a:latin typeface="宋体" panose="02010600030101010101" pitchFamily="2" charset="-122"/>
              </a:rPr>
              <a:t>大</a:t>
            </a:r>
          </a:p>
        </p:txBody>
      </p:sp>
      <p:sp>
        <p:nvSpPr>
          <p:cNvPr id="179219" name="Text Box 19"/>
          <p:cNvSpPr txBox="1">
            <a:spLocks noChangeArrowheads="1"/>
          </p:cNvSpPr>
          <p:nvPr/>
        </p:nvSpPr>
        <p:spPr bwMode="auto">
          <a:xfrm>
            <a:off x="5691188" y="6129338"/>
            <a:ext cx="3509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导体：</a:t>
            </a:r>
            <a:r>
              <a:rPr kumimoji="1" lang="en-US" altLang="zh-CN" sz="2800">
                <a:solidFill>
                  <a:srgbClr val="0000FF"/>
                </a:solidFill>
                <a:latin typeface="宋体" panose="02010600030101010101" pitchFamily="2" charset="-122"/>
              </a:rPr>
              <a:t>n </a:t>
            </a:r>
            <a:r>
              <a:rPr kumimoji="1" lang="zh-CN" altLang="en-US" sz="2800">
                <a:solidFill>
                  <a:srgbClr val="0000FF"/>
                </a:solidFill>
                <a:latin typeface="宋体" panose="02010600030101010101" pitchFamily="2" charset="-122"/>
              </a:rPr>
              <a:t>大，</a:t>
            </a:r>
            <a:r>
              <a:rPr kumimoji="1" lang="en-US" altLang="zh-CN" sz="2800">
                <a:solidFill>
                  <a:srgbClr val="0000FF"/>
                </a:solidFill>
                <a:latin typeface="宋体" panose="02010600030101010101" pitchFamily="2" charset="-122"/>
              </a:rPr>
              <a:t>K</a:t>
            </a:r>
            <a:r>
              <a:rPr kumimoji="1" lang="zh-CN" altLang="en-US" sz="2800">
                <a:solidFill>
                  <a:srgbClr val="0000FF"/>
                </a:solidFill>
                <a:latin typeface="宋体" panose="02010600030101010101" pitchFamily="2" charset="-122"/>
              </a:rPr>
              <a:t>小</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2667000" y="1628776"/>
            <a:ext cx="36957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载流导体薄板、磁场</a:t>
            </a:r>
          </a:p>
        </p:txBody>
      </p:sp>
      <p:sp>
        <p:nvSpPr>
          <p:cNvPr id="181251" name="Text Box 3"/>
          <p:cNvSpPr txBox="1">
            <a:spLocks noChangeArrowheads="1"/>
          </p:cNvSpPr>
          <p:nvPr/>
        </p:nvSpPr>
        <p:spPr bwMode="auto">
          <a:xfrm>
            <a:off x="2667000" y="2176463"/>
            <a:ext cx="2190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霍耳电势差</a:t>
            </a:r>
          </a:p>
        </p:txBody>
      </p:sp>
      <p:sp>
        <p:nvSpPr>
          <p:cNvPr id="116740" name="Text Box 4"/>
          <p:cNvSpPr txBox="1">
            <a:spLocks noChangeArrowheads="1"/>
          </p:cNvSpPr>
          <p:nvPr/>
        </p:nvSpPr>
        <p:spPr bwMode="auto">
          <a:xfrm>
            <a:off x="2705100" y="2786063"/>
            <a:ext cx="5524500" cy="519112"/>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测半导体类型；测磁场强度等</a:t>
            </a:r>
          </a:p>
        </p:txBody>
      </p:sp>
      <p:sp>
        <p:nvSpPr>
          <p:cNvPr id="181253" name="Text Box 5"/>
          <p:cNvSpPr txBox="1">
            <a:spLocks noChangeArrowheads="1"/>
          </p:cNvSpPr>
          <p:nvPr/>
        </p:nvSpPr>
        <p:spPr bwMode="auto">
          <a:xfrm>
            <a:off x="2209800" y="852488"/>
            <a:ext cx="312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霍耳效应</a:t>
            </a:r>
          </a:p>
        </p:txBody>
      </p:sp>
      <p:graphicFrame>
        <p:nvGraphicFramePr>
          <p:cNvPr id="181254" name="Object 6"/>
          <p:cNvGraphicFramePr>
            <a:graphicFrameLocks noChangeAspect="1"/>
          </p:cNvGraphicFramePr>
          <p:nvPr/>
        </p:nvGraphicFramePr>
        <p:xfrm>
          <a:off x="4800600" y="2238376"/>
          <a:ext cx="1676400" cy="600075"/>
        </p:xfrm>
        <a:graphic>
          <a:graphicData uri="http://schemas.openxmlformats.org/presentationml/2006/ole">
            <mc:AlternateContent xmlns:mc="http://schemas.openxmlformats.org/markup-compatibility/2006">
              <mc:Choice xmlns:v="urn:schemas-microsoft-com:vml" Requires="v">
                <p:oleObj spid="_x0000_s181298" name="公式" r:id="rId4" imgW="1000029" imgH="342900" progId="Equation.3">
                  <p:embed/>
                </p:oleObj>
              </mc:Choice>
              <mc:Fallback>
                <p:oleObj name="公式" r:id="rId4" imgW="1000029" imgH="342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2238376"/>
                        <a:ext cx="167640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5" name="Object 7"/>
          <p:cNvGraphicFramePr>
            <a:graphicFrameLocks noChangeAspect="1"/>
          </p:cNvGraphicFramePr>
          <p:nvPr/>
        </p:nvGraphicFramePr>
        <p:xfrm>
          <a:off x="6881813" y="2141538"/>
          <a:ext cx="1084262" cy="696912"/>
        </p:xfrm>
        <a:graphic>
          <a:graphicData uri="http://schemas.openxmlformats.org/presentationml/2006/ole">
            <mc:AlternateContent xmlns:mc="http://schemas.openxmlformats.org/markup-compatibility/2006">
              <mc:Choice xmlns:v="urn:schemas-microsoft-com:vml" Requires="v">
                <p:oleObj spid="_x0000_s181299" name="Equation" r:id="rId6" imgW="428759" imgH="390661" progId="Equation.DSMT4">
                  <p:embed/>
                </p:oleObj>
              </mc:Choice>
              <mc:Fallback>
                <p:oleObj name="Equation" r:id="rId6" imgW="428759" imgH="390661"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1813" y="2141538"/>
                        <a:ext cx="1084262"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1256" name="Rectangle 9"/>
          <p:cNvSpPr>
            <a:spLocks noChangeArrowheads="1"/>
          </p:cNvSpPr>
          <p:nvPr/>
        </p:nvSpPr>
        <p:spPr bwMode="auto">
          <a:xfrm>
            <a:off x="1524000" y="1581151"/>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条件：</a:t>
            </a:r>
            <a:endParaRPr kumimoji="1" lang="zh-CN" altLang="en-US" sz="2800">
              <a:solidFill>
                <a:srgbClr val="0000FF"/>
              </a:solidFill>
              <a:latin typeface="楷体_GB2312"/>
            </a:endParaRPr>
          </a:p>
        </p:txBody>
      </p:sp>
      <p:sp>
        <p:nvSpPr>
          <p:cNvPr id="181257" name="Rectangle 10"/>
          <p:cNvSpPr>
            <a:spLocks noChangeArrowheads="1"/>
          </p:cNvSpPr>
          <p:nvPr/>
        </p:nvSpPr>
        <p:spPr bwMode="auto">
          <a:xfrm>
            <a:off x="1562100" y="2176463"/>
            <a:ext cx="1562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宋体" panose="02010600030101010101" pitchFamily="2" charset="-122"/>
              </a:rPr>
              <a:t>原理：</a:t>
            </a:r>
          </a:p>
        </p:txBody>
      </p:sp>
      <p:sp>
        <p:nvSpPr>
          <p:cNvPr id="181258" name="Rectangle 11"/>
          <p:cNvSpPr>
            <a:spLocks noChangeArrowheads="1"/>
          </p:cNvSpPr>
          <p:nvPr/>
        </p:nvSpPr>
        <p:spPr bwMode="auto">
          <a:xfrm>
            <a:off x="1600200" y="2695576"/>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800">
                <a:solidFill>
                  <a:srgbClr val="0000FF"/>
                </a:solidFill>
                <a:latin typeface="幼圆" panose="02010509060101010101" pitchFamily="49" charset="-122"/>
              </a:rPr>
              <a:t>用途：</a:t>
            </a:r>
            <a:endParaRPr kumimoji="1" lang="zh-CN" altLang="en-US" sz="2800">
              <a:solidFill>
                <a:srgbClr val="0000FF"/>
              </a:solidFill>
              <a:latin typeface="楷体_GB2312"/>
            </a:endParaRPr>
          </a:p>
        </p:txBody>
      </p:sp>
      <p:sp>
        <p:nvSpPr>
          <p:cNvPr id="12" name="Text Box 4"/>
          <p:cNvSpPr txBox="1">
            <a:spLocks noChangeArrowheads="1"/>
          </p:cNvSpPr>
          <p:nvPr/>
        </p:nvSpPr>
        <p:spPr bwMode="auto">
          <a:xfrm>
            <a:off x="1865313" y="4284663"/>
            <a:ext cx="8056562" cy="1384300"/>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爱延毫森效应：载流子有速度分布，高速载流子，洛伦兹力大，相当于温度高，两侧产生温差电动势，特点：建立时间慢，减少方法：交流</a:t>
            </a:r>
          </a:p>
        </p:txBody>
      </p:sp>
      <p:sp>
        <p:nvSpPr>
          <p:cNvPr id="13" name="Text Box 4"/>
          <p:cNvSpPr txBox="1">
            <a:spLocks noChangeArrowheads="1"/>
          </p:cNvSpPr>
          <p:nvPr/>
        </p:nvSpPr>
        <p:spPr bwMode="auto">
          <a:xfrm>
            <a:off x="1524000" y="3384551"/>
            <a:ext cx="55245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建立时间：</a:t>
            </a:r>
            <a:r>
              <a:rPr kumimoji="1" lang="en-US" altLang="zh-CN" sz="2800" dirty="0" err="1">
                <a:solidFill>
                  <a:srgbClr val="0000FF"/>
                </a:solidFill>
                <a:effectLst>
                  <a:outerShdw blurRad="38100" dist="38100" dir="2700000" algn="tl">
                    <a:srgbClr val="C0C0C0"/>
                  </a:outerShdw>
                </a:effectLst>
                <a:latin typeface="宋体" charset="-122"/>
                <a:ea typeface="宋体" charset="-122"/>
              </a:rPr>
              <a:t>ps~fs</a:t>
            </a:r>
            <a:endParaRPr kumimoji="1" lang="zh-CN" altLang="en-US" sz="2800" dirty="0">
              <a:solidFill>
                <a:srgbClr val="0000FF"/>
              </a:solidFill>
              <a:effectLst>
                <a:outerShdw blurRad="38100" dist="38100" dir="2700000" algn="tl">
                  <a:srgbClr val="C0C0C0"/>
                </a:outerShdw>
              </a:effectLst>
              <a:latin typeface="宋体" charset="-122"/>
              <a:ea typeface="宋体" charset="-122"/>
            </a:endParaRPr>
          </a:p>
        </p:txBody>
      </p:sp>
      <p:sp>
        <p:nvSpPr>
          <p:cNvPr id="14" name="矩形 13"/>
          <p:cNvSpPr/>
          <p:nvPr/>
        </p:nvSpPr>
        <p:spPr>
          <a:xfrm>
            <a:off x="1524000" y="3833814"/>
            <a:ext cx="1620838" cy="523875"/>
          </a:xfrm>
          <a:prstGeom prst="rect">
            <a:avLst/>
          </a:prstGeom>
        </p:spPr>
        <p:txBody>
          <a:bodyPr wrap="none">
            <a:spAutoFit/>
          </a:bodyPr>
          <a:lstStyle/>
          <a:p>
            <a:pPr algn="ctr" eaLnBrk="1" hangingPunct="1">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副效应：</a:t>
            </a:r>
            <a:endParaRPr lang="zh-CN" altLang="en-US" dirty="0">
              <a:ea typeface="宋体" charset="-122"/>
            </a:endParaRPr>
          </a:p>
        </p:txBody>
      </p:sp>
      <p:sp>
        <p:nvSpPr>
          <p:cNvPr id="15" name="Text Box 4"/>
          <p:cNvSpPr txBox="1">
            <a:spLocks noChangeArrowheads="1"/>
          </p:cNvSpPr>
          <p:nvPr/>
        </p:nvSpPr>
        <p:spPr bwMode="auto">
          <a:xfrm>
            <a:off x="1820864" y="5473700"/>
            <a:ext cx="8054975" cy="954088"/>
          </a:xfrm>
          <a:prstGeom prst="rect">
            <a:avLst/>
          </a:prstGeom>
          <a:noFill/>
          <a:ln w="9525">
            <a:noFill/>
            <a:miter lim="800000"/>
            <a:headEnd/>
            <a:tailEnd/>
          </a:ln>
          <a:effectLst/>
        </p:spPr>
        <p:txBody>
          <a:bodyPr>
            <a:spAutoFit/>
          </a:bodyPr>
          <a:lstStyle/>
          <a:p>
            <a:pPr>
              <a:spcBef>
                <a:spcPct val="50000"/>
              </a:spcBef>
              <a:defRPr/>
            </a:pPr>
            <a:r>
              <a:rPr kumimoji="1" lang="zh-CN" altLang="en-US" sz="2800" dirty="0">
                <a:solidFill>
                  <a:srgbClr val="0000FF"/>
                </a:solidFill>
                <a:effectLst>
                  <a:outerShdw blurRad="38100" dist="38100" dir="2700000" algn="tl">
                    <a:srgbClr val="C0C0C0"/>
                  </a:outerShdw>
                </a:effectLst>
                <a:latin typeface="宋体" charset="-122"/>
                <a:ea typeface="宋体" charset="-122"/>
              </a:rPr>
              <a:t>不等位电势：电极不对称，处于不等位面上，无磁 场也存在，补偿法消除</a:t>
            </a:r>
          </a:p>
        </p:txBody>
      </p:sp>
      <p:pic>
        <p:nvPicPr>
          <p:cNvPr id="181263" name="Picture 11" descr="ne27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91301" y="188913"/>
            <a:ext cx="38449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3298" name="Object 4"/>
          <p:cNvGraphicFramePr>
            <a:graphicFrameLocks noGrp="1" noChangeAspect="1"/>
          </p:cNvGraphicFramePr>
          <p:nvPr>
            <p:ph/>
          </p:nvPr>
        </p:nvGraphicFramePr>
        <p:xfrm>
          <a:off x="2720976" y="323851"/>
          <a:ext cx="989013" cy="709613"/>
        </p:xfrm>
        <a:graphic>
          <a:graphicData uri="http://schemas.openxmlformats.org/presentationml/2006/ole">
            <mc:AlternateContent xmlns:mc="http://schemas.openxmlformats.org/markup-compatibility/2006">
              <mc:Choice xmlns:v="urn:schemas-microsoft-com:vml" Requires="v">
                <p:oleObj spid="_x0000_s183394" name="Equation" r:id="rId4" imgW="552310" imgH="390661" progId="Equation.DSMT4">
                  <p:embed/>
                </p:oleObj>
              </mc:Choice>
              <mc:Fallback>
                <p:oleObj name="Equation" r:id="rId4" imgW="552310" imgH="390661"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976" y="323851"/>
                        <a:ext cx="989013"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3299" name="Object 6"/>
          <p:cNvGraphicFramePr>
            <a:graphicFrameLocks noChangeAspect="1"/>
          </p:cNvGraphicFramePr>
          <p:nvPr/>
        </p:nvGraphicFramePr>
        <p:xfrm>
          <a:off x="4475164" y="279400"/>
          <a:ext cx="2103437" cy="808038"/>
        </p:xfrm>
        <a:graphic>
          <a:graphicData uri="http://schemas.openxmlformats.org/presentationml/2006/ole">
            <mc:AlternateContent xmlns:mc="http://schemas.openxmlformats.org/markup-compatibility/2006">
              <mc:Choice xmlns:v="urn:schemas-microsoft-com:vml" Requires="v">
                <p:oleObj spid="_x0000_s183395" name="Equation" r:id="rId6" imgW="1066698" imgH="390661" progId="Equation.DSMT4">
                  <p:embed/>
                </p:oleObj>
              </mc:Choice>
              <mc:Fallback>
                <p:oleObj name="Equation" r:id="rId6" imgW="1066698" imgH="390661"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5164" y="279400"/>
                        <a:ext cx="2103437"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00" name="Text Box 7"/>
          <p:cNvSpPr txBox="1">
            <a:spLocks noChangeArrowheads="1"/>
          </p:cNvSpPr>
          <p:nvPr/>
        </p:nvSpPr>
        <p:spPr bwMode="auto">
          <a:xfrm>
            <a:off x="2674939" y="2349501"/>
            <a:ext cx="3781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Times New Roman" panose="02020603050405020304" pitchFamily="18" charset="0"/>
              </a:rPr>
              <a:t>低温下</a:t>
            </a:r>
            <a:r>
              <a:rPr lang="en-US" altLang="zh-CN" sz="1800">
                <a:latin typeface="Times New Roman" panose="02020603050405020304" pitchFamily="18" charset="0"/>
              </a:rPr>
              <a:t>R</a:t>
            </a:r>
            <a:r>
              <a:rPr lang="en-US" altLang="zh-CN" sz="1800" baseline="-25000">
                <a:latin typeface="Times New Roman" panose="02020603050405020304" pitchFamily="18" charset="0"/>
              </a:rPr>
              <a:t>H</a:t>
            </a:r>
            <a:r>
              <a:rPr lang="zh-CN" altLang="en-US" sz="1800">
                <a:latin typeface="Times New Roman" panose="02020603050405020304" pitchFamily="18" charset="0"/>
              </a:rPr>
              <a:t>与</a:t>
            </a:r>
            <a:r>
              <a:rPr lang="en-US" altLang="zh-CN" sz="1800">
                <a:latin typeface="Times New Roman" panose="02020603050405020304" pitchFamily="18" charset="0"/>
              </a:rPr>
              <a:t>B</a:t>
            </a:r>
            <a:r>
              <a:rPr lang="zh-CN" altLang="en-US" sz="1800">
                <a:latin typeface="Times New Roman" panose="02020603050405020304" pitchFamily="18" charset="0"/>
              </a:rPr>
              <a:t>成非线性关系</a:t>
            </a:r>
          </a:p>
        </p:txBody>
      </p:sp>
      <p:graphicFrame>
        <p:nvGraphicFramePr>
          <p:cNvPr id="183301" name="Object 8"/>
          <p:cNvGraphicFramePr>
            <a:graphicFrameLocks noChangeAspect="1"/>
          </p:cNvGraphicFramePr>
          <p:nvPr/>
        </p:nvGraphicFramePr>
        <p:xfrm>
          <a:off x="2789238" y="1268414"/>
          <a:ext cx="1784350" cy="808037"/>
        </p:xfrm>
        <a:graphic>
          <a:graphicData uri="http://schemas.openxmlformats.org/presentationml/2006/ole">
            <mc:AlternateContent xmlns:mc="http://schemas.openxmlformats.org/markup-compatibility/2006">
              <mc:Choice xmlns:v="urn:schemas-microsoft-com:vml" Requires="v">
                <p:oleObj spid="_x0000_s183396" name="Equation" r:id="rId8" imgW="895439" imgH="390661" progId="Equation.DSMT4">
                  <p:embed/>
                </p:oleObj>
              </mc:Choice>
              <mc:Fallback>
                <p:oleObj name="Equation" r:id="rId8" imgW="895439" imgH="390661"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9238" y="1268414"/>
                        <a:ext cx="1784350"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02" name="Text Box 9"/>
          <p:cNvSpPr txBox="1">
            <a:spLocks noChangeArrowheads="1"/>
          </p:cNvSpPr>
          <p:nvPr/>
        </p:nvSpPr>
        <p:spPr bwMode="auto">
          <a:xfrm>
            <a:off x="6816726" y="549276"/>
            <a:ext cx="1844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霍耳电阻</a:t>
            </a:r>
          </a:p>
        </p:txBody>
      </p:sp>
      <p:graphicFrame>
        <p:nvGraphicFramePr>
          <p:cNvPr id="183303" name="Object 10"/>
          <p:cNvGraphicFramePr>
            <a:graphicFrameLocks noChangeAspect="1"/>
          </p:cNvGraphicFramePr>
          <p:nvPr/>
        </p:nvGraphicFramePr>
        <p:xfrm>
          <a:off x="1939925" y="2735263"/>
          <a:ext cx="3348038" cy="1566862"/>
        </p:xfrm>
        <a:graphic>
          <a:graphicData uri="http://schemas.openxmlformats.org/presentationml/2006/ole">
            <mc:AlternateContent xmlns:mc="http://schemas.openxmlformats.org/markup-compatibility/2006">
              <mc:Choice xmlns:v="urn:schemas-microsoft-com:vml" Requires="v">
                <p:oleObj spid="_x0000_s183397" name="Equation" r:id="rId10" imgW="1714424" imgH="781016" progId="Equation.DSMT4">
                  <p:embed/>
                </p:oleObj>
              </mc:Choice>
              <mc:Fallback>
                <p:oleObj name="Equation" r:id="rId10" imgW="1714424" imgH="781016"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9925" y="2735263"/>
                        <a:ext cx="3348038" cy="156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04" name="Text Box 11"/>
          <p:cNvSpPr txBox="1">
            <a:spLocks noChangeArrowheads="1"/>
          </p:cNvSpPr>
          <p:nvPr/>
        </p:nvSpPr>
        <p:spPr bwMode="auto">
          <a:xfrm>
            <a:off x="4475164" y="3654426"/>
            <a:ext cx="2071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Times New Roman" panose="02020603050405020304" pitchFamily="18" charset="0"/>
              </a:rPr>
              <a:t>量子霍耳效应</a:t>
            </a:r>
          </a:p>
        </p:txBody>
      </p:sp>
      <p:sp>
        <p:nvSpPr>
          <p:cNvPr id="183305" name="Text Box 12"/>
          <p:cNvSpPr txBox="1">
            <a:spLocks noChangeArrowheads="1"/>
          </p:cNvSpPr>
          <p:nvPr/>
        </p:nvSpPr>
        <p:spPr bwMode="auto">
          <a:xfrm>
            <a:off x="6996114" y="3654426"/>
            <a:ext cx="2071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latin typeface="Times New Roman" panose="02020603050405020304" pitchFamily="18" charset="0"/>
              </a:rPr>
              <a:t>1985</a:t>
            </a:r>
            <a:r>
              <a:rPr lang="zh-CN" altLang="en-US" sz="1800">
                <a:latin typeface="Times New Roman" panose="02020603050405020304" pitchFamily="18" charset="0"/>
              </a:rPr>
              <a:t>年诺奖</a:t>
            </a:r>
          </a:p>
        </p:txBody>
      </p:sp>
      <p:sp>
        <p:nvSpPr>
          <p:cNvPr id="246797" name="Text Box 13"/>
          <p:cNvSpPr txBox="1">
            <a:spLocks noChangeArrowheads="1"/>
          </p:cNvSpPr>
          <p:nvPr/>
        </p:nvSpPr>
        <p:spPr bwMode="auto">
          <a:xfrm>
            <a:off x="2000250" y="4373563"/>
            <a:ext cx="423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400">
                <a:solidFill>
                  <a:srgbClr val="FF0000"/>
                </a:solidFill>
                <a:latin typeface="Times New Roman" panose="02020603050405020304" pitchFamily="18" charset="0"/>
              </a:rPr>
              <a:t>强磁场下（</a:t>
            </a:r>
            <a:r>
              <a:rPr lang="en-US" altLang="zh-CN" sz="2400">
                <a:solidFill>
                  <a:srgbClr val="FF0000"/>
                </a:solidFill>
                <a:latin typeface="Times New Roman" panose="02020603050405020304" pitchFamily="18" charset="0"/>
              </a:rPr>
              <a:t>20</a:t>
            </a:r>
            <a:r>
              <a:rPr lang="zh-CN" altLang="en-US" sz="2400">
                <a:solidFill>
                  <a:srgbClr val="FF0000"/>
                </a:solidFill>
                <a:latin typeface="Times New Roman" panose="02020603050405020304" pitchFamily="18" charset="0"/>
              </a:rPr>
              <a:t>－</a:t>
            </a:r>
            <a:r>
              <a:rPr lang="en-US" altLang="zh-CN" sz="2400">
                <a:solidFill>
                  <a:srgbClr val="FF0000"/>
                </a:solidFill>
                <a:latin typeface="Times New Roman" panose="02020603050405020304" pitchFamily="18" charset="0"/>
              </a:rPr>
              <a:t>30T</a:t>
            </a:r>
            <a:r>
              <a:rPr lang="zh-CN" altLang="en-US" sz="2400">
                <a:solidFill>
                  <a:srgbClr val="FF0000"/>
                </a:solidFill>
                <a:latin typeface="Times New Roman" panose="02020603050405020304" pitchFamily="18" charset="0"/>
              </a:rPr>
              <a:t>）</a:t>
            </a:r>
          </a:p>
        </p:txBody>
      </p:sp>
      <p:graphicFrame>
        <p:nvGraphicFramePr>
          <p:cNvPr id="246798" name="Object 14"/>
          <p:cNvGraphicFramePr>
            <a:graphicFrameLocks noChangeAspect="1"/>
          </p:cNvGraphicFramePr>
          <p:nvPr/>
        </p:nvGraphicFramePr>
        <p:xfrm>
          <a:off x="2451100" y="5003801"/>
          <a:ext cx="2762250" cy="392113"/>
        </p:xfrm>
        <a:graphic>
          <a:graphicData uri="http://schemas.openxmlformats.org/presentationml/2006/ole">
            <mc:AlternateContent xmlns:mc="http://schemas.openxmlformats.org/markup-compatibility/2006">
              <mc:Choice xmlns:v="urn:schemas-microsoft-com:vml" Requires="v">
                <p:oleObj spid="_x0000_s183398" name="Equation" r:id="rId12" imgW="1409827" imgH="171450" progId="Equation.DSMT4">
                  <p:embed/>
                </p:oleObj>
              </mc:Choice>
              <mc:Fallback>
                <p:oleObj name="Equation" r:id="rId12" imgW="1409827" imgH="17145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51100" y="5003801"/>
                        <a:ext cx="276225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9" name="Text Box 15"/>
          <p:cNvSpPr txBox="1">
            <a:spLocks noChangeArrowheads="1"/>
          </p:cNvSpPr>
          <p:nvPr/>
        </p:nvSpPr>
        <p:spPr bwMode="auto">
          <a:xfrm>
            <a:off x="5735638" y="5003801"/>
            <a:ext cx="2925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latin typeface="Times New Roman" panose="02020603050405020304" pitchFamily="18" charset="0"/>
              </a:rPr>
              <a:t>崔琦等　</a:t>
            </a:r>
            <a:r>
              <a:rPr lang="en-US" altLang="zh-CN" sz="1800">
                <a:solidFill>
                  <a:srgbClr val="FF0000"/>
                </a:solidFill>
                <a:latin typeface="Times New Roman" panose="02020603050405020304" pitchFamily="18" charset="0"/>
              </a:rPr>
              <a:t>1998</a:t>
            </a:r>
            <a:r>
              <a:rPr lang="zh-CN" altLang="en-US" sz="1800">
                <a:solidFill>
                  <a:srgbClr val="FF0000"/>
                </a:solidFill>
                <a:latin typeface="Times New Roman" panose="02020603050405020304" pitchFamily="18" charset="0"/>
              </a:rPr>
              <a:t>年诺奖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6797"/>
                                        </p:tgtEl>
                                        <p:attrNameLst>
                                          <p:attrName>style.visibility</p:attrName>
                                        </p:attrNameLst>
                                      </p:cBhvr>
                                      <p:to>
                                        <p:strVal val="visible"/>
                                      </p:to>
                                    </p:set>
                                    <p:anim calcmode="lin" valueType="num">
                                      <p:cBhvr additive="base">
                                        <p:cTn id="7" dur="500" fill="hold"/>
                                        <p:tgtEl>
                                          <p:spTgt spid="246797"/>
                                        </p:tgtEl>
                                        <p:attrNameLst>
                                          <p:attrName>ppt_x</p:attrName>
                                        </p:attrNameLst>
                                      </p:cBhvr>
                                      <p:tavLst>
                                        <p:tav tm="0">
                                          <p:val>
                                            <p:strVal val="#ppt_x"/>
                                          </p:val>
                                        </p:tav>
                                        <p:tav tm="100000">
                                          <p:val>
                                            <p:strVal val="#ppt_x"/>
                                          </p:val>
                                        </p:tav>
                                      </p:tavLst>
                                    </p:anim>
                                    <p:anim calcmode="lin" valueType="num">
                                      <p:cBhvr additive="base">
                                        <p:cTn id="8" dur="500" fill="hold"/>
                                        <p:tgtEl>
                                          <p:spTgt spid="24679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6798"/>
                                        </p:tgtEl>
                                        <p:attrNameLst>
                                          <p:attrName>style.visibility</p:attrName>
                                        </p:attrNameLst>
                                      </p:cBhvr>
                                      <p:to>
                                        <p:strVal val="visible"/>
                                      </p:to>
                                    </p:set>
                                    <p:anim calcmode="lin" valueType="num">
                                      <p:cBhvr additive="base">
                                        <p:cTn id="11" dur="500" fill="hold"/>
                                        <p:tgtEl>
                                          <p:spTgt spid="246798"/>
                                        </p:tgtEl>
                                        <p:attrNameLst>
                                          <p:attrName>ppt_x</p:attrName>
                                        </p:attrNameLst>
                                      </p:cBhvr>
                                      <p:tavLst>
                                        <p:tav tm="0">
                                          <p:val>
                                            <p:strVal val="#ppt_x"/>
                                          </p:val>
                                        </p:tav>
                                        <p:tav tm="100000">
                                          <p:val>
                                            <p:strVal val="#ppt_x"/>
                                          </p:val>
                                        </p:tav>
                                      </p:tavLst>
                                    </p:anim>
                                    <p:anim calcmode="lin" valueType="num">
                                      <p:cBhvr additive="base">
                                        <p:cTn id="12" dur="500" fill="hold"/>
                                        <p:tgtEl>
                                          <p:spTgt spid="24679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6799"/>
                                        </p:tgtEl>
                                        <p:attrNameLst>
                                          <p:attrName>style.visibility</p:attrName>
                                        </p:attrNameLst>
                                      </p:cBhvr>
                                      <p:to>
                                        <p:strVal val="visible"/>
                                      </p:to>
                                    </p:set>
                                    <p:anim calcmode="lin" valueType="num">
                                      <p:cBhvr additive="base">
                                        <p:cTn id="15" dur="500" fill="hold"/>
                                        <p:tgtEl>
                                          <p:spTgt spid="246799"/>
                                        </p:tgtEl>
                                        <p:attrNameLst>
                                          <p:attrName>ppt_x</p:attrName>
                                        </p:attrNameLst>
                                      </p:cBhvr>
                                      <p:tavLst>
                                        <p:tav tm="0">
                                          <p:val>
                                            <p:strVal val="#ppt_x"/>
                                          </p:val>
                                        </p:tav>
                                        <p:tav tm="100000">
                                          <p:val>
                                            <p:strVal val="#ppt_x"/>
                                          </p:val>
                                        </p:tav>
                                      </p:tavLst>
                                    </p:anim>
                                    <p:anim calcmode="lin" valueType="num">
                                      <p:cBhvr additive="base">
                                        <p:cTn id="16" dur="500" fill="hold"/>
                                        <p:tgtEl>
                                          <p:spTgt spid="2467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7" grpId="0"/>
      <p:bldP spid="24679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981201" y="228600"/>
            <a:ext cx="4233863" cy="762000"/>
          </a:xfrm>
        </p:spPr>
        <p:txBody>
          <a:bodyPr/>
          <a:lstStyle/>
          <a:p>
            <a:pPr eaLnBrk="1" hangingPunct="1"/>
            <a:r>
              <a:rPr lang="zh-CN" altLang="en-US" b="1">
                <a:latin typeface="Times New Roman" panose="02020603050405020304" pitchFamily="18" charset="0"/>
              </a:rPr>
              <a:t>霍尔效应的应用</a:t>
            </a:r>
            <a:endParaRPr lang="zh-CN" altLang="en-US">
              <a:latin typeface="Times New Roman" panose="02020603050405020304" pitchFamily="18" charset="0"/>
            </a:endParaRPr>
          </a:p>
        </p:txBody>
      </p:sp>
      <p:sp>
        <p:nvSpPr>
          <p:cNvPr id="185347" name="Rectangle 3"/>
          <p:cNvSpPr>
            <a:spLocks noGrp="1" noChangeArrowheads="1"/>
          </p:cNvSpPr>
          <p:nvPr>
            <p:ph type="body" idx="1"/>
          </p:nvPr>
        </p:nvSpPr>
        <p:spPr>
          <a:xfrm>
            <a:off x="1752600" y="1143000"/>
            <a:ext cx="8718550" cy="5105400"/>
          </a:xfrm>
        </p:spPr>
        <p:txBody>
          <a:bodyPr/>
          <a:lstStyle/>
          <a:p>
            <a:pPr eaLnBrk="1" hangingPunct="1"/>
            <a:r>
              <a:rPr lang="zh-CN" altLang="en-US" sz="2800" b="1">
                <a:latin typeface="Times New Roman" panose="02020603050405020304" pitchFamily="18" charset="0"/>
                <a:ea typeface="华文中宋" panose="02010600040101010101" pitchFamily="2" charset="-122"/>
              </a:rPr>
              <a:t>霍耳系数</a:t>
            </a:r>
            <a:r>
              <a:rPr lang="en-US" altLang="zh-CN" sz="2800" b="1">
                <a:latin typeface="Times New Roman" panose="02020603050405020304" pitchFamily="18" charset="0"/>
                <a:ea typeface="华文中宋" panose="02010600040101010101" pitchFamily="2" charset="-122"/>
              </a:rPr>
              <a:t>K</a:t>
            </a:r>
            <a:r>
              <a:rPr lang="zh-CN" altLang="en-US" sz="2800" b="1">
                <a:latin typeface="Times New Roman" panose="02020603050405020304" pitchFamily="18" charset="0"/>
                <a:ea typeface="华文中宋" panose="02010600040101010101" pitchFamily="2" charset="-122"/>
              </a:rPr>
              <a:t>与导体中的载流子浓度</a:t>
            </a:r>
            <a:r>
              <a:rPr lang="en-US" altLang="zh-CN" sz="2800" b="1" i="1">
                <a:latin typeface="Times New Roman" panose="02020603050405020304" pitchFamily="18" charset="0"/>
                <a:ea typeface="华文中宋" panose="02010600040101010101" pitchFamily="2" charset="-122"/>
              </a:rPr>
              <a:t>n</a:t>
            </a:r>
            <a:r>
              <a:rPr lang="zh-CN" altLang="en-US" sz="2800" b="1">
                <a:latin typeface="Times New Roman" panose="02020603050405020304" pitchFamily="18" charset="0"/>
                <a:ea typeface="华文中宋" panose="02010600040101010101" pitchFamily="2" charset="-122"/>
              </a:rPr>
              <a:t>成反比</a:t>
            </a:r>
          </a:p>
          <a:p>
            <a:pPr eaLnBrk="1" hangingPunct="1"/>
            <a:r>
              <a:rPr lang="zh-CN" altLang="en-US" sz="2800" b="1">
                <a:latin typeface="Times New Roman" panose="02020603050405020304" pitchFamily="18" charset="0"/>
                <a:ea typeface="华文中宋" panose="02010600040101010101" pitchFamily="2" charset="-122"/>
              </a:rPr>
              <a:t>金属导体的载流子浓度</a:t>
            </a:r>
            <a:r>
              <a:rPr lang="en-US" altLang="zh-CN" sz="2800" b="1" i="1">
                <a:latin typeface="Times New Roman" panose="02020603050405020304" pitchFamily="18" charset="0"/>
                <a:ea typeface="华文中宋" panose="02010600040101010101" pitchFamily="2" charset="-122"/>
              </a:rPr>
              <a:t>n</a:t>
            </a:r>
            <a:r>
              <a:rPr lang="en-US" altLang="zh-CN" sz="2800" b="1">
                <a:latin typeface="Times New Roman" panose="02020603050405020304" pitchFamily="18" charset="0"/>
                <a:ea typeface="华文中宋" panose="02010600040101010101" pitchFamily="2" charset="-122"/>
              </a:rPr>
              <a:t> </a:t>
            </a:r>
            <a:r>
              <a:rPr lang="zh-CN" altLang="en-US" sz="2800" b="1">
                <a:latin typeface="Times New Roman" panose="02020603050405020304" pitchFamily="18" charset="0"/>
                <a:ea typeface="华文中宋" panose="02010600040101010101" pitchFamily="2" charset="-122"/>
              </a:rPr>
              <a:t>大</a:t>
            </a:r>
            <a:r>
              <a:rPr lang="en-US" altLang="zh-CN" sz="2800" b="1">
                <a:latin typeface="Times New Roman" panose="02020603050405020304" pitchFamily="18" charset="0"/>
                <a:ea typeface="华文中宋" panose="02010600040101010101" pitchFamily="2" charset="-122"/>
              </a:rPr>
              <a:t>——</a:t>
            </a:r>
            <a:r>
              <a:rPr lang="en-US" altLang="zh-CN" sz="2800" b="1" i="1">
                <a:latin typeface="Times New Roman" panose="02020603050405020304" pitchFamily="18" charset="0"/>
                <a:ea typeface="华文中宋" panose="02010600040101010101" pitchFamily="2" charset="-122"/>
              </a:rPr>
              <a:t>K</a:t>
            </a:r>
            <a:r>
              <a:rPr lang="zh-CN" altLang="en-US" sz="2800" b="1">
                <a:latin typeface="Times New Roman" panose="02020603050405020304" pitchFamily="18" charset="0"/>
                <a:ea typeface="华文中宋" panose="02010600040101010101" pitchFamily="2" charset="-122"/>
              </a:rPr>
              <a:t>和</a:t>
            </a:r>
            <a:r>
              <a:rPr lang="en-US" altLang="zh-CN" sz="2800" b="1" i="1">
                <a:latin typeface="Times New Roman" panose="02020603050405020304" pitchFamily="18" charset="0"/>
                <a:ea typeface="华文中宋" panose="02010600040101010101" pitchFamily="2" charset="-122"/>
              </a:rPr>
              <a:t>U</a:t>
            </a:r>
            <a:r>
              <a:rPr lang="en-US" altLang="zh-CN" sz="1800" b="1" i="1" baseline="-30000">
                <a:latin typeface="Times New Roman" panose="02020603050405020304" pitchFamily="18" charset="0"/>
                <a:ea typeface="华文中宋" panose="02010600040101010101" pitchFamily="2" charset="-122"/>
              </a:rPr>
              <a:t>H</a:t>
            </a:r>
            <a:r>
              <a:rPr lang="en-US" altLang="zh-CN" sz="2800" b="1" i="1" baseline="-30000">
                <a:latin typeface="Times New Roman" panose="02020603050405020304" pitchFamily="18" charset="0"/>
                <a:ea typeface="华文中宋" panose="02010600040101010101" pitchFamily="2" charset="-122"/>
              </a:rPr>
              <a:t> </a:t>
            </a:r>
            <a:r>
              <a:rPr lang="zh-CN" altLang="en-US" sz="2800" b="1">
                <a:latin typeface="Times New Roman" panose="02020603050405020304" pitchFamily="18" charset="0"/>
                <a:ea typeface="华文中宋" panose="02010600040101010101" pitchFamily="2" charset="-122"/>
              </a:rPr>
              <a:t>小</a:t>
            </a:r>
          </a:p>
          <a:p>
            <a:pPr eaLnBrk="1" hangingPunct="1"/>
            <a:r>
              <a:rPr lang="zh-CN" altLang="en-US" sz="2800" b="1">
                <a:latin typeface="Times New Roman" panose="02020603050405020304" pitchFamily="18" charset="0"/>
                <a:ea typeface="华文中宋" panose="02010600040101010101" pitchFamily="2" charset="-122"/>
              </a:rPr>
              <a:t>半导体的载流子浓度 </a:t>
            </a:r>
            <a:r>
              <a:rPr lang="en-US" altLang="zh-CN" sz="2800" b="1" i="1">
                <a:latin typeface="Times New Roman" panose="02020603050405020304" pitchFamily="18" charset="0"/>
                <a:ea typeface="华文中宋" panose="02010600040101010101" pitchFamily="2" charset="-122"/>
              </a:rPr>
              <a:t>n</a:t>
            </a:r>
            <a:r>
              <a:rPr lang="en-US" altLang="zh-CN" sz="2800" b="1">
                <a:latin typeface="Times New Roman" panose="02020603050405020304" pitchFamily="18" charset="0"/>
                <a:ea typeface="华文中宋" panose="02010600040101010101" pitchFamily="2" charset="-122"/>
              </a:rPr>
              <a:t> </a:t>
            </a:r>
            <a:r>
              <a:rPr lang="zh-CN" altLang="en-US" sz="2800" b="1">
                <a:latin typeface="Times New Roman" panose="02020603050405020304" pitchFamily="18" charset="0"/>
                <a:ea typeface="华文中宋" panose="02010600040101010101" pitchFamily="2" charset="-122"/>
              </a:rPr>
              <a:t>小</a:t>
            </a:r>
            <a:r>
              <a:rPr lang="en-US" altLang="zh-CN" sz="2800" b="1">
                <a:latin typeface="Times New Roman" panose="02020603050405020304" pitchFamily="18" charset="0"/>
                <a:ea typeface="华文中宋" panose="02010600040101010101" pitchFamily="2" charset="-122"/>
              </a:rPr>
              <a:t>——</a:t>
            </a:r>
            <a:r>
              <a:rPr lang="en-US" altLang="zh-CN" sz="2800" b="1" i="1">
                <a:latin typeface="Times New Roman" panose="02020603050405020304" pitchFamily="18" charset="0"/>
                <a:ea typeface="华文中宋" panose="02010600040101010101" pitchFamily="2" charset="-122"/>
              </a:rPr>
              <a:t>K</a:t>
            </a:r>
            <a:r>
              <a:rPr lang="zh-CN" altLang="en-US" sz="2800" b="1">
                <a:latin typeface="Times New Roman" panose="02020603050405020304" pitchFamily="18" charset="0"/>
                <a:ea typeface="华文中宋" panose="02010600040101010101" pitchFamily="2" charset="-122"/>
              </a:rPr>
              <a:t>和</a:t>
            </a:r>
            <a:r>
              <a:rPr lang="en-US" altLang="zh-CN" sz="2800" b="1" i="1">
                <a:latin typeface="Times New Roman" panose="02020603050405020304" pitchFamily="18" charset="0"/>
                <a:ea typeface="华文中宋" panose="02010600040101010101" pitchFamily="2" charset="-122"/>
              </a:rPr>
              <a:t>U</a:t>
            </a:r>
            <a:r>
              <a:rPr lang="en-US" altLang="zh-CN" sz="1800" b="1" i="1" baseline="-30000">
                <a:latin typeface="Times New Roman" panose="02020603050405020304" pitchFamily="18" charset="0"/>
                <a:ea typeface="华文中宋" panose="02010600040101010101" pitchFamily="2" charset="-122"/>
              </a:rPr>
              <a:t>H</a:t>
            </a:r>
            <a:r>
              <a:rPr lang="en-US" altLang="zh-CN" sz="2800" b="1" i="1" baseline="-30000">
                <a:latin typeface="Times New Roman" panose="02020603050405020304" pitchFamily="18" charset="0"/>
                <a:ea typeface="华文中宋" panose="02010600040101010101" pitchFamily="2" charset="-122"/>
              </a:rPr>
              <a:t> </a:t>
            </a:r>
            <a:r>
              <a:rPr lang="zh-CN" altLang="en-US" sz="2800" b="1">
                <a:latin typeface="Times New Roman" panose="02020603050405020304" pitchFamily="18" charset="0"/>
                <a:ea typeface="华文中宋" panose="02010600040101010101" pitchFamily="2" charset="-122"/>
              </a:rPr>
              <a:t>大</a:t>
            </a:r>
          </a:p>
          <a:p>
            <a:pPr lvl="1" eaLnBrk="1" hangingPunct="1"/>
            <a:r>
              <a:rPr lang="zh-CN" altLang="en-US" sz="2400" b="1">
                <a:solidFill>
                  <a:srgbClr val="0000FF"/>
                </a:solidFill>
                <a:latin typeface="Times New Roman" panose="02020603050405020304" pitchFamily="18" charset="0"/>
                <a:ea typeface="华文中宋" panose="02010600040101010101" pitchFamily="2" charset="-122"/>
              </a:rPr>
              <a:t>判定</a:t>
            </a:r>
            <a:r>
              <a:rPr lang="zh-CN" altLang="en-US" sz="2400" b="1">
                <a:latin typeface="Times New Roman" panose="02020603050405020304" pitchFamily="18" charset="0"/>
                <a:ea typeface="华文中宋" panose="02010600040101010101" pitchFamily="2" charset="-122"/>
              </a:rPr>
              <a:t>半导体的导电类型 、</a:t>
            </a:r>
            <a:r>
              <a:rPr lang="zh-CN" altLang="en-US" sz="2400" b="1">
                <a:solidFill>
                  <a:srgbClr val="0000FF"/>
                </a:solidFill>
                <a:latin typeface="Times New Roman" panose="02020603050405020304" pitchFamily="18" charset="0"/>
                <a:ea typeface="华文中宋" panose="02010600040101010101" pitchFamily="2" charset="-122"/>
              </a:rPr>
              <a:t>测定</a:t>
            </a:r>
            <a:r>
              <a:rPr lang="zh-CN" altLang="en-US" sz="2400" b="1">
                <a:latin typeface="Times New Roman" panose="02020603050405020304" pitchFamily="18" charset="0"/>
                <a:ea typeface="华文中宋" panose="02010600040101010101" pitchFamily="2" charset="-122"/>
              </a:rPr>
              <a:t>载流子浓度  </a:t>
            </a:r>
          </a:p>
          <a:p>
            <a:pPr eaLnBrk="1" hangingPunct="1"/>
            <a:r>
              <a:rPr lang="zh-CN" altLang="en-US" sz="2800" b="1">
                <a:latin typeface="Times New Roman" panose="02020603050405020304" pitchFamily="18" charset="0"/>
                <a:ea typeface="华文中宋" panose="02010600040101010101" pitchFamily="2" charset="-122"/>
              </a:rPr>
              <a:t>利用半导体材料制成</a:t>
            </a:r>
            <a:r>
              <a:rPr lang="zh-CN" altLang="en-US" sz="2800" b="1">
                <a:solidFill>
                  <a:srgbClr val="0000FF"/>
                </a:solidFill>
                <a:latin typeface="Times New Roman" panose="02020603050405020304" pitchFamily="18" charset="0"/>
                <a:ea typeface="华文中宋" panose="02010600040101010101" pitchFamily="2" charset="-122"/>
              </a:rPr>
              <a:t>霍耳元件</a:t>
            </a:r>
            <a:r>
              <a:rPr lang="zh-CN" altLang="en-US" sz="2800" b="1">
                <a:latin typeface="Times New Roman" panose="02020603050405020304" pitchFamily="18" charset="0"/>
                <a:ea typeface="华文中宋" panose="02010600040101010101" pitchFamily="2" charset="-122"/>
              </a:rPr>
              <a:t>得到广泛的应用</a:t>
            </a:r>
          </a:p>
          <a:p>
            <a:pPr lvl="1" eaLnBrk="1" hangingPunct="1"/>
            <a:r>
              <a:rPr lang="zh-CN" altLang="en-US" sz="2400" b="1">
                <a:latin typeface="Times New Roman" panose="02020603050405020304" pitchFamily="18" charset="0"/>
                <a:ea typeface="华文中宋" panose="02010600040101010101" pitchFamily="2" charset="-122"/>
              </a:rPr>
              <a:t>霍耳元件具有结构简单而牢靠、使用方便、成本低廉等优点，所以它在实际中将得到越来越普遍的应用。 </a:t>
            </a:r>
          </a:p>
          <a:p>
            <a:pPr lvl="1" eaLnBrk="1" hangingPunct="1"/>
            <a:r>
              <a:rPr lang="zh-CN" altLang="en-US" sz="2400" b="1">
                <a:latin typeface="Times New Roman" panose="02020603050405020304" pitchFamily="18" charset="0"/>
                <a:ea typeface="华文中宋" panose="02010600040101010101" pitchFamily="2" charset="-122"/>
              </a:rPr>
              <a:t>测量磁场（恒定、非恒定） </a:t>
            </a:r>
          </a:p>
          <a:p>
            <a:pPr lvl="1" eaLnBrk="1" hangingPunct="1"/>
            <a:r>
              <a:rPr lang="zh-CN" altLang="en-US" sz="2400" b="1">
                <a:latin typeface="Times New Roman" panose="02020603050405020304" pitchFamily="18" charset="0"/>
                <a:ea typeface="华文中宋" panose="02010600040101010101" pitchFamily="2" charset="-122"/>
              </a:rPr>
              <a:t>测量直流或交流电路中的电流强度和功率 </a:t>
            </a:r>
          </a:p>
          <a:p>
            <a:pPr lvl="1" eaLnBrk="1" hangingPunct="1"/>
            <a:r>
              <a:rPr lang="zh-CN" altLang="en-US" sz="2400" b="1">
                <a:latin typeface="Times New Roman" panose="02020603050405020304" pitchFamily="18" charset="0"/>
                <a:ea typeface="华文中宋" panose="02010600040101010101" pitchFamily="2" charset="-122"/>
              </a:rPr>
              <a:t>转换信号，如把直流电流转换成交流电流并对它进行调制；放大直流或交流信号等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2286001" y="212726"/>
            <a:ext cx="3395663" cy="701675"/>
          </a:xfrm>
        </p:spPr>
        <p:txBody>
          <a:bodyPr/>
          <a:lstStyle/>
          <a:p>
            <a:pPr eaLnBrk="1" hangingPunct="1"/>
            <a:r>
              <a:rPr lang="en-US" altLang="zh-CN" sz="4000" b="1">
                <a:latin typeface="Times New Roman" panose="02020603050405020304" pitchFamily="18" charset="0"/>
                <a:ea typeface="华文中宋" panose="02010600040101010101" pitchFamily="2" charset="-122"/>
              </a:rPr>
              <a:t>Ha11</a:t>
            </a:r>
            <a:r>
              <a:rPr lang="zh-CN" altLang="en-US" sz="4000" b="1">
                <a:latin typeface="Times New Roman" panose="02020603050405020304" pitchFamily="18" charset="0"/>
                <a:ea typeface="华文中宋" panose="02010600040101010101" pitchFamily="2" charset="-122"/>
              </a:rPr>
              <a:t>电阻</a:t>
            </a:r>
            <a:r>
              <a:rPr lang="en-US" altLang="zh-CN" sz="4000" b="1" i="1">
                <a:latin typeface="Times New Roman" panose="02020603050405020304" pitchFamily="18" charset="0"/>
                <a:ea typeface="华文中宋" panose="02010600040101010101" pitchFamily="2" charset="-122"/>
              </a:rPr>
              <a:t>R</a:t>
            </a:r>
            <a:r>
              <a:rPr lang="en-US" altLang="zh-CN" sz="4000" b="1" i="1" baseline="-30000">
                <a:latin typeface="Times New Roman" panose="02020603050405020304" pitchFamily="18" charset="0"/>
                <a:ea typeface="华文中宋" panose="02010600040101010101" pitchFamily="2" charset="-122"/>
              </a:rPr>
              <a:t>H</a:t>
            </a:r>
            <a:endParaRPr lang="en-US" altLang="zh-CN" sz="4000" b="1" i="1">
              <a:latin typeface="Times New Roman" panose="02020603050405020304" pitchFamily="18" charset="0"/>
              <a:ea typeface="华文中宋" panose="02010600040101010101" pitchFamily="2" charset="-122"/>
            </a:endParaRPr>
          </a:p>
        </p:txBody>
      </p:sp>
      <p:sp>
        <p:nvSpPr>
          <p:cNvPr id="186371" name="Rectangle 3"/>
          <p:cNvSpPr>
            <a:spLocks noGrp="1" noChangeArrowheads="1"/>
          </p:cNvSpPr>
          <p:nvPr>
            <p:ph type="body" idx="1"/>
          </p:nvPr>
        </p:nvSpPr>
        <p:spPr>
          <a:xfrm>
            <a:off x="1981200" y="838200"/>
            <a:ext cx="5257800" cy="1524000"/>
          </a:xfrm>
        </p:spPr>
        <p:txBody>
          <a:bodyPr/>
          <a:lstStyle/>
          <a:p>
            <a:pPr eaLnBrk="1" hangingPunct="1">
              <a:lnSpc>
                <a:spcPct val="90000"/>
              </a:lnSpc>
            </a:pPr>
            <a:r>
              <a:rPr lang="zh-CN" altLang="en-US" sz="2800" b="1">
                <a:latin typeface="宋体" panose="02010600030101010101" pitchFamily="2" charset="-122"/>
              </a:rPr>
              <a:t>若载流子</a:t>
            </a:r>
            <a:r>
              <a:rPr lang="en-US" altLang="zh-CN" sz="2800" b="1">
                <a:latin typeface="Times New Roman" panose="02020603050405020304" pitchFamily="18" charset="0"/>
              </a:rPr>
              <a:t>——</a:t>
            </a:r>
            <a:r>
              <a:rPr lang="zh-CN" altLang="en-US" sz="2800" b="1">
                <a:latin typeface="宋体" panose="02010600030101010101" pitchFamily="2" charset="-122"/>
              </a:rPr>
              <a:t>电子</a:t>
            </a:r>
            <a:r>
              <a:rPr lang="zh-CN" altLang="en-US" sz="2800"/>
              <a:t> </a:t>
            </a:r>
          </a:p>
          <a:p>
            <a:pPr eaLnBrk="1" hangingPunct="1">
              <a:lnSpc>
                <a:spcPct val="90000"/>
              </a:lnSpc>
            </a:pPr>
            <a:r>
              <a:rPr lang="en-US" altLang="zh-CN" sz="2800" b="1" i="1">
                <a:latin typeface="Times New Roman" panose="02020603050405020304" pitchFamily="18" charset="0"/>
              </a:rPr>
              <a:t>K</a:t>
            </a:r>
            <a:r>
              <a:rPr lang="zh-CN" altLang="en-US" sz="2800" b="1">
                <a:latin typeface="宋体" panose="02010600030101010101" pitchFamily="2" charset="-122"/>
              </a:rPr>
              <a:t>应为负值</a:t>
            </a:r>
            <a:r>
              <a:rPr lang="en-US" altLang="zh-CN" sz="2800" b="1">
                <a:latin typeface="宋体" panose="02010600030101010101" pitchFamily="2" charset="-122"/>
              </a:rPr>
              <a:t>,</a:t>
            </a:r>
            <a:r>
              <a:rPr lang="en-US" altLang="zh-CN" sz="2800" b="1" i="1">
                <a:latin typeface="Times New Roman" panose="02020603050405020304" pitchFamily="18" charset="0"/>
              </a:rPr>
              <a:t>U</a:t>
            </a:r>
            <a:r>
              <a:rPr lang="en-US" altLang="zh-CN" sz="2400" b="1" i="1" baseline="-30000">
                <a:latin typeface="Times New Roman" panose="02020603050405020304" pitchFamily="18" charset="0"/>
              </a:rPr>
              <a:t>AA’</a:t>
            </a:r>
            <a:r>
              <a:rPr lang="zh-CN" altLang="en-US" sz="2800" b="1">
                <a:latin typeface="宋体" panose="02010600030101010101" pitchFamily="2" charset="-122"/>
              </a:rPr>
              <a:t>也应为负值</a:t>
            </a:r>
          </a:p>
          <a:p>
            <a:pPr eaLnBrk="1" hangingPunct="1">
              <a:lnSpc>
                <a:spcPct val="90000"/>
              </a:lnSpc>
            </a:pPr>
            <a:r>
              <a:rPr lang="zh-CN" altLang="en-US" sz="2800" b="1">
                <a:latin typeface="宋体" panose="02010600030101010101" pitchFamily="2" charset="-122"/>
              </a:rPr>
              <a:t>引入正值</a:t>
            </a:r>
            <a:r>
              <a:rPr lang="en-US" altLang="zh-CN" sz="2800" b="1">
                <a:latin typeface="Times New Roman" panose="02020603050405020304" pitchFamily="18" charset="0"/>
              </a:rPr>
              <a:t>Ha11</a:t>
            </a:r>
            <a:r>
              <a:rPr lang="zh-CN" altLang="en-US" sz="2800" b="1">
                <a:latin typeface="Times New Roman" panose="02020603050405020304" pitchFamily="18" charset="0"/>
              </a:rPr>
              <a:t>电阻</a:t>
            </a:r>
            <a:r>
              <a:rPr lang="en-US" altLang="zh-CN" sz="2800" b="1" i="1">
                <a:latin typeface="Times New Roman" panose="02020603050405020304" pitchFamily="18" charset="0"/>
              </a:rPr>
              <a:t>R</a:t>
            </a:r>
            <a:r>
              <a:rPr lang="en-US" altLang="zh-CN" sz="2400" b="1" i="1" baseline="-25000">
                <a:latin typeface="Times New Roman" panose="02020603050405020304" pitchFamily="18" charset="0"/>
              </a:rPr>
              <a:t>H</a:t>
            </a:r>
            <a:r>
              <a:rPr lang="en-US" altLang="zh-CN" sz="2800">
                <a:latin typeface="Times New Roman" panose="02020603050405020304" pitchFamily="18" charset="0"/>
              </a:rPr>
              <a:t> </a:t>
            </a:r>
          </a:p>
        </p:txBody>
      </p:sp>
      <p:sp>
        <p:nvSpPr>
          <p:cNvPr id="186372" name="Rectangle 5"/>
          <p:cNvSpPr>
            <a:spLocks noChangeArrowheads="1"/>
          </p:cNvSpPr>
          <p:nvPr/>
        </p:nvSpPr>
        <p:spPr bwMode="auto">
          <a:xfrm>
            <a:off x="5667375" y="31623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86373" name="Object 4"/>
          <p:cNvGraphicFramePr>
            <a:graphicFrameLocks noChangeAspect="1"/>
          </p:cNvGraphicFramePr>
          <p:nvPr/>
        </p:nvGraphicFramePr>
        <p:xfrm>
          <a:off x="2057400" y="2362200"/>
          <a:ext cx="1524000" cy="947738"/>
        </p:xfrm>
        <a:graphic>
          <a:graphicData uri="http://schemas.openxmlformats.org/presentationml/2006/ole">
            <mc:AlternateContent xmlns:mc="http://schemas.openxmlformats.org/markup-compatibility/2006">
              <mc:Choice xmlns:v="urn:schemas-microsoft-com:vml" Requires="v">
                <p:oleObj spid="_x0000_s186411" r:id="rId3" imgW="622030" imgH="393529" progId="Equation.3">
                  <p:embed/>
                </p:oleObj>
              </mc:Choice>
              <mc:Fallback>
                <p:oleObj r:id="rId3" imgW="622030" imgH="39352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362200"/>
                        <a:ext cx="1524000" cy="9477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6374" name="Rectangle 7"/>
          <p:cNvSpPr>
            <a:spLocks noChangeArrowheads="1"/>
          </p:cNvSpPr>
          <p:nvPr/>
        </p:nvSpPr>
        <p:spPr bwMode="auto">
          <a:xfrm>
            <a:off x="5410200" y="31623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86375" name="Object 6"/>
          <p:cNvGraphicFramePr>
            <a:graphicFrameLocks noChangeAspect="1"/>
          </p:cNvGraphicFramePr>
          <p:nvPr/>
        </p:nvGraphicFramePr>
        <p:xfrm>
          <a:off x="3733801" y="2362200"/>
          <a:ext cx="3338513" cy="1068388"/>
        </p:xfrm>
        <a:graphic>
          <a:graphicData uri="http://schemas.openxmlformats.org/presentationml/2006/ole">
            <mc:AlternateContent xmlns:mc="http://schemas.openxmlformats.org/markup-compatibility/2006">
              <mc:Choice xmlns:v="urn:schemas-microsoft-com:vml" Requires="v">
                <p:oleObj spid="_x0000_s186412" name="Equation" r:id="rId5" imgW="1218671" imgH="393529" progId="Equation.3">
                  <p:embed/>
                </p:oleObj>
              </mc:Choice>
              <mc:Fallback>
                <p:oleObj name="Equation" r:id="rId5" imgW="1218671"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1" y="2362200"/>
                        <a:ext cx="3338513" cy="10683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6376" name="Text Box 10"/>
          <p:cNvSpPr txBox="1">
            <a:spLocks noChangeArrowheads="1"/>
          </p:cNvSpPr>
          <p:nvPr/>
        </p:nvSpPr>
        <p:spPr bwMode="auto">
          <a:xfrm>
            <a:off x="1981200" y="3352800"/>
            <a:ext cx="8305800"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
                <a:schemeClr val="folHlink"/>
              </a:buClr>
              <a:buSzPct val="75000"/>
              <a:buFont typeface="Wingdings" panose="05000000000000000000" pitchFamily="2" charset="2"/>
              <a:buChar char="n"/>
            </a:pPr>
            <a:r>
              <a:rPr lang="en-US" altLang="zh-CN" sz="2800" b="1" i="1">
                <a:latin typeface="Times New Roman" panose="02020603050405020304" pitchFamily="18" charset="0"/>
              </a:rPr>
              <a:t>R</a:t>
            </a:r>
            <a:r>
              <a:rPr lang="en-US" altLang="zh-CN" sz="2000" b="1" i="1" baseline="-30000">
                <a:latin typeface="Times New Roman" panose="02020603050405020304" pitchFamily="18" charset="0"/>
              </a:rPr>
              <a:t>H</a:t>
            </a:r>
            <a:r>
              <a:rPr lang="en-US" altLang="zh-CN" sz="2800" b="1">
                <a:latin typeface="Times New Roman" panose="02020603050405020304" pitchFamily="18" charset="0"/>
              </a:rPr>
              <a:t>—</a:t>
            </a:r>
            <a:r>
              <a:rPr lang="en-US" altLang="zh-CN" sz="2800" b="1" i="1">
                <a:latin typeface="Times New Roman" panose="02020603050405020304" pitchFamily="18" charset="0"/>
              </a:rPr>
              <a:t>V</a:t>
            </a:r>
            <a:r>
              <a:rPr lang="en-US" altLang="zh-CN" sz="1800" b="1" i="1" baseline="-30000">
                <a:latin typeface="Times New Roman" panose="02020603050405020304" pitchFamily="18" charset="0"/>
              </a:rPr>
              <a:t>g</a:t>
            </a:r>
            <a:r>
              <a:rPr lang="zh-CN" altLang="en-US" sz="2800" b="1">
                <a:latin typeface="宋体" panose="02010600030101010101" pitchFamily="2" charset="-122"/>
              </a:rPr>
              <a:t>实验曲线</a:t>
            </a:r>
          </a:p>
          <a:p>
            <a:pPr lvl="1" algn="ctr" eaLnBrk="1" hangingPunct="1">
              <a:buClr>
                <a:schemeClr val="folHlink"/>
              </a:buClr>
              <a:buSzPct val="75000"/>
              <a:buFont typeface="Wingdings" panose="05000000000000000000" pitchFamily="2" charset="2"/>
              <a:buChar char="n"/>
            </a:pPr>
            <a:r>
              <a:rPr lang="zh-CN" altLang="en-US" b="1">
                <a:latin typeface="宋体" panose="02010600030101010101" pitchFamily="2" charset="-122"/>
              </a:rPr>
              <a:t>实验上对于给定的磁场</a:t>
            </a:r>
            <a:r>
              <a:rPr lang="en-US" altLang="zh-CN" b="1" i="1">
                <a:latin typeface="Times New Roman" panose="02020603050405020304" pitchFamily="18" charset="0"/>
              </a:rPr>
              <a:t>B</a:t>
            </a:r>
            <a:r>
              <a:rPr lang="zh-CN" altLang="en-US" b="1">
                <a:latin typeface="Times New Roman" panose="02020603050405020304" pitchFamily="18" charset="0"/>
              </a:rPr>
              <a:t>，通过对电路中栅压</a:t>
            </a:r>
            <a:r>
              <a:rPr lang="en-US" altLang="zh-CN" b="1" i="1">
                <a:latin typeface="Times New Roman" panose="02020603050405020304" pitchFamily="18" charset="0"/>
              </a:rPr>
              <a:t>V</a:t>
            </a:r>
            <a:r>
              <a:rPr lang="en-US" altLang="zh-CN" b="1" i="1" baseline="-30000">
                <a:latin typeface="Times New Roman" panose="02020603050405020304" pitchFamily="18" charset="0"/>
              </a:rPr>
              <a:t>g</a:t>
            </a:r>
            <a:r>
              <a:rPr lang="zh-CN" altLang="en-US" b="1">
                <a:latin typeface="Times New Roman" panose="02020603050405020304" pitchFamily="18" charset="0"/>
              </a:rPr>
              <a:t>的调节来控制电流</a:t>
            </a:r>
            <a:r>
              <a:rPr lang="en-US" altLang="zh-CN" b="1" i="1">
                <a:latin typeface="Times New Roman" panose="02020603050405020304" pitchFamily="18" charset="0"/>
              </a:rPr>
              <a:t>I</a:t>
            </a:r>
            <a:r>
              <a:rPr lang="zh-CN" altLang="en-US" b="1">
                <a:latin typeface="Times New Roman" panose="02020603050405020304" pitchFamily="18" charset="0"/>
              </a:rPr>
              <a:t>，同时测出</a:t>
            </a:r>
            <a:r>
              <a:rPr lang="en-US" altLang="zh-CN" b="1">
                <a:latin typeface="Times New Roman" panose="02020603050405020304" pitchFamily="18" charset="0"/>
              </a:rPr>
              <a:t>Hall</a:t>
            </a:r>
            <a:r>
              <a:rPr lang="zh-CN" altLang="en-US" b="1">
                <a:latin typeface="Times New Roman" panose="02020603050405020304" pitchFamily="18" charset="0"/>
              </a:rPr>
              <a:t>电阻</a:t>
            </a:r>
            <a:r>
              <a:rPr lang="en-US" altLang="zh-CN" b="1" i="1">
                <a:latin typeface="Times New Roman" panose="02020603050405020304" pitchFamily="18" charset="0"/>
              </a:rPr>
              <a:t>R</a:t>
            </a:r>
            <a:r>
              <a:rPr lang="en-US" altLang="zh-CN" sz="1800" b="1" i="1" baseline="-30000">
                <a:latin typeface="Times New Roman" panose="02020603050405020304" pitchFamily="18" charset="0"/>
              </a:rPr>
              <a:t>H</a:t>
            </a:r>
            <a:r>
              <a:rPr lang="zh-CN" altLang="en-US" b="1">
                <a:latin typeface="Times New Roman" panose="02020603050405020304" pitchFamily="18" charset="0"/>
              </a:rPr>
              <a:t>，由此可以得出</a:t>
            </a:r>
            <a:r>
              <a:rPr lang="en-US" altLang="zh-CN" b="1" i="1">
                <a:latin typeface="Times New Roman" panose="02020603050405020304" pitchFamily="18" charset="0"/>
              </a:rPr>
              <a:t>R</a:t>
            </a:r>
            <a:r>
              <a:rPr lang="en-US" altLang="zh-CN" sz="1800" b="1" i="1" baseline="-30000">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V</a:t>
            </a:r>
            <a:r>
              <a:rPr lang="en-US" altLang="zh-CN" sz="1800" b="1" i="1" baseline="-30000">
                <a:latin typeface="Times New Roman" panose="02020603050405020304" pitchFamily="18" charset="0"/>
              </a:rPr>
              <a:t>g</a:t>
            </a:r>
            <a:r>
              <a:rPr lang="zh-CN" altLang="en-US" b="1">
                <a:latin typeface="Times New Roman" panose="02020603050405020304" pitchFamily="18" charset="0"/>
              </a:rPr>
              <a:t>实验曲线</a:t>
            </a:r>
            <a:r>
              <a:rPr lang="zh-CN" altLang="en-US" b="1">
                <a:latin typeface="宋体" panose="02010600030101010101" pitchFamily="2" charset="-122"/>
              </a:rPr>
              <a:t>． </a:t>
            </a:r>
          </a:p>
          <a:p>
            <a:pPr lvl="1" algn="ctr" eaLnBrk="1" hangingPunct="1">
              <a:buClr>
                <a:schemeClr val="folHlink"/>
              </a:buClr>
              <a:buSzPct val="75000"/>
              <a:buFont typeface="Wingdings" panose="05000000000000000000" pitchFamily="2" charset="2"/>
              <a:buChar char="n"/>
            </a:pPr>
            <a:r>
              <a:rPr lang="en-US" altLang="zh-CN" b="1" i="1">
                <a:latin typeface="Times New Roman" panose="02020603050405020304" pitchFamily="18" charset="0"/>
              </a:rPr>
              <a:t>R</a:t>
            </a:r>
            <a:r>
              <a:rPr lang="en-US" altLang="zh-CN" sz="1800" b="1" i="1" baseline="-30000">
                <a:latin typeface="Times New Roman" panose="02020603050405020304" pitchFamily="18" charset="0"/>
              </a:rPr>
              <a:t>H</a:t>
            </a:r>
            <a:r>
              <a:rPr lang="en-US" altLang="zh-CN" b="1">
                <a:latin typeface="Times New Roman" panose="02020603050405020304" pitchFamily="18" charset="0"/>
              </a:rPr>
              <a:t>—</a:t>
            </a:r>
            <a:r>
              <a:rPr lang="en-US" altLang="zh-CN" b="1" i="1">
                <a:latin typeface="Times New Roman" panose="02020603050405020304" pitchFamily="18" charset="0"/>
              </a:rPr>
              <a:t>V</a:t>
            </a:r>
            <a:r>
              <a:rPr lang="en-US" altLang="zh-CN" sz="1800" b="1" i="1" baseline="-30000">
                <a:latin typeface="Times New Roman" panose="02020603050405020304" pitchFamily="18" charset="0"/>
              </a:rPr>
              <a:t>g</a:t>
            </a:r>
            <a:r>
              <a:rPr lang="zh-CN" altLang="en-US" b="1">
                <a:latin typeface="宋体" panose="02010600030101010101" pitchFamily="2" charset="-122"/>
              </a:rPr>
              <a:t>的理论曲线如图中的虚线所示，一般情况下，实验曲线与理论曲线符合得比较好． </a:t>
            </a:r>
            <a:r>
              <a:rPr lang="zh-CN" altLang="en-US" b="1">
                <a:latin typeface="Times New Roman" panose="02020603050405020304" pitchFamily="18" charset="0"/>
              </a:rPr>
              <a:t>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2063751" y="404813"/>
            <a:ext cx="5040313" cy="762000"/>
          </a:xfrm>
        </p:spPr>
        <p:txBody>
          <a:bodyPr/>
          <a:lstStyle/>
          <a:p>
            <a:pPr eaLnBrk="1" hangingPunct="1"/>
            <a:r>
              <a:rPr lang="zh-CN" altLang="en-US" b="1">
                <a:ea typeface="华文中宋" panose="02010600040101010101" pitchFamily="2" charset="-122"/>
              </a:rPr>
              <a:t>磁电阻效应</a:t>
            </a:r>
          </a:p>
        </p:txBody>
      </p:sp>
      <p:sp>
        <p:nvSpPr>
          <p:cNvPr id="187395" name="Rectangle 3"/>
          <p:cNvSpPr>
            <a:spLocks noGrp="1" noChangeArrowheads="1"/>
          </p:cNvSpPr>
          <p:nvPr>
            <p:ph type="body" idx="1"/>
          </p:nvPr>
        </p:nvSpPr>
        <p:spPr>
          <a:xfrm>
            <a:off x="1774825" y="1268413"/>
            <a:ext cx="5329238" cy="1585912"/>
          </a:xfrm>
        </p:spPr>
        <p:txBody>
          <a:bodyPr/>
          <a:lstStyle/>
          <a:p>
            <a:pPr eaLnBrk="1" hangingPunct="1">
              <a:lnSpc>
                <a:spcPct val="80000"/>
              </a:lnSpc>
            </a:pPr>
            <a:r>
              <a:rPr lang="zh-CN" altLang="en-US" b="1">
                <a:latin typeface="Times New Roman" panose="02020603050405020304" pitchFamily="18" charset="0"/>
                <a:ea typeface="华文中宋" panose="02010600040101010101" pitchFamily="2" charset="-122"/>
              </a:rPr>
              <a:t>考虑一个长、宽分别是</a:t>
            </a:r>
            <a:r>
              <a:rPr lang="en-US" altLang="zh-CN" b="1" i="1">
                <a:latin typeface="Times New Roman" panose="02020603050405020304" pitchFamily="18" charset="0"/>
                <a:ea typeface="华文中宋" panose="02010600040101010101" pitchFamily="2" charset="-122"/>
              </a:rPr>
              <a:t>a</a:t>
            </a:r>
            <a:r>
              <a:rPr lang="zh-CN" altLang="en-US" b="1">
                <a:latin typeface="Times New Roman" panose="02020603050405020304" pitchFamily="18" charset="0"/>
                <a:ea typeface="华文中宋" panose="02010600040101010101" pitchFamily="2" charset="-122"/>
              </a:rPr>
              <a:t>和</a:t>
            </a:r>
            <a:r>
              <a:rPr lang="en-US" altLang="zh-CN" b="1" i="1">
                <a:latin typeface="Times New Roman" panose="02020603050405020304" pitchFamily="18" charset="0"/>
                <a:ea typeface="华文中宋" panose="02010600040101010101" pitchFamily="2" charset="-122"/>
              </a:rPr>
              <a:t>b</a:t>
            </a:r>
            <a:r>
              <a:rPr lang="zh-CN" altLang="en-US" b="1">
                <a:latin typeface="Times New Roman" panose="02020603050405020304" pitchFamily="18" charset="0"/>
                <a:ea typeface="华文中宋" panose="02010600040101010101" pitchFamily="2" charset="-122"/>
              </a:rPr>
              <a:t>，厚度为</a:t>
            </a:r>
            <a:r>
              <a:rPr lang="en-US" altLang="zh-CN" b="1" i="1">
                <a:latin typeface="Times New Roman" panose="02020603050405020304" pitchFamily="18" charset="0"/>
                <a:ea typeface="华文中宋" panose="02010600040101010101" pitchFamily="2" charset="-122"/>
              </a:rPr>
              <a:t>d</a:t>
            </a:r>
            <a:r>
              <a:rPr lang="zh-CN" altLang="en-US" b="1">
                <a:latin typeface="Times New Roman" panose="02020603050405020304" pitchFamily="18" charset="0"/>
                <a:ea typeface="华文中宋" panose="02010600040101010101" pitchFamily="2" charset="-122"/>
              </a:rPr>
              <a:t>的平行六面体导体样品（如图），电流</a:t>
            </a:r>
            <a:r>
              <a:rPr lang="en-US" altLang="zh-CN" b="1" i="1">
                <a:latin typeface="Times New Roman" panose="02020603050405020304" pitchFamily="18" charset="0"/>
                <a:ea typeface="华文中宋" panose="02010600040101010101" pitchFamily="2" charset="-122"/>
              </a:rPr>
              <a:t>I</a:t>
            </a:r>
            <a:r>
              <a:rPr lang="zh-CN" altLang="en-US" b="1">
                <a:latin typeface="Times New Roman" panose="02020603050405020304" pitchFamily="18" charset="0"/>
                <a:ea typeface="华文中宋" panose="02010600040101010101" pitchFamily="2" charset="-122"/>
              </a:rPr>
              <a:t>沿</a:t>
            </a:r>
            <a:r>
              <a:rPr lang="en-US" altLang="zh-CN" b="1" i="1">
                <a:latin typeface="Times New Roman" panose="02020603050405020304" pitchFamily="18" charset="0"/>
                <a:ea typeface="华文中宋" panose="02010600040101010101" pitchFamily="2" charset="-122"/>
              </a:rPr>
              <a:t>a</a:t>
            </a:r>
            <a:r>
              <a:rPr lang="zh-CN" altLang="en-US" b="1">
                <a:latin typeface="Times New Roman" panose="02020603050405020304" pitchFamily="18" charset="0"/>
                <a:ea typeface="华文中宋" panose="02010600040101010101" pitchFamily="2" charset="-122"/>
              </a:rPr>
              <a:t>的方向流过。</a:t>
            </a:r>
          </a:p>
        </p:txBody>
      </p:sp>
      <p:pic>
        <p:nvPicPr>
          <p:cNvPr id="1873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25" y="404813"/>
            <a:ext cx="338455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7" name="Rectangle 5"/>
          <p:cNvSpPr>
            <a:spLocks noChangeArrowheads="1"/>
          </p:cNvSpPr>
          <p:nvPr/>
        </p:nvSpPr>
        <p:spPr bwMode="auto">
          <a:xfrm>
            <a:off x="1847851" y="3141664"/>
            <a:ext cx="85693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folHlink"/>
              </a:buClr>
              <a:buSzPct val="75000"/>
              <a:buFont typeface="Wingdings" panose="05000000000000000000" pitchFamily="2" charset="2"/>
              <a:buChar char="n"/>
            </a:pPr>
            <a:r>
              <a:rPr lang="zh-CN" altLang="en-US" b="1">
                <a:latin typeface="Times New Roman" panose="02020603050405020304" pitchFamily="18" charset="0"/>
                <a:ea typeface="华文中宋" panose="02010600040101010101" pitchFamily="2" charset="-122"/>
              </a:rPr>
              <a:t>磁电阻效应：如果将样品置于磁场中，磁场将影响样品的电阻</a:t>
            </a:r>
            <a:r>
              <a:rPr lang="zh-CN" altLang="en-US">
                <a:latin typeface="Times New Roman" panose="02020603050405020304" pitchFamily="18" charset="0"/>
                <a:ea typeface="华文中宋" panose="02010600040101010101" pitchFamily="2" charset="-122"/>
              </a:rPr>
              <a:t> （</a:t>
            </a:r>
            <a:r>
              <a:rPr lang="en-US" altLang="zh-CN">
                <a:latin typeface="Times New Roman" panose="02020603050405020304" pitchFamily="18" charset="0"/>
                <a:ea typeface="华文中宋" panose="02010600040101010101" pitchFamily="2" charset="-122"/>
              </a:rPr>
              <a:t>MRE——magneto-resistivity effect</a:t>
            </a:r>
            <a:r>
              <a:rPr lang="zh-CN" altLang="en-US">
                <a:latin typeface="Times New Roman" panose="02020603050405020304" pitchFamily="18" charset="0"/>
                <a:ea typeface="华文中宋" panose="02010600040101010101" pitchFamily="2" charset="-122"/>
              </a:rPr>
              <a:t>）</a:t>
            </a:r>
          </a:p>
          <a:p>
            <a:pPr algn="ctr" eaLnBrk="1" hangingPunct="1">
              <a:lnSpc>
                <a:spcPct val="90000"/>
              </a:lnSpc>
              <a:buClr>
                <a:schemeClr val="folHlink"/>
              </a:buClr>
              <a:buSzPct val="75000"/>
              <a:buFont typeface="Wingdings" panose="05000000000000000000" pitchFamily="2" charset="2"/>
              <a:buChar char="n"/>
            </a:pPr>
            <a:r>
              <a:rPr lang="zh-CN" altLang="en-US" b="1">
                <a:latin typeface="Times New Roman" panose="02020603050405020304" pitchFamily="18" charset="0"/>
                <a:ea typeface="华文中宋" panose="02010600040101010101" pitchFamily="2" charset="-122"/>
              </a:rPr>
              <a:t>若无磁场时样品的电阻是</a:t>
            </a:r>
            <a:r>
              <a:rPr lang="zh-CN" altLang="en-US">
                <a:latin typeface="Times New Roman" panose="02020603050405020304" pitchFamily="18" charset="0"/>
                <a:ea typeface="华文中宋" panose="02010600040101010101" pitchFamily="2" charset="-122"/>
              </a:rPr>
              <a:t>            </a:t>
            </a:r>
            <a:r>
              <a:rPr lang="en-US" altLang="zh-CN" b="1" i="1">
                <a:latin typeface="Times New Roman" panose="02020603050405020304" pitchFamily="18" charset="0"/>
                <a:ea typeface="华文中宋" panose="02010600040101010101" pitchFamily="2" charset="-122"/>
              </a:rPr>
              <a:t>R</a:t>
            </a:r>
          </a:p>
          <a:p>
            <a:pPr algn="ctr" eaLnBrk="1" hangingPunct="1">
              <a:lnSpc>
                <a:spcPct val="90000"/>
              </a:lnSpc>
              <a:buClr>
                <a:schemeClr val="folHlink"/>
              </a:buClr>
              <a:buSzPct val="75000"/>
              <a:buFont typeface="Wingdings" panose="05000000000000000000" pitchFamily="2" charset="2"/>
              <a:buChar char="n"/>
            </a:pPr>
            <a:r>
              <a:rPr lang="zh-CN" altLang="en-US" b="1">
                <a:latin typeface="Times New Roman" panose="02020603050405020304" pitchFamily="18" charset="0"/>
                <a:ea typeface="华文中宋" panose="02010600040101010101" pitchFamily="2" charset="-122"/>
              </a:rPr>
              <a:t>加磁场后样品电阻的增加值是   </a:t>
            </a:r>
            <a:r>
              <a:rPr lang="el-GR" altLang="zh-CN" b="1">
                <a:latin typeface="Times New Roman" panose="02020603050405020304" pitchFamily="18" charset="0"/>
                <a:ea typeface="华文中宋" panose="02010600040101010101" pitchFamily="2" charset="-122"/>
                <a:cs typeface="Times New Roman" panose="02020603050405020304" pitchFamily="18" charset="0"/>
              </a:rPr>
              <a:t>Δ</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R</a:t>
            </a:r>
          </a:p>
          <a:p>
            <a:pPr algn="ctr" eaLnBrk="1" hangingPunct="1">
              <a:lnSpc>
                <a:spcPct val="90000"/>
              </a:lnSpc>
              <a:buClr>
                <a:schemeClr val="folHlink"/>
              </a:buClr>
              <a:buSzPct val="75000"/>
              <a:buFont typeface="Wingdings" panose="05000000000000000000" pitchFamily="2" charset="2"/>
              <a:buChar char="n"/>
            </a:pPr>
            <a:r>
              <a:rPr lang="zh-CN" altLang="en-US" b="1">
                <a:latin typeface="Times New Roman" panose="02020603050405020304" pitchFamily="18" charset="0"/>
                <a:ea typeface="华文中宋" panose="02010600040101010101" pitchFamily="2" charset="-122"/>
                <a:cs typeface="Times New Roman" panose="02020603050405020304" pitchFamily="18" charset="0"/>
              </a:rPr>
              <a:t>磁阻效应的数值定义为              </a:t>
            </a:r>
            <a:r>
              <a:rPr lang="el-GR" altLang="zh-CN" b="1">
                <a:latin typeface="Times New Roman" panose="02020603050405020304" pitchFamily="18" charset="0"/>
                <a:ea typeface="华文中宋" panose="02010600040101010101" pitchFamily="2" charset="-122"/>
              </a:rPr>
              <a:t>Δ</a:t>
            </a:r>
            <a:r>
              <a:rPr lang="en-US" altLang="zh-CN" b="1" i="1">
                <a:latin typeface="Times New Roman" panose="02020603050405020304" pitchFamily="18" charset="0"/>
                <a:ea typeface="华文中宋" panose="02010600040101010101" pitchFamily="2" charset="-122"/>
              </a:rPr>
              <a:t>R</a:t>
            </a:r>
            <a:r>
              <a:rPr lang="en-US" altLang="zh-CN" b="1">
                <a:latin typeface="Times New Roman" panose="02020603050405020304" pitchFamily="18" charset="0"/>
                <a:ea typeface="华文中宋" panose="02010600040101010101" pitchFamily="2" charset="-122"/>
              </a:rPr>
              <a:t> /</a:t>
            </a:r>
            <a:r>
              <a:rPr lang="en-US" altLang="zh-CN" b="1" i="1">
                <a:latin typeface="Times New Roman" panose="02020603050405020304" pitchFamily="18" charset="0"/>
                <a:ea typeface="华文中宋" panose="02010600040101010101" pitchFamily="2" charset="-122"/>
              </a:rPr>
              <a:t>R</a:t>
            </a:r>
            <a:endParaRPr lang="el-GR" altLang="zh-CN" b="1">
              <a:latin typeface="Times New Roman" panose="02020603050405020304" pitchFamily="18" charset="0"/>
              <a:ea typeface="华文中宋" panose="0201060004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2395539" y="862013"/>
            <a:ext cx="8162925" cy="762000"/>
          </a:xfrm>
        </p:spPr>
        <p:txBody>
          <a:bodyPr/>
          <a:lstStyle/>
          <a:p>
            <a:pPr eaLnBrk="1" hangingPunct="1"/>
            <a:r>
              <a:rPr lang="zh-CN" altLang="en-US" b="1">
                <a:ea typeface="华文中宋" panose="02010600040101010101" pitchFamily="2" charset="-122"/>
              </a:rPr>
              <a:t>磁电阻材料</a:t>
            </a:r>
          </a:p>
        </p:txBody>
      </p:sp>
      <p:sp>
        <p:nvSpPr>
          <p:cNvPr id="188419" name="Rectangle 3"/>
          <p:cNvSpPr>
            <a:spLocks noGrp="1" noChangeArrowheads="1"/>
          </p:cNvSpPr>
          <p:nvPr>
            <p:ph type="body" idx="1"/>
          </p:nvPr>
        </p:nvSpPr>
        <p:spPr>
          <a:xfrm>
            <a:off x="1992313" y="1916113"/>
            <a:ext cx="8424862" cy="4191000"/>
          </a:xfrm>
        </p:spPr>
        <p:txBody>
          <a:bodyPr/>
          <a:lstStyle/>
          <a:p>
            <a:pPr lvl="1" eaLnBrk="1" hangingPunct="1"/>
            <a:r>
              <a:rPr lang="zh-CN" altLang="en-US" sz="3200" b="1">
                <a:latin typeface="Times New Roman" panose="02020603050405020304" pitchFamily="18" charset="0"/>
                <a:ea typeface="华文中宋" panose="02010600040101010101" pitchFamily="2" charset="-122"/>
              </a:rPr>
              <a:t>磁电阻材料</a:t>
            </a:r>
            <a:r>
              <a:rPr lang="en-US" altLang="zh-CN" sz="3200" b="1">
                <a:latin typeface="Times New Roman" panose="02020603050405020304" pitchFamily="18" charset="0"/>
                <a:ea typeface="华文中宋" panose="02010600040101010101" pitchFamily="2" charset="-122"/>
              </a:rPr>
              <a:t>(MR)</a:t>
            </a:r>
            <a:r>
              <a:rPr lang="zh-CN" altLang="en-US" sz="3200" b="1">
                <a:latin typeface="Times New Roman" panose="02020603050405020304" pitchFamily="18" charset="0"/>
                <a:ea typeface="华文中宋" panose="02010600040101010101" pitchFamily="2" charset="-122"/>
              </a:rPr>
              <a:t>：</a:t>
            </a:r>
            <a:r>
              <a:rPr lang="zh-CN" altLang="en-US" sz="3200">
                <a:latin typeface="Times New Roman" panose="02020603050405020304" pitchFamily="18" charset="0"/>
                <a:ea typeface="华文中宋" panose="02010600040101010101" pitchFamily="2" charset="-122"/>
              </a:rPr>
              <a:t> </a:t>
            </a:r>
          </a:p>
          <a:p>
            <a:pPr lvl="1" eaLnBrk="1" hangingPunct="1"/>
            <a:r>
              <a:rPr lang="zh-CN" altLang="en-US" sz="3200" b="1">
                <a:latin typeface="Times New Roman" panose="02020603050405020304" pitchFamily="18" charset="0"/>
                <a:ea typeface="华文中宋" panose="02010600040101010101" pitchFamily="2" charset="-122"/>
              </a:rPr>
              <a:t>巨磁电阻效应（简称</a:t>
            </a:r>
            <a:r>
              <a:rPr lang="en-US" altLang="zh-CN" sz="3200" b="1">
                <a:latin typeface="Times New Roman" panose="02020603050405020304" pitchFamily="18" charset="0"/>
                <a:ea typeface="华文中宋" panose="02010600040101010101" pitchFamily="2" charset="-122"/>
              </a:rPr>
              <a:t>GMR</a:t>
            </a:r>
            <a:r>
              <a:rPr lang="zh-CN" altLang="en-US" sz="3200" b="1">
                <a:latin typeface="Times New Roman" panose="02020603050405020304" pitchFamily="18" charset="0"/>
                <a:ea typeface="华文中宋" panose="02010600040101010101" pitchFamily="2" charset="-122"/>
              </a:rPr>
              <a:t>）</a:t>
            </a:r>
            <a:r>
              <a:rPr lang="zh-CN" altLang="en-US" sz="3200">
                <a:latin typeface="Times New Roman" panose="02020603050405020304" pitchFamily="18" charset="0"/>
                <a:ea typeface="华文中宋" panose="02010600040101010101" pitchFamily="2" charset="-122"/>
              </a:rPr>
              <a:t> </a:t>
            </a:r>
          </a:p>
          <a:p>
            <a:pPr lvl="1" eaLnBrk="1" hangingPunct="1"/>
            <a:r>
              <a:rPr lang="zh-CN" altLang="en-US" sz="3200" b="1">
                <a:latin typeface="Times New Roman" panose="02020603050405020304" pitchFamily="18" charset="0"/>
                <a:ea typeface="华文中宋" panose="02010600040101010101" pitchFamily="2" charset="-122"/>
              </a:rPr>
              <a:t>                                  </a:t>
            </a:r>
          </a:p>
          <a:p>
            <a:pPr lvl="1" eaLnBrk="1" hangingPunct="1"/>
            <a:r>
              <a:rPr lang="zh-CN" altLang="en-US" sz="3200" b="1">
                <a:latin typeface="Times New Roman" panose="02020603050405020304" pitchFamily="18" charset="0"/>
                <a:ea typeface="华文中宋" panose="02010600040101010101" pitchFamily="2" charset="-122"/>
              </a:rPr>
              <a:t>超巨磁电阻材料 </a:t>
            </a:r>
          </a:p>
          <a:p>
            <a:pPr lvl="1" eaLnBrk="1" hangingPunct="1"/>
            <a:r>
              <a:rPr lang="zh-CN" altLang="en-US" b="1">
                <a:latin typeface="Times New Roman" panose="02020603050405020304" pitchFamily="18" charset="0"/>
                <a:ea typeface="华文中宋" panose="02010600040101010101" pitchFamily="2" charset="-122"/>
              </a:rPr>
              <a:t>在小型化、 微型化高密度磁记录读出磁头、随机存储器和微型传感器中获得重要应用</a:t>
            </a:r>
            <a:r>
              <a:rPr lang="zh-CN" altLang="en-US">
                <a:latin typeface="Times New Roman" panose="02020603050405020304" pitchFamily="18" charset="0"/>
                <a:ea typeface="华文中宋" panose="02010600040101010101" pitchFamily="2" charset="-122"/>
              </a:rPr>
              <a:t> </a:t>
            </a:r>
          </a:p>
          <a:p>
            <a:pPr lvl="1" eaLnBrk="1" hangingPunct="1"/>
            <a:r>
              <a:rPr lang="zh-CN" altLang="en-US" b="1">
                <a:ea typeface="华文中宋" panose="02010600040101010101" pitchFamily="2" charset="-122"/>
              </a:rPr>
              <a:t>巨磁电阻和自旋电子学获</a:t>
            </a:r>
            <a:r>
              <a:rPr lang="en-US" altLang="zh-CN" b="1">
                <a:solidFill>
                  <a:srgbClr val="FF0000"/>
                </a:solidFill>
                <a:latin typeface="Times New Roman" panose="02020603050405020304" pitchFamily="18" charset="0"/>
                <a:ea typeface="华文中宋" panose="02010600040101010101" pitchFamily="2" charset="-122"/>
              </a:rPr>
              <a:t>2007</a:t>
            </a:r>
            <a:r>
              <a:rPr lang="zh-CN" altLang="en-US" b="1">
                <a:solidFill>
                  <a:srgbClr val="FF0000"/>
                </a:solidFill>
                <a:latin typeface="Times New Roman" panose="02020603050405020304" pitchFamily="18" charset="0"/>
                <a:ea typeface="华文中宋" panose="02010600040101010101" pitchFamily="2" charset="-122"/>
              </a:rPr>
              <a:t>年诺贝尔物理学奖</a:t>
            </a:r>
          </a:p>
        </p:txBody>
      </p:sp>
      <p:graphicFrame>
        <p:nvGraphicFramePr>
          <p:cNvPr id="188420" name="Object 4"/>
          <p:cNvGraphicFramePr>
            <a:graphicFrameLocks noChangeAspect="1"/>
          </p:cNvGraphicFramePr>
          <p:nvPr/>
        </p:nvGraphicFramePr>
        <p:xfrm>
          <a:off x="6167438" y="1916114"/>
          <a:ext cx="3313112" cy="523875"/>
        </p:xfrm>
        <a:graphic>
          <a:graphicData uri="http://schemas.openxmlformats.org/presentationml/2006/ole">
            <mc:AlternateContent xmlns:mc="http://schemas.openxmlformats.org/markup-compatibility/2006">
              <mc:Choice xmlns:v="urn:schemas-microsoft-com:vml" Requires="v">
                <p:oleObj spid="_x0000_s188474" r:id="rId3" imgW="1142504" imgH="177723" progId="Equation.3">
                  <p:embed/>
                </p:oleObj>
              </mc:Choice>
              <mc:Fallback>
                <p:oleObj r:id="rId3" imgW="1142504" imgH="17772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7438" y="1916114"/>
                        <a:ext cx="3313112" cy="5238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8421" name="Object 5"/>
          <p:cNvGraphicFramePr>
            <a:graphicFrameLocks noChangeAspect="1"/>
          </p:cNvGraphicFramePr>
          <p:nvPr/>
        </p:nvGraphicFramePr>
        <p:xfrm>
          <a:off x="6167439" y="3068639"/>
          <a:ext cx="3095625" cy="549275"/>
        </p:xfrm>
        <a:graphic>
          <a:graphicData uri="http://schemas.openxmlformats.org/presentationml/2006/ole">
            <mc:AlternateContent xmlns:mc="http://schemas.openxmlformats.org/markup-compatibility/2006">
              <mc:Choice xmlns:v="urn:schemas-microsoft-com:vml" Requires="v">
                <p:oleObj spid="_x0000_s188475" r:id="rId5" imgW="1143000" imgH="203200" progId="Equation.3">
                  <p:embed/>
                </p:oleObj>
              </mc:Choice>
              <mc:Fallback>
                <p:oleObj r:id="rId5" imgW="11430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7439" y="3068639"/>
                        <a:ext cx="3095625" cy="5492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8422" name="Object 6"/>
          <p:cNvGraphicFramePr>
            <a:graphicFrameLocks noChangeAspect="1"/>
          </p:cNvGraphicFramePr>
          <p:nvPr/>
        </p:nvGraphicFramePr>
        <p:xfrm>
          <a:off x="6167439" y="3716338"/>
          <a:ext cx="3241675" cy="565150"/>
        </p:xfrm>
        <a:graphic>
          <a:graphicData uri="http://schemas.openxmlformats.org/presentationml/2006/ole">
            <mc:AlternateContent xmlns:mc="http://schemas.openxmlformats.org/markup-compatibility/2006">
              <mc:Choice xmlns:v="urn:schemas-microsoft-com:vml" Requires="v">
                <p:oleObj spid="_x0000_s188476" name="Equation" r:id="rId7" imgW="1129810" imgH="203112" progId="Equation.3">
                  <p:embed/>
                </p:oleObj>
              </mc:Choice>
              <mc:Fallback>
                <p:oleObj name="Equation" r:id="rId7" imgW="1129810" imgH="203112"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67439" y="3716338"/>
                        <a:ext cx="3241675" cy="5651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2209801" y="228600"/>
            <a:ext cx="3852863" cy="762000"/>
          </a:xfrm>
        </p:spPr>
        <p:txBody>
          <a:bodyPr/>
          <a:lstStyle/>
          <a:p>
            <a:pPr eaLnBrk="1" hangingPunct="1"/>
            <a:r>
              <a:rPr lang="zh-CN" altLang="en-US" b="1">
                <a:latin typeface="宋体" panose="02010600030101010101" pitchFamily="2" charset="-122"/>
              </a:rPr>
              <a:t>量子</a:t>
            </a:r>
            <a:r>
              <a:rPr lang="en-US" altLang="zh-CN" b="1">
                <a:latin typeface="Times New Roman" panose="02020603050405020304" pitchFamily="18" charset="0"/>
              </a:rPr>
              <a:t>Hall</a:t>
            </a:r>
            <a:r>
              <a:rPr lang="zh-CN" altLang="en-US" b="1">
                <a:latin typeface="宋体" panose="02010600030101010101" pitchFamily="2" charset="-122"/>
              </a:rPr>
              <a:t>效应 </a:t>
            </a:r>
          </a:p>
        </p:txBody>
      </p:sp>
      <p:sp>
        <p:nvSpPr>
          <p:cNvPr id="189443" name="Rectangle 3"/>
          <p:cNvSpPr>
            <a:spLocks noGrp="1" noChangeArrowheads="1"/>
          </p:cNvSpPr>
          <p:nvPr>
            <p:ph type="body" idx="1"/>
          </p:nvPr>
        </p:nvSpPr>
        <p:spPr>
          <a:xfrm>
            <a:off x="2133600" y="1219200"/>
            <a:ext cx="8110538" cy="5181600"/>
          </a:xfrm>
        </p:spPr>
        <p:txBody>
          <a:bodyPr/>
          <a:lstStyle/>
          <a:p>
            <a:pPr eaLnBrk="1" hangingPunct="1"/>
            <a:r>
              <a:rPr lang="zh-CN" altLang="en-US" sz="2800" b="1">
                <a:latin typeface="宋体" panose="02010600030101010101" pitchFamily="2" charset="-122"/>
              </a:rPr>
              <a:t>二维电子系统</a:t>
            </a:r>
            <a:r>
              <a:rPr lang="zh-CN" altLang="en-US" sz="2800"/>
              <a:t> </a:t>
            </a:r>
          </a:p>
          <a:p>
            <a:pPr lvl="1" algn="just" eaLnBrk="1" hangingPunct="1"/>
            <a:r>
              <a:rPr lang="zh-CN" altLang="en-US" sz="2400" b="1">
                <a:latin typeface="Times New Roman" panose="02020603050405020304" pitchFamily="18" charset="0"/>
              </a:rPr>
              <a:t>从</a:t>
            </a:r>
            <a:r>
              <a:rPr lang="en-US" altLang="zh-CN" sz="2400" b="1">
                <a:latin typeface="Times New Roman" panose="02020603050405020304" pitchFamily="18" charset="0"/>
              </a:rPr>
              <a:t>50</a:t>
            </a:r>
            <a:r>
              <a:rPr lang="zh-CN" altLang="en-US" sz="2400" b="1">
                <a:latin typeface="Times New Roman" panose="02020603050405020304" pitchFamily="18" charset="0"/>
              </a:rPr>
              <a:t>年代起，由于晶体管工业的兴盛，半导体表面研究成了热门课题，半导体物理学中兴起了一个崭新领域</a:t>
            </a:r>
            <a:r>
              <a:rPr lang="en-US" altLang="zh-CN" sz="2400" b="1">
                <a:latin typeface="Times New Roman" panose="02020603050405020304" pitchFamily="18" charset="0"/>
              </a:rPr>
              <a:t>——</a:t>
            </a:r>
            <a:r>
              <a:rPr lang="zh-CN" altLang="en-US" sz="2400" b="1">
                <a:latin typeface="Times New Roman" panose="02020603050405020304" pitchFamily="18" charset="0"/>
              </a:rPr>
              <a:t>二维电子系统。</a:t>
            </a:r>
          </a:p>
          <a:p>
            <a:pPr lvl="1" algn="just" eaLnBrk="1" hangingPunct="1"/>
            <a:r>
              <a:rPr lang="en-US" altLang="zh-CN" sz="2400" b="1">
                <a:latin typeface="Times New Roman" panose="02020603050405020304" pitchFamily="18" charset="0"/>
              </a:rPr>
              <a:t>1957</a:t>
            </a:r>
            <a:r>
              <a:rPr lang="zh-CN" altLang="en-US" sz="2400" b="1">
                <a:latin typeface="Times New Roman" panose="02020603050405020304" pitchFamily="18" charset="0"/>
              </a:rPr>
              <a:t>年，施里弗</a:t>
            </a:r>
            <a:r>
              <a:rPr lang="en-US" altLang="zh-CN" sz="2400" b="1">
                <a:latin typeface="Times New Roman" panose="02020603050405020304" pitchFamily="18" charset="0"/>
              </a:rPr>
              <a:t>(J</a:t>
            </a:r>
            <a:r>
              <a:rPr lang="zh-CN" altLang="en-US" sz="2400" b="1">
                <a:latin typeface="Times New Roman" panose="02020603050405020304" pitchFamily="18" charset="0"/>
              </a:rPr>
              <a:t>．</a:t>
            </a:r>
            <a:r>
              <a:rPr lang="en-US" altLang="zh-CN" sz="2400" b="1">
                <a:latin typeface="Times New Roman" panose="02020603050405020304" pitchFamily="18" charset="0"/>
              </a:rPr>
              <a:t>R</a:t>
            </a:r>
            <a:r>
              <a:rPr lang="zh-CN" altLang="en-US" sz="2400" b="1">
                <a:latin typeface="Times New Roman" panose="02020603050405020304" pitchFamily="18" charset="0"/>
              </a:rPr>
              <a:t>．</a:t>
            </a:r>
            <a:r>
              <a:rPr lang="en-US" altLang="zh-CN" sz="2400" b="1">
                <a:latin typeface="Times New Roman" panose="02020603050405020304" pitchFamily="18" charset="0"/>
              </a:rPr>
              <a:t>schrieffer)</a:t>
            </a:r>
            <a:r>
              <a:rPr lang="zh-CN" altLang="en-US" sz="2400" b="1">
                <a:latin typeface="Times New Roman" panose="02020603050405020304" pitchFamily="18" charset="0"/>
              </a:rPr>
              <a:t>提出反型层理论，认为如果与半导体表面</a:t>
            </a:r>
            <a:r>
              <a:rPr lang="zh-CN" altLang="en-US" sz="2400" b="1">
                <a:solidFill>
                  <a:srgbClr val="0000FF"/>
                </a:solidFill>
                <a:latin typeface="Times New Roman" panose="02020603050405020304" pitchFamily="18" charset="0"/>
              </a:rPr>
              <a:t>垂直</a:t>
            </a:r>
            <a:r>
              <a:rPr lang="zh-CN" altLang="en-US" sz="2400" b="1">
                <a:latin typeface="Times New Roman" panose="02020603050405020304" pitchFamily="18" charset="0"/>
              </a:rPr>
              <a:t>的电场足够强，就可以在表面附近出现与体内导电类型相反的</a:t>
            </a:r>
            <a:r>
              <a:rPr lang="zh-CN" altLang="en-US" sz="2400" b="1">
                <a:solidFill>
                  <a:srgbClr val="0000FF"/>
                </a:solidFill>
                <a:latin typeface="Times New Roman" panose="02020603050405020304" pitchFamily="18" charset="0"/>
              </a:rPr>
              <a:t>反型层</a:t>
            </a:r>
            <a:r>
              <a:rPr lang="zh-CN" altLang="en-US" sz="2400" b="1">
                <a:latin typeface="Times New Roman" panose="02020603050405020304" pitchFamily="18" charset="0"/>
              </a:rPr>
              <a:t>。</a:t>
            </a:r>
          </a:p>
          <a:p>
            <a:pPr lvl="1" algn="just" eaLnBrk="1" hangingPunct="1"/>
            <a:r>
              <a:rPr lang="zh-CN" altLang="en-US" sz="2400" b="1">
                <a:latin typeface="Times New Roman" panose="02020603050405020304" pitchFamily="18" charset="0"/>
              </a:rPr>
              <a:t>由于反型层中的电子被限制在很窄的势阱里，与表面垂直的电子运动状态应是</a:t>
            </a:r>
            <a:r>
              <a:rPr lang="zh-CN" altLang="en-US" sz="2400" b="1">
                <a:solidFill>
                  <a:schemeClr val="folHlink"/>
                </a:solidFill>
                <a:latin typeface="Times New Roman" panose="02020603050405020304" pitchFamily="18" charset="0"/>
              </a:rPr>
              <a:t>量子化</a:t>
            </a:r>
            <a:r>
              <a:rPr lang="zh-CN" altLang="en-US" sz="2400" b="1">
                <a:latin typeface="Times New Roman" panose="02020603050405020304" pitchFamily="18" charset="0"/>
              </a:rPr>
              <a:t>的，形成一系列独立能级，而</a:t>
            </a:r>
            <a:r>
              <a:rPr lang="zh-CN" altLang="en-US" sz="2400" b="1">
                <a:solidFill>
                  <a:srgbClr val="0000FF"/>
                </a:solidFill>
                <a:latin typeface="Times New Roman" panose="02020603050405020304" pitchFamily="18" charset="0"/>
              </a:rPr>
              <a:t>与表面平行的电子运动不受拘束</a:t>
            </a:r>
            <a:r>
              <a:rPr lang="zh-CN" altLang="en-US" sz="2400" b="1">
                <a:latin typeface="Times New Roman" panose="02020603050405020304" pitchFamily="18" charset="0"/>
              </a:rPr>
              <a:t>。这就是所谓的</a:t>
            </a:r>
            <a:r>
              <a:rPr lang="zh-CN" altLang="en-US" sz="2400" b="1">
                <a:solidFill>
                  <a:srgbClr val="0000FF"/>
                </a:solidFill>
                <a:latin typeface="Times New Roman" panose="02020603050405020304" pitchFamily="18" charset="0"/>
              </a:rPr>
              <a:t>二维电子系统</a:t>
            </a:r>
            <a:r>
              <a:rPr lang="zh-CN" altLang="en-US" sz="2400" b="1">
                <a:latin typeface="Times New Roman" panose="02020603050405020304" pitchFamily="18" charset="0"/>
              </a:rPr>
              <a:t>。当处于低温状态时，垂直方向的能态取最低值</a:t>
            </a:r>
            <a:r>
              <a:rPr lang="en-US" altLang="zh-CN" sz="2400" b="1">
                <a:latin typeface="Times New Roman" panose="02020603050405020304" pitchFamily="18" charset="0"/>
              </a:rPr>
              <a:t>——</a:t>
            </a:r>
            <a:r>
              <a:rPr lang="zh-CN" altLang="en-US" sz="2400" b="1">
                <a:latin typeface="Times New Roman" panose="02020603050405020304" pitchFamily="18" charset="0"/>
              </a:rPr>
              <a:t>基态。（引起物理学家的浓厚兴趣）</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2133601" y="228600"/>
            <a:ext cx="8162925" cy="762000"/>
          </a:xfrm>
        </p:spPr>
        <p:txBody>
          <a:bodyPr/>
          <a:lstStyle/>
          <a:p>
            <a:pPr algn="just" eaLnBrk="1" hangingPunct="1"/>
            <a:r>
              <a:rPr lang="zh-CN" altLang="en-US" b="1">
                <a:latin typeface="宋体" panose="02010600030101010101" pitchFamily="2" charset="-122"/>
              </a:rPr>
              <a:t>量子霍耳效应的发现</a:t>
            </a:r>
            <a:r>
              <a:rPr lang="zh-CN" altLang="en-US"/>
              <a:t> </a:t>
            </a:r>
          </a:p>
        </p:txBody>
      </p:sp>
      <p:sp>
        <p:nvSpPr>
          <p:cNvPr id="190467" name="Rectangle 3"/>
          <p:cNvSpPr>
            <a:spLocks noGrp="1" noChangeArrowheads="1"/>
          </p:cNvSpPr>
          <p:nvPr>
            <p:ph type="body" idx="1"/>
          </p:nvPr>
        </p:nvSpPr>
        <p:spPr>
          <a:xfrm>
            <a:off x="2057400" y="990600"/>
            <a:ext cx="8110538" cy="2133600"/>
          </a:xfrm>
        </p:spPr>
        <p:txBody>
          <a:bodyPr/>
          <a:lstStyle/>
          <a:p>
            <a:pPr eaLnBrk="1" hangingPunct="1">
              <a:lnSpc>
                <a:spcPct val="90000"/>
              </a:lnSpc>
            </a:pPr>
            <a:r>
              <a:rPr lang="en-US" altLang="zh-CN" sz="2400" b="1">
                <a:latin typeface="Times New Roman" panose="02020603050405020304" pitchFamily="18" charset="0"/>
              </a:rPr>
              <a:t>1980</a:t>
            </a:r>
            <a:r>
              <a:rPr lang="zh-CN" altLang="en-US" sz="2400" b="1">
                <a:latin typeface="Times New Roman" panose="02020603050405020304" pitchFamily="18" charset="0"/>
              </a:rPr>
              <a:t>年，德国物理学家</a:t>
            </a:r>
            <a:r>
              <a:rPr lang="zh-CN" altLang="en-US" sz="2400" b="1">
                <a:solidFill>
                  <a:srgbClr val="0000FF"/>
                </a:solidFill>
                <a:latin typeface="Times New Roman" panose="02020603050405020304" pitchFamily="18" charset="0"/>
              </a:rPr>
              <a:t>冯</a:t>
            </a:r>
            <a:r>
              <a:rPr lang="en-US" altLang="zh-CN" sz="2400" b="1">
                <a:solidFill>
                  <a:srgbClr val="0000FF"/>
                </a:solidFill>
                <a:latin typeface="Times New Roman" panose="02020603050405020304" pitchFamily="18" charset="0"/>
              </a:rPr>
              <a:t>.</a:t>
            </a:r>
            <a:r>
              <a:rPr lang="zh-CN" altLang="en-US" sz="2400" b="1">
                <a:solidFill>
                  <a:srgbClr val="0000FF"/>
                </a:solidFill>
                <a:latin typeface="Times New Roman" panose="02020603050405020304" pitchFamily="18" charset="0"/>
              </a:rPr>
              <a:t>克利青</a:t>
            </a:r>
            <a:r>
              <a:rPr lang="zh-CN" altLang="en-US" sz="2400" b="1">
                <a:latin typeface="Times New Roman" panose="02020603050405020304" pitchFamily="18" charset="0"/>
              </a:rPr>
              <a:t>（</a:t>
            </a:r>
            <a:r>
              <a:rPr lang="en-US" altLang="zh-CN" sz="2400" b="1">
                <a:latin typeface="Times New Roman" panose="02020603050405020304" pitchFamily="18" charset="0"/>
              </a:rPr>
              <a:t>Von Klitzing</a:t>
            </a:r>
            <a:r>
              <a:rPr lang="zh-CN" altLang="en-US" sz="2400" b="1">
                <a:latin typeface="Times New Roman" panose="02020603050405020304" pitchFamily="18" charset="0"/>
              </a:rPr>
              <a:t>）等人在低温强磁场条件下测量一批半导体样品</a:t>
            </a:r>
            <a:r>
              <a:rPr lang="en-US" altLang="zh-CN" sz="2400" b="1">
                <a:latin typeface="Times New Roman" panose="02020603050405020304" pitchFamily="18" charset="0"/>
              </a:rPr>
              <a:t>(</a:t>
            </a:r>
            <a:r>
              <a:rPr lang="zh-CN" altLang="en-US" sz="2400" b="1">
                <a:latin typeface="Times New Roman" panose="02020603050405020304" pitchFamily="18" charset="0"/>
              </a:rPr>
              <a:t>二维电子系统</a:t>
            </a:r>
            <a:r>
              <a:rPr lang="en-US" altLang="zh-CN" sz="2400" b="1">
                <a:latin typeface="Times New Roman" panose="02020603050405020304" pitchFamily="18" charset="0"/>
              </a:rPr>
              <a:t>)</a:t>
            </a:r>
            <a:r>
              <a:rPr lang="zh-CN" altLang="en-US" sz="2400" b="1">
                <a:latin typeface="Times New Roman" panose="02020603050405020304" pitchFamily="18" charset="0"/>
              </a:rPr>
              <a:t>的</a:t>
            </a:r>
            <a:r>
              <a:rPr lang="en-US" altLang="zh-CN" sz="2400" b="1">
                <a:latin typeface="Times New Roman" panose="02020603050405020304" pitchFamily="18" charset="0"/>
              </a:rPr>
              <a:t>Hall</a:t>
            </a:r>
            <a:r>
              <a:rPr lang="zh-CN" altLang="en-US" sz="2400" b="1">
                <a:latin typeface="Times New Roman" panose="02020603050405020304" pitchFamily="18" charset="0"/>
              </a:rPr>
              <a:t>电阻</a:t>
            </a:r>
            <a:r>
              <a:rPr lang="en-US" altLang="zh-CN" sz="2400" b="1" i="1">
                <a:latin typeface="Times New Roman" panose="02020603050405020304" pitchFamily="18" charset="0"/>
              </a:rPr>
              <a:t>R</a:t>
            </a:r>
            <a:r>
              <a:rPr lang="en-US" altLang="zh-CN" sz="1800" b="1" i="1" baseline="-30000">
                <a:latin typeface="Times New Roman" panose="02020603050405020304" pitchFamily="18" charset="0"/>
              </a:rPr>
              <a:t>H</a:t>
            </a:r>
            <a:r>
              <a:rPr lang="zh-CN" altLang="en-US" sz="2400" b="1">
                <a:latin typeface="Times New Roman" panose="02020603050405020304" pitchFamily="18" charset="0"/>
              </a:rPr>
              <a:t>时发现</a:t>
            </a:r>
            <a:r>
              <a:rPr lang="en-US" altLang="zh-CN" sz="2400" b="1" i="1">
                <a:latin typeface="Times New Roman" panose="02020603050405020304" pitchFamily="18" charset="0"/>
              </a:rPr>
              <a:t>R</a:t>
            </a:r>
            <a:r>
              <a:rPr lang="en-US" altLang="zh-CN" sz="1800" b="1" i="1" baseline="-30000">
                <a:latin typeface="Times New Roman" panose="02020603050405020304" pitchFamily="18" charset="0"/>
              </a:rPr>
              <a:t>H</a:t>
            </a:r>
            <a:r>
              <a:rPr lang="en-US" altLang="zh-CN" sz="2400" b="1">
                <a:latin typeface="Times New Roman" panose="02020603050405020304" pitchFamily="18" charset="0"/>
              </a:rPr>
              <a:t>—V</a:t>
            </a:r>
            <a:r>
              <a:rPr lang="en-US" altLang="zh-CN" sz="1600" b="1" baseline="-30000">
                <a:latin typeface="Times New Roman" panose="02020603050405020304" pitchFamily="18" charset="0"/>
              </a:rPr>
              <a:t>g</a:t>
            </a:r>
            <a:r>
              <a:rPr lang="zh-CN" altLang="en-US" sz="2400" b="1">
                <a:latin typeface="Times New Roman" panose="02020603050405020304" pitchFamily="18" charset="0"/>
              </a:rPr>
              <a:t>曲线有一系列平台，这些</a:t>
            </a:r>
            <a:r>
              <a:rPr lang="zh-CN" altLang="en-US" sz="2400" b="1">
                <a:solidFill>
                  <a:srgbClr val="660033"/>
                </a:solidFill>
                <a:latin typeface="Times New Roman" panose="02020603050405020304" pitchFamily="18" charset="0"/>
              </a:rPr>
              <a:t>平台所对应的</a:t>
            </a:r>
            <a:r>
              <a:rPr lang="en-US" altLang="zh-CN" sz="2400" b="1" i="1">
                <a:solidFill>
                  <a:srgbClr val="660033"/>
                </a:solidFill>
                <a:latin typeface="Times New Roman" panose="02020603050405020304" pitchFamily="18" charset="0"/>
              </a:rPr>
              <a:t>R</a:t>
            </a:r>
            <a:r>
              <a:rPr lang="en-US" altLang="zh-CN" sz="1800" b="1" i="1" baseline="-30000">
                <a:solidFill>
                  <a:srgbClr val="660033"/>
                </a:solidFill>
                <a:latin typeface="Times New Roman" panose="02020603050405020304" pitchFamily="18" charset="0"/>
              </a:rPr>
              <a:t>H</a:t>
            </a:r>
            <a:r>
              <a:rPr lang="zh-CN" altLang="en-US" sz="2400" b="1">
                <a:solidFill>
                  <a:srgbClr val="660033"/>
                </a:solidFill>
                <a:latin typeface="宋体" panose="02010600030101010101" pitchFamily="2" charset="-122"/>
              </a:rPr>
              <a:t>取决于</a:t>
            </a:r>
            <a:r>
              <a:rPr lang="en-US" altLang="zh-CN" sz="2400" b="1">
                <a:solidFill>
                  <a:srgbClr val="660033"/>
                </a:solidFill>
                <a:latin typeface="Times New Roman" panose="02020603050405020304" pitchFamily="18" charset="0"/>
              </a:rPr>
              <a:t>Planck</a:t>
            </a:r>
            <a:r>
              <a:rPr lang="zh-CN" altLang="en-US" sz="2400" b="1">
                <a:solidFill>
                  <a:srgbClr val="660033"/>
                </a:solidFill>
                <a:latin typeface="宋体" panose="02010600030101010101" pitchFamily="2" charset="-122"/>
              </a:rPr>
              <a:t>常量</a:t>
            </a:r>
            <a:r>
              <a:rPr lang="en-US" altLang="zh-CN" sz="2400" b="1" i="1">
                <a:solidFill>
                  <a:srgbClr val="660033"/>
                </a:solidFill>
                <a:latin typeface="Times New Roman" panose="02020603050405020304" pitchFamily="18" charset="0"/>
              </a:rPr>
              <a:t>h</a:t>
            </a:r>
            <a:r>
              <a:rPr lang="zh-CN" altLang="en-US" sz="2400" b="1">
                <a:solidFill>
                  <a:srgbClr val="660033"/>
                </a:solidFill>
                <a:latin typeface="宋体" panose="02010600030101010101" pitchFamily="2" charset="-122"/>
              </a:rPr>
              <a:t>和电子电量的绝对值</a:t>
            </a:r>
            <a:r>
              <a:rPr lang="en-US" altLang="zh-CN" sz="2400" b="1" i="1">
                <a:solidFill>
                  <a:srgbClr val="660033"/>
                </a:solidFill>
                <a:latin typeface="Times New Roman" panose="02020603050405020304" pitchFamily="18" charset="0"/>
              </a:rPr>
              <a:t>e</a:t>
            </a:r>
            <a:r>
              <a:rPr lang="en-US" altLang="zh-CN" sz="2400" b="1" i="1">
                <a:latin typeface="Times New Roman" panose="02020603050405020304" pitchFamily="18" charset="0"/>
              </a:rPr>
              <a:t>  </a:t>
            </a:r>
            <a:r>
              <a:rPr lang="en-US" altLang="zh-CN" sz="2400" b="1">
                <a:latin typeface="Times New Roman" panose="02020603050405020304" pitchFamily="18" charset="0"/>
              </a:rPr>
              <a:t>             </a:t>
            </a:r>
          </a:p>
          <a:p>
            <a:pPr eaLnBrk="1" hangingPunct="1">
              <a:lnSpc>
                <a:spcPct val="90000"/>
              </a:lnSpc>
            </a:pPr>
            <a:r>
              <a:rPr lang="en-US" altLang="zh-CN" sz="2400" b="1">
                <a:latin typeface="Times New Roman" panose="02020603050405020304" pitchFamily="18" charset="0"/>
              </a:rPr>
              <a:t>Hall</a:t>
            </a:r>
            <a:r>
              <a:rPr lang="zh-CN" altLang="en-US" sz="2400" b="1">
                <a:latin typeface="宋体" panose="02010600030101010101" pitchFamily="2" charset="-122"/>
              </a:rPr>
              <a:t>电阻的这些平台值与样品性质无关</a:t>
            </a:r>
            <a:r>
              <a:rPr lang="zh-CN" altLang="en-US" b="1">
                <a:latin typeface="Times New Roman" panose="02020603050405020304" pitchFamily="18" charset="0"/>
              </a:rPr>
              <a:t> </a:t>
            </a:r>
          </a:p>
        </p:txBody>
      </p:sp>
      <p:sp>
        <p:nvSpPr>
          <p:cNvPr id="190468" name="Rectangle 5"/>
          <p:cNvSpPr>
            <a:spLocks noChangeArrowheads="1"/>
          </p:cNvSpPr>
          <p:nvPr/>
        </p:nvSpPr>
        <p:spPr bwMode="auto">
          <a:xfrm>
            <a:off x="5695950" y="31623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
        <p:nvSpPr>
          <p:cNvPr id="190469" name="Rectangle 7"/>
          <p:cNvSpPr>
            <a:spLocks noChangeArrowheads="1"/>
          </p:cNvSpPr>
          <p:nvPr/>
        </p:nvSpPr>
        <p:spPr bwMode="auto">
          <a:xfrm>
            <a:off x="5095875" y="24384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pic>
        <p:nvPicPr>
          <p:cNvPr id="190470" name="Picture 6" descr="msotw9_tem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824164"/>
            <a:ext cx="3581400"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71" name="Rectangle 9"/>
          <p:cNvSpPr>
            <a:spLocks noChangeArrowheads="1"/>
          </p:cNvSpPr>
          <p:nvPr/>
        </p:nvSpPr>
        <p:spPr bwMode="auto">
          <a:xfrm>
            <a:off x="5038725" y="240030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graphicFrame>
        <p:nvGraphicFramePr>
          <p:cNvPr id="190472" name="Object 8"/>
          <p:cNvGraphicFramePr>
            <a:graphicFrameLocks noChangeAspect="1"/>
          </p:cNvGraphicFramePr>
          <p:nvPr/>
        </p:nvGraphicFramePr>
        <p:xfrm>
          <a:off x="6172200" y="2905125"/>
          <a:ext cx="3505200" cy="3411538"/>
        </p:xfrm>
        <a:graphic>
          <a:graphicData uri="http://schemas.openxmlformats.org/presentationml/2006/ole">
            <mc:AlternateContent xmlns:mc="http://schemas.openxmlformats.org/markup-compatibility/2006">
              <mc:Choice xmlns:v="urn:schemas-microsoft-com:vml" Requires="v">
                <p:oleObj spid="_x0000_s190490" r:id="rId4" imgW="2209524" imgH="2152951" progId="Paint.Picture">
                  <p:embed/>
                </p:oleObj>
              </mc:Choice>
              <mc:Fallback>
                <p:oleObj r:id="rId4" imgW="2209524" imgH="2152951" progId="Paint.Picture">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2905125"/>
                        <a:ext cx="3505200" cy="341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3"/>
          <p:cNvSpPr>
            <a:spLocks noGrp="1" noChangeArrowheads="1"/>
          </p:cNvSpPr>
          <p:nvPr>
            <p:ph type="body" idx="1"/>
          </p:nvPr>
        </p:nvSpPr>
        <p:spPr>
          <a:xfrm>
            <a:off x="2436814" y="304800"/>
            <a:ext cx="8110537" cy="5791200"/>
          </a:xfrm>
        </p:spPr>
        <p:txBody>
          <a:bodyPr/>
          <a:lstStyle/>
          <a:p>
            <a:pPr eaLnBrk="1" hangingPunct="1">
              <a:lnSpc>
                <a:spcPct val="90000"/>
              </a:lnSpc>
            </a:pPr>
            <a:r>
              <a:rPr lang="zh-CN" altLang="en-US" b="1">
                <a:latin typeface="宋体" panose="02010600030101010101" pitchFamily="2" charset="-122"/>
              </a:rPr>
              <a:t>量子霍耳效应是继</a:t>
            </a:r>
            <a:r>
              <a:rPr lang="en-US" altLang="zh-CN" b="1">
                <a:latin typeface="Times New Roman" panose="02020603050405020304" pitchFamily="18" charset="0"/>
              </a:rPr>
              <a:t>1962</a:t>
            </a:r>
            <a:r>
              <a:rPr lang="zh-CN" altLang="en-US" b="1">
                <a:latin typeface="宋体" panose="02010600030101010101" pitchFamily="2" charset="-122"/>
              </a:rPr>
              <a:t>年发现的约瑟夫森效应之后又一个对</a:t>
            </a:r>
            <a:r>
              <a:rPr lang="zh-CN" altLang="en-US" b="1">
                <a:solidFill>
                  <a:srgbClr val="660033"/>
                </a:solidFill>
                <a:latin typeface="宋体" panose="02010600030101010101" pitchFamily="2" charset="-122"/>
              </a:rPr>
              <a:t>基本物理常数</a:t>
            </a:r>
            <a:r>
              <a:rPr lang="zh-CN" altLang="en-US" b="1">
                <a:latin typeface="宋体" panose="02010600030101010101" pitchFamily="2" charset="-122"/>
              </a:rPr>
              <a:t>有重大意义的固体量子效应</a:t>
            </a:r>
          </a:p>
          <a:p>
            <a:pPr lvl="1" eaLnBrk="1" hangingPunct="1">
              <a:lnSpc>
                <a:spcPct val="90000"/>
              </a:lnSpc>
            </a:pPr>
            <a:r>
              <a:rPr lang="zh-CN" altLang="en-US" b="1">
                <a:latin typeface="宋体" panose="02010600030101010101" pitchFamily="2" charset="-122"/>
              </a:rPr>
              <a:t>冯</a:t>
            </a:r>
            <a:r>
              <a:rPr lang="en-US" altLang="zh-CN" b="1">
                <a:latin typeface="Times New Roman" panose="02020603050405020304" pitchFamily="18" charset="0"/>
              </a:rPr>
              <a:t>·</a:t>
            </a:r>
            <a:r>
              <a:rPr lang="zh-CN" altLang="en-US" b="1">
                <a:latin typeface="宋体" panose="02010600030101010101" pitchFamily="2" charset="-122"/>
              </a:rPr>
              <a:t>克利青最终用超导线圈试验，使霍尔电阻精度达到了</a:t>
            </a:r>
            <a:r>
              <a:rPr lang="en-US" altLang="zh-CN" b="1">
                <a:latin typeface="Times New Roman" panose="02020603050405020304" pitchFamily="18" charset="0"/>
              </a:rPr>
              <a:t>5</a:t>
            </a:r>
            <a:r>
              <a:rPr lang="en-US" altLang="zh-CN" b="1">
                <a:latin typeface="Times New Roman" panose="02020603050405020304" pitchFamily="18" charset="0"/>
                <a:sym typeface="Symbol" panose="05050102010706020507" pitchFamily="18" charset="2"/>
              </a:rPr>
              <a:t>10</a:t>
            </a:r>
            <a:r>
              <a:rPr lang="zh-CN" altLang="en-US" sz="2400" b="1" baseline="30000">
                <a:latin typeface="Times New Roman" panose="02020603050405020304" pitchFamily="18" charset="0"/>
                <a:sym typeface="Symbol" panose="05050102010706020507" pitchFamily="18" charset="2"/>
              </a:rPr>
              <a:t>－</a:t>
            </a:r>
            <a:r>
              <a:rPr lang="en-US" altLang="zh-CN" sz="2400" b="1" baseline="30000">
                <a:latin typeface="Times New Roman" panose="02020603050405020304" pitchFamily="18" charset="0"/>
                <a:sym typeface="Symbol" panose="05050102010706020507" pitchFamily="18" charset="2"/>
              </a:rPr>
              <a:t>6</a:t>
            </a:r>
            <a:endParaRPr lang="en-US" altLang="zh-CN" b="1" baseline="30000">
              <a:latin typeface="Times New Roman" panose="02020603050405020304" pitchFamily="18" charset="0"/>
              <a:sym typeface="Symbol" panose="05050102010706020507" pitchFamily="18" charset="2"/>
            </a:endParaRPr>
          </a:p>
          <a:p>
            <a:pPr lvl="1" eaLnBrk="1" hangingPunct="1">
              <a:lnSpc>
                <a:spcPct val="90000"/>
              </a:lnSpc>
            </a:pPr>
            <a:r>
              <a:rPr lang="zh-CN" altLang="en-US" b="1">
                <a:latin typeface="宋体" panose="02010600030101010101" pitchFamily="2" charset="-122"/>
                <a:sym typeface="Symbol" panose="05050102010706020507" pitchFamily="18" charset="2"/>
              </a:rPr>
              <a:t>他写了一篇通讯给</a:t>
            </a:r>
            <a:r>
              <a:rPr lang="en-US" altLang="zh-CN" b="1">
                <a:latin typeface="宋体" panose="02010600030101010101" pitchFamily="2" charset="-122"/>
                <a:sym typeface="Symbol" panose="05050102010706020507" pitchFamily="18" charset="2"/>
              </a:rPr>
              <a:t>《</a:t>
            </a:r>
            <a:r>
              <a:rPr lang="zh-CN" altLang="en-US" b="1">
                <a:latin typeface="宋体" panose="02010600030101010101" pitchFamily="2" charset="-122"/>
                <a:sym typeface="Symbol" panose="05050102010706020507" pitchFamily="18" charset="2"/>
              </a:rPr>
              <a:t>物理评论快报</a:t>
            </a:r>
            <a:r>
              <a:rPr lang="en-US" altLang="zh-CN" b="1">
                <a:latin typeface="宋体" panose="02010600030101010101" pitchFamily="2" charset="-122"/>
                <a:sym typeface="Symbol" panose="05050102010706020507" pitchFamily="18" charset="2"/>
              </a:rPr>
              <a:t>》</a:t>
            </a:r>
            <a:r>
              <a:rPr lang="zh-CN" altLang="en-US" b="1">
                <a:latin typeface="宋体" panose="02010600030101010101" pitchFamily="2" charset="-122"/>
                <a:sym typeface="Symbol" panose="05050102010706020507" pitchFamily="18" charset="2"/>
              </a:rPr>
              <a:t>，题为</a:t>
            </a:r>
            <a:r>
              <a:rPr lang="zh-CN" altLang="en-US" b="1">
                <a:latin typeface="Times New Roman" panose="02020603050405020304" pitchFamily="18" charset="0"/>
                <a:sym typeface="Symbol" panose="05050102010706020507" pitchFamily="18" charset="2"/>
              </a:rPr>
              <a:t>“</a:t>
            </a:r>
            <a:r>
              <a:rPr lang="zh-CN" altLang="en-US" b="1">
                <a:solidFill>
                  <a:srgbClr val="0000FF"/>
                </a:solidFill>
                <a:latin typeface="宋体" panose="02010600030101010101" pitchFamily="2" charset="-122"/>
                <a:sym typeface="Symbol" panose="05050102010706020507" pitchFamily="18" charset="2"/>
              </a:rPr>
              <a:t>基于基本常数实现电阻基准</a:t>
            </a:r>
            <a:r>
              <a:rPr lang="zh-CN" altLang="en-US" b="1">
                <a:latin typeface="Times New Roman" panose="02020603050405020304" pitchFamily="18" charset="0"/>
                <a:sym typeface="Symbol" panose="05050102010706020507" pitchFamily="18" charset="2"/>
              </a:rPr>
              <a:t>” </a:t>
            </a:r>
          </a:p>
          <a:p>
            <a:pPr lvl="1" eaLnBrk="1" hangingPunct="1">
              <a:lnSpc>
                <a:spcPct val="90000"/>
              </a:lnSpc>
            </a:pPr>
            <a:r>
              <a:rPr lang="zh-CN" altLang="en-US" b="1">
                <a:latin typeface="宋体" panose="02010600030101010101" pitchFamily="2" charset="-122"/>
                <a:sym typeface="Symbol" panose="05050102010706020507" pitchFamily="18" charset="2"/>
              </a:rPr>
              <a:t>被认为精确度不够，因为精确测量欧姆值需要更高的精确度 </a:t>
            </a:r>
          </a:p>
          <a:p>
            <a:pPr lvl="1" eaLnBrk="1" hangingPunct="1">
              <a:lnSpc>
                <a:spcPct val="90000"/>
              </a:lnSpc>
            </a:pPr>
            <a:r>
              <a:rPr lang="zh-CN" altLang="en-US" b="1">
                <a:latin typeface="宋体" panose="02010600030101010101" pitchFamily="2" charset="-122"/>
                <a:sym typeface="Symbol" panose="05050102010706020507" pitchFamily="18" charset="2"/>
              </a:rPr>
              <a:t>冯</a:t>
            </a:r>
            <a:r>
              <a:rPr lang="en-US" altLang="zh-CN" b="1">
                <a:latin typeface="Times New Roman" panose="02020603050405020304" pitchFamily="18" charset="0"/>
                <a:sym typeface="Symbol" panose="05050102010706020507" pitchFamily="18" charset="2"/>
              </a:rPr>
              <a:t>·</a:t>
            </a:r>
            <a:r>
              <a:rPr lang="zh-CN" altLang="en-US" b="1">
                <a:latin typeface="宋体" panose="02010600030101010101" pitchFamily="2" charset="-122"/>
                <a:sym typeface="Symbol" panose="05050102010706020507" pitchFamily="18" charset="2"/>
              </a:rPr>
              <a:t>克利青转向精细结构常数，将论文改写为</a:t>
            </a:r>
            <a:r>
              <a:rPr lang="zh-CN" altLang="en-US" b="1">
                <a:latin typeface="Times New Roman" panose="02020603050405020304" pitchFamily="18" charset="0"/>
                <a:sym typeface="Symbol" panose="05050102010706020507" pitchFamily="18" charset="2"/>
              </a:rPr>
              <a:t>“</a:t>
            </a:r>
            <a:r>
              <a:rPr lang="zh-CN" altLang="en-US" b="1">
                <a:solidFill>
                  <a:srgbClr val="0000FF"/>
                </a:solidFill>
                <a:latin typeface="宋体" panose="02010600030101010101" pitchFamily="2" charset="-122"/>
                <a:sym typeface="Symbol" panose="05050102010706020507" pitchFamily="18" charset="2"/>
              </a:rPr>
              <a:t>基于量子霍耳电阻高精度测定精细结构常数的新方法</a:t>
            </a:r>
            <a:r>
              <a:rPr lang="zh-CN" altLang="en-US" b="1">
                <a:latin typeface="Times New Roman" panose="02020603050405020304" pitchFamily="18" charset="0"/>
                <a:sym typeface="Symbol" panose="05050102010706020507" pitchFamily="18" charset="2"/>
              </a:rPr>
              <a:t>”</a:t>
            </a:r>
            <a:r>
              <a:rPr lang="zh-CN" altLang="en-US" b="1">
                <a:latin typeface="宋体" panose="02010600030101010101" pitchFamily="2" charset="-122"/>
                <a:sym typeface="Symbol" panose="05050102010706020507" pitchFamily="18" charset="2"/>
              </a:rPr>
              <a:t>，量子霍耳效应第一次公开宣布，得到了强烈反响 </a:t>
            </a:r>
            <a:r>
              <a:rPr lang="zh-CN" altLang="en-US" b="1">
                <a:latin typeface="Times New Roman" panose="02020603050405020304" pitchFamily="18" charset="0"/>
                <a:sym typeface="Symbol" panose="05050102010706020507" pitchFamily="18" charset="2"/>
              </a:rPr>
              <a:t> </a:t>
            </a:r>
            <a:r>
              <a:rPr lang="zh-CN" altLang="en-US" b="1">
                <a:latin typeface="宋体" panose="02010600030101010101" pitchFamily="2" charset="-122"/>
              </a:rPr>
              <a:t>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2395539" y="862013"/>
            <a:ext cx="8162925" cy="762000"/>
          </a:xfrm>
        </p:spPr>
        <p:txBody>
          <a:bodyPr/>
          <a:lstStyle/>
          <a:p>
            <a:pPr eaLnBrk="1" hangingPunct="1"/>
            <a:r>
              <a:rPr lang="en-US" altLang="zh-CN" b="1">
                <a:latin typeface="宋体" panose="02010600030101010101" pitchFamily="2" charset="-122"/>
              </a:rPr>
              <a:t>  </a:t>
            </a:r>
            <a:r>
              <a:rPr lang="en-US" altLang="zh-CN"/>
              <a:t> </a:t>
            </a:r>
          </a:p>
        </p:txBody>
      </p:sp>
      <p:sp>
        <p:nvSpPr>
          <p:cNvPr id="192515" name="Rectangle 3"/>
          <p:cNvSpPr>
            <a:spLocks noGrp="1" noChangeArrowheads="1"/>
          </p:cNvSpPr>
          <p:nvPr>
            <p:ph type="body" idx="1"/>
          </p:nvPr>
        </p:nvSpPr>
        <p:spPr>
          <a:xfrm>
            <a:off x="2436814" y="457200"/>
            <a:ext cx="8110537" cy="5638800"/>
          </a:xfrm>
        </p:spPr>
        <p:txBody>
          <a:bodyPr/>
          <a:lstStyle/>
          <a:p>
            <a:pPr eaLnBrk="1" hangingPunct="1">
              <a:lnSpc>
                <a:spcPct val="90000"/>
              </a:lnSpc>
            </a:pPr>
            <a:r>
              <a:rPr lang="zh-CN" altLang="en-US" b="1">
                <a:latin typeface="宋体" panose="02010600030101010101" pitchFamily="2" charset="-122"/>
              </a:rPr>
              <a:t>冯</a:t>
            </a:r>
            <a:r>
              <a:rPr lang="en-US" altLang="zh-CN" b="1">
                <a:latin typeface="Times New Roman" panose="02020603050405020304" pitchFamily="18" charset="0"/>
              </a:rPr>
              <a:t>·</a:t>
            </a:r>
            <a:r>
              <a:rPr lang="zh-CN" altLang="en-US" b="1">
                <a:latin typeface="宋体" panose="02010600030101010101" pitchFamily="2" charset="-122"/>
              </a:rPr>
              <a:t>克利青自己曾说过：量子霍耳效应的真谛并</a:t>
            </a:r>
            <a:r>
              <a:rPr lang="zh-CN" altLang="en-US" b="1">
                <a:solidFill>
                  <a:srgbClr val="0000FF"/>
                </a:solidFill>
                <a:latin typeface="宋体" panose="02010600030101010101" pitchFamily="2" charset="-122"/>
              </a:rPr>
              <a:t>不在于</a:t>
            </a:r>
            <a:r>
              <a:rPr lang="zh-CN" altLang="en-US" b="1">
                <a:latin typeface="宋体" panose="02010600030101010101" pitchFamily="2" charset="-122"/>
              </a:rPr>
              <a:t>发现霍耳电阻曲线上有平台，这种平台在我的硕士生爱伯特</a:t>
            </a:r>
            <a:r>
              <a:rPr lang="en-US" altLang="zh-CN" b="1">
                <a:latin typeface="Times New Roman" panose="02020603050405020304" pitchFamily="18" charset="0"/>
              </a:rPr>
              <a:t>1978</a:t>
            </a:r>
            <a:r>
              <a:rPr lang="zh-CN" altLang="en-US" b="1">
                <a:latin typeface="宋体" panose="02010600030101010101" pitchFamily="2" charset="-122"/>
              </a:rPr>
              <a:t>年硕士论文时已发现，</a:t>
            </a:r>
            <a:r>
              <a:rPr lang="zh-CN" altLang="en-US" b="1">
                <a:solidFill>
                  <a:srgbClr val="660033"/>
                </a:solidFill>
                <a:latin typeface="宋体" panose="02010600030101010101" pitchFamily="2" charset="-122"/>
              </a:rPr>
              <a:t>只是那时我们不了解平台产生的原因</a:t>
            </a:r>
            <a:r>
              <a:rPr lang="zh-CN" altLang="en-US" b="1">
                <a:latin typeface="宋体" panose="02010600030101010101" pitchFamily="2" charset="-122"/>
              </a:rPr>
              <a:t>，也没有给出理论解释。我们那时只认为材料中的缺陷严重地影响了霍耳效应。这些结果已经公开发表，大家也都知道，并且大家都能重复。</a:t>
            </a:r>
            <a:r>
              <a:rPr lang="zh-CN" altLang="en-US"/>
              <a:t> </a:t>
            </a:r>
          </a:p>
          <a:p>
            <a:pPr eaLnBrk="1" hangingPunct="1">
              <a:lnSpc>
                <a:spcPct val="90000"/>
              </a:lnSpc>
            </a:pPr>
            <a:r>
              <a:rPr lang="zh-CN" altLang="en-US" b="1">
                <a:latin typeface="宋体" panose="02010600030101010101" pitchFamily="2" charset="-122"/>
              </a:rPr>
              <a:t>量子霍耳效应的</a:t>
            </a:r>
            <a:r>
              <a:rPr lang="zh-CN" altLang="en-US" b="1">
                <a:solidFill>
                  <a:srgbClr val="0000CC"/>
                </a:solidFill>
                <a:latin typeface="宋体" panose="02010600030101010101" pitchFamily="2" charset="-122"/>
              </a:rPr>
              <a:t>根本发现</a:t>
            </a:r>
            <a:r>
              <a:rPr lang="zh-CN" altLang="en-US" b="1">
                <a:latin typeface="宋体" panose="02010600030101010101" pitchFamily="2" charset="-122"/>
              </a:rPr>
              <a:t>是这些</a:t>
            </a:r>
            <a:r>
              <a:rPr lang="zh-CN" altLang="en-US" b="1">
                <a:solidFill>
                  <a:srgbClr val="660033"/>
                </a:solidFill>
                <a:latin typeface="宋体" panose="02010600030101010101" pitchFamily="2" charset="-122"/>
              </a:rPr>
              <a:t>平台高度是精确地固定的，</a:t>
            </a:r>
            <a:r>
              <a:rPr lang="zh-CN" altLang="en-US" b="1">
                <a:latin typeface="宋体" panose="02010600030101010101" pitchFamily="2" charset="-122"/>
              </a:rPr>
              <a:t>它们是不以材料、器件的尺寸而转移的</a:t>
            </a:r>
            <a:r>
              <a:rPr lang="zh-CN" altLang="en-US" b="1">
                <a:solidFill>
                  <a:srgbClr val="0000FF"/>
                </a:solidFill>
                <a:latin typeface="宋体" panose="02010600030101010101" pitchFamily="2" charset="-122"/>
              </a:rPr>
              <a:t>，</a:t>
            </a:r>
            <a:r>
              <a:rPr lang="zh-CN" altLang="en-US" b="1">
                <a:latin typeface="宋体" panose="02010600030101010101" pitchFamily="2" charset="-122"/>
              </a:rPr>
              <a:t>它们只是</a:t>
            </a:r>
            <a:r>
              <a:rPr lang="zh-CN" altLang="en-US" b="1">
                <a:solidFill>
                  <a:srgbClr val="0000FF"/>
                </a:solidFill>
                <a:latin typeface="宋体" panose="02010600030101010101" pitchFamily="2" charset="-122"/>
              </a:rPr>
              <a:t>由基本物理常数</a:t>
            </a:r>
            <a:r>
              <a:rPr lang="en-US" altLang="zh-CN" b="1">
                <a:solidFill>
                  <a:srgbClr val="0000FF"/>
                </a:solidFill>
                <a:latin typeface="Times New Roman" panose="02020603050405020304" pitchFamily="18" charset="0"/>
              </a:rPr>
              <a:t>h</a:t>
            </a:r>
            <a:r>
              <a:rPr lang="zh-CN" altLang="en-US" b="1">
                <a:solidFill>
                  <a:srgbClr val="0000FF"/>
                </a:solidFill>
                <a:latin typeface="Times New Roman" panose="02020603050405020304" pitchFamily="18" charset="0"/>
              </a:rPr>
              <a:t>和</a:t>
            </a:r>
            <a:r>
              <a:rPr lang="en-US" altLang="zh-CN" b="1">
                <a:solidFill>
                  <a:srgbClr val="0000FF"/>
                </a:solidFill>
                <a:latin typeface="Times New Roman" panose="02020603050405020304" pitchFamily="18" charset="0"/>
              </a:rPr>
              <a:t>e</a:t>
            </a:r>
            <a:r>
              <a:rPr lang="zh-CN" altLang="en-US" b="1">
                <a:solidFill>
                  <a:srgbClr val="0000FF"/>
                </a:solidFill>
                <a:latin typeface="宋体" panose="02010600030101010101" pitchFamily="2" charset="-122"/>
              </a:rPr>
              <a:t>来确定的</a:t>
            </a:r>
            <a:r>
              <a:rPr lang="zh-CN" altLang="en-US" b="1">
                <a:latin typeface="宋体" panose="02010600030101010101" pitchFamily="2" charset="-122"/>
              </a:rPr>
              <a:t>。</a:t>
            </a:r>
            <a:r>
              <a:rPr lang="zh-CN" altLang="en-US"/>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2395539" y="862013"/>
            <a:ext cx="8162925" cy="762000"/>
          </a:xfrm>
        </p:spPr>
        <p:txBody>
          <a:bodyPr/>
          <a:lstStyle/>
          <a:p>
            <a:pPr eaLnBrk="1" hangingPunct="1"/>
            <a:r>
              <a:rPr lang="zh-CN" altLang="en-US" b="1">
                <a:ea typeface="华文中宋" panose="02010600040101010101" pitchFamily="2" charset="-122"/>
              </a:rPr>
              <a:t>意义</a:t>
            </a:r>
          </a:p>
        </p:txBody>
      </p:sp>
      <p:sp>
        <p:nvSpPr>
          <p:cNvPr id="193539" name="Rectangle 3"/>
          <p:cNvSpPr>
            <a:spLocks noGrp="1" noChangeArrowheads="1"/>
          </p:cNvSpPr>
          <p:nvPr>
            <p:ph type="body" idx="1"/>
          </p:nvPr>
        </p:nvSpPr>
        <p:spPr/>
        <p:txBody>
          <a:bodyPr/>
          <a:lstStyle/>
          <a:p>
            <a:pPr eaLnBrk="1" hangingPunct="1"/>
            <a:r>
              <a:rPr lang="zh-CN" altLang="en-US" b="1">
                <a:latin typeface="华文中宋" panose="02010600040101010101" pitchFamily="2" charset="-122"/>
                <a:ea typeface="华文中宋" panose="02010600040101010101" pitchFamily="2" charset="-122"/>
              </a:rPr>
              <a:t>量子</a:t>
            </a:r>
            <a:r>
              <a:rPr lang="en-US" altLang="zh-CN" b="1">
                <a:latin typeface="华文中宋" panose="02010600040101010101" pitchFamily="2" charset="-122"/>
                <a:ea typeface="华文中宋" panose="02010600040101010101" pitchFamily="2" charset="-122"/>
              </a:rPr>
              <a:t>Hall</a:t>
            </a:r>
            <a:r>
              <a:rPr lang="zh-CN" altLang="en-US" b="1">
                <a:latin typeface="华文中宋" panose="02010600040101010101" pitchFamily="2" charset="-122"/>
                <a:ea typeface="华文中宋" panose="02010600040101010101" pitchFamily="2" charset="-122"/>
              </a:rPr>
              <a:t>效应的发现，再次显示出在固体中</a:t>
            </a:r>
            <a:r>
              <a:rPr lang="zh-CN" altLang="en-US" b="1">
                <a:solidFill>
                  <a:srgbClr val="0000FF"/>
                </a:solidFill>
                <a:latin typeface="华文中宋" panose="02010600040101010101" pitchFamily="2" charset="-122"/>
                <a:ea typeface="华文中宋" panose="02010600040101010101" pitchFamily="2" charset="-122"/>
              </a:rPr>
              <a:t>电子运动的量子效应</a:t>
            </a:r>
            <a:r>
              <a:rPr lang="zh-CN" altLang="en-US" b="1">
                <a:solidFill>
                  <a:srgbClr val="660033"/>
                </a:solidFill>
                <a:latin typeface="华文中宋" panose="02010600040101010101" pitchFamily="2" charset="-122"/>
                <a:ea typeface="华文中宋" panose="02010600040101010101" pitchFamily="2" charset="-122"/>
              </a:rPr>
              <a:t>在低温条件下有更明显的表现</a:t>
            </a:r>
          </a:p>
          <a:p>
            <a:pPr eaLnBrk="1" hangingPunct="1"/>
            <a:r>
              <a:rPr lang="zh-CN" altLang="en-US" b="1">
                <a:latin typeface="华文中宋" panose="02010600040101010101" pitchFamily="2" charset="-122"/>
                <a:ea typeface="华文中宋" panose="02010600040101010101" pitchFamily="2" charset="-122"/>
              </a:rPr>
              <a:t>通过量子</a:t>
            </a:r>
            <a:r>
              <a:rPr lang="en-US" altLang="zh-CN" b="1">
                <a:latin typeface="华文中宋" panose="02010600040101010101" pitchFamily="2" charset="-122"/>
                <a:ea typeface="华文中宋" panose="02010600040101010101" pitchFamily="2" charset="-122"/>
              </a:rPr>
              <a:t>Hall</a:t>
            </a:r>
            <a:r>
              <a:rPr lang="zh-CN" altLang="en-US" b="1">
                <a:latin typeface="华文中宋" panose="02010600040101010101" pitchFamily="2" charset="-122"/>
                <a:ea typeface="华文中宋" panose="02010600040101010101" pitchFamily="2" charset="-122"/>
              </a:rPr>
              <a:t>效应的实验还能够精确地测定普适常量</a:t>
            </a:r>
            <a:r>
              <a:rPr lang="zh-CN" altLang="en-US" b="1">
                <a:solidFill>
                  <a:srgbClr val="660033"/>
                </a:solidFill>
                <a:latin typeface="华文中宋" panose="02010600040101010101" pitchFamily="2" charset="-122"/>
                <a:ea typeface="华文中宋" panose="02010600040101010101" pitchFamily="2" charset="-122"/>
              </a:rPr>
              <a:t> </a:t>
            </a:r>
            <a:r>
              <a:rPr lang="en-US" altLang="zh-CN" b="1" i="1">
                <a:solidFill>
                  <a:srgbClr val="660033"/>
                </a:solidFill>
                <a:latin typeface="Times New Roman" panose="02020603050405020304" pitchFamily="18" charset="0"/>
                <a:ea typeface="华文中宋" panose="02010600040101010101" pitchFamily="2" charset="-122"/>
              </a:rPr>
              <a:t>h/e</a:t>
            </a:r>
            <a:r>
              <a:rPr lang="en-US" altLang="zh-CN" b="1" i="1" baseline="30000">
                <a:solidFill>
                  <a:srgbClr val="660033"/>
                </a:solidFill>
                <a:latin typeface="Times New Roman" panose="02020603050405020304" pitchFamily="18" charset="0"/>
                <a:ea typeface="华文中宋" panose="02010600040101010101" pitchFamily="2" charset="-122"/>
              </a:rPr>
              <a:t>2</a:t>
            </a:r>
            <a:r>
              <a:rPr lang="zh-CN" altLang="en-US" b="1">
                <a:latin typeface="华文中宋" panose="02010600040101010101" pitchFamily="2" charset="-122"/>
                <a:ea typeface="华文中宋" panose="02010600040101010101" pitchFamily="2" charset="-122"/>
              </a:rPr>
              <a:t>这一常量也可以用来作为电阻标准 </a:t>
            </a:r>
          </a:p>
          <a:p>
            <a:pPr algn="just" eaLnBrk="1" hangingPunct="1"/>
            <a:r>
              <a:rPr lang="zh-CN" altLang="en-US" b="1">
                <a:latin typeface="Times New Roman" panose="02020603050405020304" pitchFamily="18" charset="0"/>
              </a:rPr>
              <a:t>获</a:t>
            </a:r>
            <a:r>
              <a:rPr lang="en-US" altLang="zh-CN" b="1">
                <a:latin typeface="Times New Roman" panose="02020603050405020304" pitchFamily="18" charset="0"/>
              </a:rPr>
              <a:t>1985</a:t>
            </a:r>
            <a:r>
              <a:rPr lang="zh-CN" altLang="en-US" b="1">
                <a:latin typeface="Times New Roman" panose="02020603050405020304" pitchFamily="18" charset="0"/>
              </a:rPr>
              <a:t>年诺贝尔奖</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2395539" y="862013"/>
            <a:ext cx="8162925" cy="762000"/>
          </a:xfrm>
        </p:spPr>
        <p:txBody>
          <a:bodyPr/>
          <a:lstStyle/>
          <a:p>
            <a:pPr eaLnBrk="1" hangingPunct="1"/>
            <a:r>
              <a:rPr lang="zh-CN" altLang="en-US" b="1">
                <a:latin typeface="华文中宋" panose="02010600040101010101" pitchFamily="2" charset="-122"/>
                <a:ea typeface="华文中宋" panose="02010600040101010101" pitchFamily="2" charset="-122"/>
              </a:rPr>
              <a:t>分数量子</a:t>
            </a:r>
            <a:r>
              <a:rPr lang="en-US" altLang="zh-CN" b="1">
                <a:latin typeface="Times New Roman" panose="02020603050405020304" pitchFamily="18" charset="0"/>
                <a:ea typeface="华文中宋" panose="02010600040101010101" pitchFamily="2" charset="-122"/>
              </a:rPr>
              <a:t>Hall</a:t>
            </a:r>
            <a:r>
              <a:rPr lang="zh-CN" altLang="en-US" b="1">
                <a:latin typeface="华文中宋" panose="02010600040101010101" pitchFamily="2" charset="-122"/>
                <a:ea typeface="华文中宋" panose="02010600040101010101" pitchFamily="2" charset="-122"/>
              </a:rPr>
              <a:t>效应</a:t>
            </a:r>
          </a:p>
        </p:txBody>
      </p:sp>
      <p:sp>
        <p:nvSpPr>
          <p:cNvPr id="194563" name="Rectangle 3"/>
          <p:cNvSpPr>
            <a:spLocks noGrp="1" noChangeArrowheads="1"/>
          </p:cNvSpPr>
          <p:nvPr>
            <p:ph type="body" idx="1"/>
          </p:nvPr>
        </p:nvSpPr>
        <p:spPr>
          <a:xfrm>
            <a:off x="2436814" y="1905000"/>
            <a:ext cx="8110537" cy="3036888"/>
          </a:xfrm>
        </p:spPr>
        <p:txBody>
          <a:bodyPr/>
          <a:lstStyle/>
          <a:p>
            <a:pPr eaLnBrk="1" hangingPunct="1"/>
            <a:r>
              <a:rPr lang="zh-CN" altLang="en-US" b="1">
                <a:latin typeface="Times New Roman" panose="02020603050405020304" pitchFamily="18" charset="0"/>
                <a:ea typeface="华文中宋" panose="02010600040101010101" pitchFamily="2" charset="-122"/>
              </a:rPr>
              <a:t>整数效应发现两年后美国贝尔实验室的崔琦（华裔）和施特默（ </a:t>
            </a:r>
            <a:r>
              <a:rPr lang="en-US" altLang="zh-CN" b="1">
                <a:latin typeface="Times New Roman" panose="02020603050405020304" pitchFamily="18" charset="0"/>
                <a:ea typeface="华文中宋" panose="02010600040101010101" pitchFamily="2" charset="-122"/>
              </a:rPr>
              <a:t>Stoemer</a:t>
            </a:r>
            <a:r>
              <a:rPr lang="zh-CN" altLang="en-US" b="1">
                <a:latin typeface="Times New Roman" panose="02020603050405020304" pitchFamily="18" charset="0"/>
                <a:ea typeface="华文中宋" panose="02010600040101010101" pitchFamily="2" charset="-122"/>
              </a:rPr>
              <a:t>）在研究极低温度</a:t>
            </a:r>
            <a:r>
              <a:rPr lang="en-US" altLang="zh-CN" b="1">
                <a:latin typeface="Times New Roman" panose="02020603050405020304" pitchFamily="18" charset="0"/>
                <a:ea typeface="华文中宋" panose="02010600040101010101" pitchFamily="2" charset="-122"/>
              </a:rPr>
              <a:t>(0.l</a:t>
            </a:r>
            <a:r>
              <a:rPr lang="en-US" altLang="zh-CN" b="1" i="1">
                <a:latin typeface="Times New Roman" panose="02020603050405020304" pitchFamily="18" charset="0"/>
                <a:ea typeface="华文中宋" panose="02010600040101010101" pitchFamily="2" charset="-122"/>
              </a:rPr>
              <a:t>K</a:t>
            </a:r>
            <a:r>
              <a:rPr lang="zh-CN" altLang="en-US" b="1">
                <a:latin typeface="Times New Roman" panose="02020603050405020304" pitchFamily="18" charset="0"/>
                <a:ea typeface="华文中宋" panose="02010600040101010101" pitchFamily="2" charset="-122"/>
              </a:rPr>
              <a:t>左右</a:t>
            </a:r>
            <a:r>
              <a:rPr lang="en-US" altLang="zh-CN" b="1">
                <a:latin typeface="Times New Roman" panose="02020603050405020304" pitchFamily="18" charset="0"/>
                <a:ea typeface="华文中宋" panose="02010600040101010101" pitchFamily="2" charset="-122"/>
              </a:rPr>
              <a:t>)</a:t>
            </a:r>
            <a:r>
              <a:rPr lang="zh-CN" altLang="en-US" b="1">
                <a:latin typeface="Times New Roman" panose="02020603050405020304" pitchFamily="18" charset="0"/>
                <a:ea typeface="华文中宋" panose="02010600040101010101" pitchFamily="2" charset="-122"/>
              </a:rPr>
              <a:t>和超强磁场</a:t>
            </a:r>
            <a:r>
              <a:rPr lang="en-US" altLang="zh-CN" b="1">
                <a:latin typeface="Times New Roman" panose="02020603050405020304" pitchFamily="18" charset="0"/>
                <a:ea typeface="华文中宋" panose="02010600040101010101" pitchFamily="2" charset="-122"/>
              </a:rPr>
              <a:t>(</a:t>
            </a:r>
            <a:r>
              <a:rPr lang="en-US" altLang="zh-CN" b="1" i="1">
                <a:latin typeface="Times New Roman" panose="02020603050405020304" pitchFamily="18" charset="0"/>
                <a:ea typeface="华文中宋" panose="02010600040101010101" pitchFamily="2" charset="-122"/>
              </a:rPr>
              <a:t>B</a:t>
            </a:r>
            <a:r>
              <a:rPr lang="zh-CN" altLang="en-US" b="1">
                <a:latin typeface="Times New Roman" panose="02020603050405020304" pitchFamily="18" charset="0"/>
                <a:ea typeface="华文中宋" panose="02010600040101010101" pitchFamily="2" charset="-122"/>
              </a:rPr>
              <a:t>大于</a:t>
            </a:r>
            <a:r>
              <a:rPr lang="en-US" altLang="zh-CN" b="1">
                <a:latin typeface="Times New Roman" panose="02020603050405020304" pitchFamily="18" charset="0"/>
                <a:ea typeface="华文中宋" panose="02010600040101010101" pitchFamily="2" charset="-122"/>
              </a:rPr>
              <a:t>10</a:t>
            </a:r>
            <a:r>
              <a:rPr lang="en-US" altLang="zh-CN" b="1" i="1">
                <a:latin typeface="Times New Roman" panose="02020603050405020304" pitchFamily="18" charset="0"/>
                <a:ea typeface="华文中宋" panose="02010600040101010101" pitchFamily="2" charset="-122"/>
              </a:rPr>
              <a:t>T</a:t>
            </a:r>
            <a:r>
              <a:rPr lang="en-US" altLang="zh-CN" b="1">
                <a:latin typeface="Times New Roman" panose="02020603050405020304" pitchFamily="18" charset="0"/>
                <a:ea typeface="华文中宋" panose="02010600040101010101" pitchFamily="2" charset="-122"/>
              </a:rPr>
              <a:t>)</a:t>
            </a:r>
            <a:r>
              <a:rPr lang="zh-CN" altLang="en-US" b="1">
                <a:latin typeface="Times New Roman" panose="02020603050405020304" pitchFamily="18" charset="0"/>
                <a:ea typeface="华文中宋" panose="02010600040101010101" pitchFamily="2" charset="-122"/>
              </a:rPr>
              <a:t>条件下二维电子气的</a:t>
            </a:r>
            <a:r>
              <a:rPr lang="en-US" altLang="zh-CN" b="1">
                <a:latin typeface="Times New Roman" panose="02020603050405020304" pitchFamily="18" charset="0"/>
                <a:ea typeface="华文中宋" panose="02010600040101010101" pitchFamily="2" charset="-122"/>
              </a:rPr>
              <a:t>Hall</a:t>
            </a:r>
            <a:r>
              <a:rPr lang="zh-CN" altLang="en-US" b="1">
                <a:latin typeface="Times New Roman" panose="02020603050405020304" pitchFamily="18" charset="0"/>
                <a:ea typeface="华文中宋" panose="02010600040101010101" pitchFamily="2" charset="-122"/>
              </a:rPr>
              <a:t>效应时，发现</a:t>
            </a:r>
            <a:r>
              <a:rPr lang="en-US" altLang="zh-CN" b="1">
                <a:latin typeface="Times New Roman" panose="02020603050405020304" pitchFamily="18" charset="0"/>
                <a:ea typeface="华文中宋" panose="02010600040101010101" pitchFamily="2" charset="-122"/>
              </a:rPr>
              <a:t>Hall</a:t>
            </a:r>
            <a:r>
              <a:rPr lang="zh-CN" altLang="en-US" b="1">
                <a:latin typeface="Times New Roman" panose="02020603050405020304" pitchFamily="18" charset="0"/>
                <a:ea typeface="华文中宋" panose="02010600040101010101" pitchFamily="2" charset="-122"/>
              </a:rPr>
              <a:t>电阻随磁场</a:t>
            </a:r>
            <a:r>
              <a:rPr lang="en-US" altLang="zh-CN" b="1">
                <a:latin typeface="Times New Roman" panose="02020603050405020304" pitchFamily="18" charset="0"/>
                <a:ea typeface="华文中宋" panose="02010600040101010101" pitchFamily="2" charset="-122"/>
              </a:rPr>
              <a:t>B</a:t>
            </a:r>
            <a:r>
              <a:rPr lang="zh-CN" altLang="en-US" b="1">
                <a:latin typeface="Times New Roman" panose="02020603050405020304" pitchFamily="18" charset="0"/>
                <a:ea typeface="华文中宋" panose="02010600040101010101" pitchFamily="2" charset="-122"/>
              </a:rPr>
              <a:t>的变化出现了新的台阶，这些新台阶的高度可表为</a:t>
            </a:r>
          </a:p>
        </p:txBody>
      </p:sp>
      <p:graphicFrame>
        <p:nvGraphicFramePr>
          <p:cNvPr id="194564" name="Object 4"/>
          <p:cNvGraphicFramePr>
            <a:graphicFrameLocks noChangeAspect="1"/>
          </p:cNvGraphicFramePr>
          <p:nvPr/>
        </p:nvGraphicFramePr>
        <p:xfrm>
          <a:off x="7608888" y="4724400"/>
          <a:ext cx="1676400" cy="1143000"/>
        </p:xfrm>
        <a:graphic>
          <a:graphicData uri="http://schemas.openxmlformats.org/presentationml/2006/ole">
            <mc:AlternateContent xmlns:mc="http://schemas.openxmlformats.org/markup-compatibility/2006">
              <mc:Choice xmlns:v="urn:schemas-microsoft-com:vml" Requires="v">
                <p:oleObj spid="_x0000_s194583" r:id="rId3" imgW="609600" imgH="419100" progId="Equation.3">
                  <p:embed/>
                </p:oleObj>
              </mc:Choice>
              <mc:Fallback>
                <p:oleObj r:id="rId3" imgW="6096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888" y="4724400"/>
                        <a:ext cx="1676400" cy="1143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565" name="AutoShape 5"/>
          <p:cNvSpPr>
            <a:spLocks/>
          </p:cNvSpPr>
          <p:nvPr/>
        </p:nvSpPr>
        <p:spPr bwMode="auto">
          <a:xfrm>
            <a:off x="3575051" y="5300664"/>
            <a:ext cx="1844675" cy="769937"/>
          </a:xfrm>
          <a:prstGeom prst="borderCallout2">
            <a:avLst>
              <a:gd name="adj1" fmla="val 14847"/>
              <a:gd name="adj2" fmla="val 104130"/>
              <a:gd name="adj3" fmla="val 14847"/>
              <a:gd name="adj4" fmla="val 185972"/>
              <a:gd name="adj5" fmla="val 44949"/>
              <a:gd name="adj6" fmla="val 271431"/>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宋体" panose="02010600030101010101" pitchFamily="2" charset="-122"/>
              </a:rPr>
              <a:t>某些分母为奇数的分数</a:t>
            </a:r>
            <a:r>
              <a:rPr lang="zh-CN" altLang="en-US" sz="1800">
                <a:latin typeface="Symbol" panose="05050102010706020507" pitchFamily="18" charset="2"/>
              </a:rPr>
              <a:t> </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1752601" y="228600"/>
            <a:ext cx="5376863" cy="762000"/>
          </a:xfrm>
        </p:spPr>
        <p:txBody>
          <a:bodyPr/>
          <a:lstStyle/>
          <a:p>
            <a:pPr algn="just" eaLnBrk="1" hangingPunct="1"/>
            <a:r>
              <a:rPr lang="zh-CN" altLang="en-US" b="1">
                <a:latin typeface="华文中宋" panose="02010600040101010101" pitchFamily="2" charset="-122"/>
                <a:ea typeface="华文中宋" panose="02010600040101010101" pitchFamily="2" charset="-122"/>
              </a:rPr>
              <a:t>分数量子</a:t>
            </a:r>
            <a:r>
              <a:rPr lang="en-US" altLang="zh-CN" b="1">
                <a:latin typeface="Times New Roman" panose="02020603050405020304" pitchFamily="18" charset="0"/>
                <a:ea typeface="华文中宋" panose="02010600040101010101" pitchFamily="2" charset="-122"/>
              </a:rPr>
              <a:t>Hall</a:t>
            </a:r>
            <a:r>
              <a:rPr lang="zh-CN" altLang="en-US" b="1">
                <a:latin typeface="华文中宋" panose="02010600040101010101" pitchFamily="2" charset="-122"/>
                <a:ea typeface="华文中宋" panose="02010600040101010101" pitchFamily="2" charset="-122"/>
              </a:rPr>
              <a:t>效应 </a:t>
            </a:r>
          </a:p>
        </p:txBody>
      </p:sp>
      <p:sp>
        <p:nvSpPr>
          <p:cNvPr id="195587" name="Rectangle 3"/>
          <p:cNvSpPr>
            <a:spLocks noGrp="1" noChangeArrowheads="1"/>
          </p:cNvSpPr>
          <p:nvPr>
            <p:ph type="body" idx="1"/>
          </p:nvPr>
        </p:nvSpPr>
        <p:spPr>
          <a:xfrm>
            <a:off x="1919289" y="1196976"/>
            <a:ext cx="8497887" cy="4824413"/>
          </a:xfrm>
        </p:spPr>
        <p:txBody>
          <a:bodyPr/>
          <a:lstStyle/>
          <a:p>
            <a:pPr eaLnBrk="1" hangingPunct="1"/>
            <a:r>
              <a:rPr lang="zh-CN" altLang="en-US" b="1">
                <a:ea typeface="华文中宋" panose="02010600040101010101" pitchFamily="2" charset="-122"/>
              </a:rPr>
              <a:t>分数量子霍尔效应的发现是对理论家的严峻挑战</a:t>
            </a:r>
          </a:p>
          <a:p>
            <a:pPr eaLnBrk="1" hangingPunct="1"/>
            <a:r>
              <a:rPr lang="zh-CN" altLang="en-US" b="1">
                <a:ea typeface="华文中宋" panose="02010600040101010101" pitchFamily="2" charset="-122"/>
              </a:rPr>
              <a:t>贝尔实验室的劳克林独辟蹊径，对分数量子霍尔效应作出了理论解释</a:t>
            </a:r>
          </a:p>
          <a:p>
            <a:pPr eaLnBrk="1" hangingPunct="1"/>
            <a:r>
              <a:rPr lang="en-US" altLang="zh-CN" b="1">
                <a:latin typeface="Times New Roman" panose="02020603050405020304" pitchFamily="18" charset="0"/>
                <a:ea typeface="华文中宋" panose="02010600040101010101" pitchFamily="2" charset="-122"/>
              </a:rPr>
              <a:t>1998</a:t>
            </a:r>
            <a:r>
              <a:rPr lang="zh-CN" altLang="en-US" b="1">
                <a:latin typeface="Times New Roman" panose="02020603050405020304" pitchFamily="18" charset="0"/>
                <a:ea typeface="华文中宋" panose="02010600040101010101" pitchFamily="2" charset="-122"/>
              </a:rPr>
              <a:t>年诺贝尔奖授予以下三位</a:t>
            </a:r>
          </a:p>
          <a:p>
            <a:pPr lvl="1" eaLnBrk="1" hangingPunct="1"/>
            <a:r>
              <a:rPr lang="zh-CN" altLang="en-US" b="1">
                <a:latin typeface="Times New Roman" panose="02020603050405020304" pitchFamily="18" charset="0"/>
                <a:ea typeface="华文中宋" panose="02010600040101010101" pitchFamily="2" charset="-122"/>
              </a:rPr>
              <a:t>斯坦福大学的劳克林（</a:t>
            </a:r>
            <a:r>
              <a:rPr lang="en-US" altLang="zh-CN" b="1">
                <a:latin typeface="Times New Roman" panose="02020603050405020304" pitchFamily="18" charset="0"/>
                <a:ea typeface="华文中宋" panose="02010600040101010101" pitchFamily="2" charset="-122"/>
              </a:rPr>
              <a:t>1950—</a:t>
            </a:r>
            <a:r>
              <a:rPr lang="zh-CN" altLang="en-US" b="1">
                <a:latin typeface="Times New Roman" panose="02020603050405020304" pitchFamily="18" charset="0"/>
                <a:ea typeface="华文中宋" panose="02010600040101010101" pitchFamily="2" charset="-122"/>
              </a:rPr>
              <a:t>）</a:t>
            </a:r>
          </a:p>
          <a:p>
            <a:pPr lvl="1" eaLnBrk="1" hangingPunct="1"/>
            <a:r>
              <a:rPr lang="zh-CN" altLang="en-US" b="1">
                <a:latin typeface="Times New Roman" panose="02020603050405020304" pitchFamily="18" charset="0"/>
                <a:ea typeface="华文中宋" panose="02010600040101010101" pitchFamily="2" charset="-122"/>
              </a:rPr>
              <a:t>哥伦比亚大学和贝尔实验室施默特（</a:t>
            </a:r>
            <a:r>
              <a:rPr lang="en-US" altLang="zh-CN" b="1">
                <a:latin typeface="Times New Roman" panose="02020603050405020304" pitchFamily="18" charset="0"/>
                <a:ea typeface="华文中宋" panose="02010600040101010101" pitchFamily="2" charset="-122"/>
              </a:rPr>
              <a:t>1949—</a:t>
            </a:r>
            <a:r>
              <a:rPr lang="zh-CN" altLang="en-US" b="1">
                <a:latin typeface="Times New Roman" panose="02020603050405020304" pitchFamily="18" charset="0"/>
                <a:ea typeface="华文中宋" panose="02010600040101010101" pitchFamily="2" charset="-122"/>
              </a:rPr>
              <a:t>）</a:t>
            </a:r>
          </a:p>
          <a:p>
            <a:pPr lvl="1" eaLnBrk="1" hangingPunct="1"/>
            <a:r>
              <a:rPr lang="zh-CN" altLang="en-US" b="1">
                <a:latin typeface="Times New Roman" panose="02020603050405020304" pitchFamily="18" charset="0"/>
                <a:ea typeface="华文中宋" panose="02010600040101010101" pitchFamily="2" charset="-122"/>
              </a:rPr>
              <a:t>普林斯顿大学崔琦（</a:t>
            </a:r>
            <a:r>
              <a:rPr lang="en-US" altLang="zh-CN" b="1">
                <a:latin typeface="Times New Roman" panose="02020603050405020304" pitchFamily="18" charset="0"/>
                <a:ea typeface="华文中宋" panose="02010600040101010101" pitchFamily="2" charset="-122"/>
              </a:rPr>
              <a:t>1939—</a:t>
            </a:r>
            <a:r>
              <a:rPr lang="zh-CN" altLang="en-US" b="1">
                <a:latin typeface="Times New Roman" panose="02020603050405020304" pitchFamily="18" charset="0"/>
                <a:ea typeface="华文中宋" panose="02010600040101010101" pitchFamily="2" charset="-122"/>
              </a:rPr>
              <a:t>）</a:t>
            </a:r>
          </a:p>
        </p:txBody>
      </p:sp>
      <p:sp>
        <p:nvSpPr>
          <p:cNvPr id="195588" name="Rectangle 5"/>
          <p:cNvSpPr>
            <a:spLocks noChangeArrowheads="1"/>
          </p:cNvSpPr>
          <p:nvPr/>
        </p:nvSpPr>
        <p:spPr bwMode="auto">
          <a:xfrm>
            <a:off x="5676900" y="3143250"/>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a:latin typeface="Symbol" panose="05050102010706020507" pitchFamily="18" charset="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2395539" y="862013"/>
            <a:ext cx="8162925" cy="762000"/>
          </a:xfrm>
        </p:spPr>
        <p:txBody>
          <a:bodyPr/>
          <a:lstStyle/>
          <a:p>
            <a:pPr eaLnBrk="1" hangingPunct="1"/>
            <a:r>
              <a:rPr lang="zh-CN" altLang="en-US" b="1">
                <a:ea typeface="华文中宋" panose="02010600040101010101" pitchFamily="2" charset="-122"/>
              </a:rPr>
              <a:t>应用</a:t>
            </a:r>
          </a:p>
        </p:txBody>
      </p:sp>
      <p:sp>
        <p:nvSpPr>
          <p:cNvPr id="196611" name="Rectangle 3"/>
          <p:cNvSpPr>
            <a:spLocks noGrp="1" noChangeArrowheads="1"/>
          </p:cNvSpPr>
          <p:nvPr>
            <p:ph type="body" idx="1"/>
          </p:nvPr>
        </p:nvSpPr>
        <p:spPr/>
        <p:txBody>
          <a:bodyPr/>
          <a:lstStyle/>
          <a:p>
            <a:pPr eaLnBrk="1" hangingPunct="1"/>
            <a:r>
              <a:rPr lang="zh-CN" altLang="en-US"/>
              <a:t>芯片：发热、能量损耗、速度变慢等问题原因：常态下芯片中的电子运动没有特定的轨道、相互碰撞从而发生能量损耗</a:t>
            </a:r>
            <a:endParaRPr lang="en-US" altLang="zh-CN"/>
          </a:p>
          <a:p>
            <a:pPr eaLnBrk="1" hangingPunct="1"/>
            <a:r>
              <a:rPr lang="zh-CN" altLang="en-US"/>
              <a:t>量子霍尔效应：对电子的运动制定一个规则，让它们在各自的跑道上</a:t>
            </a:r>
            <a:r>
              <a:rPr lang="zh-CN" altLang="en-US" b="1"/>
              <a:t>“</a:t>
            </a:r>
            <a:r>
              <a:rPr lang="zh-CN" altLang="en-US" b="1">
                <a:hlinkClick r:id="rId2"/>
              </a:rPr>
              <a:t>一往无前</a:t>
            </a:r>
            <a:r>
              <a:rPr lang="zh-CN" altLang="en-US" b="1"/>
              <a:t>”</a:t>
            </a:r>
            <a:endParaRPr lang="en-US" altLang="zh-CN" b="1"/>
          </a:p>
          <a:p>
            <a:pPr eaLnBrk="1" hangingPunct="1"/>
            <a:r>
              <a:rPr lang="zh-CN" altLang="en-US" b="1">
                <a:latin typeface="Times New Roman" panose="02020603050405020304" pitchFamily="18" charset="0"/>
              </a:rPr>
              <a:t>缺点：强磁场、低温</a:t>
            </a:r>
            <a:endParaRPr lang="en-US" altLang="zh-CN" b="1">
              <a:latin typeface="Times New Roman" panose="02020603050405020304" pitchFamily="18" charset="0"/>
            </a:endParaRPr>
          </a:p>
          <a:p>
            <a:pPr eaLnBrk="1" hangingPunct="1"/>
            <a:r>
              <a:rPr lang="zh-CN" altLang="en-US" b="1">
                <a:latin typeface="Times New Roman" panose="02020603050405020304" pitchFamily="18" charset="0"/>
              </a:rPr>
              <a:t>无磁场的量子霍耳效应？</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p:txBody>
          <a:bodyPr/>
          <a:lstStyle/>
          <a:p>
            <a:r>
              <a:rPr lang="zh-CN" altLang="en-US"/>
              <a:t>拓扑绝缘体</a:t>
            </a:r>
          </a:p>
        </p:txBody>
      </p:sp>
      <p:pic>
        <p:nvPicPr>
          <p:cNvPr id="197635" name="Picture 2" descr="http://photocdn.sohu.com/20111206/Img32810495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850" y="1628776"/>
            <a:ext cx="6345238"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4"/>
          <p:cNvSpPr>
            <a:spLocks noChangeArrowheads="1"/>
          </p:cNvSpPr>
          <p:nvPr/>
        </p:nvSpPr>
        <p:spPr bwMode="auto">
          <a:xfrm>
            <a:off x="1884363" y="419101"/>
            <a:ext cx="853281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198659" name="Rectangle 5"/>
          <p:cNvSpPr>
            <a:spLocks noChangeArrowheads="1"/>
          </p:cNvSpPr>
          <p:nvPr/>
        </p:nvSpPr>
        <p:spPr bwMode="auto">
          <a:xfrm>
            <a:off x="1487487" y="20639"/>
            <a:ext cx="889317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量子霍尔效应三重奏</a:t>
            </a:r>
          </a:p>
        </p:txBody>
      </p:sp>
      <p:pic>
        <p:nvPicPr>
          <p:cNvPr id="198660"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4638" y="666750"/>
            <a:ext cx="90805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61" name="Rectangle 5"/>
          <p:cNvSpPr>
            <a:spLocks noChangeArrowheads="1"/>
          </p:cNvSpPr>
          <p:nvPr/>
        </p:nvSpPr>
        <p:spPr bwMode="auto">
          <a:xfrm>
            <a:off x="1370012" y="4959351"/>
            <a:ext cx="889317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反常霍尔量子效应</a:t>
            </a:r>
            <a:endParaRPr kumimoji="1" lang="zh-CN" altLang="en-US" sz="3600" b="1">
              <a:solidFill>
                <a:schemeClr val="accent2"/>
              </a:solidFill>
              <a:latin typeface="华文新魏" panose="02010800040101010101" pitchFamily="2" charset="-122"/>
              <a:ea typeface="华文新魏" panose="02010800040101010101" pitchFamily="2" charset="-122"/>
            </a:endParaRPr>
          </a:p>
        </p:txBody>
      </p:sp>
      <p:sp>
        <p:nvSpPr>
          <p:cNvPr id="4" name="文本框 3"/>
          <p:cNvSpPr txBox="1"/>
          <p:nvPr/>
        </p:nvSpPr>
        <p:spPr>
          <a:xfrm>
            <a:off x="2105026" y="5589588"/>
            <a:ext cx="8562975" cy="1077912"/>
          </a:xfrm>
          <a:prstGeom prst="rect">
            <a:avLst/>
          </a:prstGeom>
          <a:noFill/>
        </p:spPr>
        <p:txBody>
          <a:bodyPr>
            <a:spAutoFit/>
          </a:bodyPr>
          <a:lstStyle/>
          <a:p>
            <a:pPr algn="ctr" eaLnBrk="1" hangingPunct="1">
              <a:defRPr/>
            </a:pPr>
            <a:r>
              <a:rPr lang="zh-CN" altLang="en-US" sz="3200" b="1" dirty="0">
                <a:solidFill>
                  <a:srgbClr val="000099"/>
                </a:solidFill>
                <a:latin typeface="+mn-ea"/>
                <a:ea typeface="+mn-ea"/>
              </a:rPr>
              <a:t>没有外加强磁场下的量子霍尔效应</a:t>
            </a:r>
            <a:r>
              <a:rPr lang="en-US" altLang="zh-CN" sz="3200" b="1" dirty="0">
                <a:solidFill>
                  <a:srgbClr val="000099"/>
                </a:solidFill>
                <a:latin typeface="+mn-ea"/>
                <a:ea typeface="+mn-ea"/>
              </a:rPr>
              <a:t>----</a:t>
            </a:r>
            <a:r>
              <a:rPr lang="zh-CN" altLang="en-US" sz="3200" b="1" dirty="0">
                <a:solidFill>
                  <a:srgbClr val="000099"/>
                </a:solidFill>
                <a:latin typeface="+mn-ea"/>
                <a:ea typeface="+mn-ea"/>
              </a:rPr>
              <a:t>具有</a:t>
            </a:r>
            <a:r>
              <a:rPr lang="zh-CN" altLang="en-US" sz="3200" b="1" dirty="0">
                <a:solidFill>
                  <a:srgbClr val="FF0000"/>
                </a:solidFill>
                <a:latin typeface="+mn-ea"/>
                <a:ea typeface="+mn-ea"/>
              </a:rPr>
              <a:t>长程磁有序拓扑绝缘体。</a:t>
            </a:r>
          </a:p>
        </p:txBody>
      </p:sp>
      <p:sp>
        <p:nvSpPr>
          <p:cNvPr id="198663" name="矩形 1"/>
          <p:cNvSpPr>
            <a:spLocks noChangeArrowheads="1"/>
          </p:cNvSpPr>
          <p:nvPr/>
        </p:nvSpPr>
        <p:spPr bwMode="auto">
          <a:xfrm>
            <a:off x="7488238" y="4637088"/>
            <a:ext cx="3179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a:solidFill>
                  <a:srgbClr val="7030A0"/>
                </a:solidFill>
                <a:latin typeface="Times New Roman" panose="02020603050405020304" pitchFamily="18" charset="0"/>
                <a:cs typeface="Times New Roman" panose="02020603050405020304" pitchFamily="18" charset="0"/>
              </a:rPr>
              <a:t>   Science 340.153 </a:t>
            </a:r>
            <a:r>
              <a:rPr lang="zh-CN" altLang="en-US" sz="2000" b="1">
                <a:solidFill>
                  <a:srgbClr val="7030A0"/>
                </a:solidFill>
                <a:latin typeface="Times New Roman" panose="02020603050405020304" pitchFamily="18" charset="0"/>
                <a:cs typeface="Times New Roman" panose="02020603050405020304" pitchFamily="18" charset="0"/>
              </a:rPr>
              <a:t>（</a:t>
            </a:r>
            <a:r>
              <a:rPr lang="en-US" altLang="zh-CN" sz="2000" b="1">
                <a:solidFill>
                  <a:srgbClr val="7030A0"/>
                </a:solidFill>
                <a:latin typeface="Times New Roman" panose="02020603050405020304" pitchFamily="18" charset="0"/>
                <a:cs typeface="Times New Roman" panose="02020603050405020304" pitchFamily="18" charset="0"/>
              </a:rPr>
              <a:t>2013</a:t>
            </a:r>
            <a:r>
              <a:rPr lang="zh-CN" altLang="en-US" sz="2000" b="1">
                <a:solidFill>
                  <a:srgbClr val="7030A0"/>
                </a:solidFill>
                <a:latin typeface="Times New Roman" panose="02020603050405020304" pitchFamily="18" charset="0"/>
                <a:cs typeface="Times New Roman" panose="02020603050405020304" pitchFamily="18" charset="0"/>
              </a:rPr>
              <a:t>）</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4"/>
          <p:cNvSpPr>
            <a:spLocks noChangeArrowheads="1"/>
          </p:cNvSpPr>
          <p:nvPr/>
        </p:nvSpPr>
        <p:spPr bwMode="auto">
          <a:xfrm>
            <a:off x="1884363" y="419101"/>
            <a:ext cx="853281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199683" name="Rectangle 5"/>
          <p:cNvSpPr>
            <a:spLocks noChangeArrowheads="1"/>
          </p:cNvSpPr>
          <p:nvPr/>
        </p:nvSpPr>
        <p:spPr bwMode="auto">
          <a:xfrm>
            <a:off x="1487487" y="20639"/>
            <a:ext cx="889317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拓扑绝缘体</a:t>
            </a:r>
          </a:p>
        </p:txBody>
      </p:sp>
      <p:sp>
        <p:nvSpPr>
          <p:cNvPr id="4" name="文本框 3"/>
          <p:cNvSpPr txBox="1"/>
          <p:nvPr/>
        </p:nvSpPr>
        <p:spPr>
          <a:xfrm>
            <a:off x="1703389" y="4275138"/>
            <a:ext cx="8561387" cy="2062162"/>
          </a:xfrm>
          <a:prstGeom prst="rect">
            <a:avLst/>
          </a:prstGeom>
          <a:noFill/>
        </p:spPr>
        <p:txBody>
          <a:bodyPr>
            <a:spAutoFit/>
          </a:bodyPr>
          <a:lstStyle/>
          <a:p>
            <a:pPr eaLnBrk="1" hangingPunct="1">
              <a:defRPr/>
            </a:pPr>
            <a:r>
              <a:rPr lang="zh-CN" altLang="en-US" sz="3200" b="1" dirty="0">
                <a:solidFill>
                  <a:srgbClr val="000099"/>
                </a:solidFill>
                <a:latin typeface="+mn-ea"/>
                <a:ea typeface="+mn-ea"/>
              </a:rPr>
              <a:t>数学语言：</a:t>
            </a:r>
            <a:r>
              <a:rPr lang="zh-CN" altLang="en-US" sz="2400" b="1" dirty="0">
                <a:solidFill>
                  <a:srgbClr val="000099"/>
                </a:solidFill>
                <a:latin typeface="+mn-ea"/>
                <a:ea typeface="+mn-ea"/>
              </a:rPr>
              <a:t>拓扑绝缘体</a:t>
            </a:r>
            <a:r>
              <a:rPr lang="en-US" altLang="zh-CN" sz="2400" b="1" dirty="0">
                <a:solidFill>
                  <a:srgbClr val="000099"/>
                </a:solidFill>
                <a:latin typeface="+mn-ea"/>
                <a:ea typeface="+mn-ea"/>
              </a:rPr>
              <a:t>VS</a:t>
            </a:r>
            <a:r>
              <a:rPr lang="zh-CN" altLang="en-US" sz="2400" b="1" dirty="0">
                <a:solidFill>
                  <a:srgbClr val="000099"/>
                </a:solidFill>
                <a:latin typeface="+mn-ea"/>
                <a:ea typeface="+mn-ea"/>
              </a:rPr>
              <a:t>普通绝缘体         两种不同胚的数学流形，属于不同的拓扑等价类。 </a:t>
            </a:r>
            <a:endParaRPr lang="en-US" altLang="zh-CN" sz="2400" b="1" dirty="0">
              <a:solidFill>
                <a:srgbClr val="000099"/>
              </a:solidFill>
              <a:latin typeface="+mn-ea"/>
              <a:ea typeface="+mn-ea"/>
            </a:endParaRPr>
          </a:p>
          <a:p>
            <a:pPr eaLnBrk="1" hangingPunct="1">
              <a:defRPr/>
            </a:pPr>
            <a:r>
              <a:rPr lang="zh-CN" altLang="en-US" sz="2400" b="1" dirty="0">
                <a:solidFill>
                  <a:srgbClr val="000099"/>
                </a:solidFill>
                <a:latin typeface="+mn-ea"/>
                <a:ea typeface="+mn-ea"/>
              </a:rPr>
              <a:t>拓扑</a:t>
            </a:r>
            <a:r>
              <a:rPr lang="en-US" altLang="zh-CN" sz="2400" b="1" dirty="0">
                <a:solidFill>
                  <a:srgbClr val="000099"/>
                </a:solidFill>
                <a:latin typeface="+mn-ea"/>
                <a:ea typeface="+mn-ea"/>
              </a:rPr>
              <a:t>—</a:t>
            </a:r>
            <a:r>
              <a:rPr lang="zh-CN" altLang="en-US" sz="2400" b="1" dirty="0">
                <a:solidFill>
                  <a:srgbClr val="000099"/>
                </a:solidFill>
                <a:latin typeface="+mn-ea"/>
                <a:ea typeface="+mn-ea"/>
              </a:rPr>
              <a:t>普通绝缘体不能连</a:t>
            </a:r>
            <a:endParaRPr lang="en-US" altLang="zh-CN" sz="2400" b="1" dirty="0">
              <a:solidFill>
                <a:srgbClr val="000099"/>
              </a:solidFill>
              <a:latin typeface="+mn-ea"/>
              <a:ea typeface="+mn-ea"/>
            </a:endParaRPr>
          </a:p>
          <a:p>
            <a:pPr eaLnBrk="1" hangingPunct="1">
              <a:defRPr/>
            </a:pPr>
            <a:r>
              <a:rPr lang="zh-CN" altLang="en-US" sz="2400" b="1" dirty="0">
                <a:solidFill>
                  <a:srgbClr val="000099"/>
                </a:solidFill>
                <a:latin typeface="+mn-ea"/>
                <a:ea typeface="+mn-ea"/>
              </a:rPr>
              <a:t>续变换，必 然引起能带的</a:t>
            </a:r>
            <a:endParaRPr lang="en-US" altLang="zh-CN" sz="2400" b="1" dirty="0">
              <a:solidFill>
                <a:srgbClr val="000099"/>
              </a:solidFill>
              <a:latin typeface="+mn-ea"/>
              <a:ea typeface="+mn-ea"/>
            </a:endParaRPr>
          </a:p>
          <a:p>
            <a:pPr eaLnBrk="1" hangingPunct="1">
              <a:defRPr/>
            </a:pPr>
            <a:r>
              <a:rPr lang="zh-CN" altLang="en-US" sz="2400" b="1" dirty="0">
                <a:solidFill>
                  <a:srgbClr val="000099"/>
                </a:solidFill>
                <a:latin typeface="+mn-ea"/>
                <a:ea typeface="+mn-ea"/>
              </a:rPr>
              <a:t>闭合</a:t>
            </a:r>
            <a:r>
              <a:rPr lang="en-US" altLang="zh-CN" sz="2400" b="1" dirty="0">
                <a:solidFill>
                  <a:srgbClr val="000099"/>
                </a:solidFill>
                <a:latin typeface="+mn-ea"/>
                <a:ea typeface="+mn-ea"/>
              </a:rPr>
              <a:t>—</a:t>
            </a:r>
            <a:r>
              <a:rPr lang="zh-CN" altLang="en-US" sz="2400" b="1" dirty="0">
                <a:solidFill>
                  <a:srgbClr val="000099"/>
                </a:solidFill>
                <a:latin typeface="+mn-ea"/>
                <a:ea typeface="+mn-ea"/>
              </a:rPr>
              <a:t>表面金属态</a:t>
            </a:r>
            <a:endParaRPr lang="zh-CN" altLang="en-US" sz="2400" b="1" dirty="0">
              <a:solidFill>
                <a:srgbClr val="FF0000"/>
              </a:solidFill>
              <a:latin typeface="+mn-ea"/>
              <a:ea typeface="+mn-ea"/>
            </a:endParaRPr>
          </a:p>
        </p:txBody>
      </p:sp>
      <p:sp>
        <p:nvSpPr>
          <p:cNvPr id="15" name="文本框 14"/>
          <p:cNvSpPr txBox="1"/>
          <p:nvPr/>
        </p:nvSpPr>
        <p:spPr>
          <a:xfrm>
            <a:off x="2063750" y="622301"/>
            <a:ext cx="8561388" cy="1076325"/>
          </a:xfrm>
          <a:prstGeom prst="rect">
            <a:avLst/>
          </a:prstGeom>
          <a:noFill/>
        </p:spPr>
        <p:txBody>
          <a:bodyPr>
            <a:spAutoFit/>
          </a:bodyPr>
          <a:lstStyle/>
          <a:p>
            <a:pPr algn="ctr" eaLnBrk="1" hangingPunct="1">
              <a:defRPr/>
            </a:pPr>
            <a:r>
              <a:rPr lang="zh-CN" altLang="en-US" sz="3200" b="1" dirty="0">
                <a:solidFill>
                  <a:srgbClr val="000099"/>
                </a:solidFill>
                <a:latin typeface="+mn-ea"/>
                <a:ea typeface="+mn-ea"/>
              </a:rPr>
              <a:t>具有体能隙，但具有受拓扑保护的无能隙、金属性的边缘态。</a:t>
            </a:r>
            <a:endParaRPr lang="zh-CN" altLang="en-US" sz="3200" b="1" dirty="0">
              <a:solidFill>
                <a:srgbClr val="FF0000"/>
              </a:solidFill>
              <a:latin typeface="+mn-ea"/>
              <a:ea typeface="+mn-ea"/>
            </a:endParaRPr>
          </a:p>
        </p:txBody>
      </p:sp>
      <p:pic>
        <p:nvPicPr>
          <p:cNvPr id="199686"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075" y="1693864"/>
            <a:ext cx="7037388" cy="190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文本框 17"/>
          <p:cNvSpPr txBox="1"/>
          <p:nvPr/>
        </p:nvSpPr>
        <p:spPr>
          <a:xfrm>
            <a:off x="2106614" y="3406776"/>
            <a:ext cx="8561387" cy="830263"/>
          </a:xfrm>
          <a:prstGeom prst="rect">
            <a:avLst/>
          </a:prstGeom>
          <a:noFill/>
        </p:spPr>
        <p:txBody>
          <a:bodyPr>
            <a:spAutoFit/>
          </a:bodyPr>
          <a:lstStyle/>
          <a:p>
            <a:pPr algn="ctr" eaLnBrk="1" hangingPunct="1">
              <a:defRPr/>
            </a:pPr>
            <a:r>
              <a:rPr lang="en-US" altLang="zh-CN" sz="2400" b="1" dirty="0">
                <a:solidFill>
                  <a:srgbClr val="000099"/>
                </a:solidFill>
                <a:latin typeface="+mn-ea"/>
                <a:ea typeface="+mn-ea"/>
              </a:rPr>
              <a:t>a:</a:t>
            </a:r>
            <a:r>
              <a:rPr lang="zh-CN" altLang="en-US" sz="2400" b="1" dirty="0">
                <a:solidFill>
                  <a:srgbClr val="000099"/>
                </a:solidFill>
                <a:latin typeface="+mn-ea"/>
                <a:ea typeface="+mn-ea"/>
              </a:rPr>
              <a:t>普通导体，</a:t>
            </a:r>
            <a:r>
              <a:rPr lang="en-US" altLang="zh-CN" sz="2400" b="1" dirty="0">
                <a:solidFill>
                  <a:srgbClr val="000099"/>
                </a:solidFill>
                <a:latin typeface="+mn-ea"/>
                <a:ea typeface="+mn-ea"/>
              </a:rPr>
              <a:t>b:</a:t>
            </a:r>
            <a:r>
              <a:rPr lang="zh-CN" altLang="en-US" sz="2400" b="1" dirty="0">
                <a:solidFill>
                  <a:srgbClr val="000099"/>
                </a:solidFill>
                <a:latin typeface="+mn-ea"/>
                <a:ea typeface="+mn-ea"/>
              </a:rPr>
              <a:t>普通绝缘体，</a:t>
            </a:r>
            <a:r>
              <a:rPr lang="en-US" altLang="zh-CN" sz="2400" b="1" dirty="0">
                <a:solidFill>
                  <a:srgbClr val="000099"/>
                </a:solidFill>
                <a:latin typeface="+mn-ea"/>
                <a:ea typeface="+mn-ea"/>
              </a:rPr>
              <a:t>c:</a:t>
            </a:r>
            <a:r>
              <a:rPr lang="zh-CN" altLang="en-US" sz="2400" b="1" dirty="0">
                <a:solidFill>
                  <a:srgbClr val="000099"/>
                </a:solidFill>
                <a:latin typeface="+mn-ea"/>
                <a:ea typeface="+mn-ea"/>
              </a:rPr>
              <a:t>不具有时间反演对称性的拓扑绝缘体，</a:t>
            </a:r>
            <a:r>
              <a:rPr lang="en-US" altLang="zh-CN" sz="2400" b="1" dirty="0">
                <a:solidFill>
                  <a:srgbClr val="000099"/>
                </a:solidFill>
                <a:latin typeface="+mn-ea"/>
                <a:ea typeface="+mn-ea"/>
              </a:rPr>
              <a:t>d:</a:t>
            </a:r>
            <a:r>
              <a:rPr lang="zh-CN" altLang="en-US" sz="2400" b="1" dirty="0">
                <a:solidFill>
                  <a:srgbClr val="000099"/>
                </a:solidFill>
                <a:latin typeface="+mn-ea"/>
                <a:ea typeface="+mn-ea"/>
              </a:rPr>
              <a:t>具有时间反演对称性的拓扑绝缘体。 </a:t>
            </a:r>
          </a:p>
        </p:txBody>
      </p:sp>
      <p:sp>
        <p:nvSpPr>
          <p:cNvPr id="7" name="左右箭头 6"/>
          <p:cNvSpPr/>
          <p:nvPr/>
        </p:nvSpPr>
        <p:spPr>
          <a:xfrm>
            <a:off x="7391400" y="4578351"/>
            <a:ext cx="1081088" cy="180975"/>
          </a:xfrm>
          <a:prstGeom prst="leftRightArrow">
            <a:avLst/>
          </a:prstGeom>
          <a:no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zh-CN" altLang="en-US"/>
          </a:p>
        </p:txBody>
      </p:sp>
      <p:pic>
        <p:nvPicPr>
          <p:cNvPr id="199689"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65989" y="4914901"/>
            <a:ext cx="3108325"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690" name="矩形 20"/>
          <p:cNvSpPr>
            <a:spLocks noChangeArrowheads="1"/>
          </p:cNvSpPr>
          <p:nvPr/>
        </p:nvSpPr>
        <p:spPr bwMode="auto">
          <a:xfrm>
            <a:off x="4008439" y="6305550"/>
            <a:ext cx="3602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a:solidFill>
                  <a:srgbClr val="7030A0"/>
                </a:solidFill>
                <a:latin typeface="Times New Roman" panose="02020603050405020304" pitchFamily="18" charset="0"/>
                <a:cs typeface="Times New Roman" panose="02020603050405020304" pitchFamily="18" charset="0"/>
              </a:rPr>
              <a:t>  Nature 464, 194-198 </a:t>
            </a:r>
            <a:r>
              <a:rPr lang="zh-CN" altLang="en-US" sz="2000" b="1">
                <a:solidFill>
                  <a:srgbClr val="7030A0"/>
                </a:solidFill>
                <a:latin typeface="Times New Roman" panose="02020603050405020304" pitchFamily="18" charset="0"/>
                <a:cs typeface="Times New Roman" panose="02020603050405020304" pitchFamily="18" charset="0"/>
              </a:rPr>
              <a:t>（</a:t>
            </a:r>
            <a:r>
              <a:rPr lang="en-US" altLang="zh-CN" sz="2000" b="1">
                <a:solidFill>
                  <a:srgbClr val="7030A0"/>
                </a:solidFill>
                <a:latin typeface="Times New Roman" panose="02020603050405020304" pitchFamily="18" charset="0"/>
                <a:cs typeface="Times New Roman" panose="02020603050405020304" pitchFamily="18" charset="0"/>
              </a:rPr>
              <a:t>2010</a:t>
            </a:r>
            <a:r>
              <a:rPr lang="zh-CN" altLang="en-US" sz="2000" b="1">
                <a:solidFill>
                  <a:srgbClr val="7030A0"/>
                </a:solidFill>
                <a:latin typeface="Times New Roman" panose="02020603050405020304" pitchFamily="18" charset="0"/>
                <a:cs typeface="Times New Roman" panose="02020603050405020304" pitchFamily="18" charset="0"/>
              </a:rPr>
              <a:t>）</a:t>
            </a:r>
          </a:p>
        </p:txBody>
      </p:sp>
      <p:sp>
        <p:nvSpPr>
          <p:cNvPr id="10" name="矩形 9"/>
          <p:cNvSpPr/>
          <p:nvPr/>
        </p:nvSpPr>
        <p:spPr>
          <a:xfrm>
            <a:off x="6240464" y="1693864"/>
            <a:ext cx="3024187" cy="1806575"/>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4"/>
          <p:cNvSpPr>
            <a:spLocks noChangeArrowheads="1"/>
          </p:cNvSpPr>
          <p:nvPr/>
        </p:nvSpPr>
        <p:spPr bwMode="auto">
          <a:xfrm>
            <a:off x="1884363" y="419101"/>
            <a:ext cx="853281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200707" name="Rectangle 5"/>
          <p:cNvSpPr>
            <a:spLocks noChangeArrowheads="1"/>
          </p:cNvSpPr>
          <p:nvPr/>
        </p:nvSpPr>
        <p:spPr bwMode="auto">
          <a:xfrm>
            <a:off x="1487487" y="20639"/>
            <a:ext cx="8893176"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量子自旋霍尔效应</a:t>
            </a:r>
          </a:p>
        </p:txBody>
      </p:sp>
      <p:sp>
        <p:nvSpPr>
          <p:cNvPr id="4" name="文本框 3"/>
          <p:cNvSpPr txBox="1"/>
          <p:nvPr/>
        </p:nvSpPr>
        <p:spPr>
          <a:xfrm>
            <a:off x="1819276" y="3744914"/>
            <a:ext cx="8848725" cy="954087"/>
          </a:xfrm>
          <a:prstGeom prst="rect">
            <a:avLst/>
          </a:prstGeom>
          <a:noFill/>
        </p:spPr>
        <p:txBody>
          <a:bodyPr>
            <a:spAutoFit/>
          </a:bodyPr>
          <a:lstStyle/>
          <a:p>
            <a:pPr algn="ctr" eaLnBrk="1" hangingPunct="1">
              <a:defRPr/>
            </a:pPr>
            <a:r>
              <a:rPr lang="zh-CN" altLang="en-US" sz="2800" b="1" dirty="0">
                <a:solidFill>
                  <a:srgbClr val="000099"/>
                </a:solidFill>
                <a:latin typeface="+mn-ea"/>
                <a:ea typeface="+mn-ea"/>
              </a:rPr>
              <a:t>对于具有时间反演对称性的电子体系中，电子存在</a:t>
            </a:r>
            <a:r>
              <a:rPr lang="en-US" altLang="zh-CN" sz="2800" b="1" dirty="0" err="1">
                <a:solidFill>
                  <a:srgbClr val="000099"/>
                </a:solidFill>
                <a:latin typeface="+mn-ea"/>
                <a:ea typeface="+mn-ea"/>
              </a:rPr>
              <a:t>Kramers</a:t>
            </a:r>
            <a:r>
              <a:rPr lang="zh-CN" altLang="en-US" sz="2800" b="1" dirty="0">
                <a:solidFill>
                  <a:srgbClr val="000099"/>
                </a:solidFill>
                <a:latin typeface="+mn-ea"/>
                <a:ea typeface="+mn-ea"/>
              </a:rPr>
              <a:t>简并，自旋、动量相反的电子具有相同的能量。</a:t>
            </a:r>
            <a:endParaRPr lang="zh-CN" altLang="en-US" sz="2800" b="1" dirty="0">
              <a:solidFill>
                <a:srgbClr val="FF0000"/>
              </a:solidFill>
              <a:latin typeface="+mn-ea"/>
              <a:ea typeface="+mn-ea"/>
            </a:endParaRPr>
          </a:p>
        </p:txBody>
      </p:sp>
      <p:sp>
        <p:nvSpPr>
          <p:cNvPr id="15" name="文本框 14"/>
          <p:cNvSpPr txBox="1"/>
          <p:nvPr/>
        </p:nvSpPr>
        <p:spPr>
          <a:xfrm>
            <a:off x="2063750" y="622301"/>
            <a:ext cx="8561388" cy="1076325"/>
          </a:xfrm>
          <a:prstGeom prst="rect">
            <a:avLst/>
          </a:prstGeom>
          <a:noFill/>
        </p:spPr>
        <p:txBody>
          <a:bodyPr>
            <a:spAutoFit/>
          </a:bodyPr>
          <a:lstStyle/>
          <a:p>
            <a:pPr algn="ctr" eaLnBrk="1" hangingPunct="1">
              <a:defRPr/>
            </a:pPr>
            <a:r>
              <a:rPr lang="zh-CN" altLang="en-US" sz="3200" b="1" dirty="0">
                <a:solidFill>
                  <a:srgbClr val="000099"/>
                </a:solidFill>
                <a:latin typeface="+mn-ea"/>
                <a:ea typeface="+mn-ea"/>
              </a:rPr>
              <a:t>时间反演不变的二维拓扑绝缘体又称为量子自旋霍尔态</a:t>
            </a:r>
            <a:endParaRPr lang="zh-CN" altLang="en-US" sz="3200" b="1" dirty="0">
              <a:solidFill>
                <a:srgbClr val="FF0000"/>
              </a:solidFill>
              <a:latin typeface="+mn-ea"/>
              <a:ea typeface="+mn-ea"/>
            </a:endParaRPr>
          </a:p>
        </p:txBody>
      </p:sp>
      <p:pic>
        <p:nvPicPr>
          <p:cNvPr id="20071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075" y="1693864"/>
            <a:ext cx="7037388" cy="190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7751764" y="1844676"/>
            <a:ext cx="1512887" cy="1655763"/>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文本框 11"/>
          <p:cNvSpPr txBox="1"/>
          <p:nvPr/>
        </p:nvSpPr>
        <p:spPr>
          <a:xfrm>
            <a:off x="1865313" y="5049838"/>
            <a:ext cx="8532812" cy="1384300"/>
          </a:xfrm>
          <a:prstGeom prst="rect">
            <a:avLst/>
          </a:prstGeom>
          <a:noFill/>
        </p:spPr>
        <p:txBody>
          <a:bodyPr>
            <a:spAutoFit/>
          </a:bodyPr>
          <a:lstStyle/>
          <a:p>
            <a:pPr algn="ctr" eaLnBrk="1" hangingPunct="1">
              <a:defRPr/>
            </a:pPr>
            <a:r>
              <a:rPr lang="zh-CN" altLang="en-US" sz="2800" b="1" dirty="0">
                <a:solidFill>
                  <a:srgbClr val="000099"/>
                </a:solidFill>
                <a:latin typeface="+mn-ea"/>
                <a:ea typeface="+mn-ea"/>
              </a:rPr>
              <a:t>量子自旋霍尔态相当于由两支具有时间反演对称性的</a:t>
            </a:r>
            <a:endParaRPr lang="en-US" altLang="zh-CN" sz="2800" b="1" dirty="0">
              <a:solidFill>
                <a:srgbClr val="000099"/>
              </a:solidFill>
              <a:latin typeface="+mn-ea"/>
              <a:ea typeface="+mn-ea"/>
            </a:endParaRPr>
          </a:p>
          <a:p>
            <a:pPr eaLnBrk="1" hangingPunct="1">
              <a:defRPr/>
            </a:pPr>
            <a:r>
              <a:rPr lang="zh-CN" altLang="en-US" sz="2800" b="1" dirty="0">
                <a:solidFill>
                  <a:srgbClr val="000099"/>
                </a:solidFill>
                <a:latin typeface="+mn-ea"/>
                <a:ea typeface="+mn-ea"/>
              </a:rPr>
              <a:t>手征边缘态构成“</a:t>
            </a:r>
            <a:r>
              <a:rPr lang="en-US" altLang="zh-CN" sz="2800" b="1" dirty="0" err="1">
                <a:solidFill>
                  <a:srgbClr val="000099"/>
                </a:solidFill>
                <a:latin typeface="+mn-ea"/>
                <a:ea typeface="+mn-ea"/>
              </a:rPr>
              <a:t>Kramers</a:t>
            </a:r>
            <a:r>
              <a:rPr lang="en-US" altLang="zh-CN" sz="2800" b="1" dirty="0">
                <a:solidFill>
                  <a:srgbClr val="000099"/>
                </a:solidFill>
                <a:latin typeface="+mn-ea"/>
                <a:ea typeface="+mn-ea"/>
              </a:rPr>
              <a:t>”</a:t>
            </a:r>
            <a:r>
              <a:rPr lang="zh-CN" altLang="en-US" sz="2800" b="1" dirty="0">
                <a:solidFill>
                  <a:srgbClr val="000099"/>
                </a:solidFill>
                <a:latin typeface="+mn-ea"/>
                <a:ea typeface="+mn-ea"/>
              </a:rPr>
              <a:t>对，其边缘态称为螺旋边缘模式。</a:t>
            </a:r>
            <a:endParaRPr lang="zh-CN" altLang="en-US" sz="2800" b="1" dirty="0">
              <a:solidFill>
                <a:srgbClr val="FF0000"/>
              </a:solidFill>
              <a:latin typeface="+mn-ea"/>
              <a:ea typeface="+mn-ea"/>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4"/>
          <p:cNvSpPr>
            <a:spLocks noChangeArrowheads="1"/>
          </p:cNvSpPr>
          <p:nvPr/>
        </p:nvSpPr>
        <p:spPr bwMode="auto">
          <a:xfrm>
            <a:off x="1692276" y="393701"/>
            <a:ext cx="853281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201731" name="Rectangle 5"/>
          <p:cNvSpPr>
            <a:spLocks noChangeArrowheads="1"/>
          </p:cNvSpPr>
          <p:nvPr/>
        </p:nvSpPr>
        <p:spPr bwMode="auto">
          <a:xfrm>
            <a:off x="1538289" y="415925"/>
            <a:ext cx="8893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b="1">
                <a:solidFill>
                  <a:srgbClr val="FF0000"/>
                </a:solidFill>
                <a:latin typeface="华文新魏" panose="02010800040101010101" pitchFamily="2" charset="-122"/>
                <a:ea typeface="华文新魏" panose="02010800040101010101" pitchFamily="2" charset="-122"/>
              </a:rPr>
              <a:t> </a:t>
            </a:r>
            <a:r>
              <a:rPr kumimoji="1" lang="zh-CN" altLang="en-US" b="1">
                <a:solidFill>
                  <a:schemeClr val="accent2"/>
                </a:solidFill>
                <a:latin typeface="华文新魏" panose="02010800040101010101" pitchFamily="2" charset="-122"/>
                <a:ea typeface="华文新魏" panose="02010800040101010101" pitchFamily="2" charset="-122"/>
              </a:rPr>
              <a:t>量子自旋霍尔效应        反常量子霍尔效应</a:t>
            </a:r>
          </a:p>
        </p:txBody>
      </p:sp>
      <p:sp>
        <p:nvSpPr>
          <p:cNvPr id="15" name="文本框 14"/>
          <p:cNvSpPr txBox="1"/>
          <p:nvPr/>
        </p:nvSpPr>
        <p:spPr>
          <a:xfrm>
            <a:off x="1703388" y="1133476"/>
            <a:ext cx="8856662" cy="830263"/>
          </a:xfrm>
          <a:prstGeom prst="rect">
            <a:avLst/>
          </a:prstGeom>
          <a:noFill/>
        </p:spPr>
        <p:txBody>
          <a:bodyPr>
            <a:spAutoFit/>
          </a:bodyPr>
          <a:lstStyle/>
          <a:p>
            <a:pPr algn="ctr" eaLnBrk="1" hangingPunct="1">
              <a:defRPr/>
            </a:pPr>
            <a:r>
              <a:rPr lang="zh-CN" altLang="en-US" sz="2400" b="1" dirty="0">
                <a:solidFill>
                  <a:srgbClr val="000099"/>
                </a:solidFill>
                <a:latin typeface="+mn-ea"/>
                <a:ea typeface="+mn-ea"/>
              </a:rPr>
              <a:t>引入磁性杂质，形成长程磁有序，只有特定自旋取向的电子存在，破坏量子自旋霍尔体系的时间反演对称性 </a:t>
            </a:r>
            <a:endParaRPr lang="zh-CN" altLang="en-US" sz="2400" b="1" dirty="0">
              <a:solidFill>
                <a:srgbClr val="FF0000"/>
              </a:solidFill>
              <a:latin typeface="+mn-ea"/>
              <a:ea typeface="+mn-ea"/>
            </a:endParaRPr>
          </a:p>
        </p:txBody>
      </p:sp>
      <p:pic>
        <p:nvPicPr>
          <p:cNvPr id="201733" name="图片 4"/>
          <p:cNvPicPr>
            <a:picLocks noChangeAspect="1"/>
          </p:cNvPicPr>
          <p:nvPr/>
        </p:nvPicPr>
        <p:blipFill>
          <a:blip r:embed="rId2">
            <a:extLst>
              <a:ext uri="{28A0092B-C50C-407E-A947-70E740481C1C}">
                <a14:useLocalDpi xmlns:a14="http://schemas.microsoft.com/office/drawing/2010/main" val="0"/>
              </a:ext>
            </a:extLst>
          </a:blip>
          <a:srcRect l="50000" t="-218" r="27551" b="218"/>
          <a:stretch>
            <a:fillRect/>
          </a:stretch>
        </p:blipFill>
        <p:spPr bwMode="auto">
          <a:xfrm>
            <a:off x="7680326" y="2133600"/>
            <a:ext cx="1584325"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右箭头 1"/>
          <p:cNvSpPr/>
          <p:nvPr/>
        </p:nvSpPr>
        <p:spPr>
          <a:xfrm>
            <a:off x="6051550" y="684214"/>
            <a:ext cx="596900" cy="9842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20173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6463" y="2089151"/>
            <a:ext cx="51054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6" name="Rectangle 5"/>
          <p:cNvSpPr>
            <a:spLocks noChangeArrowheads="1"/>
          </p:cNvSpPr>
          <p:nvPr/>
        </p:nvSpPr>
        <p:spPr bwMode="auto">
          <a:xfrm>
            <a:off x="1658939" y="4511675"/>
            <a:ext cx="88931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b="1">
                <a:solidFill>
                  <a:srgbClr val="FF0000"/>
                </a:solidFill>
                <a:latin typeface="华文新魏" panose="02010800040101010101" pitchFamily="2" charset="-122"/>
                <a:ea typeface="华文新魏" panose="02010800040101010101" pitchFamily="2" charset="-122"/>
              </a:rPr>
              <a:t> </a:t>
            </a:r>
            <a:r>
              <a:rPr kumimoji="1" lang="zh-CN" altLang="en-US" b="1">
                <a:solidFill>
                  <a:schemeClr val="accent2"/>
                </a:solidFill>
                <a:latin typeface="华文新魏" panose="02010800040101010101" pitchFamily="2" charset="-122"/>
                <a:ea typeface="华文新魏" panose="02010800040101010101" pitchFamily="2" charset="-122"/>
              </a:rPr>
              <a:t>反常霍尔量子效应对材料的要求</a:t>
            </a:r>
          </a:p>
        </p:txBody>
      </p:sp>
      <p:sp>
        <p:nvSpPr>
          <p:cNvPr id="14" name="文本框 13"/>
          <p:cNvSpPr txBox="1"/>
          <p:nvPr/>
        </p:nvSpPr>
        <p:spPr>
          <a:xfrm>
            <a:off x="1824038" y="5229225"/>
            <a:ext cx="8856662" cy="1200150"/>
          </a:xfrm>
          <a:prstGeom prst="rect">
            <a:avLst/>
          </a:prstGeom>
          <a:noFill/>
        </p:spPr>
        <p:txBody>
          <a:bodyPr>
            <a:spAutoFit/>
          </a:bodyPr>
          <a:lstStyle/>
          <a:p>
            <a:pPr eaLnBrk="1" hangingPunct="1">
              <a:defRPr/>
            </a:pPr>
            <a:r>
              <a:rPr lang="en-US" altLang="zh-CN" sz="2400" b="1" dirty="0">
                <a:solidFill>
                  <a:srgbClr val="7030A0"/>
                </a:solidFill>
                <a:latin typeface="+mn-ea"/>
                <a:ea typeface="+mn-ea"/>
              </a:rPr>
              <a:t>1.</a:t>
            </a:r>
            <a:r>
              <a:rPr lang="en-US" altLang="zh-CN" sz="2400" b="1" dirty="0">
                <a:solidFill>
                  <a:srgbClr val="000099"/>
                </a:solidFill>
                <a:latin typeface="+mn-ea"/>
                <a:ea typeface="+mn-ea"/>
              </a:rPr>
              <a:t> </a:t>
            </a:r>
            <a:r>
              <a:rPr lang="zh-CN" altLang="en-US" sz="2400" b="1" dirty="0">
                <a:solidFill>
                  <a:srgbClr val="000099"/>
                </a:solidFill>
                <a:latin typeface="+mn-ea"/>
                <a:ea typeface="+mn-ea"/>
              </a:rPr>
              <a:t>拓扑绝缘，材料的体电导和表面电导通道被完全抑制 </a:t>
            </a:r>
          </a:p>
          <a:p>
            <a:pPr eaLnBrk="1" hangingPunct="1">
              <a:defRPr/>
            </a:pPr>
            <a:r>
              <a:rPr lang="en-US" altLang="zh-CN" sz="2400" b="1" dirty="0">
                <a:solidFill>
                  <a:srgbClr val="7030A0"/>
                </a:solidFill>
                <a:latin typeface="+mn-ea"/>
                <a:ea typeface="+mn-ea"/>
              </a:rPr>
              <a:t>2. </a:t>
            </a:r>
            <a:r>
              <a:rPr lang="zh-CN" altLang="en-US" sz="2400" b="1" dirty="0">
                <a:solidFill>
                  <a:srgbClr val="000099"/>
                </a:solidFill>
                <a:latin typeface="+mn-ea"/>
                <a:ea typeface="+mn-ea"/>
              </a:rPr>
              <a:t>存在内磁场，即长程磁有序，破坏时间反演对称性，抑</a:t>
            </a:r>
          </a:p>
          <a:p>
            <a:pPr eaLnBrk="1" hangingPunct="1">
              <a:defRPr/>
            </a:pPr>
            <a:r>
              <a:rPr lang="zh-CN" altLang="en-US" sz="2400" b="1" dirty="0">
                <a:solidFill>
                  <a:srgbClr val="000099"/>
                </a:solidFill>
                <a:latin typeface="+mn-ea"/>
                <a:ea typeface="+mn-ea"/>
              </a:rPr>
              <a:t>   制量子自旋霍尔态中的一条自旋通道 </a:t>
            </a:r>
            <a:endParaRPr lang="zh-CN" altLang="en-US" sz="2400" b="1" dirty="0">
              <a:solidFill>
                <a:srgbClr val="FF0000"/>
              </a:solidFill>
              <a:latin typeface="+mn-ea"/>
              <a:ea typeface="+mn-ea"/>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4" name="Picture 2" descr="http://y0.ifengimg.com/edu_spider/dci_2013/03/c1ddc1e6082029bebd2ff40742dc1b7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763" y="414338"/>
            <a:ext cx="45910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5" name="矩形 2"/>
          <p:cNvSpPr>
            <a:spLocks noChangeArrowheads="1"/>
          </p:cNvSpPr>
          <p:nvPr/>
        </p:nvSpPr>
        <p:spPr bwMode="auto">
          <a:xfrm>
            <a:off x="7131051" y="684214"/>
            <a:ext cx="32861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latin typeface="Times New Roman" panose="02020603050405020304" pitchFamily="18" charset="0"/>
                <a:cs typeface="Times New Roman" panose="02020603050405020304" pitchFamily="18" charset="0"/>
              </a:rPr>
              <a:t>量子反常霍尔效应的原理示意图：当化学势（</a:t>
            </a:r>
            <a:r>
              <a:rPr lang="en-US" altLang="zh-CN" sz="1800">
                <a:latin typeface="Times New Roman" panose="02020603050405020304" pitchFamily="18" charset="0"/>
                <a:cs typeface="Times New Roman" panose="02020603050405020304" pitchFamily="18" charset="0"/>
              </a:rPr>
              <a:t>chemical potential</a:t>
            </a:r>
            <a:r>
              <a:rPr lang="zh-CN" altLang="en-US" sz="1800">
                <a:latin typeface="Times New Roman" panose="02020603050405020304" pitchFamily="18" charset="0"/>
                <a:cs typeface="Times New Roman" panose="02020603050405020304" pitchFamily="18" charset="0"/>
              </a:rPr>
              <a:t>）位于铁磁拓扑绝缘体的狄拉克点处打开的能隙内时，其零磁场的反常霍尔电导</a:t>
            </a:r>
            <a:r>
              <a:rPr lang="en-US" altLang="zh-CN" sz="1800">
                <a:latin typeface="Times New Roman" panose="02020603050405020304" pitchFamily="18" charset="0"/>
                <a:cs typeface="Times New Roman" panose="02020603050405020304" pitchFamily="18" charset="0"/>
              </a:rPr>
              <a:t>sxy(0) </a:t>
            </a:r>
            <a:r>
              <a:rPr lang="zh-CN" altLang="en-US" sz="1800">
                <a:latin typeface="Times New Roman" panose="02020603050405020304" pitchFamily="18" charset="0"/>
                <a:cs typeface="Times New Roman" panose="02020603050405020304" pitchFamily="18" charset="0"/>
              </a:rPr>
              <a:t>达到量子电导</a:t>
            </a:r>
            <a:r>
              <a:rPr lang="en-US" altLang="zh-CN" sz="1800">
                <a:latin typeface="Times New Roman" panose="02020603050405020304" pitchFamily="18" charset="0"/>
                <a:cs typeface="Times New Roman" panose="02020603050405020304" pitchFamily="18" charset="0"/>
              </a:rPr>
              <a:t>e2/h</a:t>
            </a:r>
            <a:r>
              <a:rPr lang="zh-CN" altLang="en-US" sz="1800">
                <a:latin typeface="Times New Roman" panose="02020603050405020304" pitchFamily="18" charset="0"/>
                <a:cs typeface="Times New Roman" panose="02020603050405020304" pitchFamily="18" charset="0"/>
              </a:rPr>
              <a:t>的数值并形成平台，而其纵向电导</a:t>
            </a:r>
            <a:r>
              <a:rPr lang="en-US" altLang="zh-CN" sz="1800">
                <a:latin typeface="Times New Roman" panose="02020603050405020304" pitchFamily="18" charset="0"/>
                <a:cs typeface="Times New Roman" panose="02020603050405020304" pitchFamily="18" charset="0"/>
              </a:rPr>
              <a:t>sxx(0)</a:t>
            </a:r>
            <a:r>
              <a:rPr lang="zh-CN" altLang="en-US" sz="1800">
                <a:latin typeface="Times New Roman" panose="02020603050405020304" pitchFamily="18" charset="0"/>
                <a:cs typeface="Times New Roman" panose="02020603050405020304" pitchFamily="18" charset="0"/>
              </a:rPr>
              <a:t>变为</a:t>
            </a:r>
            <a:r>
              <a:rPr lang="en-US" altLang="zh-CN" sz="1800">
                <a:latin typeface="Times New Roman" panose="02020603050405020304" pitchFamily="18" charset="0"/>
                <a:cs typeface="Times New Roman" panose="02020603050405020304" pitchFamily="18" charset="0"/>
              </a:rPr>
              <a:t>0</a:t>
            </a:r>
            <a:endParaRPr lang="zh-CN" altLang="en-US" sz="1800">
              <a:latin typeface="Times New Roman" panose="02020603050405020304" pitchFamily="18" charset="0"/>
              <a:cs typeface="Times New Roman" panose="02020603050405020304" pitchFamily="18" charset="0"/>
            </a:endParaRPr>
          </a:p>
        </p:txBody>
      </p:sp>
      <p:pic>
        <p:nvPicPr>
          <p:cNvPr id="202756" name="Picture 4" descr="量子反常霍尔效应的测量器件示意图：将分子束外延生长的铁磁拓扑绝缘体薄膜制备成场效应晶体管的结构，并对其霍尔电阻ryx和纵向电阻rxx进行精密测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3608389"/>
            <a:ext cx="6197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7" name="矩形 4"/>
          <p:cNvSpPr>
            <a:spLocks noChangeArrowheads="1"/>
          </p:cNvSpPr>
          <p:nvPr/>
        </p:nvSpPr>
        <p:spPr bwMode="auto">
          <a:xfrm>
            <a:off x="1909764" y="3924301"/>
            <a:ext cx="2700337"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FF0000"/>
                </a:solidFill>
                <a:latin typeface="Times New Roman" panose="02020603050405020304" pitchFamily="18" charset="0"/>
                <a:cs typeface="Times New Roman" panose="02020603050405020304" pitchFamily="18" charset="0"/>
              </a:rPr>
              <a:t>量子反常霍尔效应的测量器件示意图：将分子束外延生长的铁磁拓扑绝缘体薄膜制备成场效应晶体管的结构，并对其霍尔电阻</a:t>
            </a:r>
            <a:r>
              <a:rPr lang="en-US" altLang="zh-CN" sz="1800">
                <a:solidFill>
                  <a:srgbClr val="FF0000"/>
                </a:solidFill>
                <a:latin typeface="Times New Roman" panose="02020603050405020304" pitchFamily="18" charset="0"/>
                <a:cs typeface="Times New Roman" panose="02020603050405020304" pitchFamily="18" charset="0"/>
              </a:rPr>
              <a:t>ryx</a:t>
            </a:r>
            <a:r>
              <a:rPr lang="zh-CN" altLang="en-US" sz="1800">
                <a:solidFill>
                  <a:srgbClr val="FF0000"/>
                </a:solidFill>
                <a:latin typeface="Times New Roman" panose="02020603050405020304" pitchFamily="18" charset="0"/>
                <a:cs typeface="Times New Roman" panose="02020603050405020304" pitchFamily="18" charset="0"/>
              </a:rPr>
              <a:t>和纵向电阻</a:t>
            </a:r>
            <a:r>
              <a:rPr lang="en-US" altLang="zh-CN" sz="1800">
                <a:solidFill>
                  <a:srgbClr val="FF0000"/>
                </a:solidFill>
                <a:latin typeface="Times New Roman" panose="02020603050405020304" pitchFamily="18" charset="0"/>
                <a:cs typeface="Times New Roman" panose="02020603050405020304" pitchFamily="18" charset="0"/>
              </a:rPr>
              <a:t>rxx</a:t>
            </a:r>
            <a:r>
              <a:rPr lang="zh-CN" altLang="en-US" sz="1800">
                <a:solidFill>
                  <a:srgbClr val="FF0000"/>
                </a:solidFill>
                <a:latin typeface="Times New Roman" panose="02020603050405020304" pitchFamily="18" charset="0"/>
                <a:cs typeface="Times New Roman" panose="02020603050405020304" pitchFamily="18" charset="0"/>
              </a:rPr>
              <a:t>进行精密测量</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4"/>
          <p:cNvSpPr>
            <a:spLocks noChangeArrowheads="1"/>
          </p:cNvSpPr>
          <p:nvPr/>
        </p:nvSpPr>
        <p:spPr bwMode="auto">
          <a:xfrm>
            <a:off x="1884363" y="419101"/>
            <a:ext cx="853281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203779" name="Rectangle 5"/>
          <p:cNvSpPr>
            <a:spLocks noChangeArrowheads="1"/>
          </p:cNvSpPr>
          <p:nvPr/>
        </p:nvSpPr>
        <p:spPr bwMode="auto">
          <a:xfrm>
            <a:off x="1531939" y="549276"/>
            <a:ext cx="8893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反常量子霍尔效应中的量子平台</a:t>
            </a:r>
          </a:p>
        </p:txBody>
      </p:sp>
      <p:sp>
        <p:nvSpPr>
          <p:cNvPr id="203780" name="矩形 9"/>
          <p:cNvSpPr>
            <a:spLocks noChangeArrowheads="1"/>
          </p:cNvSpPr>
          <p:nvPr/>
        </p:nvSpPr>
        <p:spPr bwMode="auto">
          <a:xfrm>
            <a:off x="6456364" y="6210300"/>
            <a:ext cx="2897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000" b="1">
                <a:solidFill>
                  <a:srgbClr val="7030A0"/>
                </a:solidFill>
                <a:latin typeface="Times New Roman" panose="02020603050405020304" pitchFamily="18" charset="0"/>
                <a:cs typeface="Times New Roman" panose="02020603050405020304" pitchFamily="18" charset="0"/>
              </a:rPr>
              <a:t>  Science, 340, 167 (2013)</a:t>
            </a:r>
            <a:endParaRPr lang="zh-CN" altLang="en-US" sz="2000" b="1">
              <a:solidFill>
                <a:srgbClr val="7030A0"/>
              </a:solidFill>
              <a:latin typeface="Times New Roman" panose="02020603050405020304" pitchFamily="18" charset="0"/>
              <a:cs typeface="Times New Roman" panose="02020603050405020304" pitchFamily="18" charset="0"/>
            </a:endParaRPr>
          </a:p>
        </p:txBody>
      </p:sp>
      <p:pic>
        <p:nvPicPr>
          <p:cNvPr id="203781" name="Picture 2" descr="http://news.sciencenet.cn/upload/paper/images/2014/5/201451018474467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164" y="1403351"/>
            <a:ext cx="7602537"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2" name="矩形 6"/>
          <p:cNvSpPr>
            <a:spLocks noChangeArrowheads="1"/>
          </p:cNvSpPr>
          <p:nvPr/>
        </p:nvSpPr>
        <p:spPr bwMode="auto">
          <a:xfrm>
            <a:off x="7086601" y="4373563"/>
            <a:ext cx="28352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latin typeface="Symbol" panose="05050102010706020507" pitchFamily="18" charset="2"/>
              </a:rPr>
              <a:t>零磁场下霍尔电阻（蓝）和纵向电阻（红）随栅极电压的变化</a:t>
            </a:r>
            <a:r>
              <a:rPr lang="en-US" altLang="zh-CN" sz="2000">
                <a:latin typeface="Symbol" panose="05050102010706020507" pitchFamily="18" charset="2"/>
              </a:rPr>
              <a:t>[</a:t>
            </a:r>
            <a:r>
              <a:rPr lang="zh-CN" altLang="en-US" sz="2000">
                <a:latin typeface="Symbol" panose="05050102010706020507" pitchFamily="18" charset="2"/>
              </a:rPr>
              <a:t>右图</a:t>
            </a:r>
            <a:r>
              <a:rPr lang="en-US" altLang="zh-CN" sz="2000">
                <a:latin typeface="Symbol" panose="05050102010706020507" pitchFamily="18" charset="2"/>
              </a:rPr>
              <a:t>]</a:t>
            </a:r>
            <a:endParaRPr lang="zh-CN" altLang="en-US" sz="2000">
              <a:latin typeface="Symbol" panose="05050102010706020507" pitchFamily="18" charset="2"/>
            </a:endParaRPr>
          </a:p>
        </p:txBody>
      </p:sp>
      <p:sp>
        <p:nvSpPr>
          <p:cNvPr id="203783" name="矩形 7"/>
          <p:cNvSpPr>
            <a:spLocks noChangeArrowheads="1"/>
          </p:cNvSpPr>
          <p:nvPr/>
        </p:nvSpPr>
        <p:spPr bwMode="auto">
          <a:xfrm>
            <a:off x="3081338" y="4373563"/>
            <a:ext cx="26098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000000"/>
                </a:solidFill>
                <a:latin typeface="Symbol" panose="05050102010706020507" pitchFamily="18" charset="2"/>
              </a:rPr>
              <a:t>实验观测到的量子反常霍尔效应：霍尔电阻随磁场的变化</a:t>
            </a:r>
            <a:endParaRPr lang="zh-CN" altLang="en-US" sz="1800">
              <a:latin typeface="Symbol" panose="05050102010706020507" pitchFamily="18" charset="2"/>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4"/>
          <p:cNvSpPr>
            <a:spLocks noChangeArrowheads="1"/>
          </p:cNvSpPr>
          <p:nvPr/>
        </p:nvSpPr>
        <p:spPr bwMode="auto">
          <a:xfrm>
            <a:off x="1884363" y="419101"/>
            <a:ext cx="853281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 typeface="Wingdings" panose="05000000000000000000" pitchFamily="2" charset="2"/>
              <a:buChar char="l"/>
            </a:pPr>
            <a:endParaRPr kumimoji="1" lang="zh-CN" altLang="en-US">
              <a:solidFill>
                <a:srgbClr val="800000"/>
              </a:solidFill>
              <a:latin typeface="Times New Roman" panose="02020603050405020304" pitchFamily="18" charset="0"/>
              <a:ea typeface="黑体" panose="02010609060101010101" pitchFamily="49" charset="-122"/>
            </a:endParaRPr>
          </a:p>
        </p:txBody>
      </p:sp>
      <p:sp>
        <p:nvSpPr>
          <p:cNvPr id="204803" name="Rectangle 5"/>
          <p:cNvSpPr>
            <a:spLocks noChangeArrowheads="1"/>
          </p:cNvSpPr>
          <p:nvPr/>
        </p:nvSpPr>
        <p:spPr bwMode="auto">
          <a:xfrm>
            <a:off x="1531939" y="549276"/>
            <a:ext cx="8893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l"/>
            </a:pPr>
            <a:r>
              <a:rPr kumimoji="1" lang="zh-CN" altLang="en-US" sz="3600" b="1">
                <a:solidFill>
                  <a:srgbClr val="FF0000"/>
                </a:solidFill>
                <a:latin typeface="华文新魏" panose="02010800040101010101" pitchFamily="2" charset="-122"/>
                <a:ea typeface="华文新魏" panose="02010800040101010101" pitchFamily="2" charset="-122"/>
              </a:rPr>
              <a:t> </a:t>
            </a:r>
            <a:r>
              <a:rPr kumimoji="1" lang="zh-CN" altLang="en-US" sz="4000" b="1">
                <a:solidFill>
                  <a:schemeClr val="accent2"/>
                </a:solidFill>
                <a:latin typeface="华文新魏" panose="02010800040101010101" pitchFamily="2" charset="-122"/>
                <a:ea typeface="华文新魏" panose="02010800040101010101" pitchFamily="2" charset="-122"/>
              </a:rPr>
              <a:t>反常量子霍尔效应的应用前景</a:t>
            </a:r>
          </a:p>
        </p:txBody>
      </p:sp>
      <p:sp>
        <p:nvSpPr>
          <p:cNvPr id="7" name="Rectangle 5"/>
          <p:cNvSpPr>
            <a:spLocks noChangeArrowheads="1"/>
          </p:cNvSpPr>
          <p:nvPr/>
        </p:nvSpPr>
        <p:spPr bwMode="auto">
          <a:xfrm>
            <a:off x="2208213" y="1785938"/>
            <a:ext cx="8964612" cy="2862262"/>
          </a:xfrm>
          <a:prstGeom prst="rect">
            <a:avLst/>
          </a:prstGeom>
          <a:noFill/>
          <a:ln>
            <a:noFill/>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3600" b="1" dirty="0">
                <a:solidFill>
                  <a:schemeClr val="accent2"/>
                </a:solidFill>
                <a:latin typeface="+mn-ea"/>
                <a:ea typeface="+mn-ea"/>
              </a:rPr>
              <a:t>1.</a:t>
            </a:r>
            <a:r>
              <a:rPr kumimoji="1" lang="zh-CN" altLang="en-US" sz="3600" b="1" dirty="0">
                <a:solidFill>
                  <a:schemeClr val="accent2"/>
                </a:solidFill>
                <a:latin typeface="+mn-ea"/>
                <a:ea typeface="+mn-ea"/>
              </a:rPr>
              <a:t>自旋电子器件</a:t>
            </a:r>
            <a:endParaRPr kumimoji="1" lang="en-US" altLang="zh-CN" sz="3600" b="1" dirty="0">
              <a:solidFill>
                <a:schemeClr val="accent2"/>
              </a:solidFill>
              <a:latin typeface="+mn-ea"/>
              <a:ea typeface="+mn-ea"/>
            </a:endParaRPr>
          </a:p>
          <a:p>
            <a:pPr eaLnBrk="1" hangingPunct="1">
              <a:spcBef>
                <a:spcPct val="0"/>
              </a:spcBef>
              <a:buFontTx/>
              <a:buNone/>
              <a:defRPr/>
            </a:pPr>
            <a:r>
              <a:rPr kumimoji="1" lang="zh-CN" altLang="en-US" sz="3600" b="1" dirty="0">
                <a:solidFill>
                  <a:schemeClr val="accent2"/>
                </a:solidFill>
                <a:latin typeface="+mn-ea"/>
                <a:ea typeface="+mn-ea"/>
              </a:rPr>
              <a:t> </a:t>
            </a:r>
          </a:p>
          <a:p>
            <a:pPr eaLnBrk="1" hangingPunct="1">
              <a:spcBef>
                <a:spcPct val="0"/>
              </a:spcBef>
              <a:buFontTx/>
              <a:buNone/>
              <a:defRPr/>
            </a:pPr>
            <a:r>
              <a:rPr kumimoji="1" lang="en-US" altLang="zh-CN" sz="3600" b="1" dirty="0">
                <a:solidFill>
                  <a:schemeClr val="accent2"/>
                </a:solidFill>
                <a:latin typeface="+mn-ea"/>
                <a:ea typeface="+mn-ea"/>
              </a:rPr>
              <a:t>2.</a:t>
            </a:r>
            <a:r>
              <a:rPr kumimoji="1" lang="zh-CN" altLang="en-US" sz="3600" b="1" dirty="0">
                <a:solidFill>
                  <a:schemeClr val="accent2"/>
                </a:solidFill>
                <a:latin typeface="+mn-ea"/>
                <a:ea typeface="+mn-ea"/>
              </a:rPr>
              <a:t>电阻标准 </a:t>
            </a:r>
            <a:endParaRPr kumimoji="1" lang="en-US" altLang="zh-CN" sz="3600" b="1" dirty="0">
              <a:solidFill>
                <a:schemeClr val="accent2"/>
              </a:solidFill>
              <a:latin typeface="+mn-ea"/>
              <a:ea typeface="+mn-ea"/>
            </a:endParaRPr>
          </a:p>
          <a:p>
            <a:pPr eaLnBrk="1" hangingPunct="1">
              <a:spcBef>
                <a:spcPct val="0"/>
              </a:spcBef>
              <a:buFontTx/>
              <a:buNone/>
              <a:defRPr/>
            </a:pPr>
            <a:endParaRPr kumimoji="1" lang="zh-CN" altLang="en-US" sz="3600" b="1" dirty="0">
              <a:solidFill>
                <a:schemeClr val="accent2"/>
              </a:solidFill>
              <a:latin typeface="+mn-ea"/>
              <a:ea typeface="+mn-ea"/>
            </a:endParaRPr>
          </a:p>
          <a:p>
            <a:pPr eaLnBrk="1" hangingPunct="1">
              <a:spcBef>
                <a:spcPct val="0"/>
              </a:spcBef>
              <a:buFontTx/>
              <a:buNone/>
              <a:defRPr/>
            </a:pPr>
            <a:r>
              <a:rPr kumimoji="1" lang="en-US" altLang="zh-CN" sz="3600" b="1" dirty="0">
                <a:solidFill>
                  <a:schemeClr val="accent2"/>
                </a:solidFill>
                <a:latin typeface="+mn-ea"/>
                <a:ea typeface="+mn-ea"/>
              </a:rPr>
              <a:t>3.</a:t>
            </a:r>
            <a:r>
              <a:rPr kumimoji="1" lang="zh-CN" altLang="en-US" sz="3600" b="1" dirty="0">
                <a:solidFill>
                  <a:schemeClr val="accent2"/>
                </a:solidFill>
                <a:latin typeface="+mn-ea"/>
                <a:ea typeface="+mn-ea"/>
              </a:rPr>
              <a:t>感应器、传感器 </a:t>
            </a:r>
          </a:p>
        </p:txBody>
      </p:sp>
      <p:sp>
        <p:nvSpPr>
          <p:cNvPr id="9" name="文本框 8"/>
          <p:cNvSpPr txBox="1"/>
          <p:nvPr/>
        </p:nvSpPr>
        <p:spPr>
          <a:xfrm>
            <a:off x="8039100" y="2817813"/>
            <a:ext cx="2349500" cy="800100"/>
          </a:xfrm>
          <a:prstGeom prst="rect">
            <a:avLst/>
          </a:prstGeom>
          <a:noFill/>
        </p:spPr>
        <p:txBody>
          <a:bodyPr wrap="none">
            <a:spAutoFit/>
          </a:bodyPr>
          <a:lstStyle/>
          <a:p>
            <a:pPr algn="ctr" eaLnBrk="1" hangingPunct="1">
              <a:defRPr/>
            </a:pPr>
            <a:r>
              <a:rPr lang="zh-CN" altLang="en-US" sz="2800" b="1" dirty="0">
                <a:solidFill>
                  <a:srgbClr val="000099"/>
                </a:solidFill>
                <a:latin typeface="+mn-ea"/>
                <a:ea typeface="+mn-ea"/>
              </a:rPr>
              <a:t>一般霍尔器件</a:t>
            </a:r>
            <a:endParaRPr lang="zh-CN" altLang="en-US" sz="2800" b="1" dirty="0">
              <a:solidFill>
                <a:srgbClr val="C00000"/>
              </a:solidFill>
              <a:latin typeface="+mn-ea"/>
              <a:ea typeface="+mn-ea"/>
            </a:endParaRPr>
          </a:p>
          <a:p>
            <a:pPr algn="ctr" eaLnBrk="1" hangingPunct="1">
              <a:defRPr/>
            </a:pPr>
            <a:endParaRPr lang="zh-CN" altLang="en-US" dirty="0">
              <a:latin typeface="Arial" panose="020B0604020202020204" pitchFamily="34" charset="0"/>
            </a:endParaRPr>
          </a:p>
        </p:txBody>
      </p:sp>
      <p:sp>
        <p:nvSpPr>
          <p:cNvPr id="10" name="文本框 9"/>
          <p:cNvSpPr txBox="1"/>
          <p:nvPr/>
        </p:nvSpPr>
        <p:spPr>
          <a:xfrm>
            <a:off x="5567364" y="5445125"/>
            <a:ext cx="3070225" cy="954088"/>
          </a:xfrm>
          <a:prstGeom prst="rect">
            <a:avLst/>
          </a:prstGeom>
          <a:noFill/>
        </p:spPr>
        <p:txBody>
          <a:bodyPr wrap="none">
            <a:spAutoFit/>
          </a:bodyPr>
          <a:lstStyle/>
          <a:p>
            <a:pPr algn="ctr" eaLnBrk="1" hangingPunct="1">
              <a:defRPr/>
            </a:pPr>
            <a:r>
              <a:rPr lang="zh-CN" altLang="en-US" sz="2800" b="1" dirty="0">
                <a:solidFill>
                  <a:srgbClr val="000099"/>
                </a:solidFill>
                <a:latin typeface="+mn-ea"/>
                <a:ea typeface="+mn-ea"/>
              </a:rPr>
              <a:t>无外加强磁场，器</a:t>
            </a:r>
          </a:p>
          <a:p>
            <a:pPr algn="ctr" eaLnBrk="1" hangingPunct="1">
              <a:defRPr/>
            </a:pPr>
            <a:r>
              <a:rPr lang="zh-CN" altLang="en-US" sz="2800" b="1" dirty="0">
                <a:solidFill>
                  <a:srgbClr val="000099"/>
                </a:solidFill>
                <a:latin typeface="+mn-ea"/>
                <a:ea typeface="+mn-ea"/>
              </a:rPr>
              <a:t>件可以小型化</a:t>
            </a:r>
            <a:endParaRPr lang="zh-CN" altLang="en-US" dirty="0">
              <a:latin typeface="Arial" panose="020B0604020202020204" pitchFamily="34" charset="0"/>
            </a:endParaRPr>
          </a:p>
        </p:txBody>
      </p:sp>
      <p:sp>
        <p:nvSpPr>
          <p:cNvPr id="204807" name="文本框 10"/>
          <p:cNvSpPr txBox="1">
            <a:spLocks noChangeArrowheads="1"/>
          </p:cNvSpPr>
          <p:nvPr/>
        </p:nvSpPr>
        <p:spPr bwMode="auto">
          <a:xfrm>
            <a:off x="6199189" y="2786063"/>
            <a:ext cx="11525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4000" b="1">
                <a:solidFill>
                  <a:srgbClr val="000099"/>
                </a:solidFill>
                <a:latin typeface="华文新魏" panose="02010800040101010101" pitchFamily="2" charset="-122"/>
                <a:ea typeface="华文新魏" panose="02010800040101010101" pitchFamily="2" charset="-122"/>
              </a:rPr>
              <a:t> </a:t>
            </a:r>
            <a:r>
              <a:rPr lang="en-US" altLang="zh-CN" sz="4400" b="1">
                <a:solidFill>
                  <a:srgbClr val="FF0000"/>
                </a:solidFill>
                <a:latin typeface="华文新魏" panose="02010800040101010101" pitchFamily="2" charset="-122"/>
                <a:ea typeface="华文新魏" panose="02010800040101010101" pitchFamily="2" charset="-122"/>
              </a:rPr>
              <a:t>VS</a:t>
            </a:r>
          </a:p>
        </p:txBody>
      </p:sp>
      <p:sp>
        <p:nvSpPr>
          <p:cNvPr id="6" name="下箭头 5"/>
          <p:cNvSpPr/>
          <p:nvPr/>
        </p:nvSpPr>
        <p:spPr>
          <a:xfrm>
            <a:off x="6661151" y="3617914"/>
            <a:ext cx="341313" cy="1747837"/>
          </a:xfrm>
          <a:prstGeom prst="downArrow">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r>
              <a:rPr lang="zh-CN" altLang="en-US"/>
              <a:t>磁流体发电</a:t>
            </a:r>
          </a:p>
        </p:txBody>
      </p:sp>
      <p:pic>
        <p:nvPicPr>
          <p:cNvPr id="205827" name="Picture 5" descr="Image1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593725"/>
            <a:ext cx="2655888"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28" name="Picture 7" descr="20090808213304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6" y="2033588"/>
            <a:ext cx="26955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29" name="Text Box 10"/>
          <p:cNvSpPr txBox="1">
            <a:spLocks noChangeArrowheads="1"/>
          </p:cNvSpPr>
          <p:nvPr/>
        </p:nvSpPr>
        <p:spPr bwMode="auto">
          <a:xfrm>
            <a:off x="1774826" y="3608388"/>
            <a:ext cx="233997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高温气体</a:t>
            </a:r>
            <a:r>
              <a:rPr lang="en-US" altLang="zh-CN" sz="1800">
                <a:latin typeface="Symbol" panose="05050102010706020507" pitchFamily="18" charset="2"/>
              </a:rPr>
              <a:t>3000K</a:t>
            </a:r>
            <a:r>
              <a:rPr lang="zh-CN" altLang="en-US" sz="1800">
                <a:latin typeface="Symbol" panose="05050102010706020507" pitchFamily="18" charset="2"/>
              </a:rPr>
              <a:t>－＞</a:t>
            </a:r>
            <a:r>
              <a:rPr lang="en-US" altLang="zh-CN" sz="1800">
                <a:latin typeface="Symbol" panose="05050102010706020507" pitchFamily="18" charset="2"/>
              </a:rPr>
              <a:t>2300K</a:t>
            </a:r>
          </a:p>
          <a:p>
            <a:pPr algn="ctr" eaLnBrk="1" hangingPunct="1">
              <a:spcBef>
                <a:spcPct val="50000"/>
              </a:spcBef>
              <a:buFontTx/>
              <a:buNone/>
            </a:pPr>
            <a:r>
              <a:rPr lang="zh-CN" altLang="en-US" sz="1800">
                <a:latin typeface="Symbol" panose="05050102010706020507" pitchFamily="18" charset="2"/>
              </a:rPr>
              <a:t>开环系统、闭环系统</a:t>
            </a:r>
          </a:p>
        </p:txBody>
      </p:sp>
      <p:pic>
        <p:nvPicPr>
          <p:cNvPr id="205830" name="Picture 12" descr="W0200803253702548897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0339" y="1403350"/>
            <a:ext cx="4725987"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31" name="Line 13"/>
          <p:cNvSpPr>
            <a:spLocks noChangeShapeType="1"/>
          </p:cNvSpPr>
          <p:nvPr/>
        </p:nvSpPr>
        <p:spPr bwMode="auto">
          <a:xfrm>
            <a:off x="7086600" y="2889251"/>
            <a:ext cx="0" cy="360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832" name="Line 14"/>
          <p:cNvSpPr>
            <a:spLocks noChangeShapeType="1"/>
          </p:cNvSpPr>
          <p:nvPr/>
        </p:nvSpPr>
        <p:spPr bwMode="auto">
          <a:xfrm flipV="1">
            <a:off x="7086600" y="2393951"/>
            <a:ext cx="0" cy="449263"/>
          </a:xfrm>
          <a:prstGeom prst="line">
            <a:avLst/>
          </a:prstGeom>
          <a:noFill/>
          <a:ln w="9525">
            <a:solidFill>
              <a:srgbClr val="0000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833" name="Text Box 15"/>
          <p:cNvSpPr txBox="1">
            <a:spLocks noChangeArrowheads="1"/>
          </p:cNvSpPr>
          <p:nvPr/>
        </p:nvSpPr>
        <p:spPr bwMode="auto">
          <a:xfrm>
            <a:off x="7086601" y="2889251"/>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FF0000"/>
                </a:solidFill>
                <a:latin typeface="Symbol" panose="05050102010706020507" pitchFamily="18" charset="2"/>
              </a:rPr>
              <a:t>E</a:t>
            </a:r>
            <a:r>
              <a:rPr lang="en-US" altLang="zh-CN" sz="1800">
                <a:solidFill>
                  <a:srgbClr val="FF0000"/>
                </a:solidFill>
                <a:latin typeface="Times New Roman" panose="02020603050405020304" pitchFamily="18" charset="0"/>
              </a:rPr>
              <a:t>ne</a:t>
            </a:r>
            <a:endParaRPr lang="en-US" altLang="zh-CN" sz="1800">
              <a:solidFill>
                <a:srgbClr val="FF0000"/>
              </a:solidFill>
              <a:latin typeface="Symbol" panose="05050102010706020507" pitchFamily="18" charset="2"/>
            </a:endParaRPr>
          </a:p>
        </p:txBody>
      </p:sp>
      <p:sp>
        <p:nvSpPr>
          <p:cNvPr id="205834" name="Text Box 16"/>
          <p:cNvSpPr txBox="1">
            <a:spLocks noChangeArrowheads="1"/>
          </p:cNvSpPr>
          <p:nvPr/>
        </p:nvSpPr>
        <p:spPr bwMode="auto">
          <a:xfrm>
            <a:off x="6770689" y="1898651"/>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Symbol" panose="05050102010706020507" pitchFamily="18" charset="2"/>
              </a:rPr>
              <a:t>E</a:t>
            </a:r>
            <a:r>
              <a:rPr lang="en-US" altLang="zh-CN" sz="1800">
                <a:solidFill>
                  <a:srgbClr val="0000CC"/>
                </a:solidFill>
                <a:latin typeface="Times New Roman" panose="02020603050405020304" pitchFamily="18" charset="0"/>
              </a:rPr>
              <a:t>s</a:t>
            </a:r>
            <a:endParaRPr lang="en-US" altLang="zh-CN" sz="1800">
              <a:solidFill>
                <a:srgbClr val="0000CC"/>
              </a:solidFill>
              <a:latin typeface="Symbol" panose="05050102010706020507" pitchFamily="18" charset="2"/>
            </a:endParaRPr>
          </a:p>
        </p:txBody>
      </p:sp>
      <p:graphicFrame>
        <p:nvGraphicFramePr>
          <p:cNvPr id="205835" name="Object 17"/>
          <p:cNvGraphicFramePr>
            <a:graphicFrameLocks noGrp="1" noChangeAspect="1"/>
          </p:cNvGraphicFramePr>
          <p:nvPr>
            <p:ph idx="1"/>
          </p:nvPr>
        </p:nvGraphicFramePr>
        <p:xfrm>
          <a:off x="5916613" y="4194176"/>
          <a:ext cx="1439862" cy="284163"/>
        </p:xfrm>
        <a:graphic>
          <a:graphicData uri="http://schemas.openxmlformats.org/presentationml/2006/ole">
            <mc:AlternateContent xmlns:mc="http://schemas.openxmlformats.org/markup-compatibility/2006">
              <mc:Choice xmlns:v="urn:schemas-microsoft-com:vml" Requires="v">
                <p:oleObj spid="_x0000_s205984" name="Equation" r:id="rId6" imgW="1000029" imgH="171450" progId="Equation.DSMT4">
                  <p:embed/>
                </p:oleObj>
              </mc:Choice>
              <mc:Fallback>
                <p:oleObj name="Equation" r:id="rId6" imgW="1000029" imgH="171450" progId="Equation.DSMT4">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16613" y="4194176"/>
                        <a:ext cx="1439862"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6" name="Object 19"/>
          <p:cNvGraphicFramePr>
            <a:graphicFrameLocks noChangeAspect="1"/>
          </p:cNvGraphicFramePr>
          <p:nvPr/>
        </p:nvGraphicFramePr>
        <p:xfrm>
          <a:off x="4881564" y="4598988"/>
          <a:ext cx="2363787" cy="284162"/>
        </p:xfrm>
        <a:graphic>
          <a:graphicData uri="http://schemas.openxmlformats.org/presentationml/2006/ole">
            <mc:AlternateContent xmlns:mc="http://schemas.openxmlformats.org/markup-compatibility/2006">
              <mc:Choice xmlns:v="urn:schemas-microsoft-com:vml" Requires="v">
                <p:oleObj spid="_x0000_s205985" name="Equation" r:id="rId8" imgW="1657235" imgH="171450" progId="Equation.DSMT4">
                  <p:embed/>
                </p:oleObj>
              </mc:Choice>
              <mc:Fallback>
                <p:oleObj name="Equation" r:id="rId8" imgW="1657235" imgH="171450" progId="Equation.DSMT4">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81564" y="4598988"/>
                        <a:ext cx="2363787"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7" name="Object 20"/>
          <p:cNvGraphicFramePr>
            <a:graphicFrameLocks noChangeAspect="1"/>
          </p:cNvGraphicFramePr>
          <p:nvPr/>
        </p:nvGraphicFramePr>
        <p:xfrm>
          <a:off x="4746625" y="4238625"/>
          <a:ext cx="852488" cy="247650"/>
        </p:xfrm>
        <a:graphic>
          <a:graphicData uri="http://schemas.openxmlformats.org/presentationml/2006/ole">
            <mc:AlternateContent xmlns:mc="http://schemas.openxmlformats.org/markup-compatibility/2006">
              <mc:Choice xmlns:v="urn:schemas-microsoft-com:vml" Requires="v">
                <p:oleObj spid="_x0000_s205986" name="Equation" r:id="rId10" imgW="581057" imgH="152468" progId="Equation.DSMT4">
                  <p:embed/>
                </p:oleObj>
              </mc:Choice>
              <mc:Fallback>
                <p:oleObj name="Equation" r:id="rId10" imgW="581057" imgH="152468" progId="Equation.DSMT4">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46625" y="4238625"/>
                        <a:ext cx="852488" cy="24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38" name="Object 21"/>
          <p:cNvGraphicFramePr>
            <a:graphicFrameLocks noChangeAspect="1"/>
          </p:cNvGraphicFramePr>
          <p:nvPr/>
        </p:nvGraphicFramePr>
        <p:xfrm>
          <a:off x="7608889" y="4149726"/>
          <a:ext cx="1563687" cy="284163"/>
        </p:xfrm>
        <a:graphic>
          <a:graphicData uri="http://schemas.openxmlformats.org/presentationml/2006/ole">
            <mc:AlternateContent xmlns:mc="http://schemas.openxmlformats.org/markup-compatibility/2006">
              <mc:Choice xmlns:v="urn:schemas-microsoft-com:vml" Requires="v">
                <p:oleObj spid="_x0000_s205987" name="Equation" r:id="rId12" imgW="1085965" imgH="171450" progId="Equation.DSMT4">
                  <p:embed/>
                </p:oleObj>
              </mc:Choice>
              <mc:Fallback>
                <p:oleObj name="Equation" r:id="rId12" imgW="1085965" imgH="171450" progId="Equation.DSMT4">
                  <p:embed/>
                  <p:pic>
                    <p:nvPicPr>
                      <p:cNvPr id="0"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08889" y="4149726"/>
                        <a:ext cx="1563687"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39" name="Text Box 22"/>
          <p:cNvSpPr txBox="1">
            <a:spLocks noChangeArrowheads="1"/>
          </p:cNvSpPr>
          <p:nvPr/>
        </p:nvSpPr>
        <p:spPr bwMode="auto">
          <a:xfrm>
            <a:off x="7581901" y="1854201"/>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0000CC"/>
                </a:solidFill>
                <a:latin typeface="Times New Roman" panose="02020603050405020304" pitchFamily="18" charset="0"/>
              </a:rPr>
              <a:t>S</a:t>
            </a:r>
          </a:p>
        </p:txBody>
      </p:sp>
      <p:graphicFrame>
        <p:nvGraphicFramePr>
          <p:cNvPr id="205840" name="Object 23"/>
          <p:cNvGraphicFramePr>
            <a:graphicFrameLocks noChangeAspect="1"/>
          </p:cNvGraphicFramePr>
          <p:nvPr/>
        </p:nvGraphicFramePr>
        <p:xfrm>
          <a:off x="4970464" y="4959350"/>
          <a:ext cx="657225" cy="249238"/>
        </p:xfrm>
        <a:graphic>
          <a:graphicData uri="http://schemas.openxmlformats.org/presentationml/2006/ole">
            <mc:AlternateContent xmlns:mc="http://schemas.openxmlformats.org/markup-compatibility/2006">
              <mc:Choice xmlns:v="urn:schemas-microsoft-com:vml" Requires="v">
                <p:oleObj spid="_x0000_s205988" name="Equation" r:id="rId14" imgW="438239" imgH="152468" progId="Equation.DSMT4">
                  <p:embed/>
                </p:oleObj>
              </mc:Choice>
              <mc:Fallback>
                <p:oleObj name="Equation" r:id="rId14" imgW="438239" imgH="152468" progId="Equation.DSMT4">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70464" y="4959350"/>
                        <a:ext cx="657225"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1" name="Object 24"/>
          <p:cNvGraphicFramePr>
            <a:graphicFrameLocks noChangeAspect="1"/>
          </p:cNvGraphicFramePr>
          <p:nvPr/>
        </p:nvGraphicFramePr>
        <p:xfrm>
          <a:off x="5865814" y="5003800"/>
          <a:ext cx="1030287" cy="249238"/>
        </p:xfrm>
        <a:graphic>
          <a:graphicData uri="http://schemas.openxmlformats.org/presentationml/2006/ole">
            <mc:AlternateContent xmlns:mc="http://schemas.openxmlformats.org/markup-compatibility/2006">
              <mc:Choice xmlns:v="urn:schemas-microsoft-com:vml" Requires="v">
                <p:oleObj spid="_x0000_s205989" name="Equation" r:id="rId16" imgW="704914" imgH="152468" progId="Equation.DSMT4">
                  <p:embed/>
                </p:oleObj>
              </mc:Choice>
              <mc:Fallback>
                <p:oleObj name="Equation" r:id="rId16" imgW="704914" imgH="152468" progId="Equation.DSMT4">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865814" y="5003800"/>
                        <a:ext cx="1030287"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2" name="Object 25"/>
          <p:cNvGraphicFramePr>
            <a:graphicFrameLocks noChangeAspect="1"/>
          </p:cNvGraphicFramePr>
          <p:nvPr/>
        </p:nvGraphicFramePr>
        <p:xfrm>
          <a:off x="4949826" y="5391150"/>
          <a:ext cx="1865313" cy="319088"/>
        </p:xfrm>
        <a:graphic>
          <a:graphicData uri="http://schemas.openxmlformats.org/presentationml/2006/ole">
            <mc:AlternateContent xmlns:mc="http://schemas.openxmlformats.org/markup-compatibility/2006">
              <mc:Choice xmlns:v="urn:schemas-microsoft-com:vml" Requires="v">
                <p:oleObj spid="_x0000_s205990" name="Equation" r:id="rId18" imgW="1304931" imgH="199923" progId="Equation.DSMT4">
                  <p:embed/>
                </p:oleObj>
              </mc:Choice>
              <mc:Fallback>
                <p:oleObj name="Equation" r:id="rId18" imgW="1304931" imgH="199923" progId="Equation.DSMT4">
                  <p:embed/>
                  <p:pic>
                    <p:nvPicPr>
                      <p:cNvPr id="0" name="Object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49826" y="5391150"/>
                        <a:ext cx="1865313"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3" name="Object 26"/>
          <p:cNvGraphicFramePr>
            <a:graphicFrameLocks noChangeAspect="1"/>
          </p:cNvGraphicFramePr>
          <p:nvPr/>
        </p:nvGraphicFramePr>
        <p:xfrm>
          <a:off x="4565651" y="5768976"/>
          <a:ext cx="2646363" cy="549275"/>
        </p:xfrm>
        <a:graphic>
          <a:graphicData uri="http://schemas.openxmlformats.org/presentationml/2006/ole">
            <mc:AlternateContent xmlns:mc="http://schemas.openxmlformats.org/markup-compatibility/2006">
              <mc:Choice xmlns:v="urn:schemas-microsoft-com:vml" Requires="v">
                <p:oleObj spid="_x0000_s205991" name="Equation" r:id="rId20" imgW="1867027" imgH="361882" progId="Equation.DSMT4">
                  <p:embed/>
                </p:oleObj>
              </mc:Choice>
              <mc:Fallback>
                <p:oleObj name="Equation" r:id="rId20" imgW="1867027" imgH="361882" progId="Equation.DSMT4">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65651" y="5768976"/>
                        <a:ext cx="26463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44" name="Text Box 15"/>
          <p:cNvSpPr txBox="1">
            <a:spLocks noChangeArrowheads="1"/>
          </p:cNvSpPr>
          <p:nvPr/>
        </p:nvSpPr>
        <p:spPr bwMode="auto">
          <a:xfrm>
            <a:off x="1909764" y="4733926"/>
            <a:ext cx="1755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solidFill>
                  <a:srgbClr val="FF0000"/>
                </a:solidFill>
                <a:latin typeface="Symbol" panose="05050102010706020507" pitchFamily="18" charset="2"/>
              </a:rPr>
              <a:t>E</a:t>
            </a:r>
            <a:r>
              <a:rPr lang="en-US" altLang="zh-CN" sz="1800">
                <a:solidFill>
                  <a:srgbClr val="FF0000"/>
                </a:solidFill>
                <a:latin typeface="Times New Roman" panose="02020603050405020304" pitchFamily="18" charset="0"/>
              </a:rPr>
              <a:t>ne:</a:t>
            </a:r>
            <a:r>
              <a:rPr lang="zh-CN" altLang="en-US" sz="1800">
                <a:solidFill>
                  <a:srgbClr val="FF0000"/>
                </a:solidFill>
                <a:latin typeface="Times New Roman" panose="02020603050405020304" pitchFamily="18" charset="0"/>
              </a:rPr>
              <a:t>非静电场</a:t>
            </a:r>
            <a:r>
              <a:rPr lang="en-US" altLang="zh-CN" sz="1800">
                <a:solidFill>
                  <a:srgbClr val="FF0000"/>
                </a:solidFill>
                <a:latin typeface="Times New Roman" panose="02020603050405020304" pitchFamily="18" charset="0"/>
              </a:rPr>
              <a:t>(</a:t>
            </a:r>
            <a:r>
              <a:rPr lang="zh-CN" altLang="en-US" sz="1800">
                <a:solidFill>
                  <a:srgbClr val="FF0000"/>
                </a:solidFill>
                <a:latin typeface="Times New Roman" panose="02020603050405020304" pitchFamily="18" charset="0"/>
              </a:rPr>
              <a:t>洛伦兹力提供</a:t>
            </a:r>
            <a:r>
              <a:rPr lang="en-US" altLang="zh-CN" sz="1800">
                <a:solidFill>
                  <a:srgbClr val="FF0000"/>
                </a:solidFill>
                <a:latin typeface="Times New Roman" panose="02020603050405020304" pitchFamily="18" charset="0"/>
              </a:rPr>
              <a:t>)</a:t>
            </a:r>
            <a:endParaRPr lang="en-US" altLang="zh-CN" sz="1800">
              <a:solidFill>
                <a:srgbClr val="FF0000"/>
              </a:solidFill>
              <a:latin typeface="Symbol" panose="05050102010706020507" pitchFamily="18" charset="2"/>
            </a:endParaRPr>
          </a:p>
        </p:txBody>
      </p:sp>
      <p:sp>
        <p:nvSpPr>
          <p:cNvPr id="21" name="Text Box 15"/>
          <p:cNvSpPr txBox="1">
            <a:spLocks noChangeArrowheads="1"/>
          </p:cNvSpPr>
          <p:nvPr/>
        </p:nvSpPr>
        <p:spPr bwMode="auto">
          <a:xfrm>
            <a:off x="1865314" y="5364164"/>
            <a:ext cx="1755775" cy="369887"/>
          </a:xfrm>
          <a:prstGeom prst="rect">
            <a:avLst/>
          </a:prstGeom>
          <a:noFill/>
          <a:ln w="9525" algn="ctr">
            <a:noFill/>
            <a:miter lim="800000"/>
            <a:headEnd/>
            <a:tailEnd/>
          </a:ln>
        </p:spPr>
        <p:txBody>
          <a:bodyPr>
            <a:spAutoFit/>
          </a:bodyPr>
          <a:lstStyle/>
          <a:p>
            <a:pPr algn="ctr" eaLnBrk="1" hangingPunct="1">
              <a:spcBef>
                <a:spcPct val="50000"/>
              </a:spcBef>
              <a:defRPr/>
            </a:pPr>
            <a:r>
              <a:rPr lang="en-US" altLang="zh-CN" dirty="0">
                <a:solidFill>
                  <a:srgbClr val="FF0000"/>
                </a:solidFill>
                <a:ea typeface="宋体" charset="-122"/>
              </a:rPr>
              <a:t>E</a:t>
            </a:r>
            <a:r>
              <a:rPr lang="en-US" altLang="zh-CN" dirty="0">
                <a:solidFill>
                  <a:srgbClr val="FF0000"/>
                </a:solidFill>
                <a:latin typeface="+mj-lt"/>
                <a:ea typeface="宋体" charset="-122"/>
              </a:rPr>
              <a:t>s</a:t>
            </a:r>
            <a:r>
              <a:rPr lang="en-US" altLang="zh-CN" dirty="0">
                <a:solidFill>
                  <a:srgbClr val="FF0000"/>
                </a:solidFill>
                <a:latin typeface="Times New Roman" pitchFamily="18" charset="0"/>
                <a:ea typeface="宋体" charset="-122"/>
              </a:rPr>
              <a:t>:</a:t>
            </a:r>
            <a:r>
              <a:rPr lang="zh-CN" altLang="en-US" dirty="0">
                <a:solidFill>
                  <a:srgbClr val="FF0000"/>
                </a:solidFill>
                <a:latin typeface="Times New Roman" pitchFamily="18" charset="0"/>
                <a:ea typeface="宋体" charset="-122"/>
              </a:rPr>
              <a:t>静电场</a:t>
            </a:r>
            <a:endParaRPr lang="en-US" altLang="zh-CN" dirty="0">
              <a:solidFill>
                <a:srgbClr val="FF0000"/>
              </a:solidFill>
              <a:ea typeface="宋体" charset="-122"/>
            </a:endParaRPr>
          </a:p>
        </p:txBody>
      </p:sp>
      <p:sp>
        <p:nvSpPr>
          <p:cNvPr id="22" name="Text Box 15"/>
          <p:cNvSpPr txBox="1">
            <a:spLocks noChangeArrowheads="1"/>
          </p:cNvSpPr>
          <p:nvPr/>
        </p:nvSpPr>
        <p:spPr bwMode="auto">
          <a:xfrm>
            <a:off x="1820864" y="5949950"/>
            <a:ext cx="1754187" cy="368300"/>
          </a:xfrm>
          <a:prstGeom prst="rect">
            <a:avLst/>
          </a:prstGeom>
          <a:noFill/>
          <a:ln w="9525" algn="ctr">
            <a:noFill/>
            <a:miter lim="800000"/>
            <a:headEnd/>
            <a:tailEnd/>
          </a:ln>
        </p:spPr>
        <p:txBody>
          <a:bodyPr>
            <a:spAutoFit/>
          </a:bodyPr>
          <a:lstStyle/>
          <a:p>
            <a:pPr algn="ctr" eaLnBrk="1" hangingPunct="1">
              <a:spcBef>
                <a:spcPct val="50000"/>
              </a:spcBef>
              <a:defRPr/>
            </a:pPr>
            <a:r>
              <a:rPr lang="en-US" altLang="zh-CN" dirty="0" err="1">
                <a:solidFill>
                  <a:srgbClr val="FF0000"/>
                </a:solidFill>
                <a:latin typeface="+mj-lt"/>
                <a:ea typeface="宋体" charset="-122"/>
              </a:rPr>
              <a:t>Ene</a:t>
            </a:r>
            <a:r>
              <a:rPr lang="en-US" altLang="zh-CN" dirty="0">
                <a:solidFill>
                  <a:srgbClr val="FF0000"/>
                </a:solidFill>
                <a:latin typeface="+mj-lt"/>
                <a:ea typeface="宋体" charset="-122"/>
              </a:rPr>
              <a:t>-Es:</a:t>
            </a:r>
            <a:r>
              <a:rPr lang="zh-CN" altLang="en-US" dirty="0">
                <a:solidFill>
                  <a:srgbClr val="FF0000"/>
                </a:solidFill>
                <a:latin typeface="Times New Roman" pitchFamily="18" charset="0"/>
                <a:ea typeface="宋体" charset="-122"/>
              </a:rPr>
              <a:t>总电场</a:t>
            </a:r>
            <a:endParaRPr lang="en-US" altLang="zh-CN" dirty="0">
              <a:solidFill>
                <a:srgbClr val="FF0000"/>
              </a:solidFill>
              <a:ea typeface="宋体" charset="-122"/>
            </a:endParaRPr>
          </a:p>
        </p:txBody>
      </p:sp>
      <p:sp>
        <p:nvSpPr>
          <p:cNvPr id="205847" name="Text Box 15"/>
          <p:cNvSpPr txBox="1">
            <a:spLocks noChangeArrowheads="1"/>
          </p:cNvSpPr>
          <p:nvPr/>
        </p:nvSpPr>
        <p:spPr bwMode="auto">
          <a:xfrm>
            <a:off x="8301038" y="5094289"/>
            <a:ext cx="20701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solidFill>
                  <a:srgbClr val="FF0000"/>
                </a:solidFill>
                <a:latin typeface="Symbol" panose="05050102010706020507" pitchFamily="18" charset="2"/>
              </a:rPr>
              <a:t>目前效率低：</a:t>
            </a:r>
            <a:r>
              <a:rPr lang="en-US" altLang="zh-CN" sz="1800">
                <a:solidFill>
                  <a:srgbClr val="FF0000"/>
                </a:solidFill>
                <a:latin typeface="Symbol" panose="05050102010706020507" pitchFamily="18" charset="2"/>
              </a:rPr>
              <a:t>10%</a:t>
            </a:r>
          </a:p>
          <a:p>
            <a:pPr algn="ctr" eaLnBrk="1" hangingPunct="1">
              <a:spcBef>
                <a:spcPct val="50000"/>
              </a:spcBef>
              <a:buFontTx/>
              <a:buNone/>
            </a:pPr>
            <a:r>
              <a:rPr lang="zh-CN" altLang="en-US" sz="1800">
                <a:solidFill>
                  <a:srgbClr val="FF0000"/>
                </a:solidFill>
                <a:latin typeface="Symbol" panose="05050102010706020507" pitchFamily="18" charset="2"/>
              </a:rPr>
              <a:t>环保？</a:t>
            </a:r>
            <a:endParaRPr lang="en-US" altLang="zh-CN" sz="1800">
              <a:solidFill>
                <a:srgbClr val="FF0000"/>
              </a:solidFill>
              <a:latin typeface="Symbol" panose="05050102010706020507" pitchFamily="18" charset="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zh-CN" altLang="en-US"/>
              <a:t>磁流体发电</a:t>
            </a:r>
          </a:p>
        </p:txBody>
      </p:sp>
      <p:pic>
        <p:nvPicPr>
          <p:cNvPr id="206851" name="Picture 3" descr="Image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1268413"/>
            <a:ext cx="2655888"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852" name="Picture 4" descr="20090808213304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0951" y="1449388"/>
            <a:ext cx="26955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853" name="Picture 5" descr="20090830210247773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0464" y="3654426"/>
            <a:ext cx="540067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4" name="Text Box 6"/>
          <p:cNvSpPr txBox="1">
            <a:spLocks noChangeArrowheads="1"/>
          </p:cNvSpPr>
          <p:nvPr/>
        </p:nvSpPr>
        <p:spPr bwMode="auto">
          <a:xfrm>
            <a:off x="2000251" y="2843213"/>
            <a:ext cx="233997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高温气体</a:t>
            </a:r>
            <a:r>
              <a:rPr lang="en-US" altLang="zh-CN" sz="1800">
                <a:latin typeface="Symbol" panose="05050102010706020507" pitchFamily="18" charset="2"/>
              </a:rPr>
              <a:t>3000K</a:t>
            </a:r>
            <a:r>
              <a:rPr lang="zh-CN" altLang="en-US" sz="1800">
                <a:latin typeface="Symbol" panose="05050102010706020507" pitchFamily="18" charset="2"/>
              </a:rPr>
              <a:t>－＞</a:t>
            </a:r>
            <a:r>
              <a:rPr lang="en-US" altLang="zh-CN" sz="1800">
                <a:latin typeface="Symbol" panose="05050102010706020507" pitchFamily="18" charset="2"/>
              </a:rPr>
              <a:t>2300K</a:t>
            </a:r>
          </a:p>
          <a:p>
            <a:pPr algn="ctr" eaLnBrk="1" hangingPunct="1">
              <a:spcBef>
                <a:spcPct val="50000"/>
              </a:spcBef>
              <a:buFontTx/>
              <a:buNone/>
            </a:pPr>
            <a:r>
              <a:rPr lang="zh-CN" altLang="en-US" sz="1800">
                <a:latin typeface="Symbol" panose="05050102010706020507" pitchFamily="18" charset="2"/>
              </a:rPr>
              <a:t>开环系统、闭环系统</a:t>
            </a:r>
          </a:p>
        </p:txBody>
      </p:sp>
      <p:sp>
        <p:nvSpPr>
          <p:cNvPr id="206855" name="Text Box 6"/>
          <p:cNvSpPr txBox="1">
            <a:spLocks noChangeArrowheads="1"/>
          </p:cNvSpPr>
          <p:nvPr/>
        </p:nvSpPr>
        <p:spPr bwMode="auto">
          <a:xfrm>
            <a:off x="1909764" y="5589588"/>
            <a:ext cx="2339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latin typeface="Symbol" panose="05050102010706020507" pitchFamily="18" charset="2"/>
              </a:rPr>
              <a:t>作业：</a:t>
            </a:r>
            <a:r>
              <a:rPr lang="en-US" altLang="zh-CN" sz="1800">
                <a:latin typeface="Symbol" panose="05050102010706020507" pitchFamily="18" charset="2"/>
              </a:rPr>
              <a:t>14</a:t>
            </a:r>
            <a:r>
              <a:rPr lang="zh-CN" altLang="en-US" sz="1800">
                <a:latin typeface="Symbol" panose="05050102010706020507" pitchFamily="18" charset="2"/>
              </a:rPr>
              <a:t>－</a:t>
            </a:r>
            <a:r>
              <a:rPr lang="en-US" altLang="zh-CN" sz="1800">
                <a:latin typeface="Symbol" panose="05050102010706020507" pitchFamily="18" charset="2"/>
              </a:rPr>
              <a:t>18</a:t>
            </a:r>
            <a:endParaRPr lang="zh-CN" altLang="en-US" sz="1800">
              <a:latin typeface="Symbol" panose="05050102010706020507" pitchFamily="18" charset="2"/>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cene3d>
          <a:camera prst="legacyObliqueTopRight"/>
          <a:lightRig rig="legacyFlat3" dir="b"/>
        </a:scene3d>
        <a:sp3d extrusionH="430200" prstMaterial="legacyMatte">
          <a:bevelT w="13500" h="13500" prst="angle"/>
          <a:bevelB w="13500" h="13500" prst="angle"/>
          <a:extrusionClr>
            <a:schemeClr val="tx1"/>
          </a:extrusionClr>
        </a:sp3d>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Symbol" pitchFamily="18" charset="2"/>
            <a:ea typeface="宋体"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cene3d>
          <a:camera prst="legacyObliqueTopRight"/>
          <a:lightRig rig="legacyFlat3" dir="b"/>
        </a:scene3d>
        <a:sp3d extrusionH="430200" prstMaterial="legacyMatte">
          <a:bevelT w="13500" h="13500" prst="angle"/>
          <a:bevelB w="13500" h="13500" prst="angle"/>
          <a:extrusionClr>
            <a:schemeClr val="tx1"/>
          </a:extrusionClr>
        </a:sp3d>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Symbol" pitchFamily="18" charset="2"/>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15171</TotalTime>
  <Words>6259</Words>
  <Application>Microsoft Office PowerPoint</Application>
  <PresentationFormat>宽屏</PresentationFormat>
  <Paragraphs>801</Paragraphs>
  <Slides>122</Slides>
  <Notes>75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122</vt:i4>
      </vt:variant>
    </vt:vector>
  </HeadingPairs>
  <TitlesOfParts>
    <vt:vector size="141" baseType="lpstr">
      <vt:lpstr>华文隶书</vt:lpstr>
      <vt:lpstr>华文新魏</vt:lpstr>
      <vt:lpstr>华文行楷</vt:lpstr>
      <vt:lpstr>华文中宋</vt:lpstr>
      <vt:lpstr>楷体_GB2312</vt:lpstr>
      <vt:lpstr>隶书</vt:lpstr>
      <vt:lpstr>宋体</vt:lpstr>
      <vt:lpstr>幼圆</vt:lpstr>
      <vt:lpstr>Arial</vt:lpstr>
      <vt:lpstr>Cambria Math</vt:lpstr>
      <vt:lpstr>Symbol</vt:lpstr>
      <vt:lpstr>Times New Roman</vt:lpstr>
      <vt:lpstr>Wingdings</vt:lpstr>
      <vt:lpstr>默认设计模板</vt:lpstr>
      <vt:lpstr>Equation.3</vt:lpstr>
      <vt:lpstr>公式</vt:lpstr>
      <vt:lpstr>Equation</vt:lpstr>
      <vt:lpstr>位图图像</vt:lpstr>
      <vt:lpstr>Bitmap Image</vt:lpstr>
      <vt:lpstr>第五章 稳恒磁场</vt:lpstr>
      <vt:lpstr>PowerPoint 演示文稿</vt:lpstr>
      <vt:lpstr>磁学的认知</vt:lpstr>
      <vt:lpstr>PowerPoint 演示文稿</vt:lpstr>
      <vt:lpstr>PowerPoint 演示文稿</vt:lpstr>
      <vt:lpstr>地磁的作用</vt:lpstr>
      <vt:lpstr>悬挂磁铁：偏转</vt:lpstr>
      <vt:lpstr>奥斯特与安培：电与磁</vt:lpstr>
      <vt:lpstr>奥斯特实验</vt:lpstr>
      <vt:lpstr>电流与电流间是否有作用力？</vt:lpstr>
      <vt:lpstr>螺线管：</vt:lpstr>
      <vt:lpstr>磁场</vt:lpstr>
      <vt:lpstr>安培环流假说：</vt:lpstr>
      <vt:lpstr>安培示零实验</vt:lpstr>
      <vt:lpstr>PowerPoint 演示文稿</vt:lpstr>
      <vt:lpstr>PowerPoint 演示文稿</vt:lpstr>
      <vt:lpstr>安培定律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磁感应强度矢量B</vt:lpstr>
      <vt:lpstr>PowerPoint 演示文稿</vt:lpstr>
      <vt:lpstr>单位：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磁场的几何描述</vt:lpstr>
      <vt:lpstr>磁力线</vt:lpstr>
      <vt:lpstr>磁力线</vt:lpstr>
      <vt:lpstr>磁感应通量</vt:lpstr>
      <vt:lpstr>磁通量</vt:lpstr>
      <vt:lpstr>磁场高斯定理</vt:lpstr>
      <vt:lpstr>磁场高斯定理证明</vt:lpstr>
      <vt:lpstr>磁场中环路定理</vt:lpstr>
      <vt:lpstr>磁场中环路定理证明一</vt:lpstr>
      <vt:lpstr>磁场中环路定理证明二</vt:lpstr>
      <vt:lpstr>磁场中环路定理证明三</vt:lpstr>
      <vt:lpstr>磁场中环路定理证明四</vt:lpstr>
      <vt:lpstr>安培环路定理的微分形式</vt:lpstr>
      <vt:lpstr>在没有电流的区域，如磁场是平行直线，B是否一定均匀？</vt:lpstr>
      <vt:lpstr>利用安培环路定理解题一</vt:lpstr>
      <vt:lpstr>利用安培环路定理解题二</vt:lpstr>
      <vt:lpstr>验算一下沿圆形载流线圈轴线的积分？</vt:lpstr>
      <vt:lpstr>稳恒磁场的矢量势(磁矢势)</vt:lpstr>
      <vt:lpstr>矢势公式的应用举例</vt:lpstr>
      <vt:lpstr>PowerPoint 演示文稿</vt:lpstr>
      <vt:lpstr>PowerPoint 演示文稿</vt:lpstr>
      <vt:lpstr>求矢势小结</vt:lpstr>
      <vt:lpstr>安培力与洛伦兹力</vt:lpstr>
      <vt:lpstr>半径为R的无限长圆柱面上沿轴向通有电流I，轴向均匀分布，长为l的半圆柱面的受力情况。</vt:lpstr>
      <vt:lpstr>例:平行无限长直导线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在均匀磁场中的运动 </vt:lpstr>
      <vt:lpstr>qv×B中，B是非线性项情况下的近似</vt:lpstr>
      <vt:lpstr>带电粒子在非均匀磁场中的运动</vt:lpstr>
      <vt:lpstr>等离子体磁约束 </vt:lpstr>
      <vt:lpstr>浸渐不变量——磁矩 </vt:lpstr>
      <vt:lpstr>PowerPoint 演示文稿</vt:lpstr>
      <vt:lpstr>沿z方向的粒子运动方程</vt:lpstr>
      <vt:lpstr>洛伦兹力不做功—粒子动能守恒</vt:lpstr>
      <vt:lpstr>应用举例</vt:lpstr>
      <vt:lpstr>PowerPoint 演示文稿</vt:lpstr>
      <vt:lpstr>地磁场——天然的磁镜捕集器</vt:lpstr>
      <vt:lpstr>PowerPoint 演示文稿</vt:lpstr>
      <vt:lpstr>PowerPoint 演示文稿</vt:lpstr>
      <vt:lpstr>PowerPoint 演示文稿</vt:lpstr>
      <vt:lpstr>PowerPoint 演示文稿</vt:lpstr>
      <vt:lpstr>PowerPoint 演示文稿</vt:lpstr>
      <vt:lpstr>PowerPoint 演示文稿</vt:lpstr>
      <vt:lpstr>荷质比的测定</vt:lpstr>
      <vt:lpstr>PowerPoint 演示文稿</vt:lpstr>
      <vt:lpstr>讨论</vt:lpstr>
      <vt:lpstr>荷变还是质变？</vt:lpstr>
      <vt:lpstr>霍耳效应</vt:lpstr>
      <vt:lpstr>PowerPoint 演示文稿</vt:lpstr>
      <vt:lpstr>PowerPoint 演示文稿</vt:lpstr>
      <vt:lpstr>PowerPoint 演示文稿</vt:lpstr>
      <vt:lpstr>霍尔效应的应用</vt:lpstr>
      <vt:lpstr>Ha11电阻RH</vt:lpstr>
      <vt:lpstr>磁电阻效应</vt:lpstr>
      <vt:lpstr>磁电阻材料</vt:lpstr>
      <vt:lpstr>量子Hall效应 </vt:lpstr>
      <vt:lpstr>量子霍耳效应的发现 </vt:lpstr>
      <vt:lpstr>PowerPoint 演示文稿</vt:lpstr>
      <vt:lpstr>   </vt:lpstr>
      <vt:lpstr>意义</vt:lpstr>
      <vt:lpstr>分数量子Hall效应</vt:lpstr>
      <vt:lpstr>分数量子Hall效应 </vt:lpstr>
      <vt:lpstr>应用</vt:lpstr>
      <vt:lpstr>拓扑绝缘体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磁流体发电</vt:lpstr>
      <vt:lpstr>磁流体发电</vt:lpstr>
    </vt:vector>
  </TitlesOfParts>
  <Company>ustc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稳恒磁场</dc:title>
  <dc:creator>Zengming Zhang</dc:creator>
  <cp:lastModifiedBy>Zengming Zhang</cp:lastModifiedBy>
  <cp:revision>223</cp:revision>
  <cp:lastPrinted>2019-04-17T08:21:42Z</cp:lastPrinted>
  <dcterms:created xsi:type="dcterms:W3CDTF">2004-10-25T00:37:48Z</dcterms:created>
  <dcterms:modified xsi:type="dcterms:W3CDTF">2026-04-22T09:35:17Z</dcterms:modified>
</cp:coreProperties>
</file>