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91"/>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459" r:id="rId84"/>
    <p:sldId id="462" r:id="rId85"/>
    <p:sldId id="463" r:id="rId86"/>
    <p:sldId id="464" r:id="rId87"/>
    <p:sldId id="465" r:id="rId88"/>
    <p:sldId id="466" r:id="rId89"/>
    <p:sldId id="467" r:id="rId9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90" y="31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tableStyles" Target="tableStyle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1.emf"/><Relationship Id="rId7" Type="http://schemas.openxmlformats.org/officeDocument/2006/relationships/image" Target="../media/image15.emf"/><Relationship Id="rId2" Type="http://schemas.openxmlformats.org/officeDocument/2006/relationships/image" Target="../media/image10.emf"/><Relationship Id="rId1" Type="http://schemas.openxmlformats.org/officeDocument/2006/relationships/image" Target="../media/image9.emf"/><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image" Target="../media/image18.emf"/><Relationship Id="rId7" Type="http://schemas.openxmlformats.org/officeDocument/2006/relationships/image" Target="../media/image22.emf"/><Relationship Id="rId2" Type="http://schemas.openxmlformats.org/officeDocument/2006/relationships/image" Target="../media/image17.emf"/><Relationship Id="rId1" Type="http://schemas.openxmlformats.org/officeDocument/2006/relationships/image" Target="../media/image16.emf"/><Relationship Id="rId6" Type="http://schemas.openxmlformats.org/officeDocument/2006/relationships/image" Target="../media/image21.emf"/><Relationship Id="rId11" Type="http://schemas.openxmlformats.org/officeDocument/2006/relationships/image" Target="../media/image26.emf"/><Relationship Id="rId5" Type="http://schemas.openxmlformats.org/officeDocument/2006/relationships/image" Target="../media/image20.emf"/><Relationship Id="rId10" Type="http://schemas.openxmlformats.org/officeDocument/2006/relationships/image" Target="../media/image25.emf"/><Relationship Id="rId4" Type="http://schemas.openxmlformats.org/officeDocument/2006/relationships/image" Target="../media/image19.emf"/><Relationship Id="rId9" Type="http://schemas.openxmlformats.org/officeDocument/2006/relationships/image" Target="../media/image24.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image" Target="../media/image28.emf"/><Relationship Id="rId4" Type="http://schemas.openxmlformats.org/officeDocument/2006/relationships/image" Target="../media/image31.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image" Target="../media/image32.emf"/><Relationship Id="rId5" Type="http://schemas.openxmlformats.org/officeDocument/2006/relationships/image" Target="../media/image36.emf"/><Relationship Id="rId4" Type="http://schemas.openxmlformats.org/officeDocument/2006/relationships/image" Target="../media/image35.e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44.emf"/><Relationship Id="rId3" Type="http://schemas.openxmlformats.org/officeDocument/2006/relationships/image" Target="../media/image39.emf"/><Relationship Id="rId7" Type="http://schemas.openxmlformats.org/officeDocument/2006/relationships/image" Target="../media/image43.emf"/><Relationship Id="rId2" Type="http://schemas.openxmlformats.org/officeDocument/2006/relationships/image" Target="../media/image38.emf"/><Relationship Id="rId1" Type="http://schemas.openxmlformats.org/officeDocument/2006/relationships/image" Target="../media/image37.emf"/><Relationship Id="rId6" Type="http://schemas.openxmlformats.org/officeDocument/2006/relationships/image" Target="../media/image42.emf"/><Relationship Id="rId11" Type="http://schemas.openxmlformats.org/officeDocument/2006/relationships/image" Target="../media/image47.emf"/><Relationship Id="rId5" Type="http://schemas.openxmlformats.org/officeDocument/2006/relationships/image" Target="../media/image41.emf"/><Relationship Id="rId10" Type="http://schemas.openxmlformats.org/officeDocument/2006/relationships/image" Target="../media/image46.emf"/><Relationship Id="rId4" Type="http://schemas.openxmlformats.org/officeDocument/2006/relationships/image" Target="../media/image40.emf"/><Relationship Id="rId9" Type="http://schemas.openxmlformats.org/officeDocument/2006/relationships/image" Target="../media/image45.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image" Target="../media/image49.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emf"/><Relationship Id="rId1" Type="http://schemas.openxmlformats.org/officeDocument/2006/relationships/image" Target="../media/image53.e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64.emf"/><Relationship Id="rId3" Type="http://schemas.openxmlformats.org/officeDocument/2006/relationships/image" Target="../media/image59.emf"/><Relationship Id="rId7" Type="http://schemas.openxmlformats.org/officeDocument/2006/relationships/image" Target="../media/image63.emf"/><Relationship Id="rId2" Type="http://schemas.openxmlformats.org/officeDocument/2006/relationships/image" Target="../media/image58.emf"/><Relationship Id="rId1" Type="http://schemas.openxmlformats.org/officeDocument/2006/relationships/image" Target="../media/image57.emf"/><Relationship Id="rId6" Type="http://schemas.openxmlformats.org/officeDocument/2006/relationships/image" Target="../media/image62.emf"/><Relationship Id="rId5" Type="http://schemas.openxmlformats.org/officeDocument/2006/relationships/image" Target="../media/image61.emf"/><Relationship Id="rId10" Type="http://schemas.openxmlformats.org/officeDocument/2006/relationships/image" Target="../media/image66.emf"/><Relationship Id="rId4" Type="http://schemas.openxmlformats.org/officeDocument/2006/relationships/image" Target="../media/image60.emf"/><Relationship Id="rId9" Type="http://schemas.openxmlformats.org/officeDocument/2006/relationships/image" Target="../media/image65.e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74.emf"/><Relationship Id="rId3" Type="http://schemas.openxmlformats.org/officeDocument/2006/relationships/image" Target="../media/image69.emf"/><Relationship Id="rId7" Type="http://schemas.openxmlformats.org/officeDocument/2006/relationships/image" Target="../media/image73.emf"/><Relationship Id="rId2" Type="http://schemas.openxmlformats.org/officeDocument/2006/relationships/image" Target="../media/image68.emf"/><Relationship Id="rId1" Type="http://schemas.openxmlformats.org/officeDocument/2006/relationships/image" Target="../media/image67.emf"/><Relationship Id="rId6" Type="http://schemas.openxmlformats.org/officeDocument/2006/relationships/image" Target="../media/image72.emf"/><Relationship Id="rId5" Type="http://schemas.openxmlformats.org/officeDocument/2006/relationships/image" Target="../media/image71.emf"/><Relationship Id="rId4" Type="http://schemas.openxmlformats.org/officeDocument/2006/relationships/image" Target="../media/image70.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 Id="rId6" Type="http://schemas.openxmlformats.org/officeDocument/2006/relationships/image" Target="../media/image83.wmf"/><Relationship Id="rId5" Type="http://schemas.openxmlformats.org/officeDocument/2006/relationships/image" Target="../media/image82.wmf"/><Relationship Id="rId4" Type="http://schemas.openxmlformats.org/officeDocument/2006/relationships/image" Target="../media/image81.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03.emf"/><Relationship Id="rId7" Type="http://schemas.openxmlformats.org/officeDocument/2006/relationships/image" Target="../media/image107.emf"/><Relationship Id="rId2" Type="http://schemas.openxmlformats.org/officeDocument/2006/relationships/image" Target="../media/image102.emf"/><Relationship Id="rId1" Type="http://schemas.openxmlformats.org/officeDocument/2006/relationships/image" Target="../media/image101.emf"/><Relationship Id="rId6" Type="http://schemas.openxmlformats.org/officeDocument/2006/relationships/image" Target="../media/image106.emf"/><Relationship Id="rId5" Type="http://schemas.openxmlformats.org/officeDocument/2006/relationships/image" Target="../media/image105.emf"/><Relationship Id="rId4" Type="http://schemas.openxmlformats.org/officeDocument/2006/relationships/image" Target="../media/image104.e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15.emf"/><Relationship Id="rId3" Type="http://schemas.openxmlformats.org/officeDocument/2006/relationships/image" Target="../media/image110.emf"/><Relationship Id="rId7" Type="http://schemas.openxmlformats.org/officeDocument/2006/relationships/image" Target="../media/image114.emf"/><Relationship Id="rId2" Type="http://schemas.openxmlformats.org/officeDocument/2006/relationships/image" Target="../media/image109.emf"/><Relationship Id="rId1" Type="http://schemas.openxmlformats.org/officeDocument/2006/relationships/image" Target="../media/image108.emf"/><Relationship Id="rId6" Type="http://schemas.openxmlformats.org/officeDocument/2006/relationships/image" Target="../media/image113.emf"/><Relationship Id="rId11" Type="http://schemas.openxmlformats.org/officeDocument/2006/relationships/image" Target="../media/image118.emf"/><Relationship Id="rId5" Type="http://schemas.openxmlformats.org/officeDocument/2006/relationships/image" Target="../media/image112.emf"/><Relationship Id="rId10" Type="http://schemas.openxmlformats.org/officeDocument/2006/relationships/image" Target="../media/image117.emf"/><Relationship Id="rId4" Type="http://schemas.openxmlformats.org/officeDocument/2006/relationships/image" Target="../media/image111.emf"/><Relationship Id="rId9" Type="http://schemas.openxmlformats.org/officeDocument/2006/relationships/image" Target="../media/image116.e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26.emf"/><Relationship Id="rId3" Type="http://schemas.openxmlformats.org/officeDocument/2006/relationships/image" Target="../media/image121.emf"/><Relationship Id="rId7" Type="http://schemas.openxmlformats.org/officeDocument/2006/relationships/image" Target="../media/image125.emf"/><Relationship Id="rId12" Type="http://schemas.openxmlformats.org/officeDocument/2006/relationships/image" Target="../media/image130.emf"/><Relationship Id="rId2" Type="http://schemas.openxmlformats.org/officeDocument/2006/relationships/image" Target="../media/image120.emf"/><Relationship Id="rId1" Type="http://schemas.openxmlformats.org/officeDocument/2006/relationships/image" Target="../media/image119.emf"/><Relationship Id="rId6" Type="http://schemas.openxmlformats.org/officeDocument/2006/relationships/image" Target="../media/image124.emf"/><Relationship Id="rId11" Type="http://schemas.openxmlformats.org/officeDocument/2006/relationships/image" Target="../media/image129.emf"/><Relationship Id="rId5" Type="http://schemas.openxmlformats.org/officeDocument/2006/relationships/image" Target="../media/image123.emf"/><Relationship Id="rId10" Type="http://schemas.openxmlformats.org/officeDocument/2006/relationships/image" Target="../media/image128.emf"/><Relationship Id="rId4" Type="http://schemas.openxmlformats.org/officeDocument/2006/relationships/image" Target="../media/image122.emf"/><Relationship Id="rId9" Type="http://schemas.openxmlformats.org/officeDocument/2006/relationships/image" Target="../media/image127.e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38.emf"/><Relationship Id="rId13" Type="http://schemas.openxmlformats.org/officeDocument/2006/relationships/image" Target="../media/image143.emf"/><Relationship Id="rId3" Type="http://schemas.openxmlformats.org/officeDocument/2006/relationships/image" Target="../media/image133.emf"/><Relationship Id="rId7" Type="http://schemas.openxmlformats.org/officeDocument/2006/relationships/image" Target="../media/image137.emf"/><Relationship Id="rId12" Type="http://schemas.openxmlformats.org/officeDocument/2006/relationships/image" Target="../media/image142.emf"/><Relationship Id="rId2" Type="http://schemas.openxmlformats.org/officeDocument/2006/relationships/image" Target="../media/image132.emf"/><Relationship Id="rId16" Type="http://schemas.openxmlformats.org/officeDocument/2006/relationships/image" Target="../media/image146.emf"/><Relationship Id="rId1" Type="http://schemas.openxmlformats.org/officeDocument/2006/relationships/image" Target="../media/image131.emf"/><Relationship Id="rId6" Type="http://schemas.openxmlformats.org/officeDocument/2006/relationships/image" Target="../media/image136.emf"/><Relationship Id="rId11" Type="http://schemas.openxmlformats.org/officeDocument/2006/relationships/image" Target="../media/image141.emf"/><Relationship Id="rId5" Type="http://schemas.openxmlformats.org/officeDocument/2006/relationships/image" Target="../media/image135.emf"/><Relationship Id="rId15" Type="http://schemas.openxmlformats.org/officeDocument/2006/relationships/image" Target="../media/image145.emf"/><Relationship Id="rId10" Type="http://schemas.openxmlformats.org/officeDocument/2006/relationships/image" Target="../media/image140.emf"/><Relationship Id="rId4" Type="http://schemas.openxmlformats.org/officeDocument/2006/relationships/image" Target="../media/image134.emf"/><Relationship Id="rId9" Type="http://schemas.openxmlformats.org/officeDocument/2006/relationships/image" Target="../media/image139.emf"/><Relationship Id="rId14" Type="http://schemas.openxmlformats.org/officeDocument/2006/relationships/image" Target="../media/image144.e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54.emf"/><Relationship Id="rId3" Type="http://schemas.openxmlformats.org/officeDocument/2006/relationships/image" Target="../media/image149.emf"/><Relationship Id="rId7" Type="http://schemas.openxmlformats.org/officeDocument/2006/relationships/image" Target="../media/image153.emf"/><Relationship Id="rId2" Type="http://schemas.openxmlformats.org/officeDocument/2006/relationships/image" Target="../media/image148.emf"/><Relationship Id="rId1" Type="http://schemas.openxmlformats.org/officeDocument/2006/relationships/image" Target="../media/image147.emf"/><Relationship Id="rId6" Type="http://schemas.openxmlformats.org/officeDocument/2006/relationships/image" Target="../media/image152.emf"/><Relationship Id="rId5" Type="http://schemas.openxmlformats.org/officeDocument/2006/relationships/image" Target="../media/image151.emf"/><Relationship Id="rId10" Type="http://schemas.openxmlformats.org/officeDocument/2006/relationships/image" Target="../media/image156.emf"/><Relationship Id="rId4" Type="http://schemas.openxmlformats.org/officeDocument/2006/relationships/image" Target="../media/image150.emf"/><Relationship Id="rId9" Type="http://schemas.openxmlformats.org/officeDocument/2006/relationships/image" Target="../media/image155.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59.emf"/><Relationship Id="rId2" Type="http://schemas.openxmlformats.org/officeDocument/2006/relationships/image" Target="../media/image158.emf"/><Relationship Id="rId1" Type="http://schemas.openxmlformats.org/officeDocument/2006/relationships/image" Target="../media/image15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60.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63.emf"/><Relationship Id="rId2" Type="http://schemas.openxmlformats.org/officeDocument/2006/relationships/image" Target="../media/image162.emf"/><Relationship Id="rId1" Type="http://schemas.openxmlformats.org/officeDocument/2006/relationships/image" Target="../media/image161.emf"/><Relationship Id="rId6" Type="http://schemas.openxmlformats.org/officeDocument/2006/relationships/image" Target="../media/image166.emf"/><Relationship Id="rId5" Type="http://schemas.openxmlformats.org/officeDocument/2006/relationships/image" Target="../media/image165.emf"/><Relationship Id="rId4" Type="http://schemas.openxmlformats.org/officeDocument/2006/relationships/image" Target="../media/image164.e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74.emf"/><Relationship Id="rId3" Type="http://schemas.openxmlformats.org/officeDocument/2006/relationships/image" Target="../media/image169.emf"/><Relationship Id="rId7" Type="http://schemas.openxmlformats.org/officeDocument/2006/relationships/image" Target="../media/image173.emf"/><Relationship Id="rId2" Type="http://schemas.openxmlformats.org/officeDocument/2006/relationships/image" Target="../media/image168.emf"/><Relationship Id="rId1" Type="http://schemas.openxmlformats.org/officeDocument/2006/relationships/image" Target="../media/image167.emf"/><Relationship Id="rId6" Type="http://schemas.openxmlformats.org/officeDocument/2006/relationships/image" Target="../media/image172.emf"/><Relationship Id="rId5" Type="http://schemas.openxmlformats.org/officeDocument/2006/relationships/image" Target="../media/image171.emf"/><Relationship Id="rId4" Type="http://schemas.openxmlformats.org/officeDocument/2006/relationships/image" Target="../media/image170.emf"/><Relationship Id="rId9" Type="http://schemas.openxmlformats.org/officeDocument/2006/relationships/image" Target="../media/image175.e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78.emf"/><Relationship Id="rId2" Type="http://schemas.openxmlformats.org/officeDocument/2006/relationships/image" Target="../media/image177.emf"/><Relationship Id="rId1" Type="http://schemas.openxmlformats.org/officeDocument/2006/relationships/image" Target="../media/image176.emf"/><Relationship Id="rId5" Type="http://schemas.openxmlformats.org/officeDocument/2006/relationships/image" Target="../media/image180.emf"/><Relationship Id="rId4" Type="http://schemas.openxmlformats.org/officeDocument/2006/relationships/image" Target="../media/image179.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81.png"/></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82.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83.png"/></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84.png"/></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87.wmf"/><Relationship Id="rId2" Type="http://schemas.openxmlformats.org/officeDocument/2006/relationships/image" Target="../media/image186.wmf"/><Relationship Id="rId1" Type="http://schemas.openxmlformats.org/officeDocument/2006/relationships/image" Target="../media/image185.png"/><Relationship Id="rId5" Type="http://schemas.openxmlformats.org/officeDocument/2006/relationships/image" Target="../media/image189.wmf"/><Relationship Id="rId4" Type="http://schemas.openxmlformats.org/officeDocument/2006/relationships/image" Target="../media/image188.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90.png"/></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91.png"/></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93.png"/></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95.png"/></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97.png"/></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98.png"/></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99.png"/></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202.emf"/><Relationship Id="rId7" Type="http://schemas.openxmlformats.org/officeDocument/2006/relationships/image" Target="../media/image206.emf"/><Relationship Id="rId2" Type="http://schemas.openxmlformats.org/officeDocument/2006/relationships/image" Target="../media/image201.emf"/><Relationship Id="rId1" Type="http://schemas.openxmlformats.org/officeDocument/2006/relationships/image" Target="../media/image200.emf"/><Relationship Id="rId6" Type="http://schemas.openxmlformats.org/officeDocument/2006/relationships/image" Target="../media/image205.emf"/><Relationship Id="rId5" Type="http://schemas.openxmlformats.org/officeDocument/2006/relationships/image" Target="../media/image204.emf"/><Relationship Id="rId4" Type="http://schemas.openxmlformats.org/officeDocument/2006/relationships/image" Target="../media/image203.e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214.emf"/><Relationship Id="rId3" Type="http://schemas.openxmlformats.org/officeDocument/2006/relationships/image" Target="../media/image209.emf"/><Relationship Id="rId7" Type="http://schemas.openxmlformats.org/officeDocument/2006/relationships/image" Target="../media/image213.emf"/><Relationship Id="rId2" Type="http://schemas.openxmlformats.org/officeDocument/2006/relationships/image" Target="../media/image208.emf"/><Relationship Id="rId1" Type="http://schemas.openxmlformats.org/officeDocument/2006/relationships/image" Target="../media/image207.emf"/><Relationship Id="rId6" Type="http://schemas.openxmlformats.org/officeDocument/2006/relationships/image" Target="../media/image212.emf"/><Relationship Id="rId5" Type="http://schemas.openxmlformats.org/officeDocument/2006/relationships/image" Target="../media/image211.emf"/><Relationship Id="rId10" Type="http://schemas.openxmlformats.org/officeDocument/2006/relationships/image" Target="../media/image216.emf"/><Relationship Id="rId4" Type="http://schemas.openxmlformats.org/officeDocument/2006/relationships/image" Target="../media/image210.emf"/><Relationship Id="rId9" Type="http://schemas.openxmlformats.org/officeDocument/2006/relationships/image" Target="../media/image215.e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224.emf"/><Relationship Id="rId13" Type="http://schemas.openxmlformats.org/officeDocument/2006/relationships/image" Target="../media/image229.emf"/><Relationship Id="rId3" Type="http://schemas.openxmlformats.org/officeDocument/2006/relationships/image" Target="../media/image219.emf"/><Relationship Id="rId7" Type="http://schemas.openxmlformats.org/officeDocument/2006/relationships/image" Target="../media/image223.emf"/><Relationship Id="rId12" Type="http://schemas.openxmlformats.org/officeDocument/2006/relationships/image" Target="../media/image228.emf"/><Relationship Id="rId2" Type="http://schemas.openxmlformats.org/officeDocument/2006/relationships/image" Target="../media/image218.emf"/><Relationship Id="rId1" Type="http://schemas.openxmlformats.org/officeDocument/2006/relationships/image" Target="../media/image217.emf"/><Relationship Id="rId6" Type="http://schemas.openxmlformats.org/officeDocument/2006/relationships/image" Target="../media/image222.emf"/><Relationship Id="rId11" Type="http://schemas.openxmlformats.org/officeDocument/2006/relationships/image" Target="../media/image227.emf"/><Relationship Id="rId5" Type="http://schemas.openxmlformats.org/officeDocument/2006/relationships/image" Target="../media/image221.emf"/><Relationship Id="rId10" Type="http://schemas.openxmlformats.org/officeDocument/2006/relationships/image" Target="../media/image226.emf"/><Relationship Id="rId4" Type="http://schemas.openxmlformats.org/officeDocument/2006/relationships/image" Target="../media/image220.emf"/><Relationship Id="rId9" Type="http://schemas.openxmlformats.org/officeDocument/2006/relationships/image" Target="../media/image225.e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237.emf"/><Relationship Id="rId13" Type="http://schemas.openxmlformats.org/officeDocument/2006/relationships/image" Target="../media/image242.emf"/><Relationship Id="rId3" Type="http://schemas.openxmlformats.org/officeDocument/2006/relationships/image" Target="../media/image232.emf"/><Relationship Id="rId7" Type="http://schemas.openxmlformats.org/officeDocument/2006/relationships/image" Target="../media/image236.emf"/><Relationship Id="rId12" Type="http://schemas.openxmlformats.org/officeDocument/2006/relationships/image" Target="../media/image241.emf"/><Relationship Id="rId2" Type="http://schemas.openxmlformats.org/officeDocument/2006/relationships/image" Target="../media/image231.emf"/><Relationship Id="rId16" Type="http://schemas.openxmlformats.org/officeDocument/2006/relationships/image" Target="../media/image245.emf"/><Relationship Id="rId1" Type="http://schemas.openxmlformats.org/officeDocument/2006/relationships/image" Target="../media/image230.emf"/><Relationship Id="rId6" Type="http://schemas.openxmlformats.org/officeDocument/2006/relationships/image" Target="../media/image235.emf"/><Relationship Id="rId11" Type="http://schemas.openxmlformats.org/officeDocument/2006/relationships/image" Target="../media/image240.emf"/><Relationship Id="rId5" Type="http://schemas.openxmlformats.org/officeDocument/2006/relationships/image" Target="../media/image234.emf"/><Relationship Id="rId15" Type="http://schemas.openxmlformats.org/officeDocument/2006/relationships/image" Target="../media/image244.emf"/><Relationship Id="rId10" Type="http://schemas.openxmlformats.org/officeDocument/2006/relationships/image" Target="../media/image239.emf"/><Relationship Id="rId4" Type="http://schemas.openxmlformats.org/officeDocument/2006/relationships/image" Target="../media/image233.emf"/><Relationship Id="rId9" Type="http://schemas.openxmlformats.org/officeDocument/2006/relationships/image" Target="../media/image238.emf"/><Relationship Id="rId14" Type="http://schemas.openxmlformats.org/officeDocument/2006/relationships/image" Target="../media/image243.emf"/></Relationships>
</file>

<file path=ppt/drawings/_rels/vmlDrawing41.vml.rels><?xml version="1.0" encoding="UTF-8" standalone="yes"?>
<Relationships xmlns="http://schemas.openxmlformats.org/package/2006/relationships"><Relationship Id="rId8" Type="http://schemas.openxmlformats.org/officeDocument/2006/relationships/image" Target="../media/image253.emf"/><Relationship Id="rId3" Type="http://schemas.openxmlformats.org/officeDocument/2006/relationships/image" Target="../media/image248.emf"/><Relationship Id="rId7" Type="http://schemas.openxmlformats.org/officeDocument/2006/relationships/image" Target="../media/image252.emf"/><Relationship Id="rId2" Type="http://schemas.openxmlformats.org/officeDocument/2006/relationships/image" Target="../media/image247.emf"/><Relationship Id="rId1" Type="http://schemas.openxmlformats.org/officeDocument/2006/relationships/image" Target="../media/image246.emf"/><Relationship Id="rId6" Type="http://schemas.openxmlformats.org/officeDocument/2006/relationships/image" Target="../media/image251.emf"/><Relationship Id="rId11" Type="http://schemas.openxmlformats.org/officeDocument/2006/relationships/image" Target="../media/image256.emf"/><Relationship Id="rId5" Type="http://schemas.openxmlformats.org/officeDocument/2006/relationships/image" Target="../media/image250.emf"/><Relationship Id="rId10" Type="http://schemas.openxmlformats.org/officeDocument/2006/relationships/image" Target="../media/image255.emf"/><Relationship Id="rId4" Type="http://schemas.openxmlformats.org/officeDocument/2006/relationships/image" Target="../media/image249.emf"/><Relationship Id="rId9" Type="http://schemas.openxmlformats.org/officeDocument/2006/relationships/image" Target="../media/image254.e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259.emf"/><Relationship Id="rId2" Type="http://schemas.openxmlformats.org/officeDocument/2006/relationships/image" Target="../media/image258.emf"/><Relationship Id="rId1" Type="http://schemas.openxmlformats.org/officeDocument/2006/relationships/image" Target="../media/image257.emf"/><Relationship Id="rId4" Type="http://schemas.openxmlformats.org/officeDocument/2006/relationships/image" Target="../media/image260.e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263.wmf"/><Relationship Id="rId2" Type="http://schemas.openxmlformats.org/officeDocument/2006/relationships/image" Target="../media/image262.emf"/><Relationship Id="rId1" Type="http://schemas.openxmlformats.org/officeDocument/2006/relationships/image" Target="../media/image261.emf"/><Relationship Id="rId4" Type="http://schemas.openxmlformats.org/officeDocument/2006/relationships/image" Target="../media/image264.e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267.emf"/><Relationship Id="rId2" Type="http://schemas.openxmlformats.org/officeDocument/2006/relationships/image" Target="../media/image266.emf"/><Relationship Id="rId1" Type="http://schemas.openxmlformats.org/officeDocument/2006/relationships/image" Target="../media/image265.emf"/><Relationship Id="rId6" Type="http://schemas.openxmlformats.org/officeDocument/2006/relationships/image" Target="../media/image270.emf"/><Relationship Id="rId5" Type="http://schemas.openxmlformats.org/officeDocument/2006/relationships/image" Target="../media/image269.emf"/><Relationship Id="rId4" Type="http://schemas.openxmlformats.org/officeDocument/2006/relationships/image" Target="../media/image268.e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273.emf"/><Relationship Id="rId2" Type="http://schemas.openxmlformats.org/officeDocument/2006/relationships/image" Target="../media/image272.emf"/><Relationship Id="rId1" Type="http://schemas.openxmlformats.org/officeDocument/2006/relationships/image" Target="../media/image271.emf"/><Relationship Id="rId4" Type="http://schemas.openxmlformats.org/officeDocument/2006/relationships/image" Target="../media/image274.e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277.emf"/><Relationship Id="rId2" Type="http://schemas.openxmlformats.org/officeDocument/2006/relationships/image" Target="../media/image276.emf"/><Relationship Id="rId1" Type="http://schemas.openxmlformats.org/officeDocument/2006/relationships/image" Target="../media/image275.emf"/><Relationship Id="rId4" Type="http://schemas.openxmlformats.org/officeDocument/2006/relationships/image" Target="../media/image278.emf"/></Relationships>
</file>

<file path=ppt/drawings/_rels/vmlDrawing47.vml.rels><?xml version="1.0" encoding="UTF-8" standalone="yes"?>
<Relationships xmlns="http://schemas.openxmlformats.org/package/2006/relationships"><Relationship Id="rId8" Type="http://schemas.openxmlformats.org/officeDocument/2006/relationships/image" Target="../media/image286.emf"/><Relationship Id="rId3" Type="http://schemas.openxmlformats.org/officeDocument/2006/relationships/image" Target="../media/image281.emf"/><Relationship Id="rId7" Type="http://schemas.openxmlformats.org/officeDocument/2006/relationships/image" Target="../media/image285.emf"/><Relationship Id="rId2" Type="http://schemas.openxmlformats.org/officeDocument/2006/relationships/image" Target="../media/image280.emf"/><Relationship Id="rId1" Type="http://schemas.openxmlformats.org/officeDocument/2006/relationships/image" Target="../media/image279.emf"/><Relationship Id="rId6" Type="http://schemas.openxmlformats.org/officeDocument/2006/relationships/image" Target="../media/image284.emf"/><Relationship Id="rId5" Type="http://schemas.openxmlformats.org/officeDocument/2006/relationships/image" Target="../media/image283.emf"/><Relationship Id="rId4" Type="http://schemas.openxmlformats.org/officeDocument/2006/relationships/image" Target="../media/image282.e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288.emf"/><Relationship Id="rId1" Type="http://schemas.openxmlformats.org/officeDocument/2006/relationships/image" Target="../media/image287.e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291.emf"/><Relationship Id="rId2" Type="http://schemas.openxmlformats.org/officeDocument/2006/relationships/image" Target="../media/image290.emf"/><Relationship Id="rId1" Type="http://schemas.openxmlformats.org/officeDocument/2006/relationships/image" Target="../media/image289.e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294.emf"/><Relationship Id="rId2" Type="http://schemas.openxmlformats.org/officeDocument/2006/relationships/image" Target="../media/image293.emf"/><Relationship Id="rId1" Type="http://schemas.openxmlformats.org/officeDocument/2006/relationships/image" Target="../media/image292.emf"/><Relationship Id="rId6" Type="http://schemas.openxmlformats.org/officeDocument/2006/relationships/image" Target="../media/image297.emf"/><Relationship Id="rId5" Type="http://schemas.openxmlformats.org/officeDocument/2006/relationships/image" Target="../media/image296.emf"/><Relationship Id="rId4" Type="http://schemas.openxmlformats.org/officeDocument/2006/relationships/image" Target="../media/image295.e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300.emf"/><Relationship Id="rId2" Type="http://schemas.openxmlformats.org/officeDocument/2006/relationships/image" Target="../media/image299.emf"/><Relationship Id="rId1" Type="http://schemas.openxmlformats.org/officeDocument/2006/relationships/image" Target="../media/image298.emf"/><Relationship Id="rId5" Type="http://schemas.openxmlformats.org/officeDocument/2006/relationships/image" Target="../media/image302.emf"/><Relationship Id="rId4" Type="http://schemas.openxmlformats.org/officeDocument/2006/relationships/image" Target="../media/image301.emf"/></Relationships>
</file>

<file path=ppt/drawings/_rels/vmlDrawing52.vml.rels><?xml version="1.0" encoding="UTF-8" standalone="yes"?>
<Relationships xmlns="http://schemas.openxmlformats.org/package/2006/relationships"><Relationship Id="rId8" Type="http://schemas.openxmlformats.org/officeDocument/2006/relationships/image" Target="../media/image310.emf"/><Relationship Id="rId13" Type="http://schemas.openxmlformats.org/officeDocument/2006/relationships/image" Target="../media/image315.emf"/><Relationship Id="rId3" Type="http://schemas.openxmlformats.org/officeDocument/2006/relationships/image" Target="../media/image305.emf"/><Relationship Id="rId7" Type="http://schemas.openxmlformats.org/officeDocument/2006/relationships/image" Target="../media/image309.emf"/><Relationship Id="rId12" Type="http://schemas.openxmlformats.org/officeDocument/2006/relationships/image" Target="../media/image314.emf"/><Relationship Id="rId2" Type="http://schemas.openxmlformats.org/officeDocument/2006/relationships/image" Target="../media/image304.emf"/><Relationship Id="rId16" Type="http://schemas.openxmlformats.org/officeDocument/2006/relationships/image" Target="../media/image318.emf"/><Relationship Id="rId1" Type="http://schemas.openxmlformats.org/officeDocument/2006/relationships/image" Target="../media/image303.emf"/><Relationship Id="rId6" Type="http://schemas.openxmlformats.org/officeDocument/2006/relationships/image" Target="../media/image308.emf"/><Relationship Id="rId11" Type="http://schemas.openxmlformats.org/officeDocument/2006/relationships/image" Target="../media/image313.emf"/><Relationship Id="rId5" Type="http://schemas.openxmlformats.org/officeDocument/2006/relationships/image" Target="../media/image307.emf"/><Relationship Id="rId15" Type="http://schemas.openxmlformats.org/officeDocument/2006/relationships/image" Target="../media/image317.emf"/><Relationship Id="rId10" Type="http://schemas.openxmlformats.org/officeDocument/2006/relationships/image" Target="../media/image312.emf"/><Relationship Id="rId4" Type="http://schemas.openxmlformats.org/officeDocument/2006/relationships/image" Target="../media/image306.emf"/><Relationship Id="rId9" Type="http://schemas.openxmlformats.org/officeDocument/2006/relationships/image" Target="../media/image311.emf"/><Relationship Id="rId14" Type="http://schemas.openxmlformats.org/officeDocument/2006/relationships/image" Target="../media/image316.emf"/></Relationships>
</file>

<file path=ppt/drawings/_rels/vmlDrawing53.vml.rels><?xml version="1.0" encoding="UTF-8" standalone="yes"?>
<Relationships xmlns="http://schemas.openxmlformats.org/package/2006/relationships"><Relationship Id="rId8" Type="http://schemas.openxmlformats.org/officeDocument/2006/relationships/image" Target="../media/image326.emf"/><Relationship Id="rId13" Type="http://schemas.openxmlformats.org/officeDocument/2006/relationships/image" Target="../media/image331.emf"/><Relationship Id="rId3" Type="http://schemas.openxmlformats.org/officeDocument/2006/relationships/image" Target="../media/image321.emf"/><Relationship Id="rId7" Type="http://schemas.openxmlformats.org/officeDocument/2006/relationships/image" Target="../media/image325.emf"/><Relationship Id="rId12" Type="http://schemas.openxmlformats.org/officeDocument/2006/relationships/image" Target="../media/image330.emf"/><Relationship Id="rId2" Type="http://schemas.openxmlformats.org/officeDocument/2006/relationships/image" Target="../media/image320.emf"/><Relationship Id="rId16" Type="http://schemas.openxmlformats.org/officeDocument/2006/relationships/image" Target="../media/image334.emf"/><Relationship Id="rId1" Type="http://schemas.openxmlformats.org/officeDocument/2006/relationships/image" Target="../media/image319.emf"/><Relationship Id="rId6" Type="http://schemas.openxmlformats.org/officeDocument/2006/relationships/image" Target="../media/image324.emf"/><Relationship Id="rId11" Type="http://schemas.openxmlformats.org/officeDocument/2006/relationships/image" Target="../media/image329.emf"/><Relationship Id="rId5" Type="http://schemas.openxmlformats.org/officeDocument/2006/relationships/image" Target="../media/image323.emf"/><Relationship Id="rId15" Type="http://schemas.openxmlformats.org/officeDocument/2006/relationships/image" Target="../media/image333.emf"/><Relationship Id="rId10" Type="http://schemas.openxmlformats.org/officeDocument/2006/relationships/image" Target="../media/image328.emf"/><Relationship Id="rId4" Type="http://schemas.openxmlformats.org/officeDocument/2006/relationships/image" Target="../media/image322.emf"/><Relationship Id="rId9" Type="http://schemas.openxmlformats.org/officeDocument/2006/relationships/image" Target="../media/image327.emf"/><Relationship Id="rId14" Type="http://schemas.openxmlformats.org/officeDocument/2006/relationships/image" Target="../media/image332.emf"/></Relationships>
</file>

<file path=ppt/drawings/_rels/vmlDrawing54.vml.rels><?xml version="1.0" encoding="UTF-8" standalone="yes"?>
<Relationships xmlns="http://schemas.openxmlformats.org/package/2006/relationships"><Relationship Id="rId8" Type="http://schemas.openxmlformats.org/officeDocument/2006/relationships/image" Target="../media/image342.emf"/><Relationship Id="rId3" Type="http://schemas.openxmlformats.org/officeDocument/2006/relationships/image" Target="../media/image337.emf"/><Relationship Id="rId7" Type="http://schemas.openxmlformats.org/officeDocument/2006/relationships/image" Target="../media/image341.emf"/><Relationship Id="rId2" Type="http://schemas.openxmlformats.org/officeDocument/2006/relationships/image" Target="../media/image336.emf"/><Relationship Id="rId1" Type="http://schemas.openxmlformats.org/officeDocument/2006/relationships/image" Target="../media/image335.emf"/><Relationship Id="rId6" Type="http://schemas.openxmlformats.org/officeDocument/2006/relationships/image" Target="../media/image340.emf"/><Relationship Id="rId11" Type="http://schemas.openxmlformats.org/officeDocument/2006/relationships/image" Target="../media/image345.emf"/><Relationship Id="rId5" Type="http://schemas.openxmlformats.org/officeDocument/2006/relationships/image" Target="../media/image339.emf"/><Relationship Id="rId10" Type="http://schemas.openxmlformats.org/officeDocument/2006/relationships/image" Target="../media/image344.emf"/><Relationship Id="rId4" Type="http://schemas.openxmlformats.org/officeDocument/2006/relationships/image" Target="../media/image338.emf"/><Relationship Id="rId9" Type="http://schemas.openxmlformats.org/officeDocument/2006/relationships/image" Target="../media/image343.emf"/></Relationships>
</file>

<file path=ppt/drawings/_rels/vmlDrawing55.vml.rels><?xml version="1.0" encoding="UTF-8" standalone="yes"?>
<Relationships xmlns="http://schemas.openxmlformats.org/package/2006/relationships"><Relationship Id="rId8" Type="http://schemas.openxmlformats.org/officeDocument/2006/relationships/image" Target="../media/image353.emf"/><Relationship Id="rId3" Type="http://schemas.openxmlformats.org/officeDocument/2006/relationships/image" Target="../media/image348.emf"/><Relationship Id="rId7" Type="http://schemas.openxmlformats.org/officeDocument/2006/relationships/image" Target="../media/image352.emf"/><Relationship Id="rId12" Type="http://schemas.openxmlformats.org/officeDocument/2006/relationships/image" Target="../media/image357.emf"/><Relationship Id="rId2" Type="http://schemas.openxmlformats.org/officeDocument/2006/relationships/image" Target="../media/image347.emf"/><Relationship Id="rId1" Type="http://schemas.openxmlformats.org/officeDocument/2006/relationships/image" Target="../media/image346.emf"/><Relationship Id="rId6" Type="http://schemas.openxmlformats.org/officeDocument/2006/relationships/image" Target="../media/image351.emf"/><Relationship Id="rId11" Type="http://schemas.openxmlformats.org/officeDocument/2006/relationships/image" Target="../media/image356.emf"/><Relationship Id="rId5" Type="http://schemas.openxmlformats.org/officeDocument/2006/relationships/image" Target="../media/image350.emf"/><Relationship Id="rId10" Type="http://schemas.openxmlformats.org/officeDocument/2006/relationships/image" Target="../media/image355.emf"/><Relationship Id="rId4" Type="http://schemas.openxmlformats.org/officeDocument/2006/relationships/image" Target="../media/image349.emf"/><Relationship Id="rId9" Type="http://schemas.openxmlformats.org/officeDocument/2006/relationships/image" Target="../media/image354.e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360.emf"/><Relationship Id="rId2" Type="http://schemas.openxmlformats.org/officeDocument/2006/relationships/image" Target="../media/image359.emf"/><Relationship Id="rId1" Type="http://schemas.openxmlformats.org/officeDocument/2006/relationships/image" Target="../media/image358.emf"/><Relationship Id="rId6" Type="http://schemas.openxmlformats.org/officeDocument/2006/relationships/image" Target="../media/image363.emf"/><Relationship Id="rId5" Type="http://schemas.openxmlformats.org/officeDocument/2006/relationships/image" Target="../media/image362.emf"/><Relationship Id="rId4" Type="http://schemas.openxmlformats.org/officeDocument/2006/relationships/image" Target="../media/image361.emf"/></Relationships>
</file>

<file path=ppt/drawings/_rels/vmlDrawing57.vml.rels><?xml version="1.0" encoding="UTF-8" standalone="yes"?>
<Relationships xmlns="http://schemas.openxmlformats.org/package/2006/relationships"><Relationship Id="rId8" Type="http://schemas.openxmlformats.org/officeDocument/2006/relationships/image" Target="../media/image371.emf"/><Relationship Id="rId3" Type="http://schemas.openxmlformats.org/officeDocument/2006/relationships/image" Target="../media/image366.emf"/><Relationship Id="rId7" Type="http://schemas.openxmlformats.org/officeDocument/2006/relationships/image" Target="../media/image370.emf"/><Relationship Id="rId12" Type="http://schemas.openxmlformats.org/officeDocument/2006/relationships/image" Target="../media/image375.emf"/><Relationship Id="rId2" Type="http://schemas.openxmlformats.org/officeDocument/2006/relationships/image" Target="../media/image365.emf"/><Relationship Id="rId1" Type="http://schemas.openxmlformats.org/officeDocument/2006/relationships/image" Target="../media/image364.emf"/><Relationship Id="rId6" Type="http://schemas.openxmlformats.org/officeDocument/2006/relationships/image" Target="../media/image369.emf"/><Relationship Id="rId11" Type="http://schemas.openxmlformats.org/officeDocument/2006/relationships/image" Target="../media/image374.emf"/><Relationship Id="rId5" Type="http://schemas.openxmlformats.org/officeDocument/2006/relationships/image" Target="../media/image368.emf"/><Relationship Id="rId10" Type="http://schemas.openxmlformats.org/officeDocument/2006/relationships/image" Target="../media/image373.emf"/><Relationship Id="rId4" Type="http://schemas.openxmlformats.org/officeDocument/2006/relationships/image" Target="../media/image367.emf"/><Relationship Id="rId9" Type="http://schemas.openxmlformats.org/officeDocument/2006/relationships/image" Target="../media/image372.emf"/></Relationships>
</file>

<file path=ppt/drawings/_rels/vmlDrawing58.vml.rels><?xml version="1.0" encoding="UTF-8" standalone="yes"?>
<Relationships xmlns="http://schemas.openxmlformats.org/package/2006/relationships"><Relationship Id="rId8" Type="http://schemas.openxmlformats.org/officeDocument/2006/relationships/image" Target="../media/image383.emf"/><Relationship Id="rId3" Type="http://schemas.openxmlformats.org/officeDocument/2006/relationships/image" Target="../media/image378.emf"/><Relationship Id="rId7" Type="http://schemas.openxmlformats.org/officeDocument/2006/relationships/image" Target="../media/image382.emf"/><Relationship Id="rId2" Type="http://schemas.openxmlformats.org/officeDocument/2006/relationships/image" Target="../media/image377.emf"/><Relationship Id="rId1" Type="http://schemas.openxmlformats.org/officeDocument/2006/relationships/image" Target="../media/image376.emf"/><Relationship Id="rId6" Type="http://schemas.openxmlformats.org/officeDocument/2006/relationships/image" Target="../media/image381.emf"/><Relationship Id="rId5" Type="http://schemas.openxmlformats.org/officeDocument/2006/relationships/image" Target="../media/image380.emf"/><Relationship Id="rId10" Type="http://schemas.openxmlformats.org/officeDocument/2006/relationships/image" Target="../media/image385.emf"/><Relationship Id="rId4" Type="http://schemas.openxmlformats.org/officeDocument/2006/relationships/image" Target="../media/image379.emf"/><Relationship Id="rId9" Type="http://schemas.openxmlformats.org/officeDocument/2006/relationships/image" Target="../media/image384.emf"/></Relationships>
</file>

<file path=ppt/drawings/_rels/vmlDrawing59.vml.rels><?xml version="1.0" encoding="UTF-8" standalone="yes"?>
<Relationships xmlns="http://schemas.openxmlformats.org/package/2006/relationships"><Relationship Id="rId8" Type="http://schemas.openxmlformats.org/officeDocument/2006/relationships/image" Target="../media/image393.emf"/><Relationship Id="rId3" Type="http://schemas.openxmlformats.org/officeDocument/2006/relationships/image" Target="../media/image388.emf"/><Relationship Id="rId7" Type="http://schemas.openxmlformats.org/officeDocument/2006/relationships/image" Target="../media/image392.emf"/><Relationship Id="rId2" Type="http://schemas.openxmlformats.org/officeDocument/2006/relationships/image" Target="../media/image387.emf"/><Relationship Id="rId1" Type="http://schemas.openxmlformats.org/officeDocument/2006/relationships/image" Target="../media/image386.emf"/><Relationship Id="rId6" Type="http://schemas.openxmlformats.org/officeDocument/2006/relationships/image" Target="../media/image391.emf"/><Relationship Id="rId5" Type="http://schemas.openxmlformats.org/officeDocument/2006/relationships/image" Target="../media/image390.emf"/><Relationship Id="rId10" Type="http://schemas.openxmlformats.org/officeDocument/2006/relationships/image" Target="../media/image395.emf"/><Relationship Id="rId4" Type="http://schemas.openxmlformats.org/officeDocument/2006/relationships/image" Target="../media/image389.emf"/><Relationship Id="rId9" Type="http://schemas.openxmlformats.org/officeDocument/2006/relationships/image" Target="../media/image394.emf"/></Relationships>
</file>

<file path=ppt/drawings/_rels/vmlDrawing60.vml.rels><?xml version="1.0" encoding="UTF-8" standalone="yes"?>
<Relationships xmlns="http://schemas.openxmlformats.org/package/2006/relationships"><Relationship Id="rId8" Type="http://schemas.openxmlformats.org/officeDocument/2006/relationships/image" Target="../media/image403.emf"/><Relationship Id="rId3" Type="http://schemas.openxmlformats.org/officeDocument/2006/relationships/image" Target="../media/image398.emf"/><Relationship Id="rId7" Type="http://schemas.openxmlformats.org/officeDocument/2006/relationships/image" Target="../media/image402.emf"/><Relationship Id="rId2" Type="http://schemas.openxmlformats.org/officeDocument/2006/relationships/image" Target="../media/image397.emf"/><Relationship Id="rId1" Type="http://schemas.openxmlformats.org/officeDocument/2006/relationships/image" Target="../media/image396.emf"/><Relationship Id="rId6" Type="http://schemas.openxmlformats.org/officeDocument/2006/relationships/image" Target="../media/image401.emf"/><Relationship Id="rId11" Type="http://schemas.openxmlformats.org/officeDocument/2006/relationships/image" Target="../media/image406.emf"/><Relationship Id="rId5" Type="http://schemas.openxmlformats.org/officeDocument/2006/relationships/image" Target="../media/image400.emf"/><Relationship Id="rId10" Type="http://schemas.openxmlformats.org/officeDocument/2006/relationships/image" Target="../media/image405.emf"/><Relationship Id="rId4" Type="http://schemas.openxmlformats.org/officeDocument/2006/relationships/image" Target="../media/image399.emf"/><Relationship Id="rId9" Type="http://schemas.openxmlformats.org/officeDocument/2006/relationships/image" Target="../media/image404.emf"/></Relationships>
</file>

<file path=ppt/drawings/_rels/vmlDrawing61.vml.rels><?xml version="1.0" encoding="UTF-8" standalone="yes"?>
<Relationships xmlns="http://schemas.openxmlformats.org/package/2006/relationships"><Relationship Id="rId8" Type="http://schemas.openxmlformats.org/officeDocument/2006/relationships/image" Target="../media/image414.emf"/><Relationship Id="rId3" Type="http://schemas.openxmlformats.org/officeDocument/2006/relationships/image" Target="../media/image409.emf"/><Relationship Id="rId7" Type="http://schemas.openxmlformats.org/officeDocument/2006/relationships/image" Target="../media/image413.emf"/><Relationship Id="rId2" Type="http://schemas.openxmlformats.org/officeDocument/2006/relationships/image" Target="../media/image408.emf"/><Relationship Id="rId1" Type="http://schemas.openxmlformats.org/officeDocument/2006/relationships/image" Target="../media/image407.emf"/><Relationship Id="rId6" Type="http://schemas.openxmlformats.org/officeDocument/2006/relationships/image" Target="../media/image412.emf"/><Relationship Id="rId11" Type="http://schemas.openxmlformats.org/officeDocument/2006/relationships/image" Target="../media/image417.emf"/><Relationship Id="rId5" Type="http://schemas.openxmlformats.org/officeDocument/2006/relationships/image" Target="../media/image411.emf"/><Relationship Id="rId10" Type="http://schemas.openxmlformats.org/officeDocument/2006/relationships/image" Target="../media/image416.emf"/><Relationship Id="rId4" Type="http://schemas.openxmlformats.org/officeDocument/2006/relationships/image" Target="../media/image410.emf"/><Relationship Id="rId9" Type="http://schemas.openxmlformats.org/officeDocument/2006/relationships/image" Target="../media/image41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021E2C-227C-4F32-AAAB-296D79657914}" type="datetimeFigureOut">
              <a:rPr lang="zh-CN" altLang="en-US" smtClean="0"/>
              <a:t>2026/5/18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1A567E-B1FB-45CF-BD63-9614DA858CB7}" type="slidenum">
              <a:rPr lang="zh-CN" altLang="en-US" smtClean="0"/>
              <a:t>‹#›</a:t>
            </a:fld>
            <a:endParaRPr lang="zh-CN" altLang="en-US"/>
          </a:p>
        </p:txBody>
      </p:sp>
    </p:spTree>
    <p:extLst>
      <p:ext uri="{BB962C8B-B14F-4D97-AF65-F5344CB8AC3E}">
        <p14:creationId xmlns:p14="http://schemas.microsoft.com/office/powerpoint/2010/main" val="95037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AD559EC-13AB-4C8E-8BB0-C0AA6D5FCFCF}" type="slidenum">
              <a:rPr lang="en-US" altLang="zh-CN" smtClean="0"/>
              <a:pPr>
                <a:spcBef>
                  <a:spcPct val="0"/>
                </a:spcBef>
              </a:pPr>
              <a:t>1</a:t>
            </a:fld>
            <a:endParaRPr lang="en-US" altLang="zh-CN"/>
          </a:p>
        </p:txBody>
      </p:sp>
      <p:sp>
        <p:nvSpPr>
          <p:cNvPr id="4099" name="Rectangle 2"/>
          <p:cNvSpPr>
            <a:spLocks noGrp="1" noRot="1" noChangeAspect="1" noChangeArrowheads="1" noTextEdit="1"/>
          </p:cNvSpPr>
          <p:nvPr>
            <p:ph type="sldImg"/>
          </p:nvPr>
        </p:nvSpPr>
        <p:spPr>
          <a:xfrm>
            <a:off x="381000" y="685800"/>
            <a:ext cx="6096000" cy="3429000"/>
          </a:xfrm>
          <a:ln/>
        </p:spPr>
      </p:sp>
      <p:sp>
        <p:nvSpPr>
          <p:cNvPr id="4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9027685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3E67B1C-ACA1-4AA5-AE89-BBA3D473AB0A}" type="slidenum">
              <a:rPr lang="en-US" altLang="zh-CN" smtClean="0"/>
              <a:pPr>
                <a:spcBef>
                  <a:spcPct val="0"/>
                </a:spcBef>
              </a:pPr>
              <a:t>2</a:t>
            </a:fld>
            <a:endParaRPr lang="en-US" altLang="zh-CN"/>
          </a:p>
        </p:txBody>
      </p:sp>
      <p:sp>
        <p:nvSpPr>
          <p:cNvPr id="6147" name="Rectangle 2"/>
          <p:cNvSpPr>
            <a:spLocks noGrp="1" noRot="1" noChangeAspect="1" noChangeArrowheads="1" noTextEdit="1"/>
          </p:cNvSpPr>
          <p:nvPr>
            <p:ph type="sldImg"/>
          </p:nvPr>
        </p:nvSpPr>
        <p:spPr>
          <a:xfrm>
            <a:off x="381000" y="685800"/>
            <a:ext cx="6096000" cy="3429000"/>
          </a:xfrm>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291035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FCD0E7D-38BA-4F30-8BE6-5585D924B242}" type="slidenum">
              <a:rPr lang="en-US" altLang="zh-CN" smtClean="0"/>
              <a:pPr>
                <a:spcBef>
                  <a:spcPct val="0"/>
                </a:spcBef>
              </a:pPr>
              <a:t>3</a:t>
            </a:fld>
            <a:endParaRPr lang="en-US" altLang="zh-CN"/>
          </a:p>
        </p:txBody>
      </p:sp>
      <p:sp>
        <p:nvSpPr>
          <p:cNvPr id="8195" name="Rectangle 2"/>
          <p:cNvSpPr>
            <a:spLocks noGrp="1" noRot="1" noChangeAspect="1" noChangeArrowheads="1" noTextEdit="1"/>
          </p:cNvSpPr>
          <p:nvPr>
            <p:ph type="sldImg"/>
          </p:nvPr>
        </p:nvSpPr>
        <p:spPr>
          <a:xfrm>
            <a:off x="381000" y="685800"/>
            <a:ext cx="6096000" cy="3429000"/>
          </a:xfrm>
          <a:ln/>
        </p:spPr>
      </p:sp>
      <p:sp>
        <p:nvSpPr>
          <p:cNvPr id="8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325163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ACDD859-154B-4B9B-B017-DDBFBDC5D636}" type="slidenum">
              <a:rPr lang="en-US" altLang="zh-CN" smtClean="0"/>
              <a:pPr>
                <a:spcBef>
                  <a:spcPct val="0"/>
                </a:spcBef>
              </a:pPr>
              <a:t>4</a:t>
            </a:fld>
            <a:endParaRPr lang="en-US" altLang="zh-CN"/>
          </a:p>
        </p:txBody>
      </p:sp>
      <p:sp>
        <p:nvSpPr>
          <p:cNvPr id="10243" name="Rectangle 2"/>
          <p:cNvSpPr>
            <a:spLocks noGrp="1" noRot="1" noChangeAspect="1" noChangeArrowheads="1" noTextEdit="1"/>
          </p:cNvSpPr>
          <p:nvPr>
            <p:ph type="sldImg"/>
          </p:nvPr>
        </p:nvSpPr>
        <p:spPr>
          <a:xfrm>
            <a:off x="381000" y="685800"/>
            <a:ext cx="6096000" cy="3429000"/>
          </a:xfrm>
          <a:ln/>
        </p:spPr>
      </p:sp>
      <p:sp>
        <p:nvSpPr>
          <p:cNvPr id="10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9445300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7A3A648-D8A1-4920-91DB-0400E0336D7F}" type="slidenum">
              <a:rPr lang="en-US" altLang="zh-CN" smtClean="0"/>
              <a:pPr>
                <a:spcBef>
                  <a:spcPct val="0"/>
                </a:spcBef>
              </a:pPr>
              <a:t>5</a:t>
            </a:fld>
            <a:endParaRPr lang="en-US" altLang="zh-CN"/>
          </a:p>
        </p:txBody>
      </p:sp>
      <p:sp>
        <p:nvSpPr>
          <p:cNvPr id="12291" name="Rectangle 2"/>
          <p:cNvSpPr>
            <a:spLocks noGrp="1" noRot="1" noChangeAspect="1" noChangeArrowheads="1" noTextEdit="1"/>
          </p:cNvSpPr>
          <p:nvPr>
            <p:ph type="sldImg"/>
          </p:nvPr>
        </p:nvSpPr>
        <p:spPr>
          <a:xfrm>
            <a:off x="381000" y="685800"/>
            <a:ext cx="6096000" cy="3429000"/>
          </a:xfrm>
          <a:ln/>
        </p:spPr>
      </p:sp>
      <p:sp>
        <p:nvSpPr>
          <p:cNvPr id="12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5357795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0333500-0B6A-475E-95C6-34B0CC7CA53C}" type="slidenum">
              <a:rPr lang="en-US" altLang="zh-CN" smtClean="0"/>
              <a:pPr>
                <a:spcBef>
                  <a:spcPct val="0"/>
                </a:spcBef>
              </a:pPr>
              <a:t>6</a:t>
            </a:fld>
            <a:endParaRPr lang="en-US" altLang="zh-CN"/>
          </a:p>
        </p:txBody>
      </p:sp>
      <p:sp>
        <p:nvSpPr>
          <p:cNvPr id="14339" name="Rectangle 2"/>
          <p:cNvSpPr>
            <a:spLocks noGrp="1" noRot="1" noChangeAspect="1" noChangeArrowheads="1" noTextEdit="1"/>
          </p:cNvSpPr>
          <p:nvPr>
            <p:ph type="sldImg"/>
          </p:nvPr>
        </p:nvSpPr>
        <p:spPr>
          <a:xfrm>
            <a:off x="381000" y="685800"/>
            <a:ext cx="6096000" cy="3429000"/>
          </a:xfrm>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072094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ABEE318-5F7C-46DF-852E-22EFEC1A065C}" type="slidenum">
              <a:rPr lang="en-US" altLang="zh-CN" smtClean="0"/>
              <a:pPr>
                <a:spcBef>
                  <a:spcPct val="0"/>
                </a:spcBef>
              </a:pPr>
              <a:t>7</a:t>
            </a:fld>
            <a:endParaRPr lang="en-US" altLang="zh-CN"/>
          </a:p>
        </p:txBody>
      </p:sp>
      <p:sp>
        <p:nvSpPr>
          <p:cNvPr id="16387" name="Rectangle 2"/>
          <p:cNvSpPr>
            <a:spLocks noGrp="1" noRot="1" noChangeAspect="1" noChangeArrowheads="1" noTextEdit="1"/>
          </p:cNvSpPr>
          <p:nvPr>
            <p:ph type="sldImg"/>
          </p:nvPr>
        </p:nvSpPr>
        <p:spPr>
          <a:xfrm>
            <a:off x="381000" y="685800"/>
            <a:ext cx="6096000" cy="34290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4046329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5441F91-9B6D-461F-93C2-A11F292E13E7}" type="slidenum">
              <a:rPr lang="en-US" altLang="zh-CN" smtClean="0"/>
              <a:pPr>
                <a:spcBef>
                  <a:spcPct val="0"/>
                </a:spcBef>
              </a:pPr>
              <a:t>8</a:t>
            </a:fld>
            <a:endParaRPr lang="en-US" altLang="zh-CN"/>
          </a:p>
        </p:txBody>
      </p:sp>
      <p:sp>
        <p:nvSpPr>
          <p:cNvPr id="18435" name="Rectangle 2"/>
          <p:cNvSpPr>
            <a:spLocks noGrp="1" noRot="1" noChangeAspect="1" noChangeArrowheads="1" noTextEdit="1"/>
          </p:cNvSpPr>
          <p:nvPr>
            <p:ph type="sldImg"/>
          </p:nvPr>
        </p:nvSpPr>
        <p:spPr>
          <a:xfrm>
            <a:off x="381000" y="685800"/>
            <a:ext cx="6096000" cy="3429000"/>
          </a:xfrm>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3354922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6D4CA50-0F49-49EB-9C92-1F041DDFC698}" type="slidenum">
              <a:rPr lang="en-US" altLang="zh-CN" smtClean="0"/>
              <a:pPr>
                <a:spcBef>
                  <a:spcPct val="0"/>
                </a:spcBef>
              </a:pPr>
              <a:t>9</a:t>
            </a:fld>
            <a:endParaRPr lang="en-US" altLang="zh-CN"/>
          </a:p>
        </p:txBody>
      </p:sp>
      <p:sp>
        <p:nvSpPr>
          <p:cNvPr id="20483" name="Rectangle 2"/>
          <p:cNvSpPr>
            <a:spLocks noGrp="1" noRot="1" noChangeAspect="1" noChangeArrowheads="1" noTextEdit="1"/>
          </p:cNvSpPr>
          <p:nvPr>
            <p:ph type="sldImg"/>
          </p:nvPr>
        </p:nvSpPr>
        <p:spPr>
          <a:xfrm>
            <a:off x="381000" y="685800"/>
            <a:ext cx="6096000" cy="3429000"/>
          </a:xfrm>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3796817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474AFCB-ECB3-4388-94DB-CDE8B240E5EB}" type="slidenum">
              <a:rPr lang="en-US" altLang="zh-CN" smtClean="0"/>
              <a:pPr>
                <a:spcBef>
                  <a:spcPct val="0"/>
                </a:spcBef>
              </a:pPr>
              <a:t>10</a:t>
            </a:fld>
            <a:endParaRPr lang="en-US" altLang="zh-CN"/>
          </a:p>
        </p:txBody>
      </p:sp>
      <p:sp>
        <p:nvSpPr>
          <p:cNvPr id="22531" name="Rectangle 2"/>
          <p:cNvSpPr>
            <a:spLocks noGrp="1" noRot="1" noChangeAspect="1" noChangeArrowheads="1" noTextEdit="1"/>
          </p:cNvSpPr>
          <p:nvPr>
            <p:ph type="sldImg"/>
          </p:nvPr>
        </p:nvSpPr>
        <p:spPr>
          <a:xfrm>
            <a:off x="381000" y="685800"/>
            <a:ext cx="6096000" cy="3429000"/>
          </a:xfrm>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2882584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551775D-194F-411C-AD4C-ED5FF8C8D261}" type="slidenum">
              <a:rPr lang="en-US" altLang="zh-CN" smtClean="0"/>
              <a:pPr>
                <a:spcBef>
                  <a:spcPct val="0"/>
                </a:spcBef>
              </a:pPr>
              <a:t>11</a:t>
            </a:fld>
            <a:endParaRPr lang="en-US" altLang="zh-CN"/>
          </a:p>
        </p:txBody>
      </p:sp>
      <p:sp>
        <p:nvSpPr>
          <p:cNvPr id="24579" name="Rectangle 2"/>
          <p:cNvSpPr>
            <a:spLocks noGrp="1" noRot="1" noChangeAspect="1" noChangeArrowheads="1" noTextEdit="1"/>
          </p:cNvSpPr>
          <p:nvPr>
            <p:ph type="sldImg"/>
          </p:nvPr>
        </p:nvSpPr>
        <p:spPr>
          <a:xfrm>
            <a:off x="381000" y="685800"/>
            <a:ext cx="6096000" cy="3429000"/>
          </a:xfrm>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291726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2B8C307-271C-4E92-9DAC-9CDF520BF56C}" type="slidenum">
              <a:rPr lang="en-US" altLang="zh-CN" smtClean="0"/>
              <a:pPr>
                <a:spcBef>
                  <a:spcPct val="0"/>
                </a:spcBef>
              </a:pPr>
              <a:t>12</a:t>
            </a:fld>
            <a:endParaRPr lang="en-US" altLang="zh-CN"/>
          </a:p>
        </p:txBody>
      </p:sp>
      <p:sp>
        <p:nvSpPr>
          <p:cNvPr id="26627" name="Rectangle 2"/>
          <p:cNvSpPr>
            <a:spLocks noGrp="1" noRot="1" noChangeAspect="1" noChangeArrowheads="1" noTextEdit="1"/>
          </p:cNvSpPr>
          <p:nvPr>
            <p:ph type="sldImg"/>
          </p:nvPr>
        </p:nvSpPr>
        <p:spPr>
          <a:xfrm>
            <a:off x="381000" y="685800"/>
            <a:ext cx="6096000" cy="3429000"/>
          </a:xfrm>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704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217B64B-7A31-4AA0-951D-B1C6CB067E13}" type="slidenum">
              <a:rPr lang="en-US" altLang="zh-CN" smtClean="0"/>
              <a:pPr>
                <a:spcBef>
                  <a:spcPct val="0"/>
                </a:spcBef>
              </a:pPr>
              <a:t>13</a:t>
            </a:fld>
            <a:endParaRPr lang="en-US" altLang="zh-CN"/>
          </a:p>
        </p:txBody>
      </p:sp>
      <p:sp>
        <p:nvSpPr>
          <p:cNvPr id="28675" name="Rectangle 2"/>
          <p:cNvSpPr>
            <a:spLocks noGrp="1" noRot="1" noChangeAspect="1" noChangeArrowheads="1" noTextEdit="1"/>
          </p:cNvSpPr>
          <p:nvPr>
            <p:ph type="sldImg"/>
          </p:nvPr>
        </p:nvSpPr>
        <p:spPr>
          <a:xfrm>
            <a:off x="381000" y="685800"/>
            <a:ext cx="6096000" cy="3429000"/>
          </a:xfrm>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5831074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B725DFF-A03E-4E70-B418-CB36F5D0B4EB}" type="slidenum">
              <a:rPr lang="en-US" altLang="zh-CN" smtClean="0"/>
              <a:pPr>
                <a:spcBef>
                  <a:spcPct val="0"/>
                </a:spcBef>
              </a:pPr>
              <a:t>14</a:t>
            </a:fld>
            <a:endParaRPr lang="en-US" altLang="zh-CN"/>
          </a:p>
        </p:txBody>
      </p:sp>
      <p:sp>
        <p:nvSpPr>
          <p:cNvPr id="30723" name="Rectangle 2"/>
          <p:cNvSpPr>
            <a:spLocks noGrp="1" noRot="1" noChangeAspect="1" noChangeArrowheads="1" noTextEdit="1"/>
          </p:cNvSpPr>
          <p:nvPr>
            <p:ph type="sldImg"/>
          </p:nvPr>
        </p:nvSpPr>
        <p:spPr>
          <a:xfrm>
            <a:off x="381000" y="685800"/>
            <a:ext cx="6096000" cy="3429000"/>
          </a:xfrm>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0862109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80CC720-964F-47D9-810E-BA92BEB4CE87}" type="slidenum">
              <a:rPr lang="en-US" altLang="zh-CN" smtClean="0"/>
              <a:pPr>
                <a:spcBef>
                  <a:spcPct val="0"/>
                </a:spcBef>
              </a:pPr>
              <a:t>15</a:t>
            </a:fld>
            <a:endParaRPr lang="en-US" altLang="zh-CN"/>
          </a:p>
        </p:txBody>
      </p:sp>
      <p:sp>
        <p:nvSpPr>
          <p:cNvPr id="145411" name="Rectangle 2"/>
          <p:cNvSpPr>
            <a:spLocks noGrp="1" noRot="1" noChangeAspect="1" noChangeArrowheads="1" noTextEdit="1"/>
          </p:cNvSpPr>
          <p:nvPr>
            <p:ph type="sldImg"/>
          </p:nvPr>
        </p:nvSpPr>
        <p:spPr>
          <a:xfrm>
            <a:off x="381000" y="685800"/>
            <a:ext cx="6096000" cy="3429000"/>
          </a:xfrm>
          <a:ln/>
        </p:spPr>
      </p:sp>
      <p:sp>
        <p:nvSpPr>
          <p:cNvPr id="145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2202637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80CC720-964F-47D9-810E-BA92BEB4CE87}" type="slidenum">
              <a:rPr lang="en-US" altLang="zh-CN" smtClean="0"/>
              <a:pPr>
                <a:spcBef>
                  <a:spcPct val="0"/>
                </a:spcBef>
              </a:pPr>
              <a:t>16</a:t>
            </a:fld>
            <a:endParaRPr lang="en-US" altLang="zh-CN"/>
          </a:p>
        </p:txBody>
      </p:sp>
      <p:sp>
        <p:nvSpPr>
          <p:cNvPr id="145411" name="Rectangle 2"/>
          <p:cNvSpPr>
            <a:spLocks noGrp="1" noRot="1" noChangeAspect="1" noChangeArrowheads="1" noTextEdit="1"/>
          </p:cNvSpPr>
          <p:nvPr>
            <p:ph type="sldImg"/>
          </p:nvPr>
        </p:nvSpPr>
        <p:spPr>
          <a:xfrm>
            <a:off x="381000" y="685800"/>
            <a:ext cx="6096000" cy="3429000"/>
          </a:xfrm>
          <a:ln/>
        </p:spPr>
      </p:sp>
      <p:sp>
        <p:nvSpPr>
          <p:cNvPr id="145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2202637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71A27D1-6B5F-4ECE-ACB9-5CB507DC2148}" type="slidenum">
              <a:rPr lang="en-US" altLang="zh-CN" smtClean="0"/>
              <a:pPr>
                <a:spcBef>
                  <a:spcPct val="0"/>
                </a:spcBef>
              </a:pPr>
              <a:t>17</a:t>
            </a:fld>
            <a:endParaRPr lang="en-US" altLang="zh-CN"/>
          </a:p>
        </p:txBody>
      </p:sp>
      <p:sp>
        <p:nvSpPr>
          <p:cNvPr id="32771" name="Rectangle 2"/>
          <p:cNvSpPr>
            <a:spLocks noGrp="1" noRot="1" noChangeAspect="1" noChangeArrowheads="1" noTextEdit="1"/>
          </p:cNvSpPr>
          <p:nvPr>
            <p:ph type="sldImg"/>
          </p:nvPr>
        </p:nvSpPr>
        <p:spPr>
          <a:xfrm>
            <a:off x="381000" y="685800"/>
            <a:ext cx="6096000" cy="3429000"/>
          </a:xfrm>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42245385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D3F8C8F-9B5E-4FDA-BE03-BF5546EF0DD8}" type="slidenum">
              <a:rPr lang="en-US" altLang="zh-CN" smtClean="0"/>
              <a:pPr>
                <a:spcBef>
                  <a:spcPct val="0"/>
                </a:spcBef>
              </a:pPr>
              <a:t>18</a:t>
            </a:fld>
            <a:endParaRPr lang="en-US" altLang="zh-CN"/>
          </a:p>
        </p:txBody>
      </p:sp>
      <p:sp>
        <p:nvSpPr>
          <p:cNvPr id="34819" name="Rectangle 2"/>
          <p:cNvSpPr>
            <a:spLocks noGrp="1" noRot="1" noChangeAspect="1" noChangeArrowheads="1" noTextEdit="1"/>
          </p:cNvSpPr>
          <p:nvPr>
            <p:ph type="sldImg"/>
          </p:nvPr>
        </p:nvSpPr>
        <p:spPr>
          <a:xfrm>
            <a:off x="381000" y="685800"/>
            <a:ext cx="6096000" cy="3429000"/>
          </a:xfrm>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549389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3CD72A9-CF99-44D2-B044-1E6C81E0EEEA}" type="slidenum">
              <a:rPr lang="en-US" altLang="zh-CN" smtClean="0"/>
              <a:pPr>
                <a:spcBef>
                  <a:spcPct val="0"/>
                </a:spcBef>
              </a:pPr>
              <a:t>19</a:t>
            </a:fld>
            <a:endParaRPr lang="en-US" altLang="zh-CN"/>
          </a:p>
        </p:txBody>
      </p:sp>
      <p:sp>
        <p:nvSpPr>
          <p:cNvPr id="36867" name="Rectangle 2"/>
          <p:cNvSpPr>
            <a:spLocks noGrp="1" noRot="1" noChangeAspect="1" noChangeArrowheads="1" noTextEdit="1"/>
          </p:cNvSpPr>
          <p:nvPr>
            <p:ph type="sldImg"/>
          </p:nvPr>
        </p:nvSpPr>
        <p:spPr>
          <a:xfrm>
            <a:off x="381000" y="685800"/>
            <a:ext cx="6096000" cy="3429000"/>
          </a:xfrm>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0317137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40B3C84-8A9D-4F06-8B75-D76581FBB137}" type="slidenum">
              <a:rPr lang="en-US" altLang="zh-CN" smtClean="0"/>
              <a:pPr>
                <a:spcBef>
                  <a:spcPct val="0"/>
                </a:spcBef>
              </a:pPr>
              <a:t>20</a:t>
            </a:fld>
            <a:endParaRPr lang="en-US" altLang="zh-CN"/>
          </a:p>
        </p:txBody>
      </p:sp>
      <p:sp>
        <p:nvSpPr>
          <p:cNvPr id="38915" name="Rectangle 2"/>
          <p:cNvSpPr>
            <a:spLocks noGrp="1" noRot="1" noChangeAspect="1" noChangeArrowheads="1" noTextEdit="1"/>
          </p:cNvSpPr>
          <p:nvPr>
            <p:ph type="sldImg"/>
          </p:nvPr>
        </p:nvSpPr>
        <p:spPr>
          <a:xfrm>
            <a:off x="381000" y="685800"/>
            <a:ext cx="6096000" cy="3429000"/>
          </a:xfrm>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5723747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9E1035D-210F-4CAA-9A97-02F63ED90C6E}" type="slidenum">
              <a:rPr lang="en-US" altLang="zh-CN" smtClean="0"/>
              <a:pPr>
                <a:spcBef>
                  <a:spcPct val="0"/>
                </a:spcBef>
              </a:pPr>
              <a:t>21</a:t>
            </a:fld>
            <a:endParaRPr lang="en-US" altLang="zh-CN"/>
          </a:p>
        </p:txBody>
      </p:sp>
      <p:sp>
        <p:nvSpPr>
          <p:cNvPr id="40963" name="Rectangle 2"/>
          <p:cNvSpPr>
            <a:spLocks noGrp="1" noRot="1" noChangeAspect="1" noChangeArrowheads="1" noTextEdit="1"/>
          </p:cNvSpPr>
          <p:nvPr>
            <p:ph type="sldImg"/>
          </p:nvPr>
        </p:nvSpPr>
        <p:spPr>
          <a:xfrm>
            <a:off x="381000"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0892951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90AC361-AE69-4351-9965-50F4C2E38CD7}" type="slidenum">
              <a:rPr lang="en-US" altLang="zh-CN" smtClean="0"/>
              <a:pPr>
                <a:spcBef>
                  <a:spcPct val="0"/>
                </a:spcBef>
              </a:pPr>
              <a:t>22</a:t>
            </a:fld>
            <a:endParaRPr lang="en-US" altLang="zh-CN"/>
          </a:p>
        </p:txBody>
      </p:sp>
      <p:sp>
        <p:nvSpPr>
          <p:cNvPr id="43011" name="Rectangle 2"/>
          <p:cNvSpPr>
            <a:spLocks noGrp="1" noRot="1" noChangeAspect="1" noChangeArrowheads="1" noTextEdit="1"/>
          </p:cNvSpPr>
          <p:nvPr>
            <p:ph type="sldImg"/>
          </p:nvPr>
        </p:nvSpPr>
        <p:spPr>
          <a:xfrm>
            <a:off x="381000" y="685800"/>
            <a:ext cx="6096000" cy="3429000"/>
          </a:xfrm>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2329607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C882ED4-23F8-46F9-BD3F-B856D3E9FB52}" type="slidenum">
              <a:rPr lang="en-US" altLang="zh-CN" smtClean="0"/>
              <a:pPr>
                <a:spcBef>
                  <a:spcPct val="0"/>
                </a:spcBef>
              </a:pPr>
              <a:t>23</a:t>
            </a:fld>
            <a:endParaRPr lang="en-US" altLang="zh-CN"/>
          </a:p>
        </p:txBody>
      </p:sp>
      <p:sp>
        <p:nvSpPr>
          <p:cNvPr id="45059" name="Rectangle 2"/>
          <p:cNvSpPr>
            <a:spLocks noGrp="1" noRot="1" noChangeAspect="1" noChangeArrowheads="1" noTextEdit="1"/>
          </p:cNvSpPr>
          <p:nvPr>
            <p:ph type="sldImg"/>
          </p:nvPr>
        </p:nvSpPr>
        <p:spPr>
          <a:xfrm>
            <a:off x="381000" y="685800"/>
            <a:ext cx="6096000" cy="3429000"/>
          </a:xfrm>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1804061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BB60582-8233-486A-8A69-F4D015BD982E}" type="slidenum">
              <a:rPr lang="en-US" altLang="zh-CN" smtClean="0"/>
              <a:pPr>
                <a:spcBef>
                  <a:spcPct val="0"/>
                </a:spcBef>
              </a:pPr>
              <a:t>24</a:t>
            </a:fld>
            <a:endParaRPr lang="en-US" altLang="zh-CN"/>
          </a:p>
        </p:txBody>
      </p:sp>
      <p:sp>
        <p:nvSpPr>
          <p:cNvPr id="47107" name="Rectangle 2"/>
          <p:cNvSpPr>
            <a:spLocks noGrp="1" noRot="1" noChangeAspect="1" noChangeArrowheads="1" noTextEdit="1"/>
          </p:cNvSpPr>
          <p:nvPr>
            <p:ph type="sldImg"/>
          </p:nvPr>
        </p:nvSpPr>
        <p:spPr>
          <a:xfrm>
            <a:off x="381000" y="685800"/>
            <a:ext cx="6096000" cy="3429000"/>
          </a:xfrm>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9043521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05B90BF-AD62-4224-90F4-2232D77B4126}" type="slidenum">
              <a:rPr lang="en-US" altLang="zh-CN" smtClean="0"/>
              <a:pPr>
                <a:spcBef>
                  <a:spcPct val="0"/>
                </a:spcBef>
              </a:pPr>
              <a:t>25</a:t>
            </a:fld>
            <a:endParaRPr lang="en-US" altLang="zh-CN"/>
          </a:p>
        </p:txBody>
      </p:sp>
      <p:sp>
        <p:nvSpPr>
          <p:cNvPr id="49155" name="Rectangle 2"/>
          <p:cNvSpPr>
            <a:spLocks noGrp="1" noRot="1" noChangeAspect="1" noChangeArrowheads="1" noTextEdit="1"/>
          </p:cNvSpPr>
          <p:nvPr>
            <p:ph type="sldImg"/>
          </p:nvPr>
        </p:nvSpPr>
        <p:spPr>
          <a:xfrm>
            <a:off x="381000" y="685800"/>
            <a:ext cx="6096000" cy="3429000"/>
          </a:xfrm>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075561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51D6653-C27F-40EA-A92E-323F3A4A26F2}" type="slidenum">
              <a:rPr lang="en-US" altLang="zh-CN" smtClean="0"/>
              <a:pPr>
                <a:spcBef>
                  <a:spcPct val="0"/>
                </a:spcBef>
              </a:pPr>
              <a:t>26</a:t>
            </a:fld>
            <a:endParaRPr lang="en-US" altLang="zh-CN"/>
          </a:p>
        </p:txBody>
      </p:sp>
      <p:sp>
        <p:nvSpPr>
          <p:cNvPr id="51203" name="Rectangle 2"/>
          <p:cNvSpPr>
            <a:spLocks noGrp="1" noRot="1" noChangeAspect="1" noChangeArrowheads="1" noTextEdit="1"/>
          </p:cNvSpPr>
          <p:nvPr>
            <p:ph type="sldImg"/>
          </p:nvPr>
        </p:nvSpPr>
        <p:spPr>
          <a:xfrm>
            <a:off x="381000" y="685800"/>
            <a:ext cx="6096000" cy="3429000"/>
          </a:xfrm>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2851348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773EE73-BC6D-4E1E-82FD-127663684A97}" type="slidenum">
              <a:rPr lang="en-US" altLang="zh-CN" smtClean="0"/>
              <a:pPr>
                <a:spcBef>
                  <a:spcPct val="0"/>
                </a:spcBef>
              </a:pPr>
              <a:t>27</a:t>
            </a:fld>
            <a:endParaRPr lang="en-US" altLang="zh-CN"/>
          </a:p>
        </p:txBody>
      </p:sp>
      <p:sp>
        <p:nvSpPr>
          <p:cNvPr id="53251" name="Rectangle 2"/>
          <p:cNvSpPr>
            <a:spLocks noGrp="1" noRot="1" noChangeAspect="1" noChangeArrowheads="1" noTextEdit="1"/>
          </p:cNvSpPr>
          <p:nvPr>
            <p:ph type="sldImg"/>
          </p:nvPr>
        </p:nvSpPr>
        <p:spPr>
          <a:xfrm>
            <a:off x="381000" y="685800"/>
            <a:ext cx="6096000" cy="3429000"/>
          </a:xfrm>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8753097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AF97E8F-0ECA-4692-AE56-DE3B513BF6EC}" type="slidenum">
              <a:rPr lang="en-US" altLang="zh-CN" smtClean="0"/>
              <a:pPr>
                <a:spcBef>
                  <a:spcPct val="0"/>
                </a:spcBef>
              </a:pPr>
              <a:t>28</a:t>
            </a:fld>
            <a:endParaRPr lang="en-US" altLang="zh-CN"/>
          </a:p>
        </p:txBody>
      </p:sp>
      <p:sp>
        <p:nvSpPr>
          <p:cNvPr id="55299" name="Rectangle 2"/>
          <p:cNvSpPr>
            <a:spLocks noGrp="1" noRot="1" noChangeAspect="1" noChangeArrowheads="1" noTextEdit="1"/>
          </p:cNvSpPr>
          <p:nvPr>
            <p:ph type="sldImg"/>
          </p:nvPr>
        </p:nvSpPr>
        <p:spPr>
          <a:xfrm>
            <a:off x="381000" y="685800"/>
            <a:ext cx="6096000" cy="3429000"/>
          </a:xfrm>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6454925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E4C4535-0E02-4B38-8712-15E5E9F1A361}" type="slidenum">
              <a:rPr lang="en-US" altLang="zh-CN" smtClean="0"/>
              <a:pPr>
                <a:spcBef>
                  <a:spcPct val="0"/>
                </a:spcBef>
              </a:pPr>
              <a:t>29</a:t>
            </a:fld>
            <a:endParaRPr lang="en-US" altLang="zh-CN"/>
          </a:p>
        </p:txBody>
      </p:sp>
      <p:sp>
        <p:nvSpPr>
          <p:cNvPr id="57347" name="Rectangle 2"/>
          <p:cNvSpPr>
            <a:spLocks noGrp="1" noRot="1" noChangeAspect="1" noChangeArrowheads="1" noTextEdit="1"/>
          </p:cNvSpPr>
          <p:nvPr>
            <p:ph type="sldImg"/>
          </p:nvPr>
        </p:nvSpPr>
        <p:spPr>
          <a:xfrm>
            <a:off x="381000" y="685800"/>
            <a:ext cx="6096000" cy="3429000"/>
          </a:xfrm>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42621277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E10BDB9-0B18-4F7F-B09C-1EC66BC2D1F8}" type="slidenum">
              <a:rPr lang="en-US" altLang="zh-CN" smtClean="0"/>
              <a:pPr>
                <a:spcBef>
                  <a:spcPct val="0"/>
                </a:spcBef>
              </a:pPr>
              <a:t>30</a:t>
            </a:fld>
            <a:endParaRPr lang="en-US" altLang="zh-CN"/>
          </a:p>
        </p:txBody>
      </p:sp>
      <p:sp>
        <p:nvSpPr>
          <p:cNvPr id="59395" name="Rectangle 2"/>
          <p:cNvSpPr>
            <a:spLocks noGrp="1" noRot="1" noChangeAspect="1" noChangeArrowheads="1" noTextEdit="1"/>
          </p:cNvSpPr>
          <p:nvPr>
            <p:ph type="sldImg"/>
          </p:nvPr>
        </p:nvSpPr>
        <p:spPr>
          <a:xfrm>
            <a:off x="381000" y="685800"/>
            <a:ext cx="6096000" cy="3429000"/>
          </a:xfrm>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8918413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578F8BF-4418-457B-AEDE-F37441F7C798}" type="slidenum">
              <a:rPr lang="en-US" altLang="zh-CN" smtClean="0"/>
              <a:pPr>
                <a:spcBef>
                  <a:spcPct val="0"/>
                </a:spcBef>
              </a:pPr>
              <a:t>31</a:t>
            </a:fld>
            <a:endParaRPr lang="en-US" altLang="zh-CN"/>
          </a:p>
        </p:txBody>
      </p:sp>
      <p:sp>
        <p:nvSpPr>
          <p:cNvPr id="61443" name="Rectangle 2"/>
          <p:cNvSpPr>
            <a:spLocks noGrp="1" noRot="1" noChangeAspect="1" noChangeArrowheads="1" noTextEdit="1"/>
          </p:cNvSpPr>
          <p:nvPr>
            <p:ph type="sldImg"/>
          </p:nvPr>
        </p:nvSpPr>
        <p:spPr>
          <a:xfrm>
            <a:off x="381000" y="685800"/>
            <a:ext cx="6096000" cy="3429000"/>
          </a:xfrm>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088643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538C60F-0AD5-4E40-ABD7-AF323AEC680E}" type="slidenum">
              <a:rPr lang="en-US" altLang="zh-CN" smtClean="0"/>
              <a:pPr>
                <a:spcBef>
                  <a:spcPct val="0"/>
                </a:spcBef>
              </a:pPr>
              <a:t>32</a:t>
            </a:fld>
            <a:endParaRPr lang="en-US" altLang="zh-CN"/>
          </a:p>
        </p:txBody>
      </p:sp>
      <p:sp>
        <p:nvSpPr>
          <p:cNvPr id="63491" name="Rectangle 2"/>
          <p:cNvSpPr>
            <a:spLocks noGrp="1" noRot="1" noChangeAspect="1" noChangeArrowheads="1" noTextEdit="1"/>
          </p:cNvSpPr>
          <p:nvPr>
            <p:ph type="sldImg"/>
          </p:nvPr>
        </p:nvSpPr>
        <p:spPr>
          <a:xfrm>
            <a:off x="381000" y="685800"/>
            <a:ext cx="6096000" cy="3429000"/>
          </a:xfrm>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0271045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A59F59F-B59E-4D86-9384-D21EE0A35BF4}" type="slidenum">
              <a:rPr lang="en-US" altLang="zh-CN" smtClean="0"/>
              <a:pPr>
                <a:spcBef>
                  <a:spcPct val="0"/>
                </a:spcBef>
              </a:pPr>
              <a:t>34</a:t>
            </a:fld>
            <a:endParaRPr lang="en-US" altLang="zh-CN"/>
          </a:p>
        </p:txBody>
      </p:sp>
      <p:sp>
        <p:nvSpPr>
          <p:cNvPr id="66563" name="Rectangle 2"/>
          <p:cNvSpPr>
            <a:spLocks noGrp="1" noRot="1" noChangeAspect="1" noChangeArrowheads="1" noTextEdit="1"/>
          </p:cNvSpPr>
          <p:nvPr>
            <p:ph type="sldImg"/>
          </p:nvPr>
        </p:nvSpPr>
        <p:spPr>
          <a:xfrm>
            <a:off x="381000" y="685800"/>
            <a:ext cx="6096000" cy="3429000"/>
          </a:xfrm>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9426826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D25C1BB-9CD0-4FAD-855C-DB1AF86A4FFE}" type="slidenum">
              <a:rPr lang="en-US" altLang="zh-CN" smtClean="0"/>
              <a:pPr>
                <a:spcBef>
                  <a:spcPct val="0"/>
                </a:spcBef>
              </a:pPr>
              <a:t>35</a:t>
            </a:fld>
            <a:endParaRPr lang="en-US" altLang="zh-CN"/>
          </a:p>
        </p:txBody>
      </p:sp>
      <p:sp>
        <p:nvSpPr>
          <p:cNvPr id="68611" name="Rectangle 2"/>
          <p:cNvSpPr>
            <a:spLocks noGrp="1" noRot="1" noChangeAspect="1" noChangeArrowheads="1" noTextEdit="1"/>
          </p:cNvSpPr>
          <p:nvPr>
            <p:ph type="sldImg"/>
          </p:nvPr>
        </p:nvSpPr>
        <p:spPr>
          <a:xfrm>
            <a:off x="381000" y="685800"/>
            <a:ext cx="6096000" cy="3429000"/>
          </a:xfrm>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4615216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3DEE265-FCA6-41E1-85D5-73CCC11BEDFD}" type="slidenum">
              <a:rPr lang="en-US" altLang="zh-CN" smtClean="0"/>
              <a:pPr>
                <a:spcBef>
                  <a:spcPct val="0"/>
                </a:spcBef>
              </a:pPr>
              <a:t>36</a:t>
            </a:fld>
            <a:endParaRPr lang="en-US" altLang="zh-CN"/>
          </a:p>
        </p:txBody>
      </p:sp>
      <p:sp>
        <p:nvSpPr>
          <p:cNvPr id="70659" name="Rectangle 2"/>
          <p:cNvSpPr>
            <a:spLocks noGrp="1" noRot="1" noChangeAspect="1" noChangeArrowheads="1" noTextEdit="1"/>
          </p:cNvSpPr>
          <p:nvPr>
            <p:ph type="sldImg"/>
          </p:nvPr>
        </p:nvSpPr>
        <p:spPr>
          <a:xfrm>
            <a:off x="381000" y="685800"/>
            <a:ext cx="6096000" cy="3429000"/>
          </a:xfrm>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2352833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B948346-1D60-4E23-8C15-AAFD7525A7E1}" type="slidenum">
              <a:rPr lang="en-US" altLang="zh-CN" smtClean="0"/>
              <a:pPr>
                <a:spcBef>
                  <a:spcPct val="0"/>
                </a:spcBef>
              </a:pPr>
              <a:t>37</a:t>
            </a:fld>
            <a:endParaRPr lang="en-US" altLang="zh-CN"/>
          </a:p>
        </p:txBody>
      </p:sp>
      <p:sp>
        <p:nvSpPr>
          <p:cNvPr id="72707" name="Rectangle 2"/>
          <p:cNvSpPr>
            <a:spLocks noGrp="1" noRot="1" noChangeAspect="1" noChangeArrowheads="1" noTextEdit="1"/>
          </p:cNvSpPr>
          <p:nvPr>
            <p:ph type="sldImg"/>
          </p:nvPr>
        </p:nvSpPr>
        <p:spPr>
          <a:xfrm>
            <a:off x="381000" y="685800"/>
            <a:ext cx="6096000" cy="3429000"/>
          </a:xfrm>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638581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A64FB6C-033E-4958-9ADB-69A8F099182F}" type="slidenum">
              <a:rPr lang="en-US" altLang="zh-CN" smtClean="0"/>
              <a:pPr>
                <a:spcBef>
                  <a:spcPct val="0"/>
                </a:spcBef>
              </a:pPr>
              <a:t>38</a:t>
            </a:fld>
            <a:endParaRPr lang="en-US" altLang="zh-CN"/>
          </a:p>
        </p:txBody>
      </p:sp>
      <p:sp>
        <p:nvSpPr>
          <p:cNvPr id="74755" name="Rectangle 2"/>
          <p:cNvSpPr>
            <a:spLocks noGrp="1" noRot="1" noChangeAspect="1" noChangeArrowheads="1" noTextEdit="1"/>
          </p:cNvSpPr>
          <p:nvPr>
            <p:ph type="sldImg"/>
          </p:nvPr>
        </p:nvSpPr>
        <p:spPr>
          <a:xfrm>
            <a:off x="381000" y="685800"/>
            <a:ext cx="6096000" cy="3429000"/>
          </a:xfrm>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6470293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38EF6CB-9BC5-44A9-A715-7232260109EB}" type="slidenum">
              <a:rPr lang="en-US" altLang="zh-CN" smtClean="0"/>
              <a:pPr>
                <a:spcBef>
                  <a:spcPct val="0"/>
                </a:spcBef>
              </a:pPr>
              <a:t>56</a:t>
            </a:fld>
            <a:endParaRPr lang="en-US" altLang="zh-CN"/>
          </a:p>
        </p:txBody>
      </p:sp>
      <p:sp>
        <p:nvSpPr>
          <p:cNvPr id="94211" name="Rectangle 2"/>
          <p:cNvSpPr>
            <a:spLocks noGrp="1" noRot="1" noChangeAspect="1" noChangeArrowheads="1" noTextEdit="1"/>
          </p:cNvSpPr>
          <p:nvPr>
            <p:ph type="sldImg"/>
          </p:nvPr>
        </p:nvSpPr>
        <p:spPr>
          <a:xfrm>
            <a:off x="381000" y="685800"/>
            <a:ext cx="6096000" cy="3429000"/>
          </a:xfrm>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1387066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AA05721-3D2B-4C0E-B5AE-0DFE6EC498AC}" type="slidenum">
              <a:rPr lang="en-US" altLang="zh-CN" smtClean="0"/>
              <a:pPr>
                <a:spcBef>
                  <a:spcPct val="0"/>
                </a:spcBef>
              </a:pPr>
              <a:t>57</a:t>
            </a:fld>
            <a:endParaRPr lang="en-US" altLang="zh-CN"/>
          </a:p>
        </p:txBody>
      </p:sp>
      <p:sp>
        <p:nvSpPr>
          <p:cNvPr id="96259" name="Rectangle 2"/>
          <p:cNvSpPr>
            <a:spLocks noGrp="1" noRot="1" noChangeAspect="1" noChangeArrowheads="1" noTextEdit="1"/>
          </p:cNvSpPr>
          <p:nvPr>
            <p:ph type="sldImg"/>
          </p:nvPr>
        </p:nvSpPr>
        <p:spPr>
          <a:xfrm>
            <a:off x="381000" y="685800"/>
            <a:ext cx="6096000" cy="3429000"/>
          </a:xfrm>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7215344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C7D2648-29B7-4801-9328-202FE312ED23}" type="slidenum">
              <a:rPr lang="en-US" altLang="zh-CN" smtClean="0"/>
              <a:pPr>
                <a:spcBef>
                  <a:spcPct val="0"/>
                </a:spcBef>
              </a:pPr>
              <a:t>58</a:t>
            </a:fld>
            <a:endParaRPr lang="en-US" altLang="zh-CN"/>
          </a:p>
        </p:txBody>
      </p:sp>
      <p:sp>
        <p:nvSpPr>
          <p:cNvPr id="98307" name="Rectangle 2"/>
          <p:cNvSpPr>
            <a:spLocks noGrp="1" noRot="1" noChangeAspect="1" noChangeArrowheads="1" noTextEdit="1"/>
          </p:cNvSpPr>
          <p:nvPr>
            <p:ph type="sldImg"/>
          </p:nvPr>
        </p:nvSpPr>
        <p:spPr>
          <a:xfrm>
            <a:off x="381000" y="685800"/>
            <a:ext cx="6096000" cy="3429000"/>
          </a:xfrm>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6651653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9F9EC36-F859-40B6-A4D4-28198216615F}" type="slidenum">
              <a:rPr lang="en-US" altLang="zh-CN" smtClean="0"/>
              <a:pPr>
                <a:spcBef>
                  <a:spcPct val="0"/>
                </a:spcBef>
              </a:pPr>
              <a:t>59</a:t>
            </a:fld>
            <a:endParaRPr lang="en-US" altLang="zh-CN"/>
          </a:p>
        </p:txBody>
      </p:sp>
      <p:sp>
        <p:nvSpPr>
          <p:cNvPr id="100355" name="Rectangle 2"/>
          <p:cNvSpPr>
            <a:spLocks noGrp="1" noRot="1" noChangeAspect="1" noChangeArrowheads="1" noTextEdit="1"/>
          </p:cNvSpPr>
          <p:nvPr>
            <p:ph type="sldImg"/>
          </p:nvPr>
        </p:nvSpPr>
        <p:spPr>
          <a:xfrm>
            <a:off x="381000" y="685800"/>
            <a:ext cx="6096000" cy="3429000"/>
          </a:xfrm>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864250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5C0D58F-22F1-45BE-B89F-05A9634DC179}" type="slidenum">
              <a:rPr lang="en-US" altLang="zh-CN" smtClean="0"/>
              <a:pPr>
                <a:spcBef>
                  <a:spcPct val="0"/>
                </a:spcBef>
              </a:pPr>
              <a:t>60</a:t>
            </a:fld>
            <a:endParaRPr lang="en-US" altLang="zh-CN"/>
          </a:p>
        </p:txBody>
      </p:sp>
      <p:sp>
        <p:nvSpPr>
          <p:cNvPr id="102403" name="Rectangle 2"/>
          <p:cNvSpPr>
            <a:spLocks noGrp="1" noRot="1" noChangeAspect="1" noChangeArrowheads="1" noTextEdit="1"/>
          </p:cNvSpPr>
          <p:nvPr>
            <p:ph type="sldImg"/>
          </p:nvPr>
        </p:nvSpPr>
        <p:spPr>
          <a:xfrm>
            <a:off x="381000" y="685800"/>
            <a:ext cx="6096000" cy="3429000"/>
          </a:xfrm>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8564940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C6C468F-E076-4D49-A37B-41B39BCA4C2C}" type="slidenum">
              <a:rPr lang="en-US" altLang="zh-CN" smtClean="0"/>
              <a:pPr>
                <a:spcBef>
                  <a:spcPct val="0"/>
                </a:spcBef>
              </a:pPr>
              <a:t>61</a:t>
            </a:fld>
            <a:endParaRPr lang="en-US" altLang="zh-CN"/>
          </a:p>
        </p:txBody>
      </p:sp>
      <p:sp>
        <p:nvSpPr>
          <p:cNvPr id="104451" name="Rectangle 2"/>
          <p:cNvSpPr>
            <a:spLocks noGrp="1" noRot="1" noChangeAspect="1" noChangeArrowheads="1" noTextEdit="1"/>
          </p:cNvSpPr>
          <p:nvPr>
            <p:ph type="sldImg"/>
          </p:nvPr>
        </p:nvSpPr>
        <p:spPr>
          <a:xfrm>
            <a:off x="381000" y="685800"/>
            <a:ext cx="6096000" cy="3429000"/>
          </a:xfrm>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24465637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65434A6-CB26-4985-B288-9927F451FEDD}" type="slidenum">
              <a:rPr lang="en-US" altLang="zh-CN" smtClean="0"/>
              <a:pPr>
                <a:spcBef>
                  <a:spcPct val="0"/>
                </a:spcBef>
              </a:pPr>
              <a:t>62</a:t>
            </a:fld>
            <a:endParaRPr lang="en-US" altLang="zh-CN"/>
          </a:p>
        </p:txBody>
      </p:sp>
      <p:sp>
        <p:nvSpPr>
          <p:cNvPr id="106499" name="Rectangle 2"/>
          <p:cNvSpPr>
            <a:spLocks noGrp="1" noRot="1" noChangeAspect="1" noChangeArrowheads="1" noTextEdit="1"/>
          </p:cNvSpPr>
          <p:nvPr>
            <p:ph type="sldImg"/>
          </p:nvPr>
        </p:nvSpPr>
        <p:spPr>
          <a:xfrm>
            <a:off x="381000" y="685800"/>
            <a:ext cx="6096000" cy="3429000"/>
          </a:xfrm>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5282506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D4FD9E5-6461-44BF-B2B8-44984150A61A}" type="slidenum">
              <a:rPr lang="en-US" altLang="zh-CN" smtClean="0"/>
              <a:pPr>
                <a:spcBef>
                  <a:spcPct val="0"/>
                </a:spcBef>
              </a:pPr>
              <a:t>63</a:t>
            </a:fld>
            <a:endParaRPr lang="en-US" altLang="zh-CN"/>
          </a:p>
        </p:txBody>
      </p:sp>
      <p:sp>
        <p:nvSpPr>
          <p:cNvPr id="108547" name="Rectangle 2"/>
          <p:cNvSpPr>
            <a:spLocks noGrp="1" noRot="1" noChangeAspect="1" noChangeArrowheads="1" noTextEdit="1"/>
          </p:cNvSpPr>
          <p:nvPr>
            <p:ph type="sldImg"/>
          </p:nvPr>
        </p:nvSpPr>
        <p:spPr>
          <a:xfrm>
            <a:off x="381000" y="685800"/>
            <a:ext cx="6096000" cy="3429000"/>
          </a:xfrm>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979243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63B4187-731E-48D0-A45B-FACA5C7543A3}" type="slidenum">
              <a:rPr lang="en-US" altLang="zh-CN" smtClean="0"/>
              <a:pPr>
                <a:spcBef>
                  <a:spcPct val="0"/>
                </a:spcBef>
              </a:pPr>
              <a:t>64</a:t>
            </a:fld>
            <a:endParaRPr lang="en-US" altLang="zh-CN"/>
          </a:p>
        </p:txBody>
      </p:sp>
      <p:sp>
        <p:nvSpPr>
          <p:cNvPr id="110595" name="Rectangle 2"/>
          <p:cNvSpPr>
            <a:spLocks noGrp="1" noRot="1" noChangeAspect="1" noChangeArrowheads="1" noTextEdit="1"/>
          </p:cNvSpPr>
          <p:nvPr>
            <p:ph type="sldImg"/>
          </p:nvPr>
        </p:nvSpPr>
        <p:spPr>
          <a:xfrm>
            <a:off x="381000" y="685800"/>
            <a:ext cx="6096000" cy="3429000"/>
          </a:xfrm>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1235012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A1D8711-7223-4B66-842A-50531B92920D}" type="slidenum">
              <a:rPr lang="en-US" altLang="zh-CN" smtClean="0"/>
              <a:pPr>
                <a:spcBef>
                  <a:spcPct val="0"/>
                </a:spcBef>
              </a:pPr>
              <a:t>65</a:t>
            </a:fld>
            <a:endParaRPr lang="en-US" altLang="zh-CN"/>
          </a:p>
        </p:txBody>
      </p:sp>
      <p:sp>
        <p:nvSpPr>
          <p:cNvPr id="112643" name="Rectangle 2"/>
          <p:cNvSpPr>
            <a:spLocks noGrp="1" noRot="1" noChangeAspect="1" noChangeArrowheads="1" noTextEdit="1"/>
          </p:cNvSpPr>
          <p:nvPr>
            <p:ph type="sldImg"/>
          </p:nvPr>
        </p:nvSpPr>
        <p:spPr>
          <a:xfrm>
            <a:off x="381000" y="685800"/>
            <a:ext cx="6096000" cy="3429000"/>
          </a:xfrm>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4868154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C6B094C-35F8-42EC-BF6E-B0FB0657BD4E}" type="slidenum">
              <a:rPr lang="en-US" altLang="zh-CN" smtClean="0"/>
              <a:pPr>
                <a:spcBef>
                  <a:spcPct val="0"/>
                </a:spcBef>
              </a:pPr>
              <a:t>66</a:t>
            </a:fld>
            <a:endParaRPr lang="en-US" altLang="zh-CN"/>
          </a:p>
        </p:txBody>
      </p:sp>
      <p:sp>
        <p:nvSpPr>
          <p:cNvPr id="114691" name="Rectangle 2"/>
          <p:cNvSpPr>
            <a:spLocks noGrp="1" noRot="1" noChangeAspect="1" noChangeArrowheads="1" noTextEdit="1"/>
          </p:cNvSpPr>
          <p:nvPr>
            <p:ph type="sldImg"/>
          </p:nvPr>
        </p:nvSpPr>
        <p:spPr>
          <a:xfrm>
            <a:off x="381000" y="685800"/>
            <a:ext cx="6096000" cy="3429000"/>
          </a:xfrm>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3463117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89A7D35-8A0D-4EA3-9428-3C6D8F4991CD}" type="slidenum">
              <a:rPr lang="en-US" altLang="zh-CN" smtClean="0"/>
              <a:pPr>
                <a:spcBef>
                  <a:spcPct val="0"/>
                </a:spcBef>
              </a:pPr>
              <a:t>67</a:t>
            </a:fld>
            <a:endParaRPr lang="en-US" altLang="zh-CN"/>
          </a:p>
        </p:txBody>
      </p:sp>
      <p:sp>
        <p:nvSpPr>
          <p:cNvPr id="116739" name="Rectangle 2"/>
          <p:cNvSpPr>
            <a:spLocks noGrp="1" noRot="1" noChangeAspect="1" noChangeArrowheads="1" noTextEdit="1"/>
          </p:cNvSpPr>
          <p:nvPr>
            <p:ph type="sldImg"/>
          </p:nvPr>
        </p:nvSpPr>
        <p:spPr>
          <a:xfrm>
            <a:off x="381000" y="685800"/>
            <a:ext cx="6096000" cy="3429000"/>
          </a:xfrm>
          <a:ln/>
        </p:spPr>
      </p:sp>
      <p:sp>
        <p:nvSpPr>
          <p:cNvPr id="1167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60069696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D022787-926D-4887-B33A-49E8EE294D3E}" type="slidenum">
              <a:rPr lang="en-US" altLang="zh-CN" smtClean="0"/>
              <a:pPr>
                <a:spcBef>
                  <a:spcPct val="0"/>
                </a:spcBef>
              </a:pPr>
              <a:t>68</a:t>
            </a:fld>
            <a:endParaRPr lang="en-US" altLang="zh-CN"/>
          </a:p>
        </p:txBody>
      </p:sp>
      <p:sp>
        <p:nvSpPr>
          <p:cNvPr id="118787" name="Rectangle 2"/>
          <p:cNvSpPr>
            <a:spLocks noGrp="1" noRot="1" noChangeAspect="1" noChangeArrowheads="1" noTextEdit="1"/>
          </p:cNvSpPr>
          <p:nvPr>
            <p:ph type="sldImg"/>
          </p:nvPr>
        </p:nvSpPr>
        <p:spPr>
          <a:xfrm>
            <a:off x="381000" y="685800"/>
            <a:ext cx="6096000" cy="3429000"/>
          </a:xfrm>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15403319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284ED10-4DC1-484E-8769-01DE8465D333}" type="slidenum">
              <a:rPr lang="en-US" altLang="zh-CN" smtClean="0"/>
              <a:pPr>
                <a:spcBef>
                  <a:spcPct val="0"/>
                </a:spcBef>
              </a:pPr>
              <a:t>69</a:t>
            </a:fld>
            <a:endParaRPr lang="en-US" altLang="zh-CN"/>
          </a:p>
        </p:txBody>
      </p:sp>
      <p:sp>
        <p:nvSpPr>
          <p:cNvPr id="120835" name="Rectangle 2"/>
          <p:cNvSpPr>
            <a:spLocks noGrp="1" noRot="1" noChangeAspect="1" noChangeArrowheads="1" noTextEdit="1"/>
          </p:cNvSpPr>
          <p:nvPr>
            <p:ph type="sldImg"/>
          </p:nvPr>
        </p:nvSpPr>
        <p:spPr>
          <a:xfrm>
            <a:off x="381000" y="685800"/>
            <a:ext cx="6096000" cy="3429000"/>
          </a:xfrm>
          <a:ln/>
        </p:spPr>
      </p:sp>
      <p:sp>
        <p:nvSpPr>
          <p:cNvPr id="120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263596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3DF8431-7D19-45E8-BDED-51023E85211A}" type="slidenum">
              <a:rPr lang="en-US" altLang="zh-CN" smtClean="0"/>
              <a:pPr>
                <a:spcBef>
                  <a:spcPct val="0"/>
                </a:spcBef>
              </a:pPr>
              <a:t>70</a:t>
            </a:fld>
            <a:endParaRPr lang="en-US" altLang="zh-CN"/>
          </a:p>
        </p:txBody>
      </p:sp>
      <p:sp>
        <p:nvSpPr>
          <p:cNvPr id="122883" name="Rectangle 2"/>
          <p:cNvSpPr>
            <a:spLocks noGrp="1" noRot="1" noChangeAspect="1" noChangeArrowheads="1" noTextEdit="1"/>
          </p:cNvSpPr>
          <p:nvPr>
            <p:ph type="sldImg"/>
          </p:nvPr>
        </p:nvSpPr>
        <p:spPr>
          <a:xfrm>
            <a:off x="381000" y="685800"/>
            <a:ext cx="6096000" cy="3429000"/>
          </a:xfrm>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72951725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C36FE93-AEA9-44FE-B4C0-1D7D3706EAED}" type="slidenum">
              <a:rPr lang="en-US" altLang="zh-CN" smtClean="0"/>
              <a:pPr>
                <a:spcBef>
                  <a:spcPct val="0"/>
                </a:spcBef>
              </a:pPr>
              <a:t>71</a:t>
            </a:fld>
            <a:endParaRPr lang="en-US" altLang="zh-CN"/>
          </a:p>
        </p:txBody>
      </p:sp>
      <p:sp>
        <p:nvSpPr>
          <p:cNvPr id="124931" name="Rectangle 2"/>
          <p:cNvSpPr>
            <a:spLocks noGrp="1" noRot="1" noChangeAspect="1" noChangeArrowheads="1" noTextEdit="1"/>
          </p:cNvSpPr>
          <p:nvPr>
            <p:ph type="sldImg"/>
          </p:nvPr>
        </p:nvSpPr>
        <p:spPr>
          <a:xfrm>
            <a:off x="381000" y="685800"/>
            <a:ext cx="6096000" cy="3429000"/>
          </a:xfrm>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45754745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0BF9C93-AE97-4F72-88E0-5F705FAF4BA0}" type="slidenum">
              <a:rPr lang="en-US" altLang="zh-CN" smtClean="0"/>
              <a:pPr>
                <a:spcBef>
                  <a:spcPct val="0"/>
                </a:spcBef>
              </a:pPr>
              <a:t>72</a:t>
            </a:fld>
            <a:endParaRPr lang="en-US" altLang="zh-CN"/>
          </a:p>
        </p:txBody>
      </p:sp>
      <p:sp>
        <p:nvSpPr>
          <p:cNvPr id="126979" name="Rectangle 2"/>
          <p:cNvSpPr>
            <a:spLocks noGrp="1" noRot="1" noChangeAspect="1" noChangeArrowheads="1" noTextEdit="1"/>
          </p:cNvSpPr>
          <p:nvPr>
            <p:ph type="sldImg"/>
          </p:nvPr>
        </p:nvSpPr>
        <p:spPr>
          <a:xfrm>
            <a:off x="381000" y="685800"/>
            <a:ext cx="6096000" cy="3429000"/>
          </a:xfrm>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7382782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D772B08-0E95-4C2E-A763-8251C322A65F}" type="slidenum">
              <a:rPr lang="en-US" altLang="zh-CN" smtClean="0"/>
              <a:pPr>
                <a:spcBef>
                  <a:spcPct val="0"/>
                </a:spcBef>
              </a:pPr>
              <a:t>73</a:t>
            </a:fld>
            <a:endParaRPr lang="en-US" altLang="zh-CN"/>
          </a:p>
        </p:txBody>
      </p:sp>
      <p:sp>
        <p:nvSpPr>
          <p:cNvPr id="129027" name="Rectangle 2"/>
          <p:cNvSpPr>
            <a:spLocks noGrp="1" noRot="1" noChangeAspect="1" noChangeArrowheads="1" noTextEdit="1"/>
          </p:cNvSpPr>
          <p:nvPr>
            <p:ph type="sldImg"/>
          </p:nvPr>
        </p:nvSpPr>
        <p:spPr>
          <a:xfrm>
            <a:off x="381000" y="685800"/>
            <a:ext cx="6096000" cy="3429000"/>
          </a:xfrm>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31390828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9957862-A0C3-4AEB-8C51-EBAF029A02BE}" type="slidenum">
              <a:rPr lang="en-US" altLang="zh-CN" smtClean="0"/>
              <a:pPr>
                <a:spcBef>
                  <a:spcPct val="0"/>
                </a:spcBef>
              </a:pPr>
              <a:t>74</a:t>
            </a:fld>
            <a:endParaRPr lang="en-US" altLang="zh-CN"/>
          </a:p>
        </p:txBody>
      </p:sp>
      <p:sp>
        <p:nvSpPr>
          <p:cNvPr id="131075" name="Rectangle 2"/>
          <p:cNvSpPr>
            <a:spLocks noGrp="1" noRot="1" noChangeAspect="1" noChangeArrowheads="1" noTextEdit="1"/>
          </p:cNvSpPr>
          <p:nvPr>
            <p:ph type="sldImg"/>
          </p:nvPr>
        </p:nvSpPr>
        <p:spPr>
          <a:xfrm>
            <a:off x="381000" y="685800"/>
            <a:ext cx="6096000" cy="3429000"/>
          </a:xfrm>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1928134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26B2069-86CC-44AD-BB11-2FEC3A327115}" type="slidenum">
              <a:rPr lang="en-US" altLang="zh-CN" smtClean="0"/>
              <a:pPr>
                <a:spcBef>
                  <a:spcPct val="0"/>
                </a:spcBef>
              </a:pPr>
              <a:t>75</a:t>
            </a:fld>
            <a:endParaRPr lang="en-US" altLang="zh-CN"/>
          </a:p>
        </p:txBody>
      </p:sp>
      <p:sp>
        <p:nvSpPr>
          <p:cNvPr id="133123" name="Rectangle 2"/>
          <p:cNvSpPr>
            <a:spLocks noGrp="1" noRot="1" noChangeAspect="1" noChangeArrowheads="1" noTextEdit="1"/>
          </p:cNvSpPr>
          <p:nvPr>
            <p:ph type="sldImg"/>
          </p:nvPr>
        </p:nvSpPr>
        <p:spPr>
          <a:xfrm>
            <a:off x="381000" y="685800"/>
            <a:ext cx="6096000" cy="3429000"/>
          </a:xfrm>
          <a:ln/>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40670938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0A44CD5-5E43-4B77-8811-9267F66A7DA7}" type="slidenum">
              <a:rPr lang="en-US" altLang="zh-CN" smtClean="0"/>
              <a:pPr>
                <a:spcBef>
                  <a:spcPct val="0"/>
                </a:spcBef>
              </a:pPr>
              <a:t>76</a:t>
            </a:fld>
            <a:endParaRPr lang="en-US" altLang="zh-CN"/>
          </a:p>
        </p:txBody>
      </p:sp>
      <p:sp>
        <p:nvSpPr>
          <p:cNvPr id="135171" name="Rectangle 2"/>
          <p:cNvSpPr>
            <a:spLocks noGrp="1" noRot="1" noChangeAspect="1" noChangeArrowheads="1" noTextEdit="1"/>
          </p:cNvSpPr>
          <p:nvPr>
            <p:ph type="sldImg"/>
          </p:nvPr>
        </p:nvSpPr>
        <p:spPr>
          <a:xfrm>
            <a:off x="381000" y="685800"/>
            <a:ext cx="6096000" cy="3429000"/>
          </a:xfrm>
          <a:ln/>
        </p:spPr>
      </p:sp>
      <p:sp>
        <p:nvSpPr>
          <p:cNvPr id="135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4995221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02A9477-B47F-4F25-92FA-12EA352BC39C}" type="slidenum">
              <a:rPr lang="en-US" altLang="zh-CN" smtClean="0"/>
              <a:pPr>
                <a:spcBef>
                  <a:spcPct val="0"/>
                </a:spcBef>
              </a:pPr>
              <a:t>77</a:t>
            </a:fld>
            <a:endParaRPr lang="en-US" altLang="zh-CN"/>
          </a:p>
        </p:txBody>
      </p:sp>
      <p:sp>
        <p:nvSpPr>
          <p:cNvPr id="137219" name="Rectangle 2"/>
          <p:cNvSpPr>
            <a:spLocks noGrp="1" noRot="1" noChangeAspect="1" noChangeArrowheads="1" noTextEdit="1"/>
          </p:cNvSpPr>
          <p:nvPr>
            <p:ph type="sldImg"/>
          </p:nvPr>
        </p:nvSpPr>
        <p:spPr>
          <a:xfrm>
            <a:off x="381000" y="685800"/>
            <a:ext cx="6096000" cy="3429000"/>
          </a:xfrm>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7077682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99F376C-408D-4F9F-B19E-0100A9A69E93}" type="slidenum">
              <a:rPr lang="en-US" altLang="zh-CN" smtClean="0"/>
              <a:pPr>
                <a:spcBef>
                  <a:spcPct val="0"/>
                </a:spcBef>
              </a:pPr>
              <a:t>78</a:t>
            </a:fld>
            <a:endParaRPr lang="en-US" altLang="zh-CN"/>
          </a:p>
        </p:txBody>
      </p:sp>
      <p:sp>
        <p:nvSpPr>
          <p:cNvPr id="139267" name="Rectangle 2"/>
          <p:cNvSpPr>
            <a:spLocks noGrp="1" noRot="1" noChangeAspect="1" noChangeArrowheads="1" noTextEdit="1"/>
          </p:cNvSpPr>
          <p:nvPr>
            <p:ph type="sldImg"/>
          </p:nvPr>
        </p:nvSpPr>
        <p:spPr>
          <a:xfrm>
            <a:off x="381000" y="685800"/>
            <a:ext cx="6096000" cy="3429000"/>
          </a:xfrm>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97594807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4FAB237-B801-4A5B-8D2B-0E0FAFE71F7F}" type="slidenum">
              <a:rPr lang="en-US" altLang="zh-CN" smtClean="0"/>
              <a:pPr>
                <a:spcBef>
                  <a:spcPct val="0"/>
                </a:spcBef>
              </a:pPr>
              <a:t>79</a:t>
            </a:fld>
            <a:endParaRPr lang="en-US" altLang="zh-CN"/>
          </a:p>
        </p:txBody>
      </p:sp>
      <p:sp>
        <p:nvSpPr>
          <p:cNvPr id="141315" name="Rectangle 2"/>
          <p:cNvSpPr>
            <a:spLocks noGrp="1" noRot="1" noChangeAspect="1" noChangeArrowheads="1" noTextEdit="1"/>
          </p:cNvSpPr>
          <p:nvPr>
            <p:ph type="sldImg"/>
          </p:nvPr>
        </p:nvSpPr>
        <p:spPr>
          <a:xfrm>
            <a:off x="381000" y="685800"/>
            <a:ext cx="6096000" cy="3429000"/>
          </a:xfrm>
          <a:ln/>
        </p:spPr>
      </p:sp>
      <p:sp>
        <p:nvSpPr>
          <p:cNvPr id="141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72234094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8317D90-B5C9-4033-B1AF-04EF1EE0F56F}" type="slidenum">
              <a:rPr lang="en-US" altLang="zh-CN" smtClean="0"/>
              <a:pPr>
                <a:spcBef>
                  <a:spcPct val="0"/>
                </a:spcBef>
              </a:pPr>
              <a:t>80</a:t>
            </a:fld>
            <a:endParaRPr lang="en-US" altLang="zh-CN"/>
          </a:p>
        </p:txBody>
      </p:sp>
      <p:sp>
        <p:nvSpPr>
          <p:cNvPr id="143363" name="Rectangle 2"/>
          <p:cNvSpPr>
            <a:spLocks noGrp="1" noRot="1" noChangeAspect="1" noChangeArrowheads="1" noTextEdit="1"/>
          </p:cNvSpPr>
          <p:nvPr>
            <p:ph type="sldImg"/>
          </p:nvPr>
        </p:nvSpPr>
        <p:spPr>
          <a:xfrm>
            <a:off x="381000" y="685800"/>
            <a:ext cx="6096000" cy="3429000"/>
          </a:xfrm>
          <a:ln/>
        </p:spPr>
      </p:sp>
      <p:sp>
        <p:nvSpPr>
          <p:cNvPr id="143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59535089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80CC720-964F-47D9-810E-BA92BEB4CE87}" type="slidenum">
              <a:rPr lang="en-US" altLang="zh-CN" smtClean="0"/>
              <a:pPr>
                <a:spcBef>
                  <a:spcPct val="0"/>
                </a:spcBef>
              </a:pPr>
              <a:t>81</a:t>
            </a:fld>
            <a:endParaRPr lang="en-US" altLang="zh-CN"/>
          </a:p>
        </p:txBody>
      </p:sp>
      <p:sp>
        <p:nvSpPr>
          <p:cNvPr id="145411" name="Rectangle 2"/>
          <p:cNvSpPr>
            <a:spLocks noGrp="1" noRot="1" noChangeAspect="1" noChangeArrowheads="1" noTextEdit="1"/>
          </p:cNvSpPr>
          <p:nvPr>
            <p:ph type="sldImg"/>
          </p:nvPr>
        </p:nvSpPr>
        <p:spPr>
          <a:xfrm>
            <a:off x="381000" y="685800"/>
            <a:ext cx="6096000" cy="3429000"/>
          </a:xfrm>
          <a:ln/>
        </p:spPr>
      </p:sp>
      <p:sp>
        <p:nvSpPr>
          <p:cNvPr id="145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2202637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801450B-DD33-4912-89B1-2D7130F9CA21}" type="datetimeFigureOut">
              <a:rPr lang="zh-CN" altLang="en-US" smtClean="0"/>
              <a:t>2026/5/18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C1EC1B4-4E7A-4C34-85F6-0005AF1975A4}" type="slidenum">
              <a:rPr lang="zh-CN" altLang="en-US" smtClean="0"/>
              <a:t>‹#›</a:t>
            </a:fld>
            <a:endParaRPr lang="zh-CN" altLang="en-US"/>
          </a:p>
        </p:txBody>
      </p:sp>
    </p:spTree>
    <p:extLst>
      <p:ext uri="{BB962C8B-B14F-4D97-AF65-F5344CB8AC3E}">
        <p14:creationId xmlns:p14="http://schemas.microsoft.com/office/powerpoint/2010/main" val="3901409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801450B-DD33-4912-89B1-2D7130F9CA21}" type="datetimeFigureOut">
              <a:rPr lang="zh-CN" altLang="en-US" smtClean="0"/>
              <a:t>2026/5/18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C1EC1B4-4E7A-4C34-85F6-0005AF1975A4}" type="slidenum">
              <a:rPr lang="zh-CN" altLang="en-US" smtClean="0"/>
              <a:t>‹#›</a:t>
            </a:fld>
            <a:endParaRPr lang="zh-CN" altLang="en-US"/>
          </a:p>
        </p:txBody>
      </p:sp>
    </p:spTree>
    <p:extLst>
      <p:ext uri="{BB962C8B-B14F-4D97-AF65-F5344CB8AC3E}">
        <p14:creationId xmlns:p14="http://schemas.microsoft.com/office/powerpoint/2010/main" val="42335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A801450B-DD33-4912-89B1-2D7130F9CA21}" type="datetimeFigureOut">
              <a:rPr lang="zh-CN" altLang="en-US" smtClean="0"/>
              <a:t>2026/5/18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C1EC1B4-4E7A-4C34-85F6-0005AF1975A4}" type="slidenum">
              <a:rPr lang="zh-CN" altLang="en-US" smtClean="0"/>
              <a:t>‹#›</a:t>
            </a:fld>
            <a:endParaRPr lang="zh-CN" altLang="en-US"/>
          </a:p>
        </p:txBody>
      </p:sp>
    </p:spTree>
    <p:extLst>
      <p:ext uri="{BB962C8B-B14F-4D97-AF65-F5344CB8AC3E}">
        <p14:creationId xmlns:p14="http://schemas.microsoft.com/office/powerpoint/2010/main" val="3486464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801450B-DD33-4912-89B1-2D7130F9CA21}" type="datetimeFigureOut">
              <a:rPr lang="zh-CN" altLang="en-US" smtClean="0"/>
              <a:t>2026/5/18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C1EC1B4-4E7A-4C34-85F6-0005AF1975A4}" type="slidenum">
              <a:rPr lang="zh-CN" altLang="en-US" smtClean="0"/>
              <a:t>‹#›</a:t>
            </a:fld>
            <a:endParaRPr lang="zh-CN" altLang="en-US"/>
          </a:p>
        </p:txBody>
      </p:sp>
    </p:spTree>
    <p:extLst>
      <p:ext uri="{BB962C8B-B14F-4D97-AF65-F5344CB8AC3E}">
        <p14:creationId xmlns:p14="http://schemas.microsoft.com/office/powerpoint/2010/main" val="2179051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801450B-DD33-4912-89B1-2D7130F9CA21}" type="datetimeFigureOut">
              <a:rPr lang="zh-CN" altLang="en-US" smtClean="0"/>
              <a:t>2026/5/18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C1EC1B4-4E7A-4C34-85F6-0005AF1975A4}" type="slidenum">
              <a:rPr lang="zh-CN" altLang="en-US" smtClean="0"/>
              <a:t>‹#›</a:t>
            </a:fld>
            <a:endParaRPr lang="zh-CN" altLang="en-US"/>
          </a:p>
        </p:txBody>
      </p:sp>
    </p:spTree>
    <p:extLst>
      <p:ext uri="{BB962C8B-B14F-4D97-AF65-F5344CB8AC3E}">
        <p14:creationId xmlns:p14="http://schemas.microsoft.com/office/powerpoint/2010/main" val="3683637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801450B-DD33-4912-89B1-2D7130F9CA21}" type="datetimeFigureOut">
              <a:rPr lang="zh-CN" altLang="en-US" smtClean="0"/>
              <a:t>2026/5/18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C1EC1B4-4E7A-4C34-85F6-0005AF1975A4}" type="slidenum">
              <a:rPr lang="zh-CN" altLang="en-US" smtClean="0"/>
              <a:t>‹#›</a:t>
            </a:fld>
            <a:endParaRPr lang="zh-CN" altLang="en-US"/>
          </a:p>
        </p:txBody>
      </p:sp>
    </p:spTree>
    <p:extLst>
      <p:ext uri="{BB962C8B-B14F-4D97-AF65-F5344CB8AC3E}">
        <p14:creationId xmlns:p14="http://schemas.microsoft.com/office/powerpoint/2010/main" val="1508873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801450B-DD33-4912-89B1-2D7130F9CA21}" type="datetimeFigureOut">
              <a:rPr lang="zh-CN" altLang="en-US" smtClean="0"/>
              <a:t>2026/5/18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C1EC1B4-4E7A-4C34-85F6-0005AF1975A4}" type="slidenum">
              <a:rPr lang="zh-CN" altLang="en-US" smtClean="0"/>
              <a:t>‹#›</a:t>
            </a:fld>
            <a:endParaRPr lang="zh-CN" altLang="en-US"/>
          </a:p>
        </p:txBody>
      </p:sp>
    </p:spTree>
    <p:extLst>
      <p:ext uri="{BB962C8B-B14F-4D97-AF65-F5344CB8AC3E}">
        <p14:creationId xmlns:p14="http://schemas.microsoft.com/office/powerpoint/2010/main" val="1487993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801450B-DD33-4912-89B1-2D7130F9CA21}" type="datetimeFigureOut">
              <a:rPr lang="zh-CN" altLang="en-US" smtClean="0"/>
              <a:t>2026/5/18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C1EC1B4-4E7A-4C34-85F6-0005AF1975A4}" type="slidenum">
              <a:rPr lang="zh-CN" altLang="en-US" smtClean="0"/>
              <a:t>‹#›</a:t>
            </a:fld>
            <a:endParaRPr lang="zh-CN" altLang="en-US"/>
          </a:p>
        </p:txBody>
      </p:sp>
    </p:spTree>
    <p:extLst>
      <p:ext uri="{BB962C8B-B14F-4D97-AF65-F5344CB8AC3E}">
        <p14:creationId xmlns:p14="http://schemas.microsoft.com/office/powerpoint/2010/main" val="1893070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801450B-DD33-4912-89B1-2D7130F9CA21}" type="datetimeFigureOut">
              <a:rPr lang="zh-CN" altLang="en-US" smtClean="0"/>
              <a:t>2026/5/18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C1EC1B4-4E7A-4C34-85F6-0005AF1975A4}" type="slidenum">
              <a:rPr lang="zh-CN" altLang="en-US" smtClean="0"/>
              <a:t>‹#›</a:t>
            </a:fld>
            <a:endParaRPr lang="zh-CN" altLang="en-US"/>
          </a:p>
        </p:txBody>
      </p:sp>
    </p:spTree>
    <p:extLst>
      <p:ext uri="{BB962C8B-B14F-4D97-AF65-F5344CB8AC3E}">
        <p14:creationId xmlns:p14="http://schemas.microsoft.com/office/powerpoint/2010/main" val="1831292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801450B-DD33-4912-89B1-2D7130F9CA21}" type="datetimeFigureOut">
              <a:rPr lang="zh-CN" altLang="en-US" smtClean="0"/>
              <a:t>2026/5/18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C1EC1B4-4E7A-4C34-85F6-0005AF1975A4}" type="slidenum">
              <a:rPr lang="zh-CN" altLang="en-US" smtClean="0"/>
              <a:t>‹#›</a:t>
            </a:fld>
            <a:endParaRPr lang="zh-CN" altLang="en-US"/>
          </a:p>
        </p:txBody>
      </p:sp>
    </p:spTree>
    <p:extLst>
      <p:ext uri="{BB962C8B-B14F-4D97-AF65-F5344CB8AC3E}">
        <p14:creationId xmlns:p14="http://schemas.microsoft.com/office/powerpoint/2010/main" val="77329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801450B-DD33-4912-89B1-2D7130F9CA21}" type="datetimeFigureOut">
              <a:rPr lang="zh-CN" altLang="en-US" smtClean="0"/>
              <a:t>2026/5/18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C1EC1B4-4E7A-4C34-85F6-0005AF1975A4}" type="slidenum">
              <a:rPr lang="zh-CN" altLang="en-US" smtClean="0"/>
              <a:t>‹#›</a:t>
            </a:fld>
            <a:endParaRPr lang="zh-CN" altLang="en-US"/>
          </a:p>
        </p:txBody>
      </p:sp>
    </p:spTree>
    <p:extLst>
      <p:ext uri="{BB962C8B-B14F-4D97-AF65-F5344CB8AC3E}">
        <p14:creationId xmlns:p14="http://schemas.microsoft.com/office/powerpoint/2010/main" val="42209114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556C73-EE83-4D22-B20E-AE375226B92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6607437-F4DA-4A34-A59F-0F43C079B3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112E4AF-215A-4625-A5B5-72D0513E25AA}"/>
              </a:ext>
            </a:extLst>
          </p:cNvPr>
          <p:cNvSpPr>
            <a:spLocks noGrp="1"/>
          </p:cNvSpPr>
          <p:nvPr>
            <p:ph type="dt" sz="half" idx="10"/>
          </p:nvPr>
        </p:nvSpPr>
        <p:spPr/>
        <p:txBody>
          <a:bodyPr/>
          <a:lstStyle/>
          <a:p>
            <a:fld id="{8B77B3FF-A0C9-4D62-BAA9-A930C3FB9BA6}" type="datetimeFigureOut">
              <a:rPr lang="zh-CN" altLang="en-US" smtClean="0"/>
              <a:t>2026/5/18</a:t>
            </a:fld>
            <a:endParaRPr lang="zh-CN" altLang="en-US"/>
          </a:p>
        </p:txBody>
      </p:sp>
      <p:sp>
        <p:nvSpPr>
          <p:cNvPr id="5" name="页脚占位符 4">
            <a:extLst>
              <a:ext uri="{FF2B5EF4-FFF2-40B4-BE49-F238E27FC236}">
                <a16:creationId xmlns:a16="http://schemas.microsoft.com/office/drawing/2014/main" id="{B197B9DD-2C4C-4584-B6A5-2A52A1C5E44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D60CE4E-1495-4193-BAFA-FAA4A4DC8A21}"/>
              </a:ext>
            </a:extLst>
          </p:cNvPr>
          <p:cNvSpPr>
            <a:spLocks noGrp="1"/>
          </p:cNvSpPr>
          <p:nvPr>
            <p:ph type="sldNum" sz="quarter" idx="12"/>
          </p:nvPr>
        </p:nvSpPr>
        <p:spPr/>
        <p:txBody>
          <a:bodyPr/>
          <a:lstStyle/>
          <a:p>
            <a:fld id="{D5EDA412-824C-4E49-B7DE-7DB6DD07E570}" type="slidenum">
              <a:rPr lang="zh-CN" altLang="en-US" smtClean="0"/>
              <a:t>‹#›</a:t>
            </a:fld>
            <a:endParaRPr lang="zh-CN" altLang="en-US"/>
          </a:p>
        </p:txBody>
      </p:sp>
    </p:spTree>
    <p:extLst>
      <p:ext uri="{BB962C8B-B14F-4D97-AF65-F5344CB8AC3E}">
        <p14:creationId xmlns:p14="http://schemas.microsoft.com/office/powerpoint/2010/main" val="10934213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BCE2BB-8EB5-45BA-8720-C89D2FAB9C0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8259D41-09D0-46AA-AF94-52F7B35B2B0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5553493-A331-4AA1-A1BE-C8A0A4782D63}"/>
              </a:ext>
            </a:extLst>
          </p:cNvPr>
          <p:cNvSpPr>
            <a:spLocks noGrp="1"/>
          </p:cNvSpPr>
          <p:nvPr>
            <p:ph type="dt" sz="half" idx="10"/>
          </p:nvPr>
        </p:nvSpPr>
        <p:spPr/>
        <p:txBody>
          <a:bodyPr/>
          <a:lstStyle/>
          <a:p>
            <a:fld id="{8B77B3FF-A0C9-4D62-BAA9-A930C3FB9BA6}" type="datetimeFigureOut">
              <a:rPr lang="zh-CN" altLang="en-US" smtClean="0"/>
              <a:t>2026/5/18</a:t>
            </a:fld>
            <a:endParaRPr lang="zh-CN" altLang="en-US"/>
          </a:p>
        </p:txBody>
      </p:sp>
      <p:sp>
        <p:nvSpPr>
          <p:cNvPr id="5" name="页脚占位符 4">
            <a:extLst>
              <a:ext uri="{FF2B5EF4-FFF2-40B4-BE49-F238E27FC236}">
                <a16:creationId xmlns:a16="http://schemas.microsoft.com/office/drawing/2014/main" id="{F7A22489-B0EA-40CF-A09E-5790FFA2A0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90961A3-37DB-443A-80A1-B4E505257855}"/>
              </a:ext>
            </a:extLst>
          </p:cNvPr>
          <p:cNvSpPr>
            <a:spLocks noGrp="1"/>
          </p:cNvSpPr>
          <p:nvPr>
            <p:ph type="sldNum" sz="quarter" idx="12"/>
          </p:nvPr>
        </p:nvSpPr>
        <p:spPr/>
        <p:txBody>
          <a:bodyPr/>
          <a:lstStyle/>
          <a:p>
            <a:fld id="{D5EDA412-824C-4E49-B7DE-7DB6DD07E570}" type="slidenum">
              <a:rPr lang="zh-CN" altLang="en-US" smtClean="0"/>
              <a:t>‹#›</a:t>
            </a:fld>
            <a:endParaRPr lang="zh-CN" altLang="en-US"/>
          </a:p>
        </p:txBody>
      </p:sp>
    </p:spTree>
    <p:extLst>
      <p:ext uri="{BB962C8B-B14F-4D97-AF65-F5344CB8AC3E}">
        <p14:creationId xmlns:p14="http://schemas.microsoft.com/office/powerpoint/2010/main" val="38825986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8AE2FE-4A55-4849-A290-747D4A3A2E2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A5DCCCA-C99C-4059-A90C-C54FD3EFA4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064D00A-BA56-4563-A017-2B106A9DB1DF}"/>
              </a:ext>
            </a:extLst>
          </p:cNvPr>
          <p:cNvSpPr>
            <a:spLocks noGrp="1"/>
          </p:cNvSpPr>
          <p:nvPr>
            <p:ph type="dt" sz="half" idx="10"/>
          </p:nvPr>
        </p:nvSpPr>
        <p:spPr/>
        <p:txBody>
          <a:bodyPr/>
          <a:lstStyle/>
          <a:p>
            <a:fld id="{8B77B3FF-A0C9-4D62-BAA9-A930C3FB9BA6}" type="datetimeFigureOut">
              <a:rPr lang="zh-CN" altLang="en-US" smtClean="0"/>
              <a:t>2026/5/18</a:t>
            </a:fld>
            <a:endParaRPr lang="zh-CN" altLang="en-US"/>
          </a:p>
        </p:txBody>
      </p:sp>
      <p:sp>
        <p:nvSpPr>
          <p:cNvPr id="5" name="页脚占位符 4">
            <a:extLst>
              <a:ext uri="{FF2B5EF4-FFF2-40B4-BE49-F238E27FC236}">
                <a16:creationId xmlns:a16="http://schemas.microsoft.com/office/drawing/2014/main" id="{530BD26C-2F7F-489D-AC63-0FE1E2F3FA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FA39330-E089-4F83-9937-CEAE3E912BBB}"/>
              </a:ext>
            </a:extLst>
          </p:cNvPr>
          <p:cNvSpPr>
            <a:spLocks noGrp="1"/>
          </p:cNvSpPr>
          <p:nvPr>
            <p:ph type="sldNum" sz="quarter" idx="12"/>
          </p:nvPr>
        </p:nvSpPr>
        <p:spPr/>
        <p:txBody>
          <a:bodyPr/>
          <a:lstStyle/>
          <a:p>
            <a:fld id="{D5EDA412-824C-4E49-B7DE-7DB6DD07E570}" type="slidenum">
              <a:rPr lang="zh-CN" altLang="en-US" smtClean="0"/>
              <a:t>‹#›</a:t>
            </a:fld>
            <a:endParaRPr lang="zh-CN" altLang="en-US"/>
          </a:p>
        </p:txBody>
      </p:sp>
    </p:spTree>
    <p:extLst>
      <p:ext uri="{BB962C8B-B14F-4D97-AF65-F5344CB8AC3E}">
        <p14:creationId xmlns:p14="http://schemas.microsoft.com/office/powerpoint/2010/main" val="7126123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0820C9-BFD2-4B52-86D9-155FD8C03A4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0F7AC94-7C18-465D-86B6-8DE023C0847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E1C7407-683C-480C-9EDC-FAE19810C19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3BFB890-F407-4527-AAED-33525BB0CD8A}"/>
              </a:ext>
            </a:extLst>
          </p:cNvPr>
          <p:cNvSpPr>
            <a:spLocks noGrp="1"/>
          </p:cNvSpPr>
          <p:nvPr>
            <p:ph type="dt" sz="half" idx="10"/>
          </p:nvPr>
        </p:nvSpPr>
        <p:spPr/>
        <p:txBody>
          <a:bodyPr/>
          <a:lstStyle/>
          <a:p>
            <a:fld id="{8B77B3FF-A0C9-4D62-BAA9-A930C3FB9BA6}" type="datetimeFigureOut">
              <a:rPr lang="zh-CN" altLang="en-US" smtClean="0"/>
              <a:t>2026/5/18</a:t>
            </a:fld>
            <a:endParaRPr lang="zh-CN" altLang="en-US"/>
          </a:p>
        </p:txBody>
      </p:sp>
      <p:sp>
        <p:nvSpPr>
          <p:cNvPr id="6" name="页脚占位符 5">
            <a:extLst>
              <a:ext uri="{FF2B5EF4-FFF2-40B4-BE49-F238E27FC236}">
                <a16:creationId xmlns:a16="http://schemas.microsoft.com/office/drawing/2014/main" id="{4AD402C6-FE20-4772-96CD-24B4659C516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64C414-6028-4628-B030-4BAA6D2B9DDD}"/>
              </a:ext>
            </a:extLst>
          </p:cNvPr>
          <p:cNvSpPr>
            <a:spLocks noGrp="1"/>
          </p:cNvSpPr>
          <p:nvPr>
            <p:ph type="sldNum" sz="quarter" idx="12"/>
          </p:nvPr>
        </p:nvSpPr>
        <p:spPr/>
        <p:txBody>
          <a:bodyPr/>
          <a:lstStyle/>
          <a:p>
            <a:fld id="{D5EDA412-824C-4E49-B7DE-7DB6DD07E570}" type="slidenum">
              <a:rPr lang="zh-CN" altLang="en-US" smtClean="0"/>
              <a:t>‹#›</a:t>
            </a:fld>
            <a:endParaRPr lang="zh-CN" altLang="en-US"/>
          </a:p>
        </p:txBody>
      </p:sp>
    </p:spTree>
    <p:extLst>
      <p:ext uri="{BB962C8B-B14F-4D97-AF65-F5344CB8AC3E}">
        <p14:creationId xmlns:p14="http://schemas.microsoft.com/office/powerpoint/2010/main" val="13256483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32C0-3CDD-4969-B17D-64513161D67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4EE938F-DCF1-43F8-AE8C-3224666978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7823475-D03C-4814-A647-FF7FC7773BD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EE7DC0B-2E52-44F0-828D-7FDCD63E01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D17EBA2-31B7-47F4-B7F9-7497E63C93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501B6D9-2315-47BB-AE6A-038FDAFC40FE}"/>
              </a:ext>
            </a:extLst>
          </p:cNvPr>
          <p:cNvSpPr>
            <a:spLocks noGrp="1"/>
          </p:cNvSpPr>
          <p:nvPr>
            <p:ph type="dt" sz="half" idx="10"/>
          </p:nvPr>
        </p:nvSpPr>
        <p:spPr/>
        <p:txBody>
          <a:bodyPr/>
          <a:lstStyle/>
          <a:p>
            <a:fld id="{8B77B3FF-A0C9-4D62-BAA9-A930C3FB9BA6}" type="datetimeFigureOut">
              <a:rPr lang="zh-CN" altLang="en-US" smtClean="0"/>
              <a:t>2026/5/18</a:t>
            </a:fld>
            <a:endParaRPr lang="zh-CN" altLang="en-US"/>
          </a:p>
        </p:txBody>
      </p:sp>
      <p:sp>
        <p:nvSpPr>
          <p:cNvPr id="8" name="页脚占位符 7">
            <a:extLst>
              <a:ext uri="{FF2B5EF4-FFF2-40B4-BE49-F238E27FC236}">
                <a16:creationId xmlns:a16="http://schemas.microsoft.com/office/drawing/2014/main" id="{C1E1BA44-5121-4F39-ACDD-53CBEA87C58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0F0A838-B9BF-4F5E-99E6-59F560FA899B}"/>
              </a:ext>
            </a:extLst>
          </p:cNvPr>
          <p:cNvSpPr>
            <a:spLocks noGrp="1"/>
          </p:cNvSpPr>
          <p:nvPr>
            <p:ph type="sldNum" sz="quarter" idx="12"/>
          </p:nvPr>
        </p:nvSpPr>
        <p:spPr/>
        <p:txBody>
          <a:bodyPr/>
          <a:lstStyle/>
          <a:p>
            <a:fld id="{D5EDA412-824C-4E49-B7DE-7DB6DD07E570}" type="slidenum">
              <a:rPr lang="zh-CN" altLang="en-US" smtClean="0"/>
              <a:t>‹#›</a:t>
            </a:fld>
            <a:endParaRPr lang="zh-CN" altLang="en-US"/>
          </a:p>
        </p:txBody>
      </p:sp>
    </p:spTree>
    <p:extLst>
      <p:ext uri="{BB962C8B-B14F-4D97-AF65-F5344CB8AC3E}">
        <p14:creationId xmlns:p14="http://schemas.microsoft.com/office/powerpoint/2010/main" val="40421983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F8C5B3-AFC2-4F73-8887-E019B536A0E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01498D0-D7F8-456B-9779-E56D8159A209}"/>
              </a:ext>
            </a:extLst>
          </p:cNvPr>
          <p:cNvSpPr>
            <a:spLocks noGrp="1"/>
          </p:cNvSpPr>
          <p:nvPr>
            <p:ph type="dt" sz="half" idx="10"/>
          </p:nvPr>
        </p:nvSpPr>
        <p:spPr/>
        <p:txBody>
          <a:bodyPr/>
          <a:lstStyle/>
          <a:p>
            <a:fld id="{8B77B3FF-A0C9-4D62-BAA9-A930C3FB9BA6}" type="datetimeFigureOut">
              <a:rPr lang="zh-CN" altLang="en-US" smtClean="0"/>
              <a:t>2026/5/18</a:t>
            </a:fld>
            <a:endParaRPr lang="zh-CN" altLang="en-US"/>
          </a:p>
        </p:txBody>
      </p:sp>
      <p:sp>
        <p:nvSpPr>
          <p:cNvPr id="4" name="页脚占位符 3">
            <a:extLst>
              <a:ext uri="{FF2B5EF4-FFF2-40B4-BE49-F238E27FC236}">
                <a16:creationId xmlns:a16="http://schemas.microsoft.com/office/drawing/2014/main" id="{3B172048-DBCD-49E4-AFF7-CF501A78F67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E71A13D-89DA-44E5-99EB-578A2BBCF561}"/>
              </a:ext>
            </a:extLst>
          </p:cNvPr>
          <p:cNvSpPr>
            <a:spLocks noGrp="1"/>
          </p:cNvSpPr>
          <p:nvPr>
            <p:ph type="sldNum" sz="quarter" idx="12"/>
          </p:nvPr>
        </p:nvSpPr>
        <p:spPr/>
        <p:txBody>
          <a:bodyPr/>
          <a:lstStyle/>
          <a:p>
            <a:fld id="{D5EDA412-824C-4E49-B7DE-7DB6DD07E570}" type="slidenum">
              <a:rPr lang="zh-CN" altLang="en-US" smtClean="0"/>
              <a:t>‹#›</a:t>
            </a:fld>
            <a:endParaRPr lang="zh-CN" altLang="en-US"/>
          </a:p>
        </p:txBody>
      </p:sp>
    </p:spTree>
    <p:extLst>
      <p:ext uri="{BB962C8B-B14F-4D97-AF65-F5344CB8AC3E}">
        <p14:creationId xmlns:p14="http://schemas.microsoft.com/office/powerpoint/2010/main" val="23352226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BCCDA18-9252-4BE4-950E-F7F4AA912911}"/>
              </a:ext>
            </a:extLst>
          </p:cNvPr>
          <p:cNvSpPr>
            <a:spLocks noGrp="1"/>
          </p:cNvSpPr>
          <p:nvPr>
            <p:ph type="dt" sz="half" idx="10"/>
          </p:nvPr>
        </p:nvSpPr>
        <p:spPr/>
        <p:txBody>
          <a:bodyPr/>
          <a:lstStyle/>
          <a:p>
            <a:fld id="{8B77B3FF-A0C9-4D62-BAA9-A930C3FB9BA6}" type="datetimeFigureOut">
              <a:rPr lang="zh-CN" altLang="en-US" smtClean="0"/>
              <a:t>2026/5/18</a:t>
            </a:fld>
            <a:endParaRPr lang="zh-CN" altLang="en-US"/>
          </a:p>
        </p:txBody>
      </p:sp>
      <p:sp>
        <p:nvSpPr>
          <p:cNvPr id="3" name="页脚占位符 2">
            <a:extLst>
              <a:ext uri="{FF2B5EF4-FFF2-40B4-BE49-F238E27FC236}">
                <a16:creationId xmlns:a16="http://schemas.microsoft.com/office/drawing/2014/main" id="{2DE9F3E6-7566-40CD-98C7-463EA9CFE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CB753E8-A9CC-4446-A825-6A4D530B4412}"/>
              </a:ext>
            </a:extLst>
          </p:cNvPr>
          <p:cNvSpPr>
            <a:spLocks noGrp="1"/>
          </p:cNvSpPr>
          <p:nvPr>
            <p:ph type="sldNum" sz="quarter" idx="12"/>
          </p:nvPr>
        </p:nvSpPr>
        <p:spPr/>
        <p:txBody>
          <a:bodyPr/>
          <a:lstStyle/>
          <a:p>
            <a:fld id="{D5EDA412-824C-4E49-B7DE-7DB6DD07E570}" type="slidenum">
              <a:rPr lang="zh-CN" altLang="en-US" smtClean="0"/>
              <a:t>‹#›</a:t>
            </a:fld>
            <a:endParaRPr lang="zh-CN" altLang="en-US"/>
          </a:p>
        </p:txBody>
      </p:sp>
    </p:spTree>
    <p:extLst>
      <p:ext uri="{BB962C8B-B14F-4D97-AF65-F5344CB8AC3E}">
        <p14:creationId xmlns:p14="http://schemas.microsoft.com/office/powerpoint/2010/main" val="10958113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229AD7-EC01-4174-B745-C4B3A028C9A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F1EC8A7-D8EB-4A6F-B4AC-FDF28E94B3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73A47BE-9726-44CB-ABF9-F78BDC8FBC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17C0D0D-80DD-498A-8FEA-34806A248394}"/>
              </a:ext>
            </a:extLst>
          </p:cNvPr>
          <p:cNvSpPr>
            <a:spLocks noGrp="1"/>
          </p:cNvSpPr>
          <p:nvPr>
            <p:ph type="dt" sz="half" idx="10"/>
          </p:nvPr>
        </p:nvSpPr>
        <p:spPr/>
        <p:txBody>
          <a:bodyPr/>
          <a:lstStyle/>
          <a:p>
            <a:fld id="{8B77B3FF-A0C9-4D62-BAA9-A930C3FB9BA6}" type="datetimeFigureOut">
              <a:rPr lang="zh-CN" altLang="en-US" smtClean="0"/>
              <a:t>2026/5/18</a:t>
            </a:fld>
            <a:endParaRPr lang="zh-CN" altLang="en-US"/>
          </a:p>
        </p:txBody>
      </p:sp>
      <p:sp>
        <p:nvSpPr>
          <p:cNvPr id="6" name="页脚占位符 5">
            <a:extLst>
              <a:ext uri="{FF2B5EF4-FFF2-40B4-BE49-F238E27FC236}">
                <a16:creationId xmlns:a16="http://schemas.microsoft.com/office/drawing/2014/main" id="{2E2DAC6E-A914-40BC-B15C-AC2507C605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4FE317D-F9BB-4CAC-BE2B-C94922FCE413}"/>
              </a:ext>
            </a:extLst>
          </p:cNvPr>
          <p:cNvSpPr>
            <a:spLocks noGrp="1"/>
          </p:cNvSpPr>
          <p:nvPr>
            <p:ph type="sldNum" sz="quarter" idx="12"/>
          </p:nvPr>
        </p:nvSpPr>
        <p:spPr/>
        <p:txBody>
          <a:bodyPr/>
          <a:lstStyle/>
          <a:p>
            <a:fld id="{D5EDA412-824C-4E49-B7DE-7DB6DD07E570}" type="slidenum">
              <a:rPr lang="zh-CN" altLang="en-US" smtClean="0"/>
              <a:t>‹#›</a:t>
            </a:fld>
            <a:endParaRPr lang="zh-CN" altLang="en-US"/>
          </a:p>
        </p:txBody>
      </p:sp>
    </p:spTree>
    <p:extLst>
      <p:ext uri="{BB962C8B-B14F-4D97-AF65-F5344CB8AC3E}">
        <p14:creationId xmlns:p14="http://schemas.microsoft.com/office/powerpoint/2010/main" val="32511597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8828DA-DA62-45FF-BAFE-7B65DB2E266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5E460DF-DB42-4C10-B1C9-9EEAC192DA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2C82446-281B-41EA-AC22-EE679B1146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A542D81-025E-4F3C-A9E3-AE1577A5E6E6}"/>
              </a:ext>
            </a:extLst>
          </p:cNvPr>
          <p:cNvSpPr>
            <a:spLocks noGrp="1"/>
          </p:cNvSpPr>
          <p:nvPr>
            <p:ph type="dt" sz="half" idx="10"/>
          </p:nvPr>
        </p:nvSpPr>
        <p:spPr/>
        <p:txBody>
          <a:bodyPr/>
          <a:lstStyle/>
          <a:p>
            <a:fld id="{8B77B3FF-A0C9-4D62-BAA9-A930C3FB9BA6}" type="datetimeFigureOut">
              <a:rPr lang="zh-CN" altLang="en-US" smtClean="0"/>
              <a:t>2026/5/18</a:t>
            </a:fld>
            <a:endParaRPr lang="zh-CN" altLang="en-US"/>
          </a:p>
        </p:txBody>
      </p:sp>
      <p:sp>
        <p:nvSpPr>
          <p:cNvPr id="6" name="页脚占位符 5">
            <a:extLst>
              <a:ext uri="{FF2B5EF4-FFF2-40B4-BE49-F238E27FC236}">
                <a16:creationId xmlns:a16="http://schemas.microsoft.com/office/drawing/2014/main" id="{92A88834-1199-43B6-BF34-A9491A62516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D5CF42F-6529-4CC9-AB1B-44A5FFA01819}"/>
              </a:ext>
            </a:extLst>
          </p:cNvPr>
          <p:cNvSpPr>
            <a:spLocks noGrp="1"/>
          </p:cNvSpPr>
          <p:nvPr>
            <p:ph type="sldNum" sz="quarter" idx="12"/>
          </p:nvPr>
        </p:nvSpPr>
        <p:spPr/>
        <p:txBody>
          <a:bodyPr/>
          <a:lstStyle/>
          <a:p>
            <a:fld id="{D5EDA412-824C-4E49-B7DE-7DB6DD07E570}" type="slidenum">
              <a:rPr lang="zh-CN" altLang="en-US" smtClean="0"/>
              <a:t>‹#›</a:t>
            </a:fld>
            <a:endParaRPr lang="zh-CN" altLang="en-US"/>
          </a:p>
        </p:txBody>
      </p:sp>
    </p:spTree>
    <p:extLst>
      <p:ext uri="{BB962C8B-B14F-4D97-AF65-F5344CB8AC3E}">
        <p14:creationId xmlns:p14="http://schemas.microsoft.com/office/powerpoint/2010/main" val="9267753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6DDF14-7E56-4705-B8DE-1E3AB059ED5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D8C2B1F-F57A-4AC7-B1CD-DEA957F3936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D2330AA-D8C9-4EBD-A2FC-CA14B74A772D}"/>
              </a:ext>
            </a:extLst>
          </p:cNvPr>
          <p:cNvSpPr>
            <a:spLocks noGrp="1"/>
          </p:cNvSpPr>
          <p:nvPr>
            <p:ph type="dt" sz="half" idx="10"/>
          </p:nvPr>
        </p:nvSpPr>
        <p:spPr/>
        <p:txBody>
          <a:bodyPr/>
          <a:lstStyle/>
          <a:p>
            <a:fld id="{8B77B3FF-A0C9-4D62-BAA9-A930C3FB9BA6}" type="datetimeFigureOut">
              <a:rPr lang="zh-CN" altLang="en-US" smtClean="0"/>
              <a:t>2026/5/18</a:t>
            </a:fld>
            <a:endParaRPr lang="zh-CN" altLang="en-US"/>
          </a:p>
        </p:txBody>
      </p:sp>
      <p:sp>
        <p:nvSpPr>
          <p:cNvPr id="5" name="页脚占位符 4">
            <a:extLst>
              <a:ext uri="{FF2B5EF4-FFF2-40B4-BE49-F238E27FC236}">
                <a16:creationId xmlns:a16="http://schemas.microsoft.com/office/drawing/2014/main" id="{AFF367DF-B79B-421F-8B64-61643C4BAE6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AE65AAD-91A6-466E-8948-12F9B2ED97D2}"/>
              </a:ext>
            </a:extLst>
          </p:cNvPr>
          <p:cNvSpPr>
            <a:spLocks noGrp="1"/>
          </p:cNvSpPr>
          <p:nvPr>
            <p:ph type="sldNum" sz="quarter" idx="12"/>
          </p:nvPr>
        </p:nvSpPr>
        <p:spPr/>
        <p:txBody>
          <a:bodyPr/>
          <a:lstStyle/>
          <a:p>
            <a:fld id="{D5EDA412-824C-4E49-B7DE-7DB6DD07E570}" type="slidenum">
              <a:rPr lang="zh-CN" altLang="en-US" smtClean="0"/>
              <a:t>‹#›</a:t>
            </a:fld>
            <a:endParaRPr lang="zh-CN" altLang="en-US"/>
          </a:p>
        </p:txBody>
      </p:sp>
    </p:spTree>
    <p:extLst>
      <p:ext uri="{BB962C8B-B14F-4D97-AF65-F5344CB8AC3E}">
        <p14:creationId xmlns:p14="http://schemas.microsoft.com/office/powerpoint/2010/main" val="10660408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453A3CC-1968-4115-964B-54D46531424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6D39FA3-7D9F-4EF9-A02F-C0CE31B2BF0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2207FA5-BC5C-4FCE-9EAA-AFDF28099FBA}"/>
              </a:ext>
            </a:extLst>
          </p:cNvPr>
          <p:cNvSpPr>
            <a:spLocks noGrp="1"/>
          </p:cNvSpPr>
          <p:nvPr>
            <p:ph type="dt" sz="half" idx="10"/>
          </p:nvPr>
        </p:nvSpPr>
        <p:spPr/>
        <p:txBody>
          <a:bodyPr/>
          <a:lstStyle/>
          <a:p>
            <a:fld id="{8B77B3FF-A0C9-4D62-BAA9-A930C3FB9BA6}" type="datetimeFigureOut">
              <a:rPr lang="zh-CN" altLang="en-US" smtClean="0"/>
              <a:t>2026/5/18</a:t>
            </a:fld>
            <a:endParaRPr lang="zh-CN" altLang="en-US"/>
          </a:p>
        </p:txBody>
      </p:sp>
      <p:sp>
        <p:nvSpPr>
          <p:cNvPr id="5" name="页脚占位符 4">
            <a:extLst>
              <a:ext uri="{FF2B5EF4-FFF2-40B4-BE49-F238E27FC236}">
                <a16:creationId xmlns:a16="http://schemas.microsoft.com/office/drawing/2014/main" id="{64195CFF-65ED-4953-BB9D-60F82C1411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69822E2-199B-4C98-887B-C0A15FBAFEA1}"/>
              </a:ext>
            </a:extLst>
          </p:cNvPr>
          <p:cNvSpPr>
            <a:spLocks noGrp="1"/>
          </p:cNvSpPr>
          <p:nvPr>
            <p:ph type="sldNum" sz="quarter" idx="12"/>
          </p:nvPr>
        </p:nvSpPr>
        <p:spPr/>
        <p:txBody>
          <a:bodyPr/>
          <a:lstStyle/>
          <a:p>
            <a:fld id="{D5EDA412-824C-4E49-B7DE-7DB6DD07E570}" type="slidenum">
              <a:rPr lang="zh-CN" altLang="en-US" smtClean="0"/>
              <a:t>‹#›</a:t>
            </a:fld>
            <a:endParaRPr lang="zh-CN" altLang="en-US"/>
          </a:p>
        </p:txBody>
      </p:sp>
    </p:spTree>
    <p:extLst>
      <p:ext uri="{BB962C8B-B14F-4D97-AF65-F5344CB8AC3E}">
        <p14:creationId xmlns:p14="http://schemas.microsoft.com/office/powerpoint/2010/main" val="328466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01450B-DD33-4912-89B1-2D7130F9CA21}" type="datetimeFigureOut">
              <a:rPr lang="zh-CN" altLang="en-US" smtClean="0"/>
              <a:t>2026/5/18</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1EC1B4-4E7A-4C34-85F6-0005AF1975A4}" type="slidenum">
              <a:rPr lang="zh-CN" altLang="en-US" smtClean="0"/>
              <a:t>‹#›</a:t>
            </a:fld>
            <a:endParaRPr lang="zh-CN" altLang="en-US"/>
          </a:p>
        </p:txBody>
      </p:sp>
    </p:spTree>
    <p:extLst>
      <p:ext uri="{BB962C8B-B14F-4D97-AF65-F5344CB8AC3E}">
        <p14:creationId xmlns:p14="http://schemas.microsoft.com/office/powerpoint/2010/main" val="3913136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7BA1BAA-6E8C-419F-B48F-2E449AEADC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DB098CC-63EC-4BC6-9ED4-B66F1A14AD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43879E8-5066-4D52-AA5E-E6A0464EAD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77B3FF-A0C9-4D62-BAA9-A930C3FB9BA6}" type="datetimeFigureOut">
              <a:rPr lang="zh-CN" altLang="en-US" smtClean="0"/>
              <a:t>2026/5/18</a:t>
            </a:fld>
            <a:endParaRPr lang="zh-CN" altLang="en-US"/>
          </a:p>
        </p:txBody>
      </p:sp>
      <p:sp>
        <p:nvSpPr>
          <p:cNvPr id="5" name="页脚占位符 4">
            <a:extLst>
              <a:ext uri="{FF2B5EF4-FFF2-40B4-BE49-F238E27FC236}">
                <a16:creationId xmlns:a16="http://schemas.microsoft.com/office/drawing/2014/main" id="{A5842B3A-174E-4628-8BCC-662DFCB65D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506A2D72-30DD-4E73-8C48-0806875853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EDA412-824C-4E49-B7DE-7DB6DD07E570}" type="slidenum">
              <a:rPr lang="zh-CN" altLang="en-US" smtClean="0"/>
              <a:t>‹#›</a:t>
            </a:fld>
            <a:endParaRPr lang="zh-CN" altLang="en-US"/>
          </a:p>
        </p:txBody>
      </p:sp>
    </p:spTree>
    <p:extLst>
      <p:ext uri="{BB962C8B-B14F-4D97-AF65-F5344CB8AC3E}">
        <p14:creationId xmlns:p14="http://schemas.microsoft.com/office/powerpoint/2010/main" val="32978061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jpeg"/><Relationship Id="rId5" Type="http://schemas.openxmlformats.org/officeDocument/2006/relationships/image" Target="../media/image2.w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4.xml"/><Relationship Id="rId7" Type="http://schemas.openxmlformats.org/officeDocument/2006/relationships/image" Target="../media/image5.e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4.emf"/><Relationship Id="rId4" Type="http://schemas.openxmlformats.org/officeDocument/2006/relationships/oleObject" Target="../embeddings/oleObject2.bin"/><Relationship Id="rId9" Type="http://schemas.openxmlformats.org/officeDocument/2006/relationships/image" Target="../media/image6.e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8.e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7.emf"/><Relationship Id="rId4"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13.emf"/><Relationship Id="rId3" Type="http://schemas.openxmlformats.org/officeDocument/2006/relationships/notesSlide" Target="../notesSlides/notesSlide6.xml"/><Relationship Id="rId7" Type="http://schemas.openxmlformats.org/officeDocument/2006/relationships/image" Target="../media/image10.emf"/><Relationship Id="rId12" Type="http://schemas.openxmlformats.org/officeDocument/2006/relationships/oleObject" Target="../embeddings/oleObject11.bin"/><Relationship Id="rId17" Type="http://schemas.openxmlformats.org/officeDocument/2006/relationships/image" Target="../media/image15.emf"/><Relationship Id="rId2" Type="http://schemas.openxmlformats.org/officeDocument/2006/relationships/slideLayout" Target="../slideLayouts/slideLayout7.xml"/><Relationship Id="rId16" Type="http://schemas.openxmlformats.org/officeDocument/2006/relationships/oleObject" Target="../embeddings/oleObject13.bin"/><Relationship Id="rId1" Type="http://schemas.openxmlformats.org/officeDocument/2006/relationships/vmlDrawing" Target="../drawings/vmlDrawing4.vml"/><Relationship Id="rId6" Type="http://schemas.openxmlformats.org/officeDocument/2006/relationships/oleObject" Target="../embeddings/oleObject8.bin"/><Relationship Id="rId11" Type="http://schemas.openxmlformats.org/officeDocument/2006/relationships/image" Target="../media/image12.emf"/><Relationship Id="rId5" Type="http://schemas.openxmlformats.org/officeDocument/2006/relationships/image" Target="../media/image9.emf"/><Relationship Id="rId15" Type="http://schemas.openxmlformats.org/officeDocument/2006/relationships/image" Target="../media/image14.emf"/><Relationship Id="rId10" Type="http://schemas.openxmlformats.org/officeDocument/2006/relationships/oleObject" Target="../embeddings/oleObject10.bin"/><Relationship Id="rId4" Type="http://schemas.openxmlformats.org/officeDocument/2006/relationships/oleObject" Target="../embeddings/oleObject7.bin"/><Relationship Id="rId9" Type="http://schemas.openxmlformats.org/officeDocument/2006/relationships/image" Target="../media/image11.emf"/><Relationship Id="rId14" Type="http://schemas.openxmlformats.org/officeDocument/2006/relationships/oleObject" Target="../embeddings/oleObject12.bin"/></Relationships>
</file>

<file path=ppt/slides/_rels/slide7.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oleObject" Target="../embeddings/oleObject18.bin"/><Relationship Id="rId18" Type="http://schemas.openxmlformats.org/officeDocument/2006/relationships/image" Target="../media/image22.emf"/><Relationship Id="rId26" Type="http://schemas.openxmlformats.org/officeDocument/2006/relationships/image" Target="../media/image26.emf"/><Relationship Id="rId3" Type="http://schemas.openxmlformats.org/officeDocument/2006/relationships/notesSlide" Target="../notesSlides/notesSlide7.xml"/><Relationship Id="rId21" Type="http://schemas.openxmlformats.org/officeDocument/2006/relationships/oleObject" Target="../embeddings/oleObject22.bin"/><Relationship Id="rId7" Type="http://schemas.openxmlformats.org/officeDocument/2006/relationships/oleObject" Target="../embeddings/oleObject15.bin"/><Relationship Id="rId12" Type="http://schemas.openxmlformats.org/officeDocument/2006/relationships/image" Target="../media/image19.emf"/><Relationship Id="rId17" Type="http://schemas.openxmlformats.org/officeDocument/2006/relationships/oleObject" Target="../embeddings/oleObject20.bin"/><Relationship Id="rId25" Type="http://schemas.openxmlformats.org/officeDocument/2006/relationships/oleObject" Target="../embeddings/oleObject24.bin"/><Relationship Id="rId2" Type="http://schemas.openxmlformats.org/officeDocument/2006/relationships/slideLayout" Target="../slideLayouts/slideLayout7.xml"/><Relationship Id="rId16" Type="http://schemas.openxmlformats.org/officeDocument/2006/relationships/image" Target="../media/image21.emf"/><Relationship Id="rId20" Type="http://schemas.openxmlformats.org/officeDocument/2006/relationships/image" Target="../media/image23.emf"/><Relationship Id="rId1" Type="http://schemas.openxmlformats.org/officeDocument/2006/relationships/vmlDrawing" Target="../drawings/vmlDrawing5.vml"/><Relationship Id="rId6" Type="http://schemas.openxmlformats.org/officeDocument/2006/relationships/image" Target="../media/image27.png"/><Relationship Id="rId11" Type="http://schemas.openxmlformats.org/officeDocument/2006/relationships/oleObject" Target="../embeddings/oleObject17.bin"/><Relationship Id="rId24" Type="http://schemas.openxmlformats.org/officeDocument/2006/relationships/image" Target="../media/image25.emf"/><Relationship Id="rId5" Type="http://schemas.openxmlformats.org/officeDocument/2006/relationships/image" Target="../media/image16.emf"/><Relationship Id="rId15" Type="http://schemas.openxmlformats.org/officeDocument/2006/relationships/oleObject" Target="../embeddings/oleObject19.bin"/><Relationship Id="rId23" Type="http://schemas.openxmlformats.org/officeDocument/2006/relationships/oleObject" Target="../embeddings/oleObject23.bin"/><Relationship Id="rId28" Type="http://schemas.openxmlformats.org/officeDocument/2006/relationships/image" Target="../media/image29.png"/><Relationship Id="rId10" Type="http://schemas.openxmlformats.org/officeDocument/2006/relationships/image" Target="../media/image18.emf"/><Relationship Id="rId19" Type="http://schemas.openxmlformats.org/officeDocument/2006/relationships/oleObject" Target="../embeddings/oleObject21.bin"/><Relationship Id="rId4" Type="http://schemas.openxmlformats.org/officeDocument/2006/relationships/oleObject" Target="../embeddings/oleObject14.bin"/><Relationship Id="rId9" Type="http://schemas.openxmlformats.org/officeDocument/2006/relationships/oleObject" Target="../embeddings/oleObject16.bin"/><Relationship Id="rId14" Type="http://schemas.openxmlformats.org/officeDocument/2006/relationships/image" Target="../media/image20.emf"/><Relationship Id="rId22" Type="http://schemas.openxmlformats.org/officeDocument/2006/relationships/image" Target="../media/image24.emf"/><Relationship Id="rId27" Type="http://schemas.openxmlformats.org/officeDocument/2006/relationships/image" Target="../media/image27.jpeg"/></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notesSlide" Target="../notesSlides/notesSlide8.xml"/><Relationship Id="rId7" Type="http://schemas.openxmlformats.org/officeDocument/2006/relationships/image" Target="../media/image29.e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26.bin"/><Relationship Id="rId11" Type="http://schemas.openxmlformats.org/officeDocument/2006/relationships/image" Target="../media/image31.emf"/><Relationship Id="rId5" Type="http://schemas.openxmlformats.org/officeDocument/2006/relationships/image" Target="../media/image28.e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30.e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36.emf"/><Relationship Id="rId3" Type="http://schemas.openxmlformats.org/officeDocument/2006/relationships/notesSlide" Target="../notesSlides/notesSlide9.xml"/><Relationship Id="rId7" Type="http://schemas.openxmlformats.org/officeDocument/2006/relationships/image" Target="../media/image33.emf"/><Relationship Id="rId12"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30.bin"/><Relationship Id="rId11" Type="http://schemas.openxmlformats.org/officeDocument/2006/relationships/image" Target="../media/image35.emf"/><Relationship Id="rId5" Type="http://schemas.openxmlformats.org/officeDocument/2006/relationships/image" Target="../media/image32.emf"/><Relationship Id="rId10" Type="http://schemas.openxmlformats.org/officeDocument/2006/relationships/oleObject" Target="../embeddings/oleObject32.bin"/><Relationship Id="rId4" Type="http://schemas.openxmlformats.org/officeDocument/2006/relationships/oleObject" Target="../embeddings/oleObject29.bin"/><Relationship Id="rId9" Type="http://schemas.openxmlformats.org/officeDocument/2006/relationships/image" Target="../media/image34.e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41.emf"/><Relationship Id="rId18" Type="http://schemas.openxmlformats.org/officeDocument/2006/relationships/oleObject" Target="../embeddings/oleObject41.bin"/><Relationship Id="rId26" Type="http://schemas.openxmlformats.org/officeDocument/2006/relationships/image" Target="../media/image48.jpeg"/><Relationship Id="rId3" Type="http://schemas.openxmlformats.org/officeDocument/2006/relationships/notesSlide" Target="../notesSlides/notesSlide10.xml"/><Relationship Id="rId21" Type="http://schemas.openxmlformats.org/officeDocument/2006/relationships/image" Target="../media/image45.emf"/><Relationship Id="rId7" Type="http://schemas.openxmlformats.org/officeDocument/2006/relationships/image" Target="../media/image38.emf"/><Relationship Id="rId12" Type="http://schemas.openxmlformats.org/officeDocument/2006/relationships/oleObject" Target="../embeddings/oleObject38.bin"/><Relationship Id="rId17" Type="http://schemas.openxmlformats.org/officeDocument/2006/relationships/image" Target="../media/image43.emf"/><Relationship Id="rId25" Type="http://schemas.openxmlformats.org/officeDocument/2006/relationships/image" Target="../media/image47.emf"/><Relationship Id="rId2" Type="http://schemas.openxmlformats.org/officeDocument/2006/relationships/slideLayout" Target="../slideLayouts/slideLayout7.xml"/><Relationship Id="rId16" Type="http://schemas.openxmlformats.org/officeDocument/2006/relationships/oleObject" Target="../embeddings/oleObject40.bin"/><Relationship Id="rId20" Type="http://schemas.openxmlformats.org/officeDocument/2006/relationships/oleObject" Target="../embeddings/oleObject42.bin"/><Relationship Id="rId1" Type="http://schemas.openxmlformats.org/officeDocument/2006/relationships/vmlDrawing" Target="../drawings/vmlDrawing8.vml"/><Relationship Id="rId6" Type="http://schemas.openxmlformats.org/officeDocument/2006/relationships/oleObject" Target="../embeddings/oleObject35.bin"/><Relationship Id="rId11" Type="http://schemas.openxmlformats.org/officeDocument/2006/relationships/image" Target="../media/image40.emf"/><Relationship Id="rId24" Type="http://schemas.openxmlformats.org/officeDocument/2006/relationships/oleObject" Target="../embeddings/oleObject44.bin"/><Relationship Id="rId5" Type="http://schemas.openxmlformats.org/officeDocument/2006/relationships/image" Target="../media/image37.emf"/><Relationship Id="rId15" Type="http://schemas.openxmlformats.org/officeDocument/2006/relationships/image" Target="../media/image42.emf"/><Relationship Id="rId23" Type="http://schemas.openxmlformats.org/officeDocument/2006/relationships/image" Target="../media/image46.emf"/><Relationship Id="rId10" Type="http://schemas.openxmlformats.org/officeDocument/2006/relationships/oleObject" Target="../embeddings/oleObject37.bin"/><Relationship Id="rId19" Type="http://schemas.openxmlformats.org/officeDocument/2006/relationships/image" Target="../media/image44.emf"/><Relationship Id="rId4" Type="http://schemas.openxmlformats.org/officeDocument/2006/relationships/oleObject" Target="../embeddings/oleObject34.bin"/><Relationship Id="rId9" Type="http://schemas.openxmlformats.org/officeDocument/2006/relationships/image" Target="../media/image39.emf"/><Relationship Id="rId14" Type="http://schemas.openxmlformats.org/officeDocument/2006/relationships/oleObject" Target="../embeddings/oleObject39.bin"/><Relationship Id="rId22" Type="http://schemas.openxmlformats.org/officeDocument/2006/relationships/oleObject" Target="../embeddings/oleObject43.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47.bin"/><Relationship Id="rId3" Type="http://schemas.openxmlformats.org/officeDocument/2006/relationships/notesSlide" Target="../notesSlides/notesSlide11.xml"/><Relationship Id="rId7" Type="http://schemas.openxmlformats.org/officeDocument/2006/relationships/image" Target="../media/image50.e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46.bin"/><Relationship Id="rId5" Type="http://schemas.openxmlformats.org/officeDocument/2006/relationships/image" Target="../media/image49.emf"/><Relationship Id="rId10" Type="http://schemas.openxmlformats.org/officeDocument/2006/relationships/image" Target="../media/image52.png"/><Relationship Id="rId4" Type="http://schemas.openxmlformats.org/officeDocument/2006/relationships/oleObject" Target="../embeddings/oleObject45.bin"/><Relationship Id="rId9" Type="http://schemas.openxmlformats.org/officeDocument/2006/relationships/image" Target="../media/image51.emf"/></Relationships>
</file>

<file path=ppt/slides/_rels/slide12.xml.rels><?xml version="1.0" encoding="UTF-8" standalone="yes"?>
<Relationships xmlns="http://schemas.openxmlformats.org/package/2006/relationships"><Relationship Id="rId8" Type="http://schemas.openxmlformats.org/officeDocument/2006/relationships/image" Target="../media/image54.emf"/><Relationship Id="rId3" Type="http://schemas.openxmlformats.org/officeDocument/2006/relationships/notesSlide" Target="../notesSlides/notesSlide12.xml"/><Relationship Id="rId7" Type="http://schemas.openxmlformats.org/officeDocument/2006/relationships/oleObject" Target="../embeddings/oleObject49.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53.emf"/><Relationship Id="rId5" Type="http://schemas.openxmlformats.org/officeDocument/2006/relationships/oleObject" Target="../embeddings/oleObject48.bin"/><Relationship Id="rId10" Type="http://schemas.openxmlformats.org/officeDocument/2006/relationships/image" Target="../media/image55.emf"/><Relationship Id="rId4" Type="http://schemas.openxmlformats.org/officeDocument/2006/relationships/image" Target="../media/image56.jpeg"/><Relationship Id="rId9" Type="http://schemas.openxmlformats.org/officeDocument/2006/relationships/oleObject" Target="../embeddings/oleObject50.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53.bin"/><Relationship Id="rId13" Type="http://schemas.openxmlformats.org/officeDocument/2006/relationships/image" Target="../media/image61.emf"/><Relationship Id="rId18" Type="http://schemas.openxmlformats.org/officeDocument/2006/relationships/oleObject" Target="../embeddings/oleObject58.bin"/><Relationship Id="rId3" Type="http://schemas.openxmlformats.org/officeDocument/2006/relationships/notesSlide" Target="../notesSlides/notesSlide13.xml"/><Relationship Id="rId21" Type="http://schemas.openxmlformats.org/officeDocument/2006/relationships/image" Target="../media/image65.emf"/><Relationship Id="rId7" Type="http://schemas.openxmlformats.org/officeDocument/2006/relationships/image" Target="../media/image58.emf"/><Relationship Id="rId12" Type="http://schemas.openxmlformats.org/officeDocument/2006/relationships/oleObject" Target="../embeddings/oleObject55.bin"/><Relationship Id="rId17" Type="http://schemas.openxmlformats.org/officeDocument/2006/relationships/image" Target="../media/image63.emf"/><Relationship Id="rId2" Type="http://schemas.openxmlformats.org/officeDocument/2006/relationships/slideLayout" Target="../slideLayouts/slideLayout7.xml"/><Relationship Id="rId16" Type="http://schemas.openxmlformats.org/officeDocument/2006/relationships/oleObject" Target="../embeddings/oleObject57.bin"/><Relationship Id="rId20" Type="http://schemas.openxmlformats.org/officeDocument/2006/relationships/oleObject" Target="../embeddings/oleObject59.bin"/><Relationship Id="rId1" Type="http://schemas.openxmlformats.org/officeDocument/2006/relationships/vmlDrawing" Target="../drawings/vmlDrawing11.vml"/><Relationship Id="rId6" Type="http://schemas.openxmlformats.org/officeDocument/2006/relationships/oleObject" Target="../embeddings/oleObject52.bin"/><Relationship Id="rId11" Type="http://schemas.openxmlformats.org/officeDocument/2006/relationships/image" Target="../media/image60.emf"/><Relationship Id="rId5" Type="http://schemas.openxmlformats.org/officeDocument/2006/relationships/image" Target="../media/image57.emf"/><Relationship Id="rId15" Type="http://schemas.openxmlformats.org/officeDocument/2006/relationships/image" Target="../media/image62.emf"/><Relationship Id="rId23" Type="http://schemas.openxmlformats.org/officeDocument/2006/relationships/image" Target="../media/image66.emf"/><Relationship Id="rId10" Type="http://schemas.openxmlformats.org/officeDocument/2006/relationships/oleObject" Target="../embeddings/oleObject54.bin"/><Relationship Id="rId19" Type="http://schemas.openxmlformats.org/officeDocument/2006/relationships/image" Target="../media/image64.emf"/><Relationship Id="rId4" Type="http://schemas.openxmlformats.org/officeDocument/2006/relationships/oleObject" Target="../embeddings/oleObject51.bin"/><Relationship Id="rId9" Type="http://schemas.openxmlformats.org/officeDocument/2006/relationships/image" Target="../media/image59.emf"/><Relationship Id="rId14" Type="http://schemas.openxmlformats.org/officeDocument/2006/relationships/oleObject" Target="../embeddings/oleObject56.bin"/><Relationship Id="rId22" Type="http://schemas.openxmlformats.org/officeDocument/2006/relationships/oleObject" Target="../embeddings/oleObject60.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63.bin"/><Relationship Id="rId13" Type="http://schemas.openxmlformats.org/officeDocument/2006/relationships/image" Target="../media/image71.emf"/><Relationship Id="rId18" Type="http://schemas.openxmlformats.org/officeDocument/2006/relationships/oleObject" Target="../embeddings/oleObject68.bin"/><Relationship Id="rId3" Type="http://schemas.openxmlformats.org/officeDocument/2006/relationships/notesSlide" Target="../notesSlides/notesSlide14.xml"/><Relationship Id="rId7" Type="http://schemas.openxmlformats.org/officeDocument/2006/relationships/image" Target="../media/image68.emf"/><Relationship Id="rId12" Type="http://schemas.openxmlformats.org/officeDocument/2006/relationships/oleObject" Target="../embeddings/oleObject65.bin"/><Relationship Id="rId17" Type="http://schemas.openxmlformats.org/officeDocument/2006/relationships/image" Target="../media/image73.emf"/><Relationship Id="rId2" Type="http://schemas.openxmlformats.org/officeDocument/2006/relationships/slideLayout" Target="../slideLayouts/slideLayout7.xml"/><Relationship Id="rId16" Type="http://schemas.openxmlformats.org/officeDocument/2006/relationships/oleObject" Target="../embeddings/oleObject67.bin"/><Relationship Id="rId1" Type="http://schemas.openxmlformats.org/officeDocument/2006/relationships/vmlDrawing" Target="../drawings/vmlDrawing12.vml"/><Relationship Id="rId6" Type="http://schemas.openxmlformats.org/officeDocument/2006/relationships/oleObject" Target="../embeddings/oleObject62.bin"/><Relationship Id="rId11" Type="http://schemas.openxmlformats.org/officeDocument/2006/relationships/image" Target="../media/image70.emf"/><Relationship Id="rId5" Type="http://schemas.openxmlformats.org/officeDocument/2006/relationships/image" Target="../media/image67.emf"/><Relationship Id="rId15" Type="http://schemas.openxmlformats.org/officeDocument/2006/relationships/image" Target="../media/image72.emf"/><Relationship Id="rId10" Type="http://schemas.openxmlformats.org/officeDocument/2006/relationships/oleObject" Target="../embeddings/oleObject64.bin"/><Relationship Id="rId19" Type="http://schemas.openxmlformats.org/officeDocument/2006/relationships/image" Target="../media/image74.emf"/><Relationship Id="rId4" Type="http://schemas.openxmlformats.org/officeDocument/2006/relationships/oleObject" Target="../embeddings/oleObject61.bin"/><Relationship Id="rId9" Type="http://schemas.openxmlformats.org/officeDocument/2006/relationships/image" Target="../media/image69.emf"/><Relationship Id="rId14" Type="http://schemas.openxmlformats.org/officeDocument/2006/relationships/oleObject" Target="../embeddings/oleObject66.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71.bin"/><Relationship Id="rId3" Type="http://schemas.openxmlformats.org/officeDocument/2006/relationships/notesSlide" Target="../notesSlides/notesSlide15.xml"/><Relationship Id="rId7" Type="http://schemas.openxmlformats.org/officeDocument/2006/relationships/image" Target="../media/image76.w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70.bin"/><Relationship Id="rId5" Type="http://schemas.openxmlformats.org/officeDocument/2006/relationships/image" Target="../media/image75.wmf"/><Relationship Id="rId4" Type="http://schemas.openxmlformats.org/officeDocument/2006/relationships/oleObject" Target="../embeddings/oleObject69.bin"/><Relationship Id="rId9" Type="http://schemas.openxmlformats.org/officeDocument/2006/relationships/image" Target="../media/image77.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74.bin"/><Relationship Id="rId13" Type="http://schemas.openxmlformats.org/officeDocument/2006/relationships/image" Target="../media/image82.wmf"/><Relationship Id="rId3" Type="http://schemas.openxmlformats.org/officeDocument/2006/relationships/notesSlide" Target="../notesSlides/notesSlide16.xml"/><Relationship Id="rId7" Type="http://schemas.openxmlformats.org/officeDocument/2006/relationships/image" Target="../media/image79.wmf"/><Relationship Id="rId12" Type="http://schemas.openxmlformats.org/officeDocument/2006/relationships/oleObject" Target="../embeddings/oleObject76.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73.bin"/><Relationship Id="rId11" Type="http://schemas.openxmlformats.org/officeDocument/2006/relationships/image" Target="../media/image81.wmf"/><Relationship Id="rId5" Type="http://schemas.openxmlformats.org/officeDocument/2006/relationships/image" Target="../media/image78.wmf"/><Relationship Id="rId15" Type="http://schemas.openxmlformats.org/officeDocument/2006/relationships/image" Target="../media/image83.wmf"/><Relationship Id="rId10" Type="http://schemas.openxmlformats.org/officeDocument/2006/relationships/oleObject" Target="../embeddings/oleObject75.bin"/><Relationship Id="rId4" Type="http://schemas.openxmlformats.org/officeDocument/2006/relationships/oleObject" Target="../embeddings/oleObject72.bin"/><Relationship Id="rId9" Type="http://schemas.openxmlformats.org/officeDocument/2006/relationships/image" Target="../media/image80.wmf"/><Relationship Id="rId14" Type="http://schemas.openxmlformats.org/officeDocument/2006/relationships/oleObject" Target="../embeddings/oleObject77.bin"/></Relationships>
</file>

<file path=ppt/slides/_rels/slide17.xml.rels><?xml version="1.0" encoding="UTF-8" standalone="yes"?>
<Relationships xmlns="http://schemas.openxmlformats.org/package/2006/relationships"><Relationship Id="rId8" Type="http://schemas.openxmlformats.org/officeDocument/2006/relationships/image" Target="../media/image89.wmf"/><Relationship Id="rId3" Type="http://schemas.openxmlformats.org/officeDocument/2006/relationships/image" Target="../media/image84.jpeg"/><Relationship Id="rId7" Type="http://schemas.openxmlformats.org/officeDocument/2006/relationships/image" Target="../media/image88.wmf"/><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87.wmf"/><Relationship Id="rId5" Type="http://schemas.openxmlformats.org/officeDocument/2006/relationships/image" Target="../media/image86.wmf"/><Relationship Id="rId4" Type="http://schemas.openxmlformats.org/officeDocument/2006/relationships/image" Target="../media/image85.wmf"/><Relationship Id="rId9" Type="http://schemas.openxmlformats.org/officeDocument/2006/relationships/image" Target="../media/image90.wmf"/></Relationships>
</file>

<file path=ppt/slides/_rels/slide18.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94.wmf"/><Relationship Id="rId5" Type="http://schemas.openxmlformats.org/officeDocument/2006/relationships/image" Target="../media/image93.wmf"/><Relationship Id="rId4" Type="http://schemas.openxmlformats.org/officeDocument/2006/relationships/image" Target="../media/image92.wmf"/></Relationships>
</file>

<file path=ppt/slides/_rels/slide19.xml.rels><?xml version="1.0" encoding="UTF-8" standalone="yes"?>
<Relationships xmlns="http://schemas.openxmlformats.org/package/2006/relationships"><Relationship Id="rId8" Type="http://schemas.openxmlformats.org/officeDocument/2006/relationships/image" Target="../media/image100.wmf"/><Relationship Id="rId3" Type="http://schemas.openxmlformats.org/officeDocument/2006/relationships/image" Target="../media/image95.jpeg"/><Relationship Id="rId7" Type="http://schemas.openxmlformats.org/officeDocument/2006/relationships/image" Target="../media/image99.wmf"/><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98.wmf"/><Relationship Id="rId5" Type="http://schemas.openxmlformats.org/officeDocument/2006/relationships/image" Target="../media/image97.wmf"/><Relationship Id="rId4" Type="http://schemas.openxmlformats.org/officeDocument/2006/relationships/image" Target="../media/image96.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80.bin"/><Relationship Id="rId13" Type="http://schemas.openxmlformats.org/officeDocument/2006/relationships/image" Target="../media/image105.emf"/><Relationship Id="rId3" Type="http://schemas.openxmlformats.org/officeDocument/2006/relationships/notesSlide" Target="../notesSlides/notesSlide20.xml"/><Relationship Id="rId7" Type="http://schemas.openxmlformats.org/officeDocument/2006/relationships/image" Target="../media/image102.emf"/><Relationship Id="rId12" Type="http://schemas.openxmlformats.org/officeDocument/2006/relationships/oleObject" Target="../embeddings/oleObject82.bin"/><Relationship Id="rId17" Type="http://schemas.openxmlformats.org/officeDocument/2006/relationships/image" Target="../media/image107.emf"/><Relationship Id="rId2" Type="http://schemas.openxmlformats.org/officeDocument/2006/relationships/slideLayout" Target="../slideLayouts/slideLayout7.xml"/><Relationship Id="rId16" Type="http://schemas.openxmlformats.org/officeDocument/2006/relationships/oleObject" Target="../embeddings/oleObject84.bin"/><Relationship Id="rId1" Type="http://schemas.openxmlformats.org/officeDocument/2006/relationships/vmlDrawing" Target="../drawings/vmlDrawing15.vml"/><Relationship Id="rId6" Type="http://schemas.openxmlformats.org/officeDocument/2006/relationships/oleObject" Target="../embeddings/oleObject79.bin"/><Relationship Id="rId11" Type="http://schemas.openxmlformats.org/officeDocument/2006/relationships/image" Target="../media/image104.emf"/><Relationship Id="rId5" Type="http://schemas.openxmlformats.org/officeDocument/2006/relationships/image" Target="../media/image101.emf"/><Relationship Id="rId15" Type="http://schemas.openxmlformats.org/officeDocument/2006/relationships/image" Target="../media/image106.emf"/><Relationship Id="rId10" Type="http://schemas.openxmlformats.org/officeDocument/2006/relationships/oleObject" Target="../embeddings/oleObject81.bin"/><Relationship Id="rId4" Type="http://schemas.openxmlformats.org/officeDocument/2006/relationships/oleObject" Target="../embeddings/oleObject78.bin"/><Relationship Id="rId9" Type="http://schemas.openxmlformats.org/officeDocument/2006/relationships/image" Target="../media/image103.emf"/><Relationship Id="rId14" Type="http://schemas.openxmlformats.org/officeDocument/2006/relationships/oleObject" Target="../embeddings/oleObject83.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87.bin"/><Relationship Id="rId13" Type="http://schemas.openxmlformats.org/officeDocument/2006/relationships/image" Target="../media/image112.emf"/><Relationship Id="rId18" Type="http://schemas.openxmlformats.org/officeDocument/2006/relationships/oleObject" Target="../embeddings/oleObject92.bin"/><Relationship Id="rId3" Type="http://schemas.openxmlformats.org/officeDocument/2006/relationships/notesSlide" Target="../notesSlides/notesSlide21.xml"/><Relationship Id="rId21" Type="http://schemas.openxmlformats.org/officeDocument/2006/relationships/image" Target="../media/image116.emf"/><Relationship Id="rId7" Type="http://schemas.openxmlformats.org/officeDocument/2006/relationships/image" Target="../media/image109.emf"/><Relationship Id="rId12" Type="http://schemas.openxmlformats.org/officeDocument/2006/relationships/oleObject" Target="../embeddings/oleObject89.bin"/><Relationship Id="rId17" Type="http://schemas.openxmlformats.org/officeDocument/2006/relationships/image" Target="../media/image114.emf"/><Relationship Id="rId25" Type="http://schemas.openxmlformats.org/officeDocument/2006/relationships/image" Target="../media/image118.emf"/><Relationship Id="rId2" Type="http://schemas.openxmlformats.org/officeDocument/2006/relationships/slideLayout" Target="../slideLayouts/slideLayout7.xml"/><Relationship Id="rId16" Type="http://schemas.openxmlformats.org/officeDocument/2006/relationships/oleObject" Target="../embeddings/oleObject91.bin"/><Relationship Id="rId20" Type="http://schemas.openxmlformats.org/officeDocument/2006/relationships/oleObject" Target="../embeddings/oleObject93.bin"/><Relationship Id="rId1" Type="http://schemas.openxmlformats.org/officeDocument/2006/relationships/vmlDrawing" Target="../drawings/vmlDrawing16.vml"/><Relationship Id="rId6" Type="http://schemas.openxmlformats.org/officeDocument/2006/relationships/oleObject" Target="../embeddings/oleObject86.bin"/><Relationship Id="rId11" Type="http://schemas.openxmlformats.org/officeDocument/2006/relationships/image" Target="../media/image111.emf"/><Relationship Id="rId24" Type="http://schemas.openxmlformats.org/officeDocument/2006/relationships/oleObject" Target="../embeddings/oleObject95.bin"/><Relationship Id="rId5" Type="http://schemas.openxmlformats.org/officeDocument/2006/relationships/image" Target="../media/image108.emf"/><Relationship Id="rId15" Type="http://schemas.openxmlformats.org/officeDocument/2006/relationships/image" Target="../media/image113.emf"/><Relationship Id="rId23" Type="http://schemas.openxmlformats.org/officeDocument/2006/relationships/image" Target="../media/image117.emf"/><Relationship Id="rId10" Type="http://schemas.openxmlformats.org/officeDocument/2006/relationships/oleObject" Target="../embeddings/oleObject88.bin"/><Relationship Id="rId19" Type="http://schemas.openxmlformats.org/officeDocument/2006/relationships/image" Target="../media/image115.emf"/><Relationship Id="rId4" Type="http://schemas.openxmlformats.org/officeDocument/2006/relationships/oleObject" Target="../embeddings/oleObject85.bin"/><Relationship Id="rId9" Type="http://schemas.openxmlformats.org/officeDocument/2006/relationships/image" Target="../media/image110.emf"/><Relationship Id="rId14" Type="http://schemas.openxmlformats.org/officeDocument/2006/relationships/oleObject" Target="../embeddings/oleObject90.bin"/><Relationship Id="rId22" Type="http://schemas.openxmlformats.org/officeDocument/2006/relationships/oleObject" Target="../embeddings/oleObject94.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98.bin"/><Relationship Id="rId13" Type="http://schemas.openxmlformats.org/officeDocument/2006/relationships/image" Target="../media/image123.emf"/><Relationship Id="rId18" Type="http://schemas.openxmlformats.org/officeDocument/2006/relationships/oleObject" Target="../embeddings/oleObject103.bin"/><Relationship Id="rId26" Type="http://schemas.openxmlformats.org/officeDocument/2006/relationships/oleObject" Target="../embeddings/oleObject107.bin"/><Relationship Id="rId3" Type="http://schemas.openxmlformats.org/officeDocument/2006/relationships/notesSlide" Target="../notesSlides/notesSlide22.xml"/><Relationship Id="rId21" Type="http://schemas.openxmlformats.org/officeDocument/2006/relationships/image" Target="../media/image127.emf"/><Relationship Id="rId7" Type="http://schemas.openxmlformats.org/officeDocument/2006/relationships/image" Target="../media/image120.emf"/><Relationship Id="rId12" Type="http://schemas.openxmlformats.org/officeDocument/2006/relationships/oleObject" Target="../embeddings/oleObject100.bin"/><Relationship Id="rId17" Type="http://schemas.openxmlformats.org/officeDocument/2006/relationships/image" Target="../media/image125.emf"/><Relationship Id="rId25" Type="http://schemas.openxmlformats.org/officeDocument/2006/relationships/image" Target="../media/image129.emf"/><Relationship Id="rId2" Type="http://schemas.openxmlformats.org/officeDocument/2006/relationships/slideLayout" Target="../slideLayouts/slideLayout7.xml"/><Relationship Id="rId16" Type="http://schemas.openxmlformats.org/officeDocument/2006/relationships/oleObject" Target="../embeddings/oleObject102.bin"/><Relationship Id="rId20" Type="http://schemas.openxmlformats.org/officeDocument/2006/relationships/oleObject" Target="../embeddings/oleObject104.bin"/><Relationship Id="rId1" Type="http://schemas.openxmlformats.org/officeDocument/2006/relationships/vmlDrawing" Target="../drawings/vmlDrawing17.vml"/><Relationship Id="rId6" Type="http://schemas.openxmlformats.org/officeDocument/2006/relationships/oleObject" Target="../embeddings/oleObject97.bin"/><Relationship Id="rId11" Type="http://schemas.openxmlformats.org/officeDocument/2006/relationships/image" Target="../media/image122.emf"/><Relationship Id="rId24" Type="http://schemas.openxmlformats.org/officeDocument/2006/relationships/oleObject" Target="../embeddings/oleObject106.bin"/><Relationship Id="rId5" Type="http://schemas.openxmlformats.org/officeDocument/2006/relationships/image" Target="../media/image119.emf"/><Relationship Id="rId15" Type="http://schemas.openxmlformats.org/officeDocument/2006/relationships/image" Target="../media/image124.emf"/><Relationship Id="rId23" Type="http://schemas.openxmlformats.org/officeDocument/2006/relationships/image" Target="../media/image128.emf"/><Relationship Id="rId10" Type="http://schemas.openxmlformats.org/officeDocument/2006/relationships/oleObject" Target="../embeddings/oleObject99.bin"/><Relationship Id="rId19" Type="http://schemas.openxmlformats.org/officeDocument/2006/relationships/image" Target="../media/image126.emf"/><Relationship Id="rId4" Type="http://schemas.openxmlformats.org/officeDocument/2006/relationships/oleObject" Target="../embeddings/oleObject96.bin"/><Relationship Id="rId9" Type="http://schemas.openxmlformats.org/officeDocument/2006/relationships/image" Target="../media/image121.emf"/><Relationship Id="rId14" Type="http://schemas.openxmlformats.org/officeDocument/2006/relationships/oleObject" Target="../embeddings/oleObject101.bin"/><Relationship Id="rId22" Type="http://schemas.openxmlformats.org/officeDocument/2006/relationships/oleObject" Target="../embeddings/oleObject105.bin"/><Relationship Id="rId27" Type="http://schemas.openxmlformats.org/officeDocument/2006/relationships/image" Target="../media/image130.emf"/></Relationships>
</file>

<file path=ppt/slides/_rels/slide23.xml.rels><?xml version="1.0" encoding="UTF-8" standalone="yes"?>
<Relationships xmlns="http://schemas.openxmlformats.org/package/2006/relationships"><Relationship Id="rId13" Type="http://schemas.openxmlformats.org/officeDocument/2006/relationships/image" Target="../media/image135.emf"/><Relationship Id="rId18" Type="http://schemas.openxmlformats.org/officeDocument/2006/relationships/oleObject" Target="../embeddings/oleObject115.bin"/><Relationship Id="rId26" Type="http://schemas.openxmlformats.org/officeDocument/2006/relationships/oleObject" Target="../embeddings/oleObject119.bin"/><Relationship Id="rId3" Type="http://schemas.openxmlformats.org/officeDocument/2006/relationships/notesSlide" Target="../notesSlides/notesSlide23.xml"/><Relationship Id="rId21" Type="http://schemas.openxmlformats.org/officeDocument/2006/relationships/image" Target="../media/image139.emf"/><Relationship Id="rId34" Type="http://schemas.openxmlformats.org/officeDocument/2006/relationships/oleObject" Target="../embeddings/oleObject123.bin"/><Relationship Id="rId7" Type="http://schemas.openxmlformats.org/officeDocument/2006/relationships/image" Target="../media/image132.emf"/><Relationship Id="rId12" Type="http://schemas.openxmlformats.org/officeDocument/2006/relationships/oleObject" Target="../embeddings/oleObject112.bin"/><Relationship Id="rId17" Type="http://schemas.openxmlformats.org/officeDocument/2006/relationships/image" Target="../media/image137.emf"/><Relationship Id="rId25" Type="http://schemas.openxmlformats.org/officeDocument/2006/relationships/image" Target="../media/image141.emf"/><Relationship Id="rId33" Type="http://schemas.openxmlformats.org/officeDocument/2006/relationships/image" Target="../media/image145.emf"/><Relationship Id="rId2" Type="http://schemas.openxmlformats.org/officeDocument/2006/relationships/slideLayout" Target="../slideLayouts/slideLayout7.xml"/><Relationship Id="rId16" Type="http://schemas.openxmlformats.org/officeDocument/2006/relationships/oleObject" Target="../embeddings/oleObject114.bin"/><Relationship Id="rId20" Type="http://schemas.openxmlformats.org/officeDocument/2006/relationships/oleObject" Target="../embeddings/oleObject116.bin"/><Relationship Id="rId29" Type="http://schemas.openxmlformats.org/officeDocument/2006/relationships/image" Target="../media/image143.emf"/><Relationship Id="rId1" Type="http://schemas.openxmlformats.org/officeDocument/2006/relationships/vmlDrawing" Target="../drawings/vmlDrawing18.vml"/><Relationship Id="rId6" Type="http://schemas.openxmlformats.org/officeDocument/2006/relationships/oleObject" Target="../embeddings/oleObject109.bin"/><Relationship Id="rId11" Type="http://schemas.openxmlformats.org/officeDocument/2006/relationships/image" Target="../media/image134.emf"/><Relationship Id="rId24" Type="http://schemas.openxmlformats.org/officeDocument/2006/relationships/oleObject" Target="../embeddings/oleObject118.bin"/><Relationship Id="rId32" Type="http://schemas.openxmlformats.org/officeDocument/2006/relationships/oleObject" Target="../embeddings/oleObject122.bin"/><Relationship Id="rId5" Type="http://schemas.openxmlformats.org/officeDocument/2006/relationships/image" Target="../media/image131.emf"/><Relationship Id="rId15" Type="http://schemas.openxmlformats.org/officeDocument/2006/relationships/image" Target="../media/image136.emf"/><Relationship Id="rId23" Type="http://schemas.openxmlformats.org/officeDocument/2006/relationships/image" Target="../media/image140.emf"/><Relationship Id="rId28" Type="http://schemas.openxmlformats.org/officeDocument/2006/relationships/oleObject" Target="../embeddings/oleObject120.bin"/><Relationship Id="rId10" Type="http://schemas.openxmlformats.org/officeDocument/2006/relationships/oleObject" Target="../embeddings/oleObject111.bin"/><Relationship Id="rId19" Type="http://schemas.openxmlformats.org/officeDocument/2006/relationships/image" Target="../media/image138.emf"/><Relationship Id="rId31" Type="http://schemas.openxmlformats.org/officeDocument/2006/relationships/image" Target="../media/image144.emf"/><Relationship Id="rId4" Type="http://schemas.openxmlformats.org/officeDocument/2006/relationships/oleObject" Target="../embeddings/oleObject108.bin"/><Relationship Id="rId9" Type="http://schemas.openxmlformats.org/officeDocument/2006/relationships/image" Target="../media/image133.emf"/><Relationship Id="rId14" Type="http://schemas.openxmlformats.org/officeDocument/2006/relationships/oleObject" Target="../embeddings/oleObject113.bin"/><Relationship Id="rId22" Type="http://schemas.openxmlformats.org/officeDocument/2006/relationships/oleObject" Target="../embeddings/oleObject117.bin"/><Relationship Id="rId27" Type="http://schemas.openxmlformats.org/officeDocument/2006/relationships/image" Target="../media/image142.emf"/><Relationship Id="rId30" Type="http://schemas.openxmlformats.org/officeDocument/2006/relationships/oleObject" Target="../embeddings/oleObject121.bin"/><Relationship Id="rId35" Type="http://schemas.openxmlformats.org/officeDocument/2006/relationships/image" Target="../media/image146.emf"/><Relationship Id="rId8" Type="http://schemas.openxmlformats.org/officeDocument/2006/relationships/oleObject" Target="../embeddings/oleObject110.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26.bin"/><Relationship Id="rId13" Type="http://schemas.openxmlformats.org/officeDocument/2006/relationships/image" Target="../media/image151.emf"/><Relationship Id="rId18" Type="http://schemas.openxmlformats.org/officeDocument/2006/relationships/oleObject" Target="../embeddings/oleObject131.bin"/><Relationship Id="rId3" Type="http://schemas.openxmlformats.org/officeDocument/2006/relationships/notesSlide" Target="../notesSlides/notesSlide24.xml"/><Relationship Id="rId21" Type="http://schemas.openxmlformats.org/officeDocument/2006/relationships/image" Target="../media/image155.emf"/><Relationship Id="rId7" Type="http://schemas.openxmlformats.org/officeDocument/2006/relationships/image" Target="../media/image148.emf"/><Relationship Id="rId12" Type="http://schemas.openxmlformats.org/officeDocument/2006/relationships/oleObject" Target="../embeddings/oleObject128.bin"/><Relationship Id="rId17" Type="http://schemas.openxmlformats.org/officeDocument/2006/relationships/image" Target="../media/image153.emf"/><Relationship Id="rId2" Type="http://schemas.openxmlformats.org/officeDocument/2006/relationships/slideLayout" Target="../slideLayouts/slideLayout7.xml"/><Relationship Id="rId16" Type="http://schemas.openxmlformats.org/officeDocument/2006/relationships/oleObject" Target="../embeddings/oleObject130.bin"/><Relationship Id="rId20" Type="http://schemas.openxmlformats.org/officeDocument/2006/relationships/oleObject" Target="../embeddings/oleObject132.bin"/><Relationship Id="rId1" Type="http://schemas.openxmlformats.org/officeDocument/2006/relationships/vmlDrawing" Target="../drawings/vmlDrawing19.vml"/><Relationship Id="rId6" Type="http://schemas.openxmlformats.org/officeDocument/2006/relationships/oleObject" Target="../embeddings/oleObject125.bin"/><Relationship Id="rId11" Type="http://schemas.openxmlformats.org/officeDocument/2006/relationships/image" Target="../media/image150.emf"/><Relationship Id="rId5" Type="http://schemas.openxmlformats.org/officeDocument/2006/relationships/image" Target="../media/image147.emf"/><Relationship Id="rId15" Type="http://schemas.openxmlformats.org/officeDocument/2006/relationships/image" Target="../media/image152.emf"/><Relationship Id="rId23" Type="http://schemas.openxmlformats.org/officeDocument/2006/relationships/image" Target="../media/image156.emf"/><Relationship Id="rId10" Type="http://schemas.openxmlformats.org/officeDocument/2006/relationships/oleObject" Target="../embeddings/oleObject127.bin"/><Relationship Id="rId19" Type="http://schemas.openxmlformats.org/officeDocument/2006/relationships/image" Target="../media/image154.emf"/><Relationship Id="rId4" Type="http://schemas.openxmlformats.org/officeDocument/2006/relationships/oleObject" Target="../embeddings/oleObject124.bin"/><Relationship Id="rId9" Type="http://schemas.openxmlformats.org/officeDocument/2006/relationships/image" Target="../media/image149.emf"/><Relationship Id="rId14" Type="http://schemas.openxmlformats.org/officeDocument/2006/relationships/oleObject" Target="../embeddings/oleObject129.bin"/><Relationship Id="rId22" Type="http://schemas.openxmlformats.org/officeDocument/2006/relationships/oleObject" Target="../embeddings/oleObject133.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36.bin"/><Relationship Id="rId3" Type="http://schemas.openxmlformats.org/officeDocument/2006/relationships/notesSlide" Target="../notesSlides/notesSlide25.xml"/><Relationship Id="rId7" Type="http://schemas.openxmlformats.org/officeDocument/2006/relationships/image" Target="../media/image158.emf"/><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135.bin"/><Relationship Id="rId5" Type="http://schemas.openxmlformats.org/officeDocument/2006/relationships/image" Target="../media/image157.emf"/><Relationship Id="rId4" Type="http://schemas.openxmlformats.org/officeDocument/2006/relationships/oleObject" Target="../embeddings/oleObject134.bin"/><Relationship Id="rId9" Type="http://schemas.openxmlformats.org/officeDocument/2006/relationships/image" Target="../media/image159.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vmlDrawing" Target="../drawings/vmlDrawing21.vml"/><Relationship Id="rId5" Type="http://schemas.openxmlformats.org/officeDocument/2006/relationships/image" Target="../media/image160.emf"/><Relationship Id="rId4" Type="http://schemas.openxmlformats.org/officeDocument/2006/relationships/oleObject" Target="../embeddings/oleObject137.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40.bin"/><Relationship Id="rId13" Type="http://schemas.openxmlformats.org/officeDocument/2006/relationships/image" Target="../media/image165.emf"/><Relationship Id="rId3" Type="http://schemas.openxmlformats.org/officeDocument/2006/relationships/notesSlide" Target="../notesSlides/notesSlide29.xml"/><Relationship Id="rId7" Type="http://schemas.openxmlformats.org/officeDocument/2006/relationships/image" Target="../media/image162.emf"/><Relationship Id="rId12" Type="http://schemas.openxmlformats.org/officeDocument/2006/relationships/oleObject" Target="../embeddings/oleObject142.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oleObject" Target="../embeddings/oleObject139.bin"/><Relationship Id="rId11" Type="http://schemas.openxmlformats.org/officeDocument/2006/relationships/image" Target="../media/image164.emf"/><Relationship Id="rId5" Type="http://schemas.openxmlformats.org/officeDocument/2006/relationships/image" Target="../media/image161.emf"/><Relationship Id="rId15" Type="http://schemas.openxmlformats.org/officeDocument/2006/relationships/image" Target="../media/image166.emf"/><Relationship Id="rId10" Type="http://schemas.openxmlformats.org/officeDocument/2006/relationships/oleObject" Target="../embeddings/oleObject141.bin"/><Relationship Id="rId4" Type="http://schemas.openxmlformats.org/officeDocument/2006/relationships/oleObject" Target="../embeddings/oleObject138.bin"/><Relationship Id="rId9" Type="http://schemas.openxmlformats.org/officeDocument/2006/relationships/image" Target="../media/image163.emf"/><Relationship Id="rId14" Type="http://schemas.openxmlformats.org/officeDocument/2006/relationships/oleObject" Target="../embeddings/oleObject143.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46.bin"/><Relationship Id="rId13" Type="http://schemas.openxmlformats.org/officeDocument/2006/relationships/image" Target="../media/image171.emf"/><Relationship Id="rId18" Type="http://schemas.openxmlformats.org/officeDocument/2006/relationships/oleObject" Target="../embeddings/oleObject151.bin"/><Relationship Id="rId3" Type="http://schemas.openxmlformats.org/officeDocument/2006/relationships/notesSlide" Target="../notesSlides/notesSlide30.xml"/><Relationship Id="rId21" Type="http://schemas.openxmlformats.org/officeDocument/2006/relationships/image" Target="../media/image175.emf"/><Relationship Id="rId7" Type="http://schemas.openxmlformats.org/officeDocument/2006/relationships/image" Target="../media/image168.emf"/><Relationship Id="rId12" Type="http://schemas.openxmlformats.org/officeDocument/2006/relationships/oleObject" Target="../embeddings/oleObject148.bin"/><Relationship Id="rId17" Type="http://schemas.openxmlformats.org/officeDocument/2006/relationships/image" Target="../media/image173.emf"/><Relationship Id="rId2" Type="http://schemas.openxmlformats.org/officeDocument/2006/relationships/slideLayout" Target="../slideLayouts/slideLayout7.xml"/><Relationship Id="rId16" Type="http://schemas.openxmlformats.org/officeDocument/2006/relationships/oleObject" Target="../embeddings/oleObject150.bin"/><Relationship Id="rId20" Type="http://schemas.openxmlformats.org/officeDocument/2006/relationships/oleObject" Target="../embeddings/oleObject152.bin"/><Relationship Id="rId1" Type="http://schemas.openxmlformats.org/officeDocument/2006/relationships/vmlDrawing" Target="../drawings/vmlDrawing23.vml"/><Relationship Id="rId6" Type="http://schemas.openxmlformats.org/officeDocument/2006/relationships/oleObject" Target="../embeddings/oleObject145.bin"/><Relationship Id="rId11" Type="http://schemas.openxmlformats.org/officeDocument/2006/relationships/image" Target="../media/image170.emf"/><Relationship Id="rId5" Type="http://schemas.openxmlformats.org/officeDocument/2006/relationships/image" Target="../media/image167.emf"/><Relationship Id="rId15" Type="http://schemas.openxmlformats.org/officeDocument/2006/relationships/image" Target="../media/image172.emf"/><Relationship Id="rId10" Type="http://schemas.openxmlformats.org/officeDocument/2006/relationships/oleObject" Target="../embeddings/oleObject147.bin"/><Relationship Id="rId19" Type="http://schemas.openxmlformats.org/officeDocument/2006/relationships/image" Target="../media/image174.emf"/><Relationship Id="rId4" Type="http://schemas.openxmlformats.org/officeDocument/2006/relationships/oleObject" Target="../embeddings/oleObject144.bin"/><Relationship Id="rId9" Type="http://schemas.openxmlformats.org/officeDocument/2006/relationships/image" Target="../media/image169.emf"/><Relationship Id="rId14" Type="http://schemas.openxmlformats.org/officeDocument/2006/relationships/oleObject" Target="../embeddings/oleObject149.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55.bin"/><Relationship Id="rId13" Type="http://schemas.openxmlformats.org/officeDocument/2006/relationships/image" Target="../media/image180.emf"/><Relationship Id="rId3" Type="http://schemas.openxmlformats.org/officeDocument/2006/relationships/notesSlide" Target="../notesSlides/notesSlide32.xml"/><Relationship Id="rId7" Type="http://schemas.openxmlformats.org/officeDocument/2006/relationships/image" Target="../media/image177.emf"/><Relationship Id="rId12" Type="http://schemas.openxmlformats.org/officeDocument/2006/relationships/oleObject" Target="../embeddings/oleObject157.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oleObject" Target="../embeddings/oleObject154.bin"/><Relationship Id="rId11" Type="http://schemas.openxmlformats.org/officeDocument/2006/relationships/image" Target="../media/image179.emf"/><Relationship Id="rId5" Type="http://schemas.openxmlformats.org/officeDocument/2006/relationships/image" Target="../media/image176.emf"/><Relationship Id="rId15" Type="http://schemas.openxmlformats.org/officeDocument/2006/relationships/image" Target="../media/image93.wmf"/><Relationship Id="rId10" Type="http://schemas.openxmlformats.org/officeDocument/2006/relationships/oleObject" Target="../embeddings/oleObject156.bin"/><Relationship Id="rId4" Type="http://schemas.openxmlformats.org/officeDocument/2006/relationships/oleObject" Target="../embeddings/oleObject153.bin"/><Relationship Id="rId9" Type="http://schemas.openxmlformats.org/officeDocument/2006/relationships/image" Target="../media/image178.emf"/><Relationship Id="rId14" Type="http://schemas.openxmlformats.org/officeDocument/2006/relationships/image" Target="../media/image92.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58.bin"/><Relationship Id="rId2" Type="http://schemas.openxmlformats.org/officeDocument/2006/relationships/slideLayout" Target="../slideLayouts/slideLayout7.xml"/><Relationship Id="rId1" Type="http://schemas.openxmlformats.org/officeDocument/2006/relationships/vmlDrawing" Target="../drawings/vmlDrawing25.vml"/><Relationship Id="rId4" Type="http://schemas.openxmlformats.org/officeDocument/2006/relationships/image" Target="../media/image18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vmlDrawing" Target="../drawings/vmlDrawing26.vml"/><Relationship Id="rId5" Type="http://schemas.openxmlformats.org/officeDocument/2006/relationships/image" Target="../media/image182.emf"/><Relationship Id="rId4" Type="http://schemas.openxmlformats.org/officeDocument/2006/relationships/oleObject" Target="../embeddings/oleObject159.bin"/></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60.bin"/><Relationship Id="rId2" Type="http://schemas.openxmlformats.org/officeDocument/2006/relationships/slideLayout" Target="../slideLayouts/slideLayout6.xml"/><Relationship Id="rId1" Type="http://schemas.openxmlformats.org/officeDocument/2006/relationships/vmlDrawing" Target="../drawings/vmlDrawing27.vml"/><Relationship Id="rId4" Type="http://schemas.openxmlformats.org/officeDocument/2006/relationships/image" Target="../media/image18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61.bin"/><Relationship Id="rId2" Type="http://schemas.openxmlformats.org/officeDocument/2006/relationships/slideLayout" Target="../slideLayouts/slideLayout6.xml"/><Relationship Id="rId1" Type="http://schemas.openxmlformats.org/officeDocument/2006/relationships/vmlDrawing" Target="../drawings/vmlDrawing28.vml"/><Relationship Id="rId4" Type="http://schemas.openxmlformats.org/officeDocument/2006/relationships/image" Target="../media/image184.png"/></Relationships>
</file>

<file path=ppt/slides/_rels/slide43.xml.rels><?xml version="1.0" encoding="UTF-8" standalone="yes"?>
<Relationships xmlns="http://schemas.openxmlformats.org/package/2006/relationships"><Relationship Id="rId8" Type="http://schemas.openxmlformats.org/officeDocument/2006/relationships/image" Target="../media/image187.wmf"/><Relationship Id="rId3" Type="http://schemas.openxmlformats.org/officeDocument/2006/relationships/oleObject" Target="../embeddings/oleObject162.bin"/><Relationship Id="rId7" Type="http://schemas.openxmlformats.org/officeDocument/2006/relationships/oleObject" Target="../embeddings/oleObject164.bin"/><Relationship Id="rId12" Type="http://schemas.openxmlformats.org/officeDocument/2006/relationships/image" Target="../media/image189.wmf"/><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186.wmf"/><Relationship Id="rId11" Type="http://schemas.openxmlformats.org/officeDocument/2006/relationships/oleObject" Target="../embeddings/oleObject166.bin"/><Relationship Id="rId5" Type="http://schemas.openxmlformats.org/officeDocument/2006/relationships/oleObject" Target="../embeddings/oleObject163.bin"/><Relationship Id="rId10" Type="http://schemas.openxmlformats.org/officeDocument/2006/relationships/image" Target="../media/image188.wmf"/><Relationship Id="rId4" Type="http://schemas.openxmlformats.org/officeDocument/2006/relationships/image" Target="../media/image185.png"/><Relationship Id="rId9" Type="http://schemas.openxmlformats.org/officeDocument/2006/relationships/oleObject" Target="../embeddings/oleObject165.bin"/></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67.bin"/><Relationship Id="rId2" Type="http://schemas.openxmlformats.org/officeDocument/2006/relationships/slideLayout" Target="../slideLayouts/slideLayout7.xml"/><Relationship Id="rId1" Type="http://schemas.openxmlformats.org/officeDocument/2006/relationships/vmlDrawing" Target="../drawings/vmlDrawing30.vml"/><Relationship Id="rId4" Type="http://schemas.openxmlformats.org/officeDocument/2006/relationships/image" Target="../media/image190.png"/></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68.bin"/><Relationship Id="rId2" Type="http://schemas.openxmlformats.org/officeDocument/2006/relationships/slideLayout" Target="../slideLayouts/slideLayout7.xml"/><Relationship Id="rId1" Type="http://schemas.openxmlformats.org/officeDocument/2006/relationships/vmlDrawing" Target="../drawings/vmlDrawing31.vml"/><Relationship Id="rId4" Type="http://schemas.openxmlformats.org/officeDocument/2006/relationships/image" Target="../media/image191.png"/></Relationships>
</file>

<file path=ppt/slides/_rels/slide46.xml.rels><?xml version="1.0" encoding="UTF-8" standalone="yes"?>
<Relationships xmlns="http://schemas.openxmlformats.org/package/2006/relationships"><Relationship Id="rId2" Type="http://schemas.openxmlformats.org/officeDocument/2006/relationships/image" Target="../media/image192.jpe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69.bin"/><Relationship Id="rId2" Type="http://schemas.openxmlformats.org/officeDocument/2006/relationships/slideLayout" Target="../slideLayouts/slideLayout7.xml"/><Relationship Id="rId1" Type="http://schemas.openxmlformats.org/officeDocument/2006/relationships/vmlDrawing" Target="../drawings/vmlDrawing32.vml"/><Relationship Id="rId4" Type="http://schemas.openxmlformats.org/officeDocument/2006/relationships/image" Target="../media/image193.png"/></Relationships>
</file>

<file path=ppt/slides/_rels/slide49.xml.rels><?xml version="1.0" encoding="UTF-8" standalone="yes"?>
<Relationships xmlns="http://schemas.openxmlformats.org/package/2006/relationships"><Relationship Id="rId2" Type="http://schemas.openxmlformats.org/officeDocument/2006/relationships/image" Target="../media/image194.wmf"/><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70.bin"/><Relationship Id="rId2" Type="http://schemas.openxmlformats.org/officeDocument/2006/relationships/slideLayout" Target="../slideLayouts/slideLayout7.xml"/><Relationship Id="rId1" Type="http://schemas.openxmlformats.org/officeDocument/2006/relationships/vmlDrawing" Target="../drawings/vmlDrawing33.vml"/><Relationship Id="rId4" Type="http://schemas.openxmlformats.org/officeDocument/2006/relationships/image" Target="../media/image195.png"/></Relationships>
</file>

<file path=ppt/slides/_rels/slide52.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71.bin"/><Relationship Id="rId2" Type="http://schemas.openxmlformats.org/officeDocument/2006/relationships/slideLayout" Target="../slideLayouts/slideLayout7.xml"/><Relationship Id="rId1" Type="http://schemas.openxmlformats.org/officeDocument/2006/relationships/vmlDrawing" Target="../drawings/vmlDrawing34.vml"/><Relationship Id="rId4" Type="http://schemas.openxmlformats.org/officeDocument/2006/relationships/image" Target="../media/image197.png"/></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72.bin"/><Relationship Id="rId2" Type="http://schemas.openxmlformats.org/officeDocument/2006/relationships/slideLayout" Target="../slideLayouts/slideLayout6.xml"/><Relationship Id="rId1" Type="http://schemas.openxmlformats.org/officeDocument/2006/relationships/vmlDrawing" Target="../drawings/vmlDrawing35.vml"/><Relationship Id="rId4" Type="http://schemas.openxmlformats.org/officeDocument/2006/relationships/image" Target="../media/image198.png"/></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73.bin"/><Relationship Id="rId2" Type="http://schemas.openxmlformats.org/officeDocument/2006/relationships/slideLayout" Target="../slideLayouts/slideLayout7.xml"/><Relationship Id="rId1" Type="http://schemas.openxmlformats.org/officeDocument/2006/relationships/vmlDrawing" Target="../drawings/vmlDrawing36.vml"/><Relationship Id="rId4" Type="http://schemas.openxmlformats.org/officeDocument/2006/relationships/image" Target="../media/image199.png"/></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176.bin"/><Relationship Id="rId13" Type="http://schemas.openxmlformats.org/officeDocument/2006/relationships/image" Target="../media/image204.emf"/><Relationship Id="rId3" Type="http://schemas.openxmlformats.org/officeDocument/2006/relationships/notesSlide" Target="../notesSlides/notesSlide38.xml"/><Relationship Id="rId7" Type="http://schemas.openxmlformats.org/officeDocument/2006/relationships/image" Target="../media/image201.emf"/><Relationship Id="rId12" Type="http://schemas.openxmlformats.org/officeDocument/2006/relationships/oleObject" Target="../embeddings/oleObject178.bin"/><Relationship Id="rId17" Type="http://schemas.openxmlformats.org/officeDocument/2006/relationships/image" Target="../media/image206.emf"/><Relationship Id="rId2" Type="http://schemas.openxmlformats.org/officeDocument/2006/relationships/slideLayout" Target="../slideLayouts/slideLayout7.xml"/><Relationship Id="rId16" Type="http://schemas.openxmlformats.org/officeDocument/2006/relationships/oleObject" Target="../embeddings/oleObject180.bin"/><Relationship Id="rId1" Type="http://schemas.openxmlformats.org/officeDocument/2006/relationships/vmlDrawing" Target="../drawings/vmlDrawing37.vml"/><Relationship Id="rId6" Type="http://schemas.openxmlformats.org/officeDocument/2006/relationships/oleObject" Target="../embeddings/oleObject175.bin"/><Relationship Id="rId11" Type="http://schemas.openxmlformats.org/officeDocument/2006/relationships/image" Target="../media/image203.emf"/><Relationship Id="rId5" Type="http://schemas.openxmlformats.org/officeDocument/2006/relationships/image" Target="../media/image200.emf"/><Relationship Id="rId15" Type="http://schemas.openxmlformats.org/officeDocument/2006/relationships/image" Target="../media/image205.emf"/><Relationship Id="rId10" Type="http://schemas.openxmlformats.org/officeDocument/2006/relationships/oleObject" Target="../embeddings/oleObject177.bin"/><Relationship Id="rId4" Type="http://schemas.openxmlformats.org/officeDocument/2006/relationships/oleObject" Target="../embeddings/oleObject174.bin"/><Relationship Id="rId9" Type="http://schemas.openxmlformats.org/officeDocument/2006/relationships/image" Target="../media/image202.emf"/><Relationship Id="rId14" Type="http://schemas.openxmlformats.org/officeDocument/2006/relationships/oleObject" Target="../embeddings/oleObject179.bin"/></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183.bin"/><Relationship Id="rId13" Type="http://schemas.openxmlformats.org/officeDocument/2006/relationships/image" Target="../media/image211.emf"/><Relationship Id="rId18" Type="http://schemas.openxmlformats.org/officeDocument/2006/relationships/oleObject" Target="../embeddings/oleObject188.bin"/><Relationship Id="rId3" Type="http://schemas.openxmlformats.org/officeDocument/2006/relationships/notesSlide" Target="../notesSlides/notesSlide39.xml"/><Relationship Id="rId21" Type="http://schemas.openxmlformats.org/officeDocument/2006/relationships/image" Target="../media/image215.emf"/><Relationship Id="rId7" Type="http://schemas.openxmlformats.org/officeDocument/2006/relationships/image" Target="../media/image208.emf"/><Relationship Id="rId12" Type="http://schemas.openxmlformats.org/officeDocument/2006/relationships/oleObject" Target="../embeddings/oleObject185.bin"/><Relationship Id="rId17" Type="http://schemas.openxmlformats.org/officeDocument/2006/relationships/image" Target="../media/image213.emf"/><Relationship Id="rId2" Type="http://schemas.openxmlformats.org/officeDocument/2006/relationships/slideLayout" Target="../slideLayouts/slideLayout7.xml"/><Relationship Id="rId16" Type="http://schemas.openxmlformats.org/officeDocument/2006/relationships/oleObject" Target="../embeddings/oleObject187.bin"/><Relationship Id="rId20" Type="http://schemas.openxmlformats.org/officeDocument/2006/relationships/oleObject" Target="../embeddings/oleObject189.bin"/><Relationship Id="rId1" Type="http://schemas.openxmlformats.org/officeDocument/2006/relationships/vmlDrawing" Target="../drawings/vmlDrawing38.vml"/><Relationship Id="rId6" Type="http://schemas.openxmlformats.org/officeDocument/2006/relationships/oleObject" Target="../embeddings/oleObject182.bin"/><Relationship Id="rId11" Type="http://schemas.openxmlformats.org/officeDocument/2006/relationships/image" Target="../media/image210.emf"/><Relationship Id="rId5" Type="http://schemas.openxmlformats.org/officeDocument/2006/relationships/image" Target="../media/image207.emf"/><Relationship Id="rId15" Type="http://schemas.openxmlformats.org/officeDocument/2006/relationships/image" Target="../media/image212.emf"/><Relationship Id="rId23" Type="http://schemas.openxmlformats.org/officeDocument/2006/relationships/image" Target="../media/image216.emf"/><Relationship Id="rId10" Type="http://schemas.openxmlformats.org/officeDocument/2006/relationships/oleObject" Target="../embeddings/oleObject184.bin"/><Relationship Id="rId19" Type="http://schemas.openxmlformats.org/officeDocument/2006/relationships/image" Target="../media/image214.emf"/><Relationship Id="rId4" Type="http://schemas.openxmlformats.org/officeDocument/2006/relationships/oleObject" Target="../embeddings/oleObject181.bin"/><Relationship Id="rId9" Type="http://schemas.openxmlformats.org/officeDocument/2006/relationships/image" Target="../media/image209.emf"/><Relationship Id="rId14" Type="http://schemas.openxmlformats.org/officeDocument/2006/relationships/oleObject" Target="../embeddings/oleObject186.bin"/><Relationship Id="rId22" Type="http://schemas.openxmlformats.org/officeDocument/2006/relationships/oleObject" Target="../embeddings/oleObject190.bin"/></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193.bin"/><Relationship Id="rId13" Type="http://schemas.openxmlformats.org/officeDocument/2006/relationships/image" Target="../media/image221.emf"/><Relationship Id="rId18" Type="http://schemas.openxmlformats.org/officeDocument/2006/relationships/oleObject" Target="../embeddings/oleObject198.bin"/><Relationship Id="rId26" Type="http://schemas.openxmlformats.org/officeDocument/2006/relationships/oleObject" Target="../embeddings/oleObject202.bin"/><Relationship Id="rId3" Type="http://schemas.openxmlformats.org/officeDocument/2006/relationships/notesSlide" Target="../notesSlides/notesSlide40.xml"/><Relationship Id="rId21" Type="http://schemas.openxmlformats.org/officeDocument/2006/relationships/image" Target="../media/image225.emf"/><Relationship Id="rId7" Type="http://schemas.openxmlformats.org/officeDocument/2006/relationships/image" Target="../media/image218.emf"/><Relationship Id="rId12" Type="http://schemas.openxmlformats.org/officeDocument/2006/relationships/oleObject" Target="../embeddings/oleObject195.bin"/><Relationship Id="rId17" Type="http://schemas.openxmlformats.org/officeDocument/2006/relationships/image" Target="../media/image223.emf"/><Relationship Id="rId25" Type="http://schemas.openxmlformats.org/officeDocument/2006/relationships/image" Target="../media/image227.emf"/><Relationship Id="rId2" Type="http://schemas.openxmlformats.org/officeDocument/2006/relationships/slideLayout" Target="../slideLayouts/slideLayout7.xml"/><Relationship Id="rId16" Type="http://schemas.openxmlformats.org/officeDocument/2006/relationships/oleObject" Target="../embeddings/oleObject197.bin"/><Relationship Id="rId20" Type="http://schemas.openxmlformats.org/officeDocument/2006/relationships/oleObject" Target="../embeddings/oleObject199.bin"/><Relationship Id="rId29" Type="http://schemas.openxmlformats.org/officeDocument/2006/relationships/image" Target="../media/image229.emf"/><Relationship Id="rId1" Type="http://schemas.openxmlformats.org/officeDocument/2006/relationships/vmlDrawing" Target="../drawings/vmlDrawing39.vml"/><Relationship Id="rId6" Type="http://schemas.openxmlformats.org/officeDocument/2006/relationships/oleObject" Target="../embeddings/oleObject192.bin"/><Relationship Id="rId11" Type="http://schemas.openxmlformats.org/officeDocument/2006/relationships/image" Target="../media/image220.emf"/><Relationship Id="rId24" Type="http://schemas.openxmlformats.org/officeDocument/2006/relationships/oleObject" Target="../embeddings/oleObject201.bin"/><Relationship Id="rId5" Type="http://schemas.openxmlformats.org/officeDocument/2006/relationships/image" Target="../media/image217.emf"/><Relationship Id="rId15" Type="http://schemas.openxmlformats.org/officeDocument/2006/relationships/image" Target="../media/image222.emf"/><Relationship Id="rId23" Type="http://schemas.openxmlformats.org/officeDocument/2006/relationships/image" Target="../media/image226.emf"/><Relationship Id="rId28" Type="http://schemas.openxmlformats.org/officeDocument/2006/relationships/oleObject" Target="../embeddings/oleObject203.bin"/><Relationship Id="rId10" Type="http://schemas.openxmlformats.org/officeDocument/2006/relationships/oleObject" Target="../embeddings/oleObject194.bin"/><Relationship Id="rId19" Type="http://schemas.openxmlformats.org/officeDocument/2006/relationships/image" Target="../media/image224.emf"/><Relationship Id="rId4" Type="http://schemas.openxmlformats.org/officeDocument/2006/relationships/oleObject" Target="../embeddings/oleObject191.bin"/><Relationship Id="rId9" Type="http://schemas.openxmlformats.org/officeDocument/2006/relationships/image" Target="../media/image219.emf"/><Relationship Id="rId14" Type="http://schemas.openxmlformats.org/officeDocument/2006/relationships/oleObject" Target="../embeddings/oleObject196.bin"/><Relationship Id="rId22" Type="http://schemas.openxmlformats.org/officeDocument/2006/relationships/oleObject" Target="../embeddings/oleObject200.bin"/><Relationship Id="rId27" Type="http://schemas.openxmlformats.org/officeDocument/2006/relationships/image" Target="../media/image228.emf"/></Relationships>
</file>

<file path=ppt/slides/_rels/slide59.xml.rels><?xml version="1.0" encoding="UTF-8" standalone="yes"?>
<Relationships xmlns="http://schemas.openxmlformats.org/package/2006/relationships"><Relationship Id="rId13" Type="http://schemas.openxmlformats.org/officeDocument/2006/relationships/image" Target="../media/image234.emf"/><Relationship Id="rId18" Type="http://schemas.openxmlformats.org/officeDocument/2006/relationships/oleObject" Target="../embeddings/oleObject211.bin"/><Relationship Id="rId26" Type="http://schemas.openxmlformats.org/officeDocument/2006/relationships/oleObject" Target="../embeddings/oleObject215.bin"/><Relationship Id="rId3" Type="http://schemas.openxmlformats.org/officeDocument/2006/relationships/notesSlide" Target="../notesSlides/notesSlide41.xml"/><Relationship Id="rId21" Type="http://schemas.openxmlformats.org/officeDocument/2006/relationships/image" Target="../media/image238.emf"/><Relationship Id="rId34" Type="http://schemas.openxmlformats.org/officeDocument/2006/relationships/oleObject" Target="../embeddings/oleObject219.bin"/><Relationship Id="rId7" Type="http://schemas.openxmlformats.org/officeDocument/2006/relationships/image" Target="../media/image231.emf"/><Relationship Id="rId12" Type="http://schemas.openxmlformats.org/officeDocument/2006/relationships/oleObject" Target="../embeddings/oleObject208.bin"/><Relationship Id="rId17" Type="http://schemas.openxmlformats.org/officeDocument/2006/relationships/image" Target="../media/image236.emf"/><Relationship Id="rId25" Type="http://schemas.openxmlformats.org/officeDocument/2006/relationships/image" Target="../media/image240.emf"/><Relationship Id="rId33" Type="http://schemas.openxmlformats.org/officeDocument/2006/relationships/image" Target="../media/image244.emf"/><Relationship Id="rId2" Type="http://schemas.openxmlformats.org/officeDocument/2006/relationships/slideLayout" Target="../slideLayouts/slideLayout7.xml"/><Relationship Id="rId16" Type="http://schemas.openxmlformats.org/officeDocument/2006/relationships/oleObject" Target="../embeddings/oleObject210.bin"/><Relationship Id="rId20" Type="http://schemas.openxmlformats.org/officeDocument/2006/relationships/oleObject" Target="../embeddings/oleObject212.bin"/><Relationship Id="rId29" Type="http://schemas.openxmlformats.org/officeDocument/2006/relationships/image" Target="../media/image242.emf"/><Relationship Id="rId1" Type="http://schemas.openxmlformats.org/officeDocument/2006/relationships/vmlDrawing" Target="../drawings/vmlDrawing40.vml"/><Relationship Id="rId6" Type="http://schemas.openxmlformats.org/officeDocument/2006/relationships/oleObject" Target="../embeddings/oleObject205.bin"/><Relationship Id="rId11" Type="http://schemas.openxmlformats.org/officeDocument/2006/relationships/image" Target="../media/image233.emf"/><Relationship Id="rId24" Type="http://schemas.openxmlformats.org/officeDocument/2006/relationships/oleObject" Target="../embeddings/oleObject214.bin"/><Relationship Id="rId32" Type="http://schemas.openxmlformats.org/officeDocument/2006/relationships/oleObject" Target="../embeddings/oleObject218.bin"/><Relationship Id="rId5" Type="http://schemas.openxmlformats.org/officeDocument/2006/relationships/image" Target="../media/image230.emf"/><Relationship Id="rId15" Type="http://schemas.openxmlformats.org/officeDocument/2006/relationships/image" Target="../media/image235.emf"/><Relationship Id="rId23" Type="http://schemas.openxmlformats.org/officeDocument/2006/relationships/image" Target="../media/image239.emf"/><Relationship Id="rId28" Type="http://schemas.openxmlformats.org/officeDocument/2006/relationships/oleObject" Target="../embeddings/oleObject216.bin"/><Relationship Id="rId10" Type="http://schemas.openxmlformats.org/officeDocument/2006/relationships/oleObject" Target="../embeddings/oleObject207.bin"/><Relationship Id="rId19" Type="http://schemas.openxmlformats.org/officeDocument/2006/relationships/image" Target="../media/image237.emf"/><Relationship Id="rId31" Type="http://schemas.openxmlformats.org/officeDocument/2006/relationships/image" Target="../media/image243.emf"/><Relationship Id="rId4" Type="http://schemas.openxmlformats.org/officeDocument/2006/relationships/oleObject" Target="../embeddings/oleObject204.bin"/><Relationship Id="rId9" Type="http://schemas.openxmlformats.org/officeDocument/2006/relationships/image" Target="../media/image232.emf"/><Relationship Id="rId14" Type="http://schemas.openxmlformats.org/officeDocument/2006/relationships/oleObject" Target="../embeddings/oleObject209.bin"/><Relationship Id="rId22" Type="http://schemas.openxmlformats.org/officeDocument/2006/relationships/oleObject" Target="../embeddings/oleObject213.bin"/><Relationship Id="rId27" Type="http://schemas.openxmlformats.org/officeDocument/2006/relationships/image" Target="../media/image241.emf"/><Relationship Id="rId30" Type="http://schemas.openxmlformats.org/officeDocument/2006/relationships/oleObject" Target="../embeddings/oleObject217.bin"/><Relationship Id="rId35" Type="http://schemas.openxmlformats.org/officeDocument/2006/relationships/image" Target="../media/image245.emf"/><Relationship Id="rId8" Type="http://schemas.openxmlformats.org/officeDocument/2006/relationships/oleObject" Target="../embeddings/oleObject206.bin"/></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222.bin"/><Relationship Id="rId13" Type="http://schemas.openxmlformats.org/officeDocument/2006/relationships/image" Target="../media/image250.emf"/><Relationship Id="rId18" Type="http://schemas.openxmlformats.org/officeDocument/2006/relationships/oleObject" Target="../embeddings/oleObject227.bin"/><Relationship Id="rId3" Type="http://schemas.openxmlformats.org/officeDocument/2006/relationships/notesSlide" Target="../notesSlides/notesSlide42.xml"/><Relationship Id="rId21" Type="http://schemas.openxmlformats.org/officeDocument/2006/relationships/image" Target="../media/image254.emf"/><Relationship Id="rId7" Type="http://schemas.openxmlformats.org/officeDocument/2006/relationships/image" Target="../media/image247.emf"/><Relationship Id="rId12" Type="http://schemas.openxmlformats.org/officeDocument/2006/relationships/oleObject" Target="../embeddings/oleObject224.bin"/><Relationship Id="rId17" Type="http://schemas.openxmlformats.org/officeDocument/2006/relationships/image" Target="../media/image252.emf"/><Relationship Id="rId25" Type="http://schemas.openxmlformats.org/officeDocument/2006/relationships/image" Target="../media/image256.emf"/><Relationship Id="rId2" Type="http://schemas.openxmlformats.org/officeDocument/2006/relationships/slideLayout" Target="../slideLayouts/slideLayout7.xml"/><Relationship Id="rId16" Type="http://schemas.openxmlformats.org/officeDocument/2006/relationships/oleObject" Target="../embeddings/oleObject226.bin"/><Relationship Id="rId20" Type="http://schemas.openxmlformats.org/officeDocument/2006/relationships/oleObject" Target="../embeddings/oleObject228.bin"/><Relationship Id="rId1" Type="http://schemas.openxmlformats.org/officeDocument/2006/relationships/vmlDrawing" Target="../drawings/vmlDrawing41.vml"/><Relationship Id="rId6" Type="http://schemas.openxmlformats.org/officeDocument/2006/relationships/oleObject" Target="../embeddings/oleObject221.bin"/><Relationship Id="rId11" Type="http://schemas.openxmlformats.org/officeDocument/2006/relationships/image" Target="../media/image249.emf"/><Relationship Id="rId24" Type="http://schemas.openxmlformats.org/officeDocument/2006/relationships/oleObject" Target="../embeddings/oleObject230.bin"/><Relationship Id="rId5" Type="http://schemas.openxmlformats.org/officeDocument/2006/relationships/image" Target="../media/image246.emf"/><Relationship Id="rId15" Type="http://schemas.openxmlformats.org/officeDocument/2006/relationships/image" Target="../media/image251.emf"/><Relationship Id="rId23" Type="http://schemas.openxmlformats.org/officeDocument/2006/relationships/image" Target="../media/image255.emf"/><Relationship Id="rId10" Type="http://schemas.openxmlformats.org/officeDocument/2006/relationships/oleObject" Target="../embeddings/oleObject223.bin"/><Relationship Id="rId19" Type="http://schemas.openxmlformats.org/officeDocument/2006/relationships/image" Target="../media/image253.emf"/><Relationship Id="rId4" Type="http://schemas.openxmlformats.org/officeDocument/2006/relationships/oleObject" Target="../embeddings/oleObject220.bin"/><Relationship Id="rId9" Type="http://schemas.openxmlformats.org/officeDocument/2006/relationships/image" Target="../media/image248.emf"/><Relationship Id="rId14" Type="http://schemas.openxmlformats.org/officeDocument/2006/relationships/oleObject" Target="../embeddings/oleObject225.bin"/><Relationship Id="rId22" Type="http://schemas.openxmlformats.org/officeDocument/2006/relationships/oleObject" Target="../embeddings/oleObject229.bin"/></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233.bin"/><Relationship Id="rId3" Type="http://schemas.openxmlformats.org/officeDocument/2006/relationships/notesSlide" Target="../notesSlides/notesSlide44.xml"/><Relationship Id="rId7" Type="http://schemas.openxmlformats.org/officeDocument/2006/relationships/image" Target="../media/image258.emf"/><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oleObject" Target="../embeddings/oleObject232.bin"/><Relationship Id="rId11" Type="http://schemas.openxmlformats.org/officeDocument/2006/relationships/image" Target="../media/image260.emf"/><Relationship Id="rId5" Type="http://schemas.openxmlformats.org/officeDocument/2006/relationships/image" Target="../media/image257.emf"/><Relationship Id="rId10" Type="http://schemas.openxmlformats.org/officeDocument/2006/relationships/oleObject" Target="../embeddings/oleObject234.bin"/><Relationship Id="rId4" Type="http://schemas.openxmlformats.org/officeDocument/2006/relationships/oleObject" Target="../embeddings/oleObject231.bin"/><Relationship Id="rId9" Type="http://schemas.openxmlformats.org/officeDocument/2006/relationships/image" Target="../media/image259.emf"/></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237.bin"/><Relationship Id="rId3" Type="http://schemas.openxmlformats.org/officeDocument/2006/relationships/notesSlide" Target="../notesSlides/notesSlide45.xml"/><Relationship Id="rId7" Type="http://schemas.openxmlformats.org/officeDocument/2006/relationships/image" Target="../media/image262.emf"/><Relationship Id="rId2" Type="http://schemas.openxmlformats.org/officeDocument/2006/relationships/slideLayout" Target="../slideLayouts/slideLayout7.xml"/><Relationship Id="rId1" Type="http://schemas.openxmlformats.org/officeDocument/2006/relationships/vmlDrawing" Target="../drawings/vmlDrawing43.vml"/><Relationship Id="rId6" Type="http://schemas.openxmlformats.org/officeDocument/2006/relationships/oleObject" Target="../embeddings/oleObject236.bin"/><Relationship Id="rId11" Type="http://schemas.openxmlformats.org/officeDocument/2006/relationships/image" Target="../media/image264.emf"/><Relationship Id="rId5" Type="http://schemas.openxmlformats.org/officeDocument/2006/relationships/image" Target="../media/image261.emf"/><Relationship Id="rId10" Type="http://schemas.openxmlformats.org/officeDocument/2006/relationships/oleObject" Target="../embeddings/oleObject238.bin"/><Relationship Id="rId4" Type="http://schemas.openxmlformats.org/officeDocument/2006/relationships/oleObject" Target="../embeddings/oleObject235.bin"/><Relationship Id="rId9" Type="http://schemas.openxmlformats.org/officeDocument/2006/relationships/image" Target="../media/image263.wmf"/></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241.bin"/><Relationship Id="rId13" Type="http://schemas.openxmlformats.org/officeDocument/2006/relationships/image" Target="../media/image269.emf"/><Relationship Id="rId3" Type="http://schemas.openxmlformats.org/officeDocument/2006/relationships/notesSlide" Target="../notesSlides/notesSlide46.xml"/><Relationship Id="rId7" Type="http://schemas.openxmlformats.org/officeDocument/2006/relationships/image" Target="../media/image266.emf"/><Relationship Id="rId12" Type="http://schemas.openxmlformats.org/officeDocument/2006/relationships/oleObject" Target="../embeddings/oleObject243.bin"/><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oleObject" Target="../embeddings/oleObject240.bin"/><Relationship Id="rId11" Type="http://schemas.openxmlformats.org/officeDocument/2006/relationships/image" Target="../media/image268.emf"/><Relationship Id="rId5" Type="http://schemas.openxmlformats.org/officeDocument/2006/relationships/image" Target="../media/image265.emf"/><Relationship Id="rId15" Type="http://schemas.openxmlformats.org/officeDocument/2006/relationships/image" Target="../media/image270.emf"/><Relationship Id="rId10" Type="http://schemas.openxmlformats.org/officeDocument/2006/relationships/oleObject" Target="../embeddings/oleObject242.bin"/><Relationship Id="rId4" Type="http://schemas.openxmlformats.org/officeDocument/2006/relationships/oleObject" Target="../embeddings/oleObject239.bin"/><Relationship Id="rId9" Type="http://schemas.openxmlformats.org/officeDocument/2006/relationships/image" Target="../media/image267.emf"/><Relationship Id="rId14" Type="http://schemas.openxmlformats.org/officeDocument/2006/relationships/oleObject" Target="../embeddings/oleObject244.bin"/></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247.bin"/><Relationship Id="rId3" Type="http://schemas.openxmlformats.org/officeDocument/2006/relationships/notesSlide" Target="../notesSlides/notesSlide47.xml"/><Relationship Id="rId7" Type="http://schemas.openxmlformats.org/officeDocument/2006/relationships/image" Target="../media/image272.emf"/><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oleObject" Target="../embeddings/oleObject246.bin"/><Relationship Id="rId11" Type="http://schemas.openxmlformats.org/officeDocument/2006/relationships/image" Target="../media/image274.emf"/><Relationship Id="rId5" Type="http://schemas.openxmlformats.org/officeDocument/2006/relationships/image" Target="../media/image271.emf"/><Relationship Id="rId10" Type="http://schemas.openxmlformats.org/officeDocument/2006/relationships/oleObject" Target="../embeddings/oleObject248.bin"/><Relationship Id="rId4" Type="http://schemas.openxmlformats.org/officeDocument/2006/relationships/oleObject" Target="../embeddings/oleObject245.bin"/><Relationship Id="rId9" Type="http://schemas.openxmlformats.org/officeDocument/2006/relationships/image" Target="../media/image273.emf"/></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251.bin"/><Relationship Id="rId3" Type="http://schemas.openxmlformats.org/officeDocument/2006/relationships/notesSlide" Target="../notesSlides/notesSlide48.xml"/><Relationship Id="rId7" Type="http://schemas.openxmlformats.org/officeDocument/2006/relationships/image" Target="../media/image276.emf"/><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oleObject" Target="../embeddings/oleObject250.bin"/><Relationship Id="rId11" Type="http://schemas.openxmlformats.org/officeDocument/2006/relationships/image" Target="../media/image278.emf"/><Relationship Id="rId5" Type="http://schemas.openxmlformats.org/officeDocument/2006/relationships/image" Target="../media/image275.emf"/><Relationship Id="rId10" Type="http://schemas.openxmlformats.org/officeDocument/2006/relationships/oleObject" Target="../embeddings/oleObject252.bin"/><Relationship Id="rId4" Type="http://schemas.openxmlformats.org/officeDocument/2006/relationships/oleObject" Target="../embeddings/oleObject249.bin"/><Relationship Id="rId9" Type="http://schemas.openxmlformats.org/officeDocument/2006/relationships/image" Target="../media/image277.emf"/></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255.bin"/><Relationship Id="rId13" Type="http://schemas.openxmlformats.org/officeDocument/2006/relationships/image" Target="../media/image283.emf"/><Relationship Id="rId18" Type="http://schemas.openxmlformats.org/officeDocument/2006/relationships/oleObject" Target="../embeddings/oleObject260.bin"/><Relationship Id="rId3" Type="http://schemas.openxmlformats.org/officeDocument/2006/relationships/notesSlide" Target="../notesSlides/notesSlide49.xml"/><Relationship Id="rId7" Type="http://schemas.openxmlformats.org/officeDocument/2006/relationships/image" Target="../media/image280.emf"/><Relationship Id="rId12" Type="http://schemas.openxmlformats.org/officeDocument/2006/relationships/oleObject" Target="../embeddings/oleObject257.bin"/><Relationship Id="rId17" Type="http://schemas.openxmlformats.org/officeDocument/2006/relationships/image" Target="../media/image285.emf"/><Relationship Id="rId2" Type="http://schemas.openxmlformats.org/officeDocument/2006/relationships/slideLayout" Target="../slideLayouts/slideLayout7.xml"/><Relationship Id="rId16" Type="http://schemas.openxmlformats.org/officeDocument/2006/relationships/oleObject" Target="../embeddings/oleObject259.bin"/><Relationship Id="rId1" Type="http://schemas.openxmlformats.org/officeDocument/2006/relationships/vmlDrawing" Target="../drawings/vmlDrawing47.vml"/><Relationship Id="rId6" Type="http://schemas.openxmlformats.org/officeDocument/2006/relationships/oleObject" Target="../embeddings/oleObject254.bin"/><Relationship Id="rId11" Type="http://schemas.openxmlformats.org/officeDocument/2006/relationships/image" Target="../media/image282.emf"/><Relationship Id="rId5" Type="http://schemas.openxmlformats.org/officeDocument/2006/relationships/image" Target="../media/image279.emf"/><Relationship Id="rId15" Type="http://schemas.openxmlformats.org/officeDocument/2006/relationships/image" Target="../media/image284.emf"/><Relationship Id="rId10" Type="http://schemas.openxmlformats.org/officeDocument/2006/relationships/oleObject" Target="../embeddings/oleObject256.bin"/><Relationship Id="rId19" Type="http://schemas.openxmlformats.org/officeDocument/2006/relationships/image" Target="../media/image286.emf"/><Relationship Id="rId4" Type="http://schemas.openxmlformats.org/officeDocument/2006/relationships/oleObject" Target="../embeddings/oleObject253.bin"/><Relationship Id="rId9" Type="http://schemas.openxmlformats.org/officeDocument/2006/relationships/image" Target="../media/image281.emf"/><Relationship Id="rId14" Type="http://schemas.openxmlformats.org/officeDocument/2006/relationships/oleObject" Target="../embeddings/oleObject258.bin"/></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50.xml"/><Relationship Id="rId7" Type="http://schemas.openxmlformats.org/officeDocument/2006/relationships/image" Target="../media/image288.emf"/><Relationship Id="rId2" Type="http://schemas.openxmlformats.org/officeDocument/2006/relationships/slideLayout" Target="../slideLayouts/slideLayout7.xml"/><Relationship Id="rId1" Type="http://schemas.openxmlformats.org/officeDocument/2006/relationships/vmlDrawing" Target="../drawings/vmlDrawing48.vml"/><Relationship Id="rId6" Type="http://schemas.openxmlformats.org/officeDocument/2006/relationships/oleObject" Target="../embeddings/oleObject262.bin"/><Relationship Id="rId5" Type="http://schemas.openxmlformats.org/officeDocument/2006/relationships/image" Target="../media/image287.emf"/><Relationship Id="rId4" Type="http://schemas.openxmlformats.org/officeDocument/2006/relationships/oleObject" Target="../embeddings/oleObject261.bin"/></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265.bin"/><Relationship Id="rId3" Type="http://schemas.openxmlformats.org/officeDocument/2006/relationships/notesSlide" Target="../notesSlides/notesSlide51.xml"/><Relationship Id="rId7" Type="http://schemas.openxmlformats.org/officeDocument/2006/relationships/image" Target="../media/image290.emf"/><Relationship Id="rId2" Type="http://schemas.openxmlformats.org/officeDocument/2006/relationships/slideLayout" Target="../slideLayouts/slideLayout7.xml"/><Relationship Id="rId1" Type="http://schemas.openxmlformats.org/officeDocument/2006/relationships/vmlDrawing" Target="../drawings/vmlDrawing49.vml"/><Relationship Id="rId6" Type="http://schemas.openxmlformats.org/officeDocument/2006/relationships/oleObject" Target="../embeddings/oleObject264.bin"/><Relationship Id="rId5" Type="http://schemas.openxmlformats.org/officeDocument/2006/relationships/image" Target="../media/image289.emf"/><Relationship Id="rId4" Type="http://schemas.openxmlformats.org/officeDocument/2006/relationships/oleObject" Target="../embeddings/oleObject263.bin"/><Relationship Id="rId9" Type="http://schemas.openxmlformats.org/officeDocument/2006/relationships/image" Target="../media/image291.emf"/></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268.bin"/><Relationship Id="rId13" Type="http://schemas.openxmlformats.org/officeDocument/2006/relationships/image" Target="../media/image296.emf"/><Relationship Id="rId3" Type="http://schemas.openxmlformats.org/officeDocument/2006/relationships/notesSlide" Target="../notesSlides/notesSlide52.xml"/><Relationship Id="rId7" Type="http://schemas.openxmlformats.org/officeDocument/2006/relationships/image" Target="../media/image293.emf"/><Relationship Id="rId12" Type="http://schemas.openxmlformats.org/officeDocument/2006/relationships/oleObject" Target="../embeddings/oleObject270.bin"/><Relationship Id="rId2" Type="http://schemas.openxmlformats.org/officeDocument/2006/relationships/slideLayout" Target="../slideLayouts/slideLayout7.xml"/><Relationship Id="rId1" Type="http://schemas.openxmlformats.org/officeDocument/2006/relationships/vmlDrawing" Target="../drawings/vmlDrawing50.vml"/><Relationship Id="rId6" Type="http://schemas.openxmlformats.org/officeDocument/2006/relationships/oleObject" Target="../embeddings/oleObject267.bin"/><Relationship Id="rId11" Type="http://schemas.openxmlformats.org/officeDocument/2006/relationships/image" Target="../media/image295.emf"/><Relationship Id="rId5" Type="http://schemas.openxmlformats.org/officeDocument/2006/relationships/image" Target="../media/image292.emf"/><Relationship Id="rId15" Type="http://schemas.openxmlformats.org/officeDocument/2006/relationships/image" Target="../media/image297.emf"/><Relationship Id="rId10" Type="http://schemas.openxmlformats.org/officeDocument/2006/relationships/oleObject" Target="../embeddings/oleObject269.bin"/><Relationship Id="rId4" Type="http://schemas.openxmlformats.org/officeDocument/2006/relationships/oleObject" Target="../embeddings/oleObject266.bin"/><Relationship Id="rId9" Type="http://schemas.openxmlformats.org/officeDocument/2006/relationships/image" Target="../media/image294.emf"/><Relationship Id="rId14" Type="http://schemas.openxmlformats.org/officeDocument/2006/relationships/oleObject" Target="../embeddings/oleObject271.bin"/></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274.bin"/><Relationship Id="rId13" Type="http://schemas.openxmlformats.org/officeDocument/2006/relationships/image" Target="../media/image302.emf"/><Relationship Id="rId3" Type="http://schemas.openxmlformats.org/officeDocument/2006/relationships/notesSlide" Target="../notesSlides/notesSlide53.xml"/><Relationship Id="rId7" Type="http://schemas.openxmlformats.org/officeDocument/2006/relationships/image" Target="../media/image299.emf"/><Relationship Id="rId12" Type="http://schemas.openxmlformats.org/officeDocument/2006/relationships/oleObject" Target="../embeddings/oleObject276.bin"/><Relationship Id="rId2" Type="http://schemas.openxmlformats.org/officeDocument/2006/relationships/slideLayout" Target="../slideLayouts/slideLayout7.xml"/><Relationship Id="rId1" Type="http://schemas.openxmlformats.org/officeDocument/2006/relationships/vmlDrawing" Target="../drawings/vmlDrawing51.vml"/><Relationship Id="rId6" Type="http://schemas.openxmlformats.org/officeDocument/2006/relationships/oleObject" Target="../embeddings/oleObject273.bin"/><Relationship Id="rId11" Type="http://schemas.openxmlformats.org/officeDocument/2006/relationships/image" Target="../media/image301.emf"/><Relationship Id="rId5" Type="http://schemas.openxmlformats.org/officeDocument/2006/relationships/image" Target="../media/image298.emf"/><Relationship Id="rId10" Type="http://schemas.openxmlformats.org/officeDocument/2006/relationships/oleObject" Target="../embeddings/oleObject275.bin"/><Relationship Id="rId4" Type="http://schemas.openxmlformats.org/officeDocument/2006/relationships/oleObject" Target="../embeddings/oleObject272.bin"/><Relationship Id="rId9" Type="http://schemas.openxmlformats.org/officeDocument/2006/relationships/image" Target="../media/image300.emf"/></Relationships>
</file>

<file path=ppt/slides/_rels/slide72.xml.rels><?xml version="1.0" encoding="UTF-8" standalone="yes"?>
<Relationships xmlns="http://schemas.openxmlformats.org/package/2006/relationships"><Relationship Id="rId13" Type="http://schemas.openxmlformats.org/officeDocument/2006/relationships/image" Target="../media/image307.emf"/><Relationship Id="rId18" Type="http://schemas.openxmlformats.org/officeDocument/2006/relationships/oleObject" Target="../embeddings/oleObject284.bin"/><Relationship Id="rId26" Type="http://schemas.openxmlformats.org/officeDocument/2006/relationships/oleObject" Target="../embeddings/oleObject288.bin"/><Relationship Id="rId3" Type="http://schemas.openxmlformats.org/officeDocument/2006/relationships/notesSlide" Target="../notesSlides/notesSlide54.xml"/><Relationship Id="rId21" Type="http://schemas.openxmlformats.org/officeDocument/2006/relationships/image" Target="../media/image311.emf"/><Relationship Id="rId34" Type="http://schemas.openxmlformats.org/officeDocument/2006/relationships/oleObject" Target="../embeddings/oleObject292.bin"/><Relationship Id="rId7" Type="http://schemas.openxmlformats.org/officeDocument/2006/relationships/image" Target="../media/image304.emf"/><Relationship Id="rId12" Type="http://schemas.openxmlformats.org/officeDocument/2006/relationships/oleObject" Target="../embeddings/oleObject281.bin"/><Relationship Id="rId17" Type="http://schemas.openxmlformats.org/officeDocument/2006/relationships/image" Target="../media/image309.emf"/><Relationship Id="rId25" Type="http://schemas.openxmlformats.org/officeDocument/2006/relationships/image" Target="../media/image313.emf"/><Relationship Id="rId33" Type="http://schemas.openxmlformats.org/officeDocument/2006/relationships/image" Target="../media/image317.emf"/><Relationship Id="rId2" Type="http://schemas.openxmlformats.org/officeDocument/2006/relationships/slideLayout" Target="../slideLayouts/slideLayout7.xml"/><Relationship Id="rId16" Type="http://schemas.openxmlformats.org/officeDocument/2006/relationships/oleObject" Target="../embeddings/oleObject283.bin"/><Relationship Id="rId20" Type="http://schemas.openxmlformats.org/officeDocument/2006/relationships/oleObject" Target="../embeddings/oleObject285.bin"/><Relationship Id="rId29" Type="http://schemas.openxmlformats.org/officeDocument/2006/relationships/image" Target="../media/image315.emf"/><Relationship Id="rId1" Type="http://schemas.openxmlformats.org/officeDocument/2006/relationships/vmlDrawing" Target="../drawings/vmlDrawing52.vml"/><Relationship Id="rId6" Type="http://schemas.openxmlformats.org/officeDocument/2006/relationships/oleObject" Target="../embeddings/oleObject278.bin"/><Relationship Id="rId11" Type="http://schemas.openxmlformats.org/officeDocument/2006/relationships/image" Target="../media/image306.emf"/><Relationship Id="rId24" Type="http://schemas.openxmlformats.org/officeDocument/2006/relationships/oleObject" Target="../embeddings/oleObject287.bin"/><Relationship Id="rId32" Type="http://schemas.openxmlformats.org/officeDocument/2006/relationships/oleObject" Target="../embeddings/oleObject291.bin"/><Relationship Id="rId5" Type="http://schemas.openxmlformats.org/officeDocument/2006/relationships/image" Target="../media/image303.emf"/><Relationship Id="rId15" Type="http://schemas.openxmlformats.org/officeDocument/2006/relationships/image" Target="../media/image308.emf"/><Relationship Id="rId23" Type="http://schemas.openxmlformats.org/officeDocument/2006/relationships/image" Target="../media/image312.emf"/><Relationship Id="rId28" Type="http://schemas.openxmlformats.org/officeDocument/2006/relationships/oleObject" Target="../embeddings/oleObject289.bin"/><Relationship Id="rId10" Type="http://schemas.openxmlformats.org/officeDocument/2006/relationships/oleObject" Target="../embeddings/oleObject280.bin"/><Relationship Id="rId19" Type="http://schemas.openxmlformats.org/officeDocument/2006/relationships/image" Target="../media/image310.emf"/><Relationship Id="rId31" Type="http://schemas.openxmlformats.org/officeDocument/2006/relationships/image" Target="../media/image316.emf"/><Relationship Id="rId4" Type="http://schemas.openxmlformats.org/officeDocument/2006/relationships/oleObject" Target="../embeddings/oleObject277.bin"/><Relationship Id="rId9" Type="http://schemas.openxmlformats.org/officeDocument/2006/relationships/image" Target="../media/image305.emf"/><Relationship Id="rId14" Type="http://schemas.openxmlformats.org/officeDocument/2006/relationships/oleObject" Target="../embeddings/oleObject282.bin"/><Relationship Id="rId22" Type="http://schemas.openxmlformats.org/officeDocument/2006/relationships/oleObject" Target="../embeddings/oleObject286.bin"/><Relationship Id="rId27" Type="http://schemas.openxmlformats.org/officeDocument/2006/relationships/image" Target="../media/image314.emf"/><Relationship Id="rId30" Type="http://schemas.openxmlformats.org/officeDocument/2006/relationships/oleObject" Target="../embeddings/oleObject290.bin"/><Relationship Id="rId35" Type="http://schemas.openxmlformats.org/officeDocument/2006/relationships/image" Target="../media/image318.emf"/><Relationship Id="rId8" Type="http://schemas.openxmlformats.org/officeDocument/2006/relationships/oleObject" Target="../embeddings/oleObject279.bin"/></Relationships>
</file>

<file path=ppt/slides/_rels/slide73.xml.rels><?xml version="1.0" encoding="UTF-8" standalone="yes"?>
<Relationships xmlns="http://schemas.openxmlformats.org/package/2006/relationships"><Relationship Id="rId13" Type="http://schemas.openxmlformats.org/officeDocument/2006/relationships/image" Target="../media/image323.emf"/><Relationship Id="rId18" Type="http://schemas.openxmlformats.org/officeDocument/2006/relationships/oleObject" Target="../embeddings/oleObject300.bin"/><Relationship Id="rId26" Type="http://schemas.openxmlformats.org/officeDocument/2006/relationships/oleObject" Target="../embeddings/oleObject304.bin"/><Relationship Id="rId3" Type="http://schemas.openxmlformats.org/officeDocument/2006/relationships/notesSlide" Target="../notesSlides/notesSlide55.xml"/><Relationship Id="rId21" Type="http://schemas.openxmlformats.org/officeDocument/2006/relationships/image" Target="../media/image327.emf"/><Relationship Id="rId34" Type="http://schemas.openxmlformats.org/officeDocument/2006/relationships/oleObject" Target="../embeddings/oleObject308.bin"/><Relationship Id="rId7" Type="http://schemas.openxmlformats.org/officeDocument/2006/relationships/image" Target="../media/image320.emf"/><Relationship Id="rId12" Type="http://schemas.openxmlformats.org/officeDocument/2006/relationships/oleObject" Target="../embeddings/oleObject297.bin"/><Relationship Id="rId17" Type="http://schemas.openxmlformats.org/officeDocument/2006/relationships/image" Target="../media/image325.emf"/><Relationship Id="rId25" Type="http://schemas.openxmlformats.org/officeDocument/2006/relationships/image" Target="../media/image329.emf"/><Relationship Id="rId33" Type="http://schemas.openxmlformats.org/officeDocument/2006/relationships/image" Target="../media/image333.emf"/><Relationship Id="rId2" Type="http://schemas.openxmlformats.org/officeDocument/2006/relationships/slideLayout" Target="../slideLayouts/slideLayout7.xml"/><Relationship Id="rId16" Type="http://schemas.openxmlformats.org/officeDocument/2006/relationships/oleObject" Target="../embeddings/oleObject299.bin"/><Relationship Id="rId20" Type="http://schemas.openxmlformats.org/officeDocument/2006/relationships/oleObject" Target="../embeddings/oleObject301.bin"/><Relationship Id="rId29" Type="http://schemas.openxmlformats.org/officeDocument/2006/relationships/image" Target="../media/image331.emf"/><Relationship Id="rId1" Type="http://schemas.openxmlformats.org/officeDocument/2006/relationships/vmlDrawing" Target="../drawings/vmlDrawing53.vml"/><Relationship Id="rId6" Type="http://schemas.openxmlformats.org/officeDocument/2006/relationships/oleObject" Target="../embeddings/oleObject294.bin"/><Relationship Id="rId11" Type="http://schemas.openxmlformats.org/officeDocument/2006/relationships/image" Target="../media/image322.emf"/><Relationship Id="rId24" Type="http://schemas.openxmlformats.org/officeDocument/2006/relationships/oleObject" Target="../embeddings/oleObject303.bin"/><Relationship Id="rId32" Type="http://schemas.openxmlformats.org/officeDocument/2006/relationships/oleObject" Target="../embeddings/oleObject307.bin"/><Relationship Id="rId5" Type="http://schemas.openxmlformats.org/officeDocument/2006/relationships/image" Target="../media/image319.emf"/><Relationship Id="rId15" Type="http://schemas.openxmlformats.org/officeDocument/2006/relationships/image" Target="../media/image324.emf"/><Relationship Id="rId23" Type="http://schemas.openxmlformats.org/officeDocument/2006/relationships/image" Target="../media/image328.emf"/><Relationship Id="rId28" Type="http://schemas.openxmlformats.org/officeDocument/2006/relationships/oleObject" Target="../embeddings/oleObject305.bin"/><Relationship Id="rId10" Type="http://schemas.openxmlformats.org/officeDocument/2006/relationships/oleObject" Target="../embeddings/oleObject296.bin"/><Relationship Id="rId19" Type="http://schemas.openxmlformats.org/officeDocument/2006/relationships/image" Target="../media/image326.emf"/><Relationship Id="rId31" Type="http://schemas.openxmlformats.org/officeDocument/2006/relationships/image" Target="../media/image332.emf"/><Relationship Id="rId4" Type="http://schemas.openxmlformats.org/officeDocument/2006/relationships/oleObject" Target="../embeddings/oleObject293.bin"/><Relationship Id="rId9" Type="http://schemas.openxmlformats.org/officeDocument/2006/relationships/image" Target="../media/image321.emf"/><Relationship Id="rId14" Type="http://schemas.openxmlformats.org/officeDocument/2006/relationships/oleObject" Target="../embeddings/oleObject298.bin"/><Relationship Id="rId22" Type="http://schemas.openxmlformats.org/officeDocument/2006/relationships/oleObject" Target="../embeddings/oleObject302.bin"/><Relationship Id="rId27" Type="http://schemas.openxmlformats.org/officeDocument/2006/relationships/image" Target="../media/image330.emf"/><Relationship Id="rId30" Type="http://schemas.openxmlformats.org/officeDocument/2006/relationships/oleObject" Target="../embeddings/oleObject306.bin"/><Relationship Id="rId35" Type="http://schemas.openxmlformats.org/officeDocument/2006/relationships/image" Target="../media/image334.emf"/><Relationship Id="rId8" Type="http://schemas.openxmlformats.org/officeDocument/2006/relationships/oleObject" Target="../embeddings/oleObject295.bin"/></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311.bin"/><Relationship Id="rId13" Type="http://schemas.openxmlformats.org/officeDocument/2006/relationships/image" Target="../media/image339.emf"/><Relationship Id="rId18" Type="http://schemas.openxmlformats.org/officeDocument/2006/relationships/oleObject" Target="../embeddings/oleObject316.bin"/><Relationship Id="rId3" Type="http://schemas.openxmlformats.org/officeDocument/2006/relationships/notesSlide" Target="../notesSlides/notesSlide56.xml"/><Relationship Id="rId21" Type="http://schemas.openxmlformats.org/officeDocument/2006/relationships/image" Target="../media/image343.emf"/><Relationship Id="rId7" Type="http://schemas.openxmlformats.org/officeDocument/2006/relationships/image" Target="../media/image336.emf"/><Relationship Id="rId12" Type="http://schemas.openxmlformats.org/officeDocument/2006/relationships/oleObject" Target="../embeddings/oleObject313.bin"/><Relationship Id="rId17" Type="http://schemas.openxmlformats.org/officeDocument/2006/relationships/image" Target="../media/image341.emf"/><Relationship Id="rId25" Type="http://schemas.openxmlformats.org/officeDocument/2006/relationships/image" Target="../media/image345.emf"/><Relationship Id="rId2" Type="http://schemas.openxmlformats.org/officeDocument/2006/relationships/slideLayout" Target="../slideLayouts/slideLayout7.xml"/><Relationship Id="rId16" Type="http://schemas.openxmlformats.org/officeDocument/2006/relationships/oleObject" Target="../embeddings/oleObject315.bin"/><Relationship Id="rId20" Type="http://schemas.openxmlformats.org/officeDocument/2006/relationships/oleObject" Target="../embeddings/oleObject317.bin"/><Relationship Id="rId1" Type="http://schemas.openxmlformats.org/officeDocument/2006/relationships/vmlDrawing" Target="../drawings/vmlDrawing54.vml"/><Relationship Id="rId6" Type="http://schemas.openxmlformats.org/officeDocument/2006/relationships/oleObject" Target="../embeddings/oleObject310.bin"/><Relationship Id="rId11" Type="http://schemas.openxmlformats.org/officeDocument/2006/relationships/image" Target="../media/image338.emf"/><Relationship Id="rId24" Type="http://schemas.openxmlformats.org/officeDocument/2006/relationships/oleObject" Target="../embeddings/oleObject319.bin"/><Relationship Id="rId5" Type="http://schemas.openxmlformats.org/officeDocument/2006/relationships/image" Target="../media/image335.emf"/><Relationship Id="rId15" Type="http://schemas.openxmlformats.org/officeDocument/2006/relationships/image" Target="../media/image340.emf"/><Relationship Id="rId23" Type="http://schemas.openxmlformats.org/officeDocument/2006/relationships/image" Target="../media/image344.emf"/><Relationship Id="rId10" Type="http://schemas.openxmlformats.org/officeDocument/2006/relationships/oleObject" Target="../embeddings/oleObject312.bin"/><Relationship Id="rId19" Type="http://schemas.openxmlformats.org/officeDocument/2006/relationships/image" Target="../media/image342.emf"/><Relationship Id="rId4" Type="http://schemas.openxmlformats.org/officeDocument/2006/relationships/oleObject" Target="../embeddings/oleObject309.bin"/><Relationship Id="rId9" Type="http://schemas.openxmlformats.org/officeDocument/2006/relationships/image" Target="../media/image337.emf"/><Relationship Id="rId14" Type="http://schemas.openxmlformats.org/officeDocument/2006/relationships/oleObject" Target="../embeddings/oleObject314.bin"/><Relationship Id="rId22" Type="http://schemas.openxmlformats.org/officeDocument/2006/relationships/oleObject" Target="../embeddings/oleObject318.bin"/></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322.bin"/><Relationship Id="rId13" Type="http://schemas.openxmlformats.org/officeDocument/2006/relationships/image" Target="../media/image350.emf"/><Relationship Id="rId18" Type="http://schemas.openxmlformats.org/officeDocument/2006/relationships/oleObject" Target="../embeddings/oleObject327.bin"/><Relationship Id="rId26" Type="http://schemas.openxmlformats.org/officeDocument/2006/relationships/oleObject" Target="../embeddings/oleObject331.bin"/><Relationship Id="rId3" Type="http://schemas.openxmlformats.org/officeDocument/2006/relationships/notesSlide" Target="../notesSlides/notesSlide57.xml"/><Relationship Id="rId21" Type="http://schemas.openxmlformats.org/officeDocument/2006/relationships/image" Target="../media/image354.emf"/><Relationship Id="rId7" Type="http://schemas.openxmlformats.org/officeDocument/2006/relationships/image" Target="../media/image347.emf"/><Relationship Id="rId12" Type="http://schemas.openxmlformats.org/officeDocument/2006/relationships/oleObject" Target="../embeddings/oleObject324.bin"/><Relationship Id="rId17" Type="http://schemas.openxmlformats.org/officeDocument/2006/relationships/image" Target="../media/image352.emf"/><Relationship Id="rId25" Type="http://schemas.openxmlformats.org/officeDocument/2006/relationships/image" Target="../media/image356.emf"/><Relationship Id="rId2" Type="http://schemas.openxmlformats.org/officeDocument/2006/relationships/slideLayout" Target="../slideLayouts/slideLayout7.xml"/><Relationship Id="rId16" Type="http://schemas.openxmlformats.org/officeDocument/2006/relationships/oleObject" Target="../embeddings/oleObject326.bin"/><Relationship Id="rId20" Type="http://schemas.openxmlformats.org/officeDocument/2006/relationships/oleObject" Target="../embeddings/oleObject328.bin"/><Relationship Id="rId1" Type="http://schemas.openxmlformats.org/officeDocument/2006/relationships/vmlDrawing" Target="../drawings/vmlDrawing55.vml"/><Relationship Id="rId6" Type="http://schemas.openxmlformats.org/officeDocument/2006/relationships/oleObject" Target="../embeddings/oleObject321.bin"/><Relationship Id="rId11" Type="http://schemas.openxmlformats.org/officeDocument/2006/relationships/image" Target="../media/image349.emf"/><Relationship Id="rId24" Type="http://schemas.openxmlformats.org/officeDocument/2006/relationships/oleObject" Target="../embeddings/oleObject330.bin"/><Relationship Id="rId5" Type="http://schemas.openxmlformats.org/officeDocument/2006/relationships/image" Target="../media/image346.emf"/><Relationship Id="rId15" Type="http://schemas.openxmlformats.org/officeDocument/2006/relationships/image" Target="../media/image351.emf"/><Relationship Id="rId23" Type="http://schemas.openxmlformats.org/officeDocument/2006/relationships/image" Target="../media/image355.emf"/><Relationship Id="rId10" Type="http://schemas.openxmlformats.org/officeDocument/2006/relationships/oleObject" Target="../embeddings/oleObject323.bin"/><Relationship Id="rId19" Type="http://schemas.openxmlformats.org/officeDocument/2006/relationships/image" Target="../media/image353.emf"/><Relationship Id="rId4" Type="http://schemas.openxmlformats.org/officeDocument/2006/relationships/oleObject" Target="../embeddings/oleObject320.bin"/><Relationship Id="rId9" Type="http://schemas.openxmlformats.org/officeDocument/2006/relationships/image" Target="../media/image348.emf"/><Relationship Id="rId14" Type="http://schemas.openxmlformats.org/officeDocument/2006/relationships/oleObject" Target="../embeddings/oleObject325.bin"/><Relationship Id="rId22" Type="http://schemas.openxmlformats.org/officeDocument/2006/relationships/oleObject" Target="../embeddings/oleObject329.bin"/><Relationship Id="rId27" Type="http://schemas.openxmlformats.org/officeDocument/2006/relationships/image" Target="../media/image357.emf"/></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334.bin"/><Relationship Id="rId13" Type="http://schemas.openxmlformats.org/officeDocument/2006/relationships/image" Target="../media/image362.emf"/><Relationship Id="rId3" Type="http://schemas.openxmlformats.org/officeDocument/2006/relationships/notesSlide" Target="../notesSlides/notesSlide58.xml"/><Relationship Id="rId7" Type="http://schemas.openxmlformats.org/officeDocument/2006/relationships/image" Target="../media/image359.emf"/><Relationship Id="rId12" Type="http://schemas.openxmlformats.org/officeDocument/2006/relationships/oleObject" Target="../embeddings/oleObject336.bin"/><Relationship Id="rId2" Type="http://schemas.openxmlformats.org/officeDocument/2006/relationships/slideLayout" Target="../slideLayouts/slideLayout7.xml"/><Relationship Id="rId1" Type="http://schemas.openxmlformats.org/officeDocument/2006/relationships/vmlDrawing" Target="../drawings/vmlDrawing56.vml"/><Relationship Id="rId6" Type="http://schemas.openxmlformats.org/officeDocument/2006/relationships/oleObject" Target="../embeddings/oleObject333.bin"/><Relationship Id="rId11" Type="http://schemas.openxmlformats.org/officeDocument/2006/relationships/image" Target="../media/image361.emf"/><Relationship Id="rId5" Type="http://schemas.openxmlformats.org/officeDocument/2006/relationships/image" Target="../media/image358.emf"/><Relationship Id="rId15" Type="http://schemas.openxmlformats.org/officeDocument/2006/relationships/image" Target="../media/image363.emf"/><Relationship Id="rId10" Type="http://schemas.openxmlformats.org/officeDocument/2006/relationships/oleObject" Target="../embeddings/oleObject335.bin"/><Relationship Id="rId4" Type="http://schemas.openxmlformats.org/officeDocument/2006/relationships/oleObject" Target="../embeddings/oleObject332.bin"/><Relationship Id="rId9" Type="http://schemas.openxmlformats.org/officeDocument/2006/relationships/image" Target="../media/image360.emf"/><Relationship Id="rId14" Type="http://schemas.openxmlformats.org/officeDocument/2006/relationships/oleObject" Target="../embeddings/oleObject337.bin"/></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340.bin"/><Relationship Id="rId13" Type="http://schemas.openxmlformats.org/officeDocument/2006/relationships/image" Target="../media/image368.emf"/><Relationship Id="rId18" Type="http://schemas.openxmlformats.org/officeDocument/2006/relationships/oleObject" Target="../embeddings/oleObject345.bin"/><Relationship Id="rId26" Type="http://schemas.openxmlformats.org/officeDocument/2006/relationships/oleObject" Target="../embeddings/oleObject349.bin"/><Relationship Id="rId3" Type="http://schemas.openxmlformats.org/officeDocument/2006/relationships/notesSlide" Target="../notesSlides/notesSlide59.xml"/><Relationship Id="rId21" Type="http://schemas.openxmlformats.org/officeDocument/2006/relationships/image" Target="../media/image372.emf"/><Relationship Id="rId7" Type="http://schemas.openxmlformats.org/officeDocument/2006/relationships/image" Target="../media/image365.emf"/><Relationship Id="rId12" Type="http://schemas.openxmlformats.org/officeDocument/2006/relationships/oleObject" Target="../embeddings/oleObject342.bin"/><Relationship Id="rId17" Type="http://schemas.openxmlformats.org/officeDocument/2006/relationships/image" Target="../media/image370.emf"/><Relationship Id="rId25" Type="http://schemas.openxmlformats.org/officeDocument/2006/relationships/image" Target="../media/image374.emf"/><Relationship Id="rId2" Type="http://schemas.openxmlformats.org/officeDocument/2006/relationships/slideLayout" Target="../slideLayouts/slideLayout7.xml"/><Relationship Id="rId16" Type="http://schemas.openxmlformats.org/officeDocument/2006/relationships/oleObject" Target="../embeddings/oleObject344.bin"/><Relationship Id="rId20" Type="http://schemas.openxmlformats.org/officeDocument/2006/relationships/oleObject" Target="../embeddings/oleObject346.bin"/><Relationship Id="rId1" Type="http://schemas.openxmlformats.org/officeDocument/2006/relationships/vmlDrawing" Target="../drawings/vmlDrawing57.vml"/><Relationship Id="rId6" Type="http://schemas.openxmlformats.org/officeDocument/2006/relationships/oleObject" Target="../embeddings/oleObject339.bin"/><Relationship Id="rId11" Type="http://schemas.openxmlformats.org/officeDocument/2006/relationships/image" Target="../media/image367.emf"/><Relationship Id="rId24" Type="http://schemas.openxmlformats.org/officeDocument/2006/relationships/oleObject" Target="../embeddings/oleObject348.bin"/><Relationship Id="rId5" Type="http://schemas.openxmlformats.org/officeDocument/2006/relationships/image" Target="../media/image364.emf"/><Relationship Id="rId15" Type="http://schemas.openxmlformats.org/officeDocument/2006/relationships/image" Target="../media/image369.emf"/><Relationship Id="rId23" Type="http://schemas.openxmlformats.org/officeDocument/2006/relationships/image" Target="../media/image373.emf"/><Relationship Id="rId10" Type="http://schemas.openxmlformats.org/officeDocument/2006/relationships/oleObject" Target="../embeddings/oleObject341.bin"/><Relationship Id="rId19" Type="http://schemas.openxmlformats.org/officeDocument/2006/relationships/image" Target="../media/image371.emf"/><Relationship Id="rId4" Type="http://schemas.openxmlformats.org/officeDocument/2006/relationships/oleObject" Target="../embeddings/oleObject338.bin"/><Relationship Id="rId9" Type="http://schemas.openxmlformats.org/officeDocument/2006/relationships/image" Target="../media/image366.emf"/><Relationship Id="rId14" Type="http://schemas.openxmlformats.org/officeDocument/2006/relationships/oleObject" Target="../embeddings/oleObject343.bin"/><Relationship Id="rId22" Type="http://schemas.openxmlformats.org/officeDocument/2006/relationships/oleObject" Target="../embeddings/oleObject347.bin"/><Relationship Id="rId27" Type="http://schemas.openxmlformats.org/officeDocument/2006/relationships/image" Target="../media/image375.emf"/></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352.bin"/><Relationship Id="rId13" Type="http://schemas.openxmlformats.org/officeDocument/2006/relationships/image" Target="../media/image380.emf"/><Relationship Id="rId18" Type="http://schemas.openxmlformats.org/officeDocument/2006/relationships/oleObject" Target="../embeddings/oleObject357.bin"/><Relationship Id="rId3" Type="http://schemas.openxmlformats.org/officeDocument/2006/relationships/notesSlide" Target="../notesSlides/notesSlide60.xml"/><Relationship Id="rId21" Type="http://schemas.openxmlformats.org/officeDocument/2006/relationships/image" Target="../media/image384.emf"/><Relationship Id="rId7" Type="http://schemas.openxmlformats.org/officeDocument/2006/relationships/image" Target="../media/image377.emf"/><Relationship Id="rId12" Type="http://schemas.openxmlformats.org/officeDocument/2006/relationships/oleObject" Target="../embeddings/oleObject354.bin"/><Relationship Id="rId17" Type="http://schemas.openxmlformats.org/officeDocument/2006/relationships/image" Target="../media/image382.emf"/><Relationship Id="rId2" Type="http://schemas.openxmlformats.org/officeDocument/2006/relationships/slideLayout" Target="../slideLayouts/slideLayout7.xml"/><Relationship Id="rId16" Type="http://schemas.openxmlformats.org/officeDocument/2006/relationships/oleObject" Target="../embeddings/oleObject356.bin"/><Relationship Id="rId20" Type="http://schemas.openxmlformats.org/officeDocument/2006/relationships/oleObject" Target="../embeddings/oleObject358.bin"/><Relationship Id="rId1" Type="http://schemas.openxmlformats.org/officeDocument/2006/relationships/vmlDrawing" Target="../drawings/vmlDrawing58.vml"/><Relationship Id="rId6" Type="http://schemas.openxmlformats.org/officeDocument/2006/relationships/oleObject" Target="../embeddings/oleObject351.bin"/><Relationship Id="rId11" Type="http://schemas.openxmlformats.org/officeDocument/2006/relationships/image" Target="../media/image379.emf"/><Relationship Id="rId5" Type="http://schemas.openxmlformats.org/officeDocument/2006/relationships/image" Target="../media/image376.emf"/><Relationship Id="rId15" Type="http://schemas.openxmlformats.org/officeDocument/2006/relationships/image" Target="../media/image381.emf"/><Relationship Id="rId23" Type="http://schemas.openxmlformats.org/officeDocument/2006/relationships/image" Target="../media/image385.emf"/><Relationship Id="rId10" Type="http://schemas.openxmlformats.org/officeDocument/2006/relationships/oleObject" Target="../embeddings/oleObject353.bin"/><Relationship Id="rId19" Type="http://schemas.openxmlformats.org/officeDocument/2006/relationships/image" Target="../media/image383.emf"/><Relationship Id="rId4" Type="http://schemas.openxmlformats.org/officeDocument/2006/relationships/oleObject" Target="../embeddings/oleObject350.bin"/><Relationship Id="rId9" Type="http://schemas.openxmlformats.org/officeDocument/2006/relationships/image" Target="../media/image378.emf"/><Relationship Id="rId14" Type="http://schemas.openxmlformats.org/officeDocument/2006/relationships/oleObject" Target="../embeddings/oleObject355.bin"/><Relationship Id="rId22" Type="http://schemas.openxmlformats.org/officeDocument/2006/relationships/oleObject" Target="../embeddings/oleObject359.bin"/></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362.bin"/><Relationship Id="rId13" Type="http://schemas.openxmlformats.org/officeDocument/2006/relationships/image" Target="../media/image390.emf"/><Relationship Id="rId18" Type="http://schemas.openxmlformats.org/officeDocument/2006/relationships/oleObject" Target="../embeddings/oleObject367.bin"/><Relationship Id="rId3" Type="http://schemas.openxmlformats.org/officeDocument/2006/relationships/notesSlide" Target="../notesSlides/notesSlide61.xml"/><Relationship Id="rId21" Type="http://schemas.openxmlformats.org/officeDocument/2006/relationships/image" Target="../media/image394.emf"/><Relationship Id="rId7" Type="http://schemas.openxmlformats.org/officeDocument/2006/relationships/image" Target="../media/image387.emf"/><Relationship Id="rId12" Type="http://schemas.openxmlformats.org/officeDocument/2006/relationships/oleObject" Target="../embeddings/oleObject364.bin"/><Relationship Id="rId17" Type="http://schemas.openxmlformats.org/officeDocument/2006/relationships/image" Target="../media/image392.emf"/><Relationship Id="rId2" Type="http://schemas.openxmlformats.org/officeDocument/2006/relationships/slideLayout" Target="../slideLayouts/slideLayout7.xml"/><Relationship Id="rId16" Type="http://schemas.openxmlformats.org/officeDocument/2006/relationships/oleObject" Target="../embeddings/oleObject366.bin"/><Relationship Id="rId20" Type="http://schemas.openxmlformats.org/officeDocument/2006/relationships/oleObject" Target="../embeddings/oleObject368.bin"/><Relationship Id="rId1" Type="http://schemas.openxmlformats.org/officeDocument/2006/relationships/vmlDrawing" Target="../drawings/vmlDrawing59.vml"/><Relationship Id="rId6" Type="http://schemas.openxmlformats.org/officeDocument/2006/relationships/oleObject" Target="../embeddings/oleObject361.bin"/><Relationship Id="rId11" Type="http://schemas.openxmlformats.org/officeDocument/2006/relationships/image" Target="../media/image389.emf"/><Relationship Id="rId5" Type="http://schemas.openxmlformats.org/officeDocument/2006/relationships/image" Target="../media/image386.emf"/><Relationship Id="rId15" Type="http://schemas.openxmlformats.org/officeDocument/2006/relationships/image" Target="../media/image391.emf"/><Relationship Id="rId23" Type="http://schemas.openxmlformats.org/officeDocument/2006/relationships/image" Target="../media/image395.emf"/><Relationship Id="rId10" Type="http://schemas.openxmlformats.org/officeDocument/2006/relationships/oleObject" Target="../embeddings/oleObject363.bin"/><Relationship Id="rId19" Type="http://schemas.openxmlformats.org/officeDocument/2006/relationships/image" Target="../media/image393.emf"/><Relationship Id="rId4" Type="http://schemas.openxmlformats.org/officeDocument/2006/relationships/oleObject" Target="../embeddings/oleObject360.bin"/><Relationship Id="rId9" Type="http://schemas.openxmlformats.org/officeDocument/2006/relationships/image" Target="../media/image388.emf"/><Relationship Id="rId14" Type="http://schemas.openxmlformats.org/officeDocument/2006/relationships/oleObject" Target="../embeddings/oleObject365.bin"/><Relationship Id="rId22" Type="http://schemas.openxmlformats.org/officeDocument/2006/relationships/oleObject" Target="../embeddings/oleObject369.bin"/></Relationships>
</file>

<file path=ppt/slides/_rels/slide80.xml.rels><?xml version="1.0" encoding="UTF-8" standalone="yes"?>
<Relationships xmlns="http://schemas.openxmlformats.org/package/2006/relationships"><Relationship Id="rId8" Type="http://schemas.openxmlformats.org/officeDocument/2006/relationships/oleObject" Target="../embeddings/oleObject372.bin"/><Relationship Id="rId13" Type="http://schemas.openxmlformats.org/officeDocument/2006/relationships/image" Target="../media/image400.emf"/><Relationship Id="rId18" Type="http://schemas.openxmlformats.org/officeDocument/2006/relationships/oleObject" Target="../embeddings/oleObject377.bin"/><Relationship Id="rId3" Type="http://schemas.openxmlformats.org/officeDocument/2006/relationships/notesSlide" Target="../notesSlides/notesSlide62.xml"/><Relationship Id="rId21" Type="http://schemas.openxmlformats.org/officeDocument/2006/relationships/image" Target="../media/image404.emf"/><Relationship Id="rId7" Type="http://schemas.openxmlformats.org/officeDocument/2006/relationships/image" Target="../media/image397.emf"/><Relationship Id="rId12" Type="http://schemas.openxmlformats.org/officeDocument/2006/relationships/oleObject" Target="../embeddings/oleObject374.bin"/><Relationship Id="rId17" Type="http://schemas.openxmlformats.org/officeDocument/2006/relationships/image" Target="../media/image402.emf"/><Relationship Id="rId25" Type="http://schemas.openxmlformats.org/officeDocument/2006/relationships/image" Target="../media/image406.emf"/><Relationship Id="rId2" Type="http://schemas.openxmlformats.org/officeDocument/2006/relationships/slideLayout" Target="../slideLayouts/slideLayout7.xml"/><Relationship Id="rId16" Type="http://schemas.openxmlformats.org/officeDocument/2006/relationships/oleObject" Target="../embeddings/oleObject376.bin"/><Relationship Id="rId20" Type="http://schemas.openxmlformats.org/officeDocument/2006/relationships/oleObject" Target="../embeddings/oleObject378.bin"/><Relationship Id="rId1" Type="http://schemas.openxmlformats.org/officeDocument/2006/relationships/vmlDrawing" Target="../drawings/vmlDrawing60.vml"/><Relationship Id="rId6" Type="http://schemas.openxmlformats.org/officeDocument/2006/relationships/oleObject" Target="../embeddings/oleObject371.bin"/><Relationship Id="rId11" Type="http://schemas.openxmlformats.org/officeDocument/2006/relationships/image" Target="../media/image399.emf"/><Relationship Id="rId24" Type="http://schemas.openxmlformats.org/officeDocument/2006/relationships/oleObject" Target="../embeddings/oleObject380.bin"/><Relationship Id="rId5" Type="http://schemas.openxmlformats.org/officeDocument/2006/relationships/image" Target="../media/image396.emf"/><Relationship Id="rId15" Type="http://schemas.openxmlformats.org/officeDocument/2006/relationships/image" Target="../media/image401.emf"/><Relationship Id="rId23" Type="http://schemas.openxmlformats.org/officeDocument/2006/relationships/image" Target="../media/image405.emf"/><Relationship Id="rId10" Type="http://schemas.openxmlformats.org/officeDocument/2006/relationships/oleObject" Target="../embeddings/oleObject373.bin"/><Relationship Id="rId19" Type="http://schemas.openxmlformats.org/officeDocument/2006/relationships/image" Target="../media/image403.emf"/><Relationship Id="rId4" Type="http://schemas.openxmlformats.org/officeDocument/2006/relationships/oleObject" Target="../embeddings/oleObject370.bin"/><Relationship Id="rId9" Type="http://schemas.openxmlformats.org/officeDocument/2006/relationships/image" Target="../media/image398.emf"/><Relationship Id="rId14" Type="http://schemas.openxmlformats.org/officeDocument/2006/relationships/oleObject" Target="../embeddings/oleObject375.bin"/><Relationship Id="rId22" Type="http://schemas.openxmlformats.org/officeDocument/2006/relationships/oleObject" Target="../embeddings/oleObject379.bin"/></Relationships>
</file>

<file path=ppt/slides/_rels/slide81.xml.rels><?xml version="1.0" encoding="UTF-8" standalone="yes"?>
<Relationships xmlns="http://schemas.openxmlformats.org/package/2006/relationships"><Relationship Id="rId8" Type="http://schemas.openxmlformats.org/officeDocument/2006/relationships/oleObject" Target="../embeddings/oleObject383.bin"/><Relationship Id="rId13" Type="http://schemas.openxmlformats.org/officeDocument/2006/relationships/image" Target="../media/image411.emf"/><Relationship Id="rId18" Type="http://schemas.openxmlformats.org/officeDocument/2006/relationships/oleObject" Target="../embeddings/oleObject388.bin"/><Relationship Id="rId3" Type="http://schemas.openxmlformats.org/officeDocument/2006/relationships/notesSlide" Target="../notesSlides/notesSlide63.xml"/><Relationship Id="rId21" Type="http://schemas.openxmlformats.org/officeDocument/2006/relationships/image" Target="../media/image415.emf"/><Relationship Id="rId7" Type="http://schemas.openxmlformats.org/officeDocument/2006/relationships/image" Target="../media/image408.emf"/><Relationship Id="rId12" Type="http://schemas.openxmlformats.org/officeDocument/2006/relationships/oleObject" Target="../embeddings/oleObject385.bin"/><Relationship Id="rId17" Type="http://schemas.openxmlformats.org/officeDocument/2006/relationships/image" Target="../media/image413.emf"/><Relationship Id="rId25" Type="http://schemas.openxmlformats.org/officeDocument/2006/relationships/image" Target="../media/image417.emf"/><Relationship Id="rId2" Type="http://schemas.openxmlformats.org/officeDocument/2006/relationships/slideLayout" Target="../slideLayouts/slideLayout7.xml"/><Relationship Id="rId16" Type="http://schemas.openxmlformats.org/officeDocument/2006/relationships/oleObject" Target="../embeddings/oleObject387.bin"/><Relationship Id="rId20" Type="http://schemas.openxmlformats.org/officeDocument/2006/relationships/oleObject" Target="../embeddings/oleObject389.bin"/><Relationship Id="rId1" Type="http://schemas.openxmlformats.org/officeDocument/2006/relationships/vmlDrawing" Target="../drawings/vmlDrawing61.vml"/><Relationship Id="rId6" Type="http://schemas.openxmlformats.org/officeDocument/2006/relationships/oleObject" Target="../embeddings/oleObject382.bin"/><Relationship Id="rId11" Type="http://schemas.openxmlformats.org/officeDocument/2006/relationships/image" Target="../media/image410.emf"/><Relationship Id="rId24" Type="http://schemas.openxmlformats.org/officeDocument/2006/relationships/oleObject" Target="../embeddings/oleObject391.bin"/><Relationship Id="rId5" Type="http://schemas.openxmlformats.org/officeDocument/2006/relationships/image" Target="../media/image407.emf"/><Relationship Id="rId15" Type="http://schemas.openxmlformats.org/officeDocument/2006/relationships/image" Target="../media/image412.emf"/><Relationship Id="rId23" Type="http://schemas.openxmlformats.org/officeDocument/2006/relationships/image" Target="../media/image416.emf"/><Relationship Id="rId10" Type="http://schemas.openxmlformats.org/officeDocument/2006/relationships/oleObject" Target="../embeddings/oleObject384.bin"/><Relationship Id="rId19" Type="http://schemas.openxmlformats.org/officeDocument/2006/relationships/image" Target="../media/image414.emf"/><Relationship Id="rId4" Type="http://schemas.openxmlformats.org/officeDocument/2006/relationships/oleObject" Target="../embeddings/oleObject381.bin"/><Relationship Id="rId9" Type="http://schemas.openxmlformats.org/officeDocument/2006/relationships/image" Target="../media/image409.emf"/><Relationship Id="rId14" Type="http://schemas.openxmlformats.org/officeDocument/2006/relationships/oleObject" Target="../embeddings/oleObject386.bin"/><Relationship Id="rId22" Type="http://schemas.openxmlformats.org/officeDocument/2006/relationships/oleObject" Target="../embeddings/oleObject390.bin"/></Relationships>
</file>

<file path=ppt/slides/_rels/slide82.xml.rels><?xml version="1.0" encoding="UTF-8" standalone="yes"?>
<Relationships xmlns="http://schemas.openxmlformats.org/package/2006/relationships"><Relationship Id="rId3" Type="http://schemas.openxmlformats.org/officeDocument/2006/relationships/image" Target="../media/image419.jpeg"/><Relationship Id="rId2" Type="http://schemas.openxmlformats.org/officeDocument/2006/relationships/image" Target="../media/image418.jpeg"/><Relationship Id="rId1" Type="http://schemas.openxmlformats.org/officeDocument/2006/relationships/slideLayout" Target="../slideLayouts/slideLayout13.xml"/><Relationship Id="rId6" Type="http://schemas.openxmlformats.org/officeDocument/2006/relationships/image" Target="../media/image422.png"/><Relationship Id="rId5" Type="http://schemas.openxmlformats.org/officeDocument/2006/relationships/image" Target="../media/image421.png"/><Relationship Id="rId4" Type="http://schemas.openxmlformats.org/officeDocument/2006/relationships/image" Target="../media/image420.jpe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image" Target="../media/image423.png"/><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1774825" y="1484784"/>
            <a:ext cx="6400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dirty="0">
                <a:solidFill>
                  <a:srgbClr val="0000FF"/>
                </a:solidFill>
              </a:rPr>
              <a:t> 1 </a:t>
            </a:r>
            <a:r>
              <a:rPr lang="zh-CN" altLang="en-US" sz="2800" b="1" dirty="0">
                <a:solidFill>
                  <a:srgbClr val="0000FF"/>
                </a:solidFill>
              </a:rPr>
              <a:t>磁介质   介质的磁化</a:t>
            </a:r>
          </a:p>
        </p:txBody>
      </p:sp>
      <p:sp>
        <p:nvSpPr>
          <p:cNvPr id="3075" name="Text Box 3"/>
          <p:cNvSpPr txBox="1">
            <a:spLocks noChangeArrowheads="1"/>
          </p:cNvSpPr>
          <p:nvPr/>
        </p:nvSpPr>
        <p:spPr bwMode="auto">
          <a:xfrm>
            <a:off x="2901950" y="558801"/>
            <a:ext cx="6324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sz="4000" b="1" dirty="0">
                <a:solidFill>
                  <a:srgbClr val="FF0000"/>
                </a:solidFill>
              </a:rPr>
              <a:t>第六章 介质中的磁场</a:t>
            </a:r>
          </a:p>
        </p:txBody>
      </p:sp>
      <p:sp>
        <p:nvSpPr>
          <p:cNvPr id="3076" name="Text Box 4"/>
          <p:cNvSpPr txBox="1">
            <a:spLocks noChangeArrowheads="1"/>
          </p:cNvSpPr>
          <p:nvPr/>
        </p:nvSpPr>
        <p:spPr bwMode="auto">
          <a:xfrm>
            <a:off x="1880363" y="2028163"/>
            <a:ext cx="6400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dirty="0">
                <a:solidFill>
                  <a:srgbClr val="0000FF"/>
                </a:solidFill>
              </a:rPr>
              <a:t>2 </a:t>
            </a:r>
            <a:r>
              <a:rPr lang="zh-CN" altLang="en-US" sz="2800" b="1" dirty="0">
                <a:solidFill>
                  <a:srgbClr val="0000FF"/>
                </a:solidFill>
              </a:rPr>
              <a:t>磁化强度   磁化电流</a:t>
            </a:r>
          </a:p>
        </p:txBody>
      </p:sp>
      <p:sp>
        <p:nvSpPr>
          <p:cNvPr id="3077" name="Text Box 5"/>
          <p:cNvSpPr txBox="1">
            <a:spLocks noChangeArrowheads="1"/>
          </p:cNvSpPr>
          <p:nvPr/>
        </p:nvSpPr>
        <p:spPr bwMode="auto">
          <a:xfrm>
            <a:off x="1859332" y="2547276"/>
            <a:ext cx="6400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dirty="0">
                <a:solidFill>
                  <a:srgbClr val="0000FF"/>
                </a:solidFill>
              </a:rPr>
              <a:t>3 </a:t>
            </a:r>
            <a:r>
              <a:rPr lang="zh-CN" altLang="en-US" sz="2800" b="1" dirty="0">
                <a:solidFill>
                  <a:srgbClr val="0000FF"/>
                </a:solidFill>
              </a:rPr>
              <a:t>磁介质中的磁场</a:t>
            </a:r>
          </a:p>
        </p:txBody>
      </p:sp>
      <p:sp>
        <p:nvSpPr>
          <p:cNvPr id="3078" name="Text Box 6"/>
          <p:cNvSpPr txBox="1">
            <a:spLocks noChangeArrowheads="1"/>
          </p:cNvSpPr>
          <p:nvPr/>
        </p:nvSpPr>
        <p:spPr bwMode="auto">
          <a:xfrm>
            <a:off x="1926319" y="3051875"/>
            <a:ext cx="6400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dirty="0">
                <a:solidFill>
                  <a:srgbClr val="0000FF"/>
                </a:solidFill>
              </a:rPr>
              <a:t>4 </a:t>
            </a:r>
            <a:r>
              <a:rPr lang="zh-CN" altLang="en-US" sz="2800" b="1" dirty="0">
                <a:solidFill>
                  <a:srgbClr val="0000FF"/>
                </a:solidFill>
              </a:rPr>
              <a:t>铁磁质</a:t>
            </a:r>
          </a:p>
        </p:txBody>
      </p:sp>
      <p:sp>
        <p:nvSpPr>
          <p:cNvPr id="7" name="Text Box 6"/>
          <p:cNvSpPr txBox="1">
            <a:spLocks noChangeArrowheads="1"/>
          </p:cNvSpPr>
          <p:nvPr/>
        </p:nvSpPr>
        <p:spPr bwMode="auto">
          <a:xfrm>
            <a:off x="1926319" y="3570988"/>
            <a:ext cx="6400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dirty="0">
                <a:solidFill>
                  <a:srgbClr val="0000FF"/>
                </a:solidFill>
              </a:rPr>
              <a:t>5 </a:t>
            </a:r>
            <a:r>
              <a:rPr lang="zh-CN" altLang="en-US" sz="2800" b="1" dirty="0">
                <a:solidFill>
                  <a:srgbClr val="0000FF"/>
                </a:solidFill>
              </a:rPr>
              <a:t>边界关系</a:t>
            </a:r>
          </a:p>
        </p:txBody>
      </p:sp>
      <p:sp>
        <p:nvSpPr>
          <p:cNvPr id="8" name="Text Box 6"/>
          <p:cNvSpPr txBox="1">
            <a:spLocks noChangeArrowheads="1"/>
          </p:cNvSpPr>
          <p:nvPr/>
        </p:nvSpPr>
        <p:spPr bwMode="auto">
          <a:xfrm>
            <a:off x="1900805" y="4128656"/>
            <a:ext cx="6400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dirty="0">
                <a:solidFill>
                  <a:srgbClr val="0000FF"/>
                </a:solidFill>
              </a:rPr>
              <a:t>6 </a:t>
            </a:r>
            <a:r>
              <a:rPr lang="zh-CN" altLang="en-US" sz="2800" b="1" dirty="0">
                <a:solidFill>
                  <a:srgbClr val="0000FF"/>
                </a:solidFill>
              </a:rPr>
              <a:t>磁路定理</a:t>
            </a:r>
          </a:p>
        </p:txBody>
      </p:sp>
    </p:spTree>
    <p:extLst>
      <p:ext uri="{BB962C8B-B14F-4D97-AF65-F5344CB8AC3E}">
        <p14:creationId xmlns:p14="http://schemas.microsoft.com/office/powerpoint/2010/main" val="1522264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2135188" y="549276"/>
            <a:ext cx="111120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3600" b="1">
                <a:solidFill>
                  <a:srgbClr val="FF0000"/>
                </a:solidFill>
              </a:rPr>
              <a:t>电流</a:t>
            </a:r>
          </a:p>
        </p:txBody>
      </p:sp>
      <p:sp>
        <p:nvSpPr>
          <p:cNvPr id="5123" name="Text Box 3"/>
          <p:cNvSpPr txBox="1">
            <a:spLocks noChangeArrowheads="1"/>
          </p:cNvSpPr>
          <p:nvPr/>
        </p:nvSpPr>
        <p:spPr bwMode="auto">
          <a:xfrm>
            <a:off x="3359151" y="1412876"/>
            <a:ext cx="5173211" cy="559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FontTx/>
              <a:buNone/>
            </a:pPr>
            <a:r>
              <a:rPr lang="zh-CN" altLang="en-US" sz="2800" b="1">
                <a:solidFill>
                  <a:schemeClr val="accent2"/>
                </a:solidFill>
              </a:rPr>
              <a:t>传导电流</a:t>
            </a:r>
            <a:r>
              <a:rPr lang="en-US" altLang="zh-CN" sz="2800" b="1">
                <a:solidFill>
                  <a:schemeClr val="accent2"/>
                </a:solidFill>
              </a:rPr>
              <a:t>:</a:t>
            </a:r>
            <a:r>
              <a:rPr lang="zh-CN" altLang="en-US" sz="2800" b="1">
                <a:solidFill>
                  <a:schemeClr val="accent2"/>
                </a:solidFill>
              </a:rPr>
              <a:t>自由电荷的定向流动</a:t>
            </a:r>
            <a:r>
              <a:rPr lang="en-US" altLang="zh-CN" sz="2800" b="1">
                <a:solidFill>
                  <a:schemeClr val="accent2"/>
                </a:solidFill>
              </a:rPr>
              <a:t>. </a:t>
            </a:r>
          </a:p>
        </p:txBody>
      </p:sp>
      <p:sp>
        <p:nvSpPr>
          <p:cNvPr id="5124" name="Text Box 4"/>
          <p:cNvSpPr txBox="1">
            <a:spLocks noChangeArrowheads="1"/>
          </p:cNvSpPr>
          <p:nvPr/>
        </p:nvSpPr>
        <p:spPr bwMode="auto">
          <a:xfrm>
            <a:off x="4295775" y="476251"/>
            <a:ext cx="111120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3600" b="1">
                <a:solidFill>
                  <a:srgbClr val="FF0000"/>
                </a:solidFill>
              </a:rPr>
              <a:t>磁场</a:t>
            </a:r>
          </a:p>
        </p:txBody>
      </p:sp>
      <p:sp>
        <p:nvSpPr>
          <p:cNvPr id="5125" name="Text Box 5"/>
          <p:cNvSpPr txBox="1">
            <a:spLocks noChangeArrowheads="1"/>
          </p:cNvSpPr>
          <p:nvPr/>
        </p:nvSpPr>
        <p:spPr bwMode="auto">
          <a:xfrm>
            <a:off x="6959601" y="476251"/>
            <a:ext cx="296427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3600" b="1">
                <a:solidFill>
                  <a:srgbClr val="FF0000"/>
                </a:solidFill>
              </a:rPr>
              <a:t>存在于真空中</a:t>
            </a:r>
          </a:p>
        </p:txBody>
      </p:sp>
      <p:sp>
        <p:nvSpPr>
          <p:cNvPr id="5126" name="Line 6"/>
          <p:cNvSpPr>
            <a:spLocks noChangeShapeType="1"/>
          </p:cNvSpPr>
          <p:nvPr/>
        </p:nvSpPr>
        <p:spPr bwMode="auto">
          <a:xfrm>
            <a:off x="3216275" y="836613"/>
            <a:ext cx="1079500" cy="0"/>
          </a:xfrm>
          <a:prstGeom prst="line">
            <a:avLst/>
          </a:prstGeom>
          <a:noFill/>
          <a:ln w="762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127" name="Line 7"/>
          <p:cNvSpPr>
            <a:spLocks noChangeShapeType="1"/>
          </p:cNvSpPr>
          <p:nvPr/>
        </p:nvSpPr>
        <p:spPr bwMode="auto">
          <a:xfrm>
            <a:off x="5664200" y="836613"/>
            <a:ext cx="1079500" cy="0"/>
          </a:xfrm>
          <a:prstGeom prst="line">
            <a:avLst/>
          </a:prstGeom>
          <a:noFill/>
          <a:ln w="762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128" name="Line 8"/>
          <p:cNvSpPr>
            <a:spLocks noChangeShapeType="1"/>
          </p:cNvSpPr>
          <p:nvPr/>
        </p:nvSpPr>
        <p:spPr bwMode="auto">
          <a:xfrm>
            <a:off x="3000376" y="1196975"/>
            <a:ext cx="504825" cy="431800"/>
          </a:xfrm>
          <a:prstGeom prst="line">
            <a:avLst/>
          </a:prstGeom>
          <a:noFill/>
          <a:ln w="5715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129" name="Text Box 9"/>
          <p:cNvSpPr txBox="1">
            <a:spLocks noChangeArrowheads="1"/>
          </p:cNvSpPr>
          <p:nvPr/>
        </p:nvSpPr>
        <p:spPr bwMode="auto">
          <a:xfrm>
            <a:off x="2322513" y="1958976"/>
            <a:ext cx="6976590" cy="559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FontTx/>
              <a:buNone/>
            </a:pPr>
            <a:r>
              <a:rPr lang="zh-CN" altLang="en-US" sz="2800" b="1">
                <a:solidFill>
                  <a:schemeClr val="accent2"/>
                </a:solidFill>
              </a:rPr>
              <a:t>非真空环境</a:t>
            </a:r>
            <a:r>
              <a:rPr lang="en-US" altLang="zh-CN" sz="2800" b="1">
                <a:solidFill>
                  <a:schemeClr val="accent2"/>
                </a:solidFill>
              </a:rPr>
              <a:t>:</a:t>
            </a:r>
            <a:r>
              <a:rPr lang="zh-CN" altLang="en-US" sz="2800" b="1">
                <a:solidFill>
                  <a:schemeClr val="accent2"/>
                </a:solidFill>
              </a:rPr>
              <a:t>导致磁场与物质间有相互作用</a:t>
            </a:r>
            <a:r>
              <a:rPr lang="en-US" altLang="zh-CN" sz="2800" b="1">
                <a:solidFill>
                  <a:schemeClr val="accent2"/>
                </a:solidFill>
              </a:rPr>
              <a:t>. </a:t>
            </a:r>
          </a:p>
        </p:txBody>
      </p:sp>
      <p:sp>
        <p:nvSpPr>
          <p:cNvPr id="5130" name="Text Box 10"/>
          <p:cNvSpPr txBox="1">
            <a:spLocks noChangeArrowheads="1"/>
          </p:cNvSpPr>
          <p:nvPr/>
        </p:nvSpPr>
        <p:spPr bwMode="auto">
          <a:xfrm>
            <a:off x="1524001" y="3049588"/>
            <a:ext cx="12303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3600" b="1">
                <a:solidFill>
                  <a:srgbClr val="FF0000"/>
                </a:solidFill>
              </a:rPr>
              <a:t>分子</a:t>
            </a:r>
          </a:p>
        </p:txBody>
      </p:sp>
      <p:sp>
        <p:nvSpPr>
          <p:cNvPr id="5131" name="Text Box 11"/>
          <p:cNvSpPr txBox="1">
            <a:spLocks noChangeArrowheads="1"/>
          </p:cNvSpPr>
          <p:nvPr/>
        </p:nvSpPr>
        <p:spPr bwMode="auto">
          <a:xfrm>
            <a:off x="2659064" y="2592388"/>
            <a:ext cx="2327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solidFill>
                  <a:srgbClr val="0000FF"/>
                </a:solidFill>
              </a:rPr>
              <a:t>电子绕核旋转</a:t>
            </a:r>
          </a:p>
        </p:txBody>
      </p:sp>
      <p:sp>
        <p:nvSpPr>
          <p:cNvPr id="5132" name="Text Box 12"/>
          <p:cNvSpPr txBox="1">
            <a:spLocks noChangeArrowheads="1"/>
          </p:cNvSpPr>
          <p:nvPr/>
        </p:nvSpPr>
        <p:spPr bwMode="auto">
          <a:xfrm>
            <a:off x="2732089" y="3424238"/>
            <a:ext cx="2327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solidFill>
                  <a:srgbClr val="0000FF"/>
                </a:solidFill>
              </a:rPr>
              <a:t>电子自旋运动</a:t>
            </a:r>
          </a:p>
        </p:txBody>
      </p:sp>
      <p:sp>
        <p:nvSpPr>
          <p:cNvPr id="5133" name="AutoShape 13"/>
          <p:cNvSpPr>
            <a:spLocks/>
          </p:cNvSpPr>
          <p:nvPr/>
        </p:nvSpPr>
        <p:spPr bwMode="auto">
          <a:xfrm>
            <a:off x="2514601" y="2847976"/>
            <a:ext cx="144463" cy="1008063"/>
          </a:xfrm>
          <a:prstGeom prst="leftBrace">
            <a:avLst>
              <a:gd name="adj1" fmla="val 58150"/>
              <a:gd name="adj2" fmla="val 50000"/>
            </a:avLst>
          </a:prstGeom>
          <a:noFill/>
          <a:ln w="5715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5134" name="AutoShape 14"/>
          <p:cNvSpPr>
            <a:spLocks/>
          </p:cNvSpPr>
          <p:nvPr/>
        </p:nvSpPr>
        <p:spPr bwMode="auto">
          <a:xfrm>
            <a:off x="5035550" y="2776538"/>
            <a:ext cx="215900" cy="1008062"/>
          </a:xfrm>
          <a:prstGeom prst="rightBrace">
            <a:avLst>
              <a:gd name="adj1" fmla="val 38909"/>
              <a:gd name="adj2" fmla="val 50000"/>
            </a:avLst>
          </a:prstGeom>
          <a:noFill/>
          <a:ln w="5715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5135" name="Text Box 15"/>
          <p:cNvSpPr txBox="1">
            <a:spLocks noChangeArrowheads="1"/>
          </p:cNvSpPr>
          <p:nvPr/>
        </p:nvSpPr>
        <p:spPr bwMode="auto">
          <a:xfrm>
            <a:off x="5424488" y="2776538"/>
            <a:ext cx="100806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solidFill>
                  <a:srgbClr val="FF0000"/>
                </a:solidFill>
              </a:rPr>
              <a:t>分子电流</a:t>
            </a:r>
          </a:p>
        </p:txBody>
      </p:sp>
      <p:sp>
        <p:nvSpPr>
          <p:cNvPr id="5136" name="Line 16"/>
          <p:cNvSpPr>
            <a:spLocks noChangeShapeType="1"/>
          </p:cNvSpPr>
          <p:nvPr/>
        </p:nvSpPr>
        <p:spPr bwMode="auto">
          <a:xfrm>
            <a:off x="6316663" y="3208338"/>
            <a:ext cx="576262" cy="0"/>
          </a:xfrm>
          <a:prstGeom prst="line">
            <a:avLst/>
          </a:prstGeom>
          <a:noFill/>
          <a:ln w="762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137" name="Text Box 17"/>
          <p:cNvSpPr txBox="1">
            <a:spLocks noChangeArrowheads="1"/>
          </p:cNvSpPr>
          <p:nvPr/>
        </p:nvSpPr>
        <p:spPr bwMode="auto">
          <a:xfrm>
            <a:off x="6804026" y="2717800"/>
            <a:ext cx="10080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solidFill>
                  <a:srgbClr val="FF0000"/>
                </a:solidFill>
              </a:rPr>
              <a:t>分子磁矩</a:t>
            </a:r>
          </a:p>
        </p:txBody>
      </p:sp>
      <p:sp>
        <p:nvSpPr>
          <p:cNvPr id="5138" name="Text Box 18"/>
          <p:cNvSpPr txBox="1">
            <a:spLocks noChangeArrowheads="1"/>
          </p:cNvSpPr>
          <p:nvPr/>
        </p:nvSpPr>
        <p:spPr bwMode="auto">
          <a:xfrm>
            <a:off x="2063750" y="4941888"/>
            <a:ext cx="7704138"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FontTx/>
              <a:buNone/>
            </a:pPr>
            <a:r>
              <a:rPr lang="zh-CN" altLang="en-US" sz="2800" b="1">
                <a:solidFill>
                  <a:schemeClr val="accent1"/>
                </a:solidFill>
              </a:rPr>
              <a:t>磁化</a:t>
            </a:r>
            <a:r>
              <a:rPr lang="en-US" altLang="zh-CN" sz="2800" b="1">
                <a:solidFill>
                  <a:schemeClr val="accent2"/>
                </a:solidFill>
              </a:rPr>
              <a:t>:</a:t>
            </a:r>
            <a:r>
              <a:rPr lang="zh-CN" altLang="en-US" sz="2800" b="1">
                <a:solidFill>
                  <a:schemeClr val="accent2"/>
                </a:solidFill>
              </a:rPr>
              <a:t>物体内的分子磁矩在外场力矩的作用下出现转向排列</a:t>
            </a:r>
            <a:r>
              <a:rPr lang="en-US" altLang="zh-CN" sz="2800" b="1">
                <a:solidFill>
                  <a:schemeClr val="accent2"/>
                </a:solidFill>
              </a:rPr>
              <a:t>,</a:t>
            </a:r>
            <a:r>
              <a:rPr lang="zh-CN" altLang="en-US" sz="2800" b="1">
                <a:solidFill>
                  <a:schemeClr val="accent2"/>
                </a:solidFill>
              </a:rPr>
              <a:t>使物体对外显示一定的磁性</a:t>
            </a:r>
            <a:r>
              <a:rPr lang="en-US" altLang="zh-CN" sz="2800" b="1">
                <a:solidFill>
                  <a:schemeClr val="accent2"/>
                </a:solidFill>
              </a:rPr>
              <a:t>,</a:t>
            </a:r>
            <a:r>
              <a:rPr lang="zh-CN" altLang="en-US" sz="2800" b="1">
                <a:solidFill>
                  <a:schemeClr val="accent2"/>
                </a:solidFill>
              </a:rPr>
              <a:t>同时物体上出现宏观的磁化电流</a:t>
            </a:r>
            <a:r>
              <a:rPr lang="en-US" altLang="zh-CN" sz="2800" b="1">
                <a:solidFill>
                  <a:schemeClr val="accent2"/>
                </a:solidFill>
              </a:rPr>
              <a:t>. </a:t>
            </a:r>
          </a:p>
        </p:txBody>
      </p:sp>
      <p:pic>
        <p:nvPicPr>
          <p:cNvPr id="5139" name="Picture 20" descr="s8p21_m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620000" y="2554288"/>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4898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6591300" y="4014788"/>
            <a:ext cx="360045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3600" b="1">
                <a:solidFill>
                  <a:srgbClr val="FF0000"/>
                </a:solidFill>
              </a:rPr>
              <a:t>磁介质</a:t>
            </a:r>
            <a:r>
              <a:rPr lang="en-US" altLang="zh-CN" sz="3600" b="1">
                <a:solidFill>
                  <a:srgbClr val="FF0000"/>
                </a:solidFill>
              </a:rPr>
              <a:t>:</a:t>
            </a:r>
            <a:r>
              <a:rPr lang="zh-CN" altLang="en-US" sz="3600" b="1">
                <a:solidFill>
                  <a:srgbClr val="FF0000"/>
                </a:solidFill>
              </a:rPr>
              <a:t>能被外磁场磁化并反过来影响磁场的物质</a:t>
            </a:r>
          </a:p>
        </p:txBody>
      </p:sp>
      <p:sp>
        <p:nvSpPr>
          <p:cNvPr id="7171" name="Text Box 3"/>
          <p:cNvSpPr txBox="1">
            <a:spLocks noChangeArrowheads="1"/>
          </p:cNvSpPr>
          <p:nvPr/>
        </p:nvSpPr>
        <p:spPr bwMode="auto">
          <a:xfrm>
            <a:off x="1524000" y="1"/>
            <a:ext cx="1169988" cy="559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FontTx/>
              <a:buNone/>
            </a:pPr>
            <a:r>
              <a:rPr lang="zh-CN" altLang="en-US" sz="2800" b="1">
                <a:solidFill>
                  <a:schemeClr val="accent1"/>
                </a:solidFill>
              </a:rPr>
              <a:t>磁化</a:t>
            </a:r>
            <a:endParaRPr lang="zh-CN" altLang="en-US" sz="2800" b="1">
              <a:solidFill>
                <a:schemeClr val="accent2"/>
              </a:solidFill>
            </a:endParaRPr>
          </a:p>
        </p:txBody>
      </p:sp>
      <p:grpSp>
        <p:nvGrpSpPr>
          <p:cNvPr id="7172" name="Group 4"/>
          <p:cNvGrpSpPr>
            <a:grpSpLocks/>
          </p:cNvGrpSpPr>
          <p:nvPr/>
        </p:nvGrpSpPr>
        <p:grpSpPr bwMode="auto">
          <a:xfrm>
            <a:off x="1570039" y="944564"/>
            <a:ext cx="2160587" cy="1368425"/>
            <a:chOff x="476" y="1117"/>
            <a:chExt cx="1361" cy="862"/>
          </a:xfrm>
        </p:grpSpPr>
        <p:sp>
          <p:nvSpPr>
            <p:cNvPr id="7291" name="AutoShape 5"/>
            <p:cNvSpPr>
              <a:spLocks noChangeArrowheads="1"/>
            </p:cNvSpPr>
            <p:nvPr/>
          </p:nvSpPr>
          <p:spPr bwMode="auto">
            <a:xfrm rot="-5400000">
              <a:off x="726" y="867"/>
              <a:ext cx="862" cy="1361"/>
            </a:xfrm>
            <a:prstGeom prst="can">
              <a:avLst>
                <a:gd name="adj" fmla="val 39472"/>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7292" name="Group 6"/>
            <p:cNvGrpSpPr>
              <a:grpSpLocks/>
            </p:cNvGrpSpPr>
            <p:nvPr/>
          </p:nvGrpSpPr>
          <p:grpSpPr bwMode="auto">
            <a:xfrm>
              <a:off x="527" y="1168"/>
              <a:ext cx="1146" cy="777"/>
              <a:chOff x="527" y="1168"/>
              <a:chExt cx="1146" cy="777"/>
            </a:xfrm>
          </p:grpSpPr>
          <p:grpSp>
            <p:nvGrpSpPr>
              <p:cNvPr id="7293" name="Group 7"/>
              <p:cNvGrpSpPr>
                <a:grpSpLocks/>
              </p:cNvGrpSpPr>
              <p:nvPr/>
            </p:nvGrpSpPr>
            <p:grpSpPr bwMode="auto">
              <a:xfrm rot="10609211">
                <a:off x="527" y="1395"/>
                <a:ext cx="250" cy="182"/>
                <a:chOff x="2472" y="2296"/>
                <a:chExt cx="250" cy="182"/>
              </a:xfrm>
            </p:grpSpPr>
            <p:sp>
              <p:nvSpPr>
                <p:cNvPr id="7318" name="Oval 8"/>
                <p:cNvSpPr>
                  <a:spLocks noChangeArrowheads="1"/>
                </p:cNvSpPr>
                <p:nvPr/>
              </p:nvSpPr>
              <p:spPr bwMode="auto">
                <a:xfrm>
                  <a:off x="2472" y="2296"/>
                  <a:ext cx="136" cy="182"/>
                </a:xfrm>
                <a:prstGeom prst="ellipse">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319" name="Line 9"/>
                <p:cNvSpPr>
                  <a:spLocks noChangeShapeType="1"/>
                </p:cNvSpPr>
                <p:nvPr/>
              </p:nvSpPr>
              <p:spPr bwMode="auto">
                <a:xfrm>
                  <a:off x="2540" y="2387"/>
                  <a:ext cx="182"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94" name="Group 10"/>
              <p:cNvGrpSpPr>
                <a:grpSpLocks/>
              </p:cNvGrpSpPr>
              <p:nvPr/>
            </p:nvGrpSpPr>
            <p:grpSpPr bwMode="auto">
              <a:xfrm rot="7558841">
                <a:off x="1457" y="1542"/>
                <a:ext cx="250" cy="182"/>
                <a:chOff x="2472" y="2296"/>
                <a:chExt cx="250" cy="182"/>
              </a:xfrm>
            </p:grpSpPr>
            <p:sp>
              <p:nvSpPr>
                <p:cNvPr id="7316" name="Oval 11"/>
                <p:cNvSpPr>
                  <a:spLocks noChangeArrowheads="1"/>
                </p:cNvSpPr>
                <p:nvPr/>
              </p:nvSpPr>
              <p:spPr bwMode="auto">
                <a:xfrm>
                  <a:off x="2472" y="2296"/>
                  <a:ext cx="136" cy="182"/>
                </a:xfrm>
                <a:prstGeom prst="ellipse">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317" name="Line 12"/>
                <p:cNvSpPr>
                  <a:spLocks noChangeShapeType="1"/>
                </p:cNvSpPr>
                <p:nvPr/>
              </p:nvSpPr>
              <p:spPr bwMode="auto">
                <a:xfrm>
                  <a:off x="2540" y="2387"/>
                  <a:ext cx="182"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95" name="Group 13"/>
              <p:cNvGrpSpPr>
                <a:grpSpLocks/>
              </p:cNvGrpSpPr>
              <p:nvPr/>
            </p:nvGrpSpPr>
            <p:grpSpPr bwMode="auto">
              <a:xfrm rot="-7044455">
                <a:off x="1315" y="1202"/>
                <a:ext cx="250" cy="182"/>
                <a:chOff x="2472" y="2296"/>
                <a:chExt cx="250" cy="182"/>
              </a:xfrm>
            </p:grpSpPr>
            <p:sp>
              <p:nvSpPr>
                <p:cNvPr id="7314" name="Oval 14"/>
                <p:cNvSpPr>
                  <a:spLocks noChangeArrowheads="1"/>
                </p:cNvSpPr>
                <p:nvPr/>
              </p:nvSpPr>
              <p:spPr bwMode="auto">
                <a:xfrm>
                  <a:off x="2472" y="2296"/>
                  <a:ext cx="136" cy="182"/>
                </a:xfrm>
                <a:prstGeom prst="ellipse">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315" name="Line 15"/>
                <p:cNvSpPr>
                  <a:spLocks noChangeShapeType="1"/>
                </p:cNvSpPr>
                <p:nvPr/>
              </p:nvSpPr>
              <p:spPr bwMode="auto">
                <a:xfrm>
                  <a:off x="2540" y="2387"/>
                  <a:ext cx="182"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96" name="Group 16"/>
              <p:cNvGrpSpPr>
                <a:grpSpLocks/>
              </p:cNvGrpSpPr>
              <p:nvPr/>
            </p:nvGrpSpPr>
            <p:grpSpPr bwMode="auto">
              <a:xfrm rot="-2673352">
                <a:off x="867" y="1508"/>
                <a:ext cx="250" cy="182"/>
                <a:chOff x="2472" y="2296"/>
                <a:chExt cx="250" cy="182"/>
              </a:xfrm>
            </p:grpSpPr>
            <p:sp>
              <p:nvSpPr>
                <p:cNvPr id="7312" name="Oval 17"/>
                <p:cNvSpPr>
                  <a:spLocks noChangeArrowheads="1"/>
                </p:cNvSpPr>
                <p:nvPr/>
              </p:nvSpPr>
              <p:spPr bwMode="auto">
                <a:xfrm>
                  <a:off x="2472" y="2296"/>
                  <a:ext cx="136" cy="182"/>
                </a:xfrm>
                <a:prstGeom prst="ellipse">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313" name="Line 18"/>
                <p:cNvSpPr>
                  <a:spLocks noChangeShapeType="1"/>
                </p:cNvSpPr>
                <p:nvPr/>
              </p:nvSpPr>
              <p:spPr bwMode="auto">
                <a:xfrm>
                  <a:off x="2540" y="2387"/>
                  <a:ext cx="182"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97" name="Group 19"/>
              <p:cNvGrpSpPr>
                <a:grpSpLocks/>
              </p:cNvGrpSpPr>
              <p:nvPr/>
            </p:nvGrpSpPr>
            <p:grpSpPr bwMode="auto">
              <a:xfrm rot="-3150440">
                <a:off x="1145" y="1372"/>
                <a:ext cx="250" cy="182"/>
                <a:chOff x="2472" y="2296"/>
                <a:chExt cx="250" cy="182"/>
              </a:xfrm>
            </p:grpSpPr>
            <p:sp>
              <p:nvSpPr>
                <p:cNvPr id="7310" name="Oval 20"/>
                <p:cNvSpPr>
                  <a:spLocks noChangeArrowheads="1"/>
                </p:cNvSpPr>
                <p:nvPr/>
              </p:nvSpPr>
              <p:spPr bwMode="auto">
                <a:xfrm>
                  <a:off x="2472" y="2296"/>
                  <a:ext cx="136" cy="182"/>
                </a:xfrm>
                <a:prstGeom prst="ellipse">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311" name="Line 21"/>
                <p:cNvSpPr>
                  <a:spLocks noChangeShapeType="1"/>
                </p:cNvSpPr>
                <p:nvPr/>
              </p:nvSpPr>
              <p:spPr bwMode="auto">
                <a:xfrm>
                  <a:off x="2540" y="2387"/>
                  <a:ext cx="182"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98" name="Group 22"/>
              <p:cNvGrpSpPr>
                <a:grpSpLocks/>
              </p:cNvGrpSpPr>
              <p:nvPr/>
            </p:nvGrpSpPr>
            <p:grpSpPr bwMode="auto">
              <a:xfrm rot="3717389">
                <a:off x="1202" y="1712"/>
                <a:ext cx="250" cy="182"/>
                <a:chOff x="2472" y="2296"/>
                <a:chExt cx="250" cy="182"/>
              </a:xfrm>
            </p:grpSpPr>
            <p:sp>
              <p:nvSpPr>
                <p:cNvPr id="7308" name="Oval 23"/>
                <p:cNvSpPr>
                  <a:spLocks noChangeArrowheads="1"/>
                </p:cNvSpPr>
                <p:nvPr/>
              </p:nvSpPr>
              <p:spPr bwMode="auto">
                <a:xfrm>
                  <a:off x="2472" y="2296"/>
                  <a:ext cx="136" cy="182"/>
                </a:xfrm>
                <a:prstGeom prst="ellipse">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309" name="Line 24"/>
                <p:cNvSpPr>
                  <a:spLocks noChangeShapeType="1"/>
                </p:cNvSpPr>
                <p:nvPr/>
              </p:nvSpPr>
              <p:spPr bwMode="auto">
                <a:xfrm>
                  <a:off x="2540" y="2387"/>
                  <a:ext cx="182"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99" name="Group 25"/>
              <p:cNvGrpSpPr>
                <a:grpSpLocks/>
              </p:cNvGrpSpPr>
              <p:nvPr/>
            </p:nvGrpSpPr>
            <p:grpSpPr bwMode="auto">
              <a:xfrm rot="1203751">
                <a:off x="584" y="1735"/>
                <a:ext cx="250" cy="182"/>
                <a:chOff x="2472" y="2296"/>
                <a:chExt cx="250" cy="182"/>
              </a:xfrm>
            </p:grpSpPr>
            <p:sp>
              <p:nvSpPr>
                <p:cNvPr id="7306" name="Oval 26"/>
                <p:cNvSpPr>
                  <a:spLocks noChangeArrowheads="1"/>
                </p:cNvSpPr>
                <p:nvPr/>
              </p:nvSpPr>
              <p:spPr bwMode="auto">
                <a:xfrm>
                  <a:off x="2472" y="2296"/>
                  <a:ext cx="136" cy="182"/>
                </a:xfrm>
                <a:prstGeom prst="ellipse">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307" name="Line 27"/>
                <p:cNvSpPr>
                  <a:spLocks noChangeShapeType="1"/>
                </p:cNvSpPr>
                <p:nvPr/>
              </p:nvSpPr>
              <p:spPr bwMode="auto">
                <a:xfrm>
                  <a:off x="2540" y="2387"/>
                  <a:ext cx="182"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300" name="Group 28"/>
              <p:cNvGrpSpPr>
                <a:grpSpLocks/>
              </p:cNvGrpSpPr>
              <p:nvPr/>
            </p:nvGrpSpPr>
            <p:grpSpPr bwMode="auto">
              <a:xfrm rot="8831318">
                <a:off x="924" y="1763"/>
                <a:ext cx="250" cy="182"/>
                <a:chOff x="2472" y="2296"/>
                <a:chExt cx="250" cy="182"/>
              </a:xfrm>
            </p:grpSpPr>
            <p:sp>
              <p:nvSpPr>
                <p:cNvPr id="7304" name="Oval 29"/>
                <p:cNvSpPr>
                  <a:spLocks noChangeArrowheads="1"/>
                </p:cNvSpPr>
                <p:nvPr/>
              </p:nvSpPr>
              <p:spPr bwMode="auto">
                <a:xfrm>
                  <a:off x="2472" y="2296"/>
                  <a:ext cx="136" cy="182"/>
                </a:xfrm>
                <a:prstGeom prst="ellipse">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305" name="Line 30"/>
                <p:cNvSpPr>
                  <a:spLocks noChangeShapeType="1"/>
                </p:cNvSpPr>
                <p:nvPr/>
              </p:nvSpPr>
              <p:spPr bwMode="auto">
                <a:xfrm>
                  <a:off x="2540" y="2387"/>
                  <a:ext cx="182"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301" name="Group 31"/>
              <p:cNvGrpSpPr>
                <a:grpSpLocks/>
              </p:cNvGrpSpPr>
              <p:nvPr/>
            </p:nvGrpSpPr>
            <p:grpSpPr bwMode="auto">
              <a:xfrm rot="-3689325">
                <a:off x="890" y="1202"/>
                <a:ext cx="250" cy="182"/>
                <a:chOff x="2472" y="2296"/>
                <a:chExt cx="250" cy="182"/>
              </a:xfrm>
            </p:grpSpPr>
            <p:sp>
              <p:nvSpPr>
                <p:cNvPr id="7302" name="Oval 32"/>
                <p:cNvSpPr>
                  <a:spLocks noChangeArrowheads="1"/>
                </p:cNvSpPr>
                <p:nvPr/>
              </p:nvSpPr>
              <p:spPr bwMode="auto">
                <a:xfrm>
                  <a:off x="2472" y="2296"/>
                  <a:ext cx="136" cy="182"/>
                </a:xfrm>
                <a:prstGeom prst="ellipse">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303" name="Line 33"/>
                <p:cNvSpPr>
                  <a:spLocks noChangeShapeType="1"/>
                </p:cNvSpPr>
                <p:nvPr/>
              </p:nvSpPr>
              <p:spPr bwMode="auto">
                <a:xfrm>
                  <a:off x="2540" y="2387"/>
                  <a:ext cx="182"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grpSp>
      <p:grpSp>
        <p:nvGrpSpPr>
          <p:cNvPr id="7173" name="Group 34"/>
          <p:cNvGrpSpPr>
            <a:grpSpLocks/>
          </p:cNvGrpSpPr>
          <p:nvPr/>
        </p:nvGrpSpPr>
        <p:grpSpPr bwMode="auto">
          <a:xfrm>
            <a:off x="5575300" y="944564"/>
            <a:ext cx="2160588" cy="1368425"/>
            <a:chOff x="2285" y="1083"/>
            <a:chExt cx="1361" cy="862"/>
          </a:xfrm>
        </p:grpSpPr>
        <p:sp>
          <p:nvSpPr>
            <p:cNvPr id="7262" name="AutoShape 35"/>
            <p:cNvSpPr>
              <a:spLocks noChangeArrowheads="1"/>
            </p:cNvSpPr>
            <p:nvPr/>
          </p:nvSpPr>
          <p:spPr bwMode="auto">
            <a:xfrm rot="-5400000">
              <a:off x="2535" y="833"/>
              <a:ext cx="862" cy="1361"/>
            </a:xfrm>
            <a:prstGeom prst="can">
              <a:avLst>
                <a:gd name="adj" fmla="val 39472"/>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7263" name="Group 36"/>
            <p:cNvGrpSpPr>
              <a:grpSpLocks/>
            </p:cNvGrpSpPr>
            <p:nvPr/>
          </p:nvGrpSpPr>
          <p:grpSpPr bwMode="auto">
            <a:xfrm>
              <a:off x="2426" y="1168"/>
              <a:ext cx="1073" cy="720"/>
              <a:chOff x="2426" y="1168"/>
              <a:chExt cx="1073" cy="720"/>
            </a:xfrm>
          </p:grpSpPr>
          <p:grpSp>
            <p:nvGrpSpPr>
              <p:cNvPr id="7264" name="Group 37"/>
              <p:cNvGrpSpPr>
                <a:grpSpLocks/>
              </p:cNvGrpSpPr>
              <p:nvPr/>
            </p:nvGrpSpPr>
            <p:grpSpPr bwMode="auto">
              <a:xfrm>
                <a:off x="2426" y="1678"/>
                <a:ext cx="250" cy="182"/>
                <a:chOff x="2472" y="2296"/>
                <a:chExt cx="250" cy="182"/>
              </a:xfrm>
            </p:grpSpPr>
            <p:sp>
              <p:nvSpPr>
                <p:cNvPr id="7289" name="Oval 38"/>
                <p:cNvSpPr>
                  <a:spLocks noChangeArrowheads="1"/>
                </p:cNvSpPr>
                <p:nvPr/>
              </p:nvSpPr>
              <p:spPr bwMode="auto">
                <a:xfrm>
                  <a:off x="2472" y="2296"/>
                  <a:ext cx="136" cy="182"/>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90" name="Line 39"/>
                <p:cNvSpPr>
                  <a:spLocks noChangeShapeType="1"/>
                </p:cNvSpPr>
                <p:nvPr/>
              </p:nvSpPr>
              <p:spPr bwMode="auto">
                <a:xfrm>
                  <a:off x="2540" y="2387"/>
                  <a:ext cx="182" cy="0"/>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65" name="Group 40"/>
              <p:cNvGrpSpPr>
                <a:grpSpLocks/>
              </p:cNvGrpSpPr>
              <p:nvPr/>
            </p:nvGrpSpPr>
            <p:grpSpPr bwMode="auto">
              <a:xfrm>
                <a:off x="2426" y="1423"/>
                <a:ext cx="250" cy="182"/>
                <a:chOff x="2472" y="2296"/>
                <a:chExt cx="250" cy="182"/>
              </a:xfrm>
            </p:grpSpPr>
            <p:sp>
              <p:nvSpPr>
                <p:cNvPr id="7287" name="Oval 41"/>
                <p:cNvSpPr>
                  <a:spLocks noChangeArrowheads="1"/>
                </p:cNvSpPr>
                <p:nvPr/>
              </p:nvSpPr>
              <p:spPr bwMode="auto">
                <a:xfrm>
                  <a:off x="2472" y="2296"/>
                  <a:ext cx="136" cy="182"/>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88" name="Line 42"/>
                <p:cNvSpPr>
                  <a:spLocks noChangeShapeType="1"/>
                </p:cNvSpPr>
                <p:nvPr/>
              </p:nvSpPr>
              <p:spPr bwMode="auto">
                <a:xfrm>
                  <a:off x="2540" y="2387"/>
                  <a:ext cx="182" cy="0"/>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66" name="Group 43"/>
              <p:cNvGrpSpPr>
                <a:grpSpLocks/>
              </p:cNvGrpSpPr>
              <p:nvPr/>
            </p:nvGrpSpPr>
            <p:grpSpPr bwMode="auto">
              <a:xfrm>
                <a:off x="2426" y="1168"/>
                <a:ext cx="250" cy="182"/>
                <a:chOff x="2472" y="2296"/>
                <a:chExt cx="250" cy="182"/>
              </a:xfrm>
            </p:grpSpPr>
            <p:sp>
              <p:nvSpPr>
                <p:cNvPr id="7285" name="Oval 44"/>
                <p:cNvSpPr>
                  <a:spLocks noChangeArrowheads="1"/>
                </p:cNvSpPr>
                <p:nvPr/>
              </p:nvSpPr>
              <p:spPr bwMode="auto">
                <a:xfrm>
                  <a:off x="2472" y="2296"/>
                  <a:ext cx="136" cy="182"/>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86" name="Line 45"/>
                <p:cNvSpPr>
                  <a:spLocks noChangeShapeType="1"/>
                </p:cNvSpPr>
                <p:nvPr/>
              </p:nvSpPr>
              <p:spPr bwMode="auto">
                <a:xfrm>
                  <a:off x="2540" y="2387"/>
                  <a:ext cx="182" cy="0"/>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67" name="Group 46"/>
              <p:cNvGrpSpPr>
                <a:grpSpLocks/>
              </p:cNvGrpSpPr>
              <p:nvPr/>
            </p:nvGrpSpPr>
            <p:grpSpPr bwMode="auto">
              <a:xfrm>
                <a:off x="2823" y="1706"/>
                <a:ext cx="250" cy="182"/>
                <a:chOff x="2472" y="2296"/>
                <a:chExt cx="250" cy="182"/>
              </a:xfrm>
            </p:grpSpPr>
            <p:sp>
              <p:nvSpPr>
                <p:cNvPr id="7283" name="Oval 47"/>
                <p:cNvSpPr>
                  <a:spLocks noChangeArrowheads="1"/>
                </p:cNvSpPr>
                <p:nvPr/>
              </p:nvSpPr>
              <p:spPr bwMode="auto">
                <a:xfrm>
                  <a:off x="2472" y="2296"/>
                  <a:ext cx="136" cy="182"/>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84" name="Line 48"/>
                <p:cNvSpPr>
                  <a:spLocks noChangeShapeType="1"/>
                </p:cNvSpPr>
                <p:nvPr/>
              </p:nvSpPr>
              <p:spPr bwMode="auto">
                <a:xfrm>
                  <a:off x="2540" y="2387"/>
                  <a:ext cx="182" cy="0"/>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68" name="Group 49"/>
              <p:cNvGrpSpPr>
                <a:grpSpLocks/>
              </p:cNvGrpSpPr>
              <p:nvPr/>
            </p:nvGrpSpPr>
            <p:grpSpPr bwMode="auto">
              <a:xfrm>
                <a:off x="2823" y="1451"/>
                <a:ext cx="250" cy="182"/>
                <a:chOff x="2472" y="2296"/>
                <a:chExt cx="250" cy="182"/>
              </a:xfrm>
            </p:grpSpPr>
            <p:sp>
              <p:nvSpPr>
                <p:cNvPr id="7281" name="Oval 50"/>
                <p:cNvSpPr>
                  <a:spLocks noChangeArrowheads="1"/>
                </p:cNvSpPr>
                <p:nvPr/>
              </p:nvSpPr>
              <p:spPr bwMode="auto">
                <a:xfrm>
                  <a:off x="2472" y="2296"/>
                  <a:ext cx="136" cy="182"/>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82" name="Line 51"/>
                <p:cNvSpPr>
                  <a:spLocks noChangeShapeType="1"/>
                </p:cNvSpPr>
                <p:nvPr/>
              </p:nvSpPr>
              <p:spPr bwMode="auto">
                <a:xfrm>
                  <a:off x="2540" y="2387"/>
                  <a:ext cx="182" cy="0"/>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69" name="Group 52"/>
              <p:cNvGrpSpPr>
                <a:grpSpLocks/>
              </p:cNvGrpSpPr>
              <p:nvPr/>
            </p:nvGrpSpPr>
            <p:grpSpPr bwMode="auto">
              <a:xfrm>
                <a:off x="2823" y="1196"/>
                <a:ext cx="250" cy="182"/>
                <a:chOff x="2472" y="2296"/>
                <a:chExt cx="250" cy="182"/>
              </a:xfrm>
            </p:grpSpPr>
            <p:sp>
              <p:nvSpPr>
                <p:cNvPr id="7279" name="Oval 53"/>
                <p:cNvSpPr>
                  <a:spLocks noChangeArrowheads="1"/>
                </p:cNvSpPr>
                <p:nvPr/>
              </p:nvSpPr>
              <p:spPr bwMode="auto">
                <a:xfrm>
                  <a:off x="2472" y="2296"/>
                  <a:ext cx="136" cy="182"/>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80" name="Line 54"/>
                <p:cNvSpPr>
                  <a:spLocks noChangeShapeType="1"/>
                </p:cNvSpPr>
                <p:nvPr/>
              </p:nvSpPr>
              <p:spPr bwMode="auto">
                <a:xfrm>
                  <a:off x="2540" y="2387"/>
                  <a:ext cx="182" cy="0"/>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70" name="Group 55"/>
              <p:cNvGrpSpPr>
                <a:grpSpLocks/>
              </p:cNvGrpSpPr>
              <p:nvPr/>
            </p:nvGrpSpPr>
            <p:grpSpPr bwMode="auto">
              <a:xfrm>
                <a:off x="3249" y="1706"/>
                <a:ext cx="250" cy="182"/>
                <a:chOff x="2472" y="2296"/>
                <a:chExt cx="250" cy="182"/>
              </a:xfrm>
            </p:grpSpPr>
            <p:sp>
              <p:nvSpPr>
                <p:cNvPr id="7277" name="Oval 56"/>
                <p:cNvSpPr>
                  <a:spLocks noChangeArrowheads="1"/>
                </p:cNvSpPr>
                <p:nvPr/>
              </p:nvSpPr>
              <p:spPr bwMode="auto">
                <a:xfrm>
                  <a:off x="2472" y="2296"/>
                  <a:ext cx="136" cy="182"/>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78" name="Line 57"/>
                <p:cNvSpPr>
                  <a:spLocks noChangeShapeType="1"/>
                </p:cNvSpPr>
                <p:nvPr/>
              </p:nvSpPr>
              <p:spPr bwMode="auto">
                <a:xfrm>
                  <a:off x="2540" y="2387"/>
                  <a:ext cx="182" cy="0"/>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71" name="Group 58"/>
              <p:cNvGrpSpPr>
                <a:grpSpLocks/>
              </p:cNvGrpSpPr>
              <p:nvPr/>
            </p:nvGrpSpPr>
            <p:grpSpPr bwMode="auto">
              <a:xfrm>
                <a:off x="3249" y="1451"/>
                <a:ext cx="250" cy="182"/>
                <a:chOff x="2472" y="2296"/>
                <a:chExt cx="250" cy="182"/>
              </a:xfrm>
            </p:grpSpPr>
            <p:sp>
              <p:nvSpPr>
                <p:cNvPr id="7275" name="Oval 59"/>
                <p:cNvSpPr>
                  <a:spLocks noChangeArrowheads="1"/>
                </p:cNvSpPr>
                <p:nvPr/>
              </p:nvSpPr>
              <p:spPr bwMode="auto">
                <a:xfrm>
                  <a:off x="2472" y="2296"/>
                  <a:ext cx="136" cy="182"/>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76" name="Line 60"/>
                <p:cNvSpPr>
                  <a:spLocks noChangeShapeType="1"/>
                </p:cNvSpPr>
                <p:nvPr/>
              </p:nvSpPr>
              <p:spPr bwMode="auto">
                <a:xfrm>
                  <a:off x="2540" y="2387"/>
                  <a:ext cx="182" cy="0"/>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72" name="Group 61"/>
              <p:cNvGrpSpPr>
                <a:grpSpLocks/>
              </p:cNvGrpSpPr>
              <p:nvPr/>
            </p:nvGrpSpPr>
            <p:grpSpPr bwMode="auto">
              <a:xfrm>
                <a:off x="3249" y="1196"/>
                <a:ext cx="250" cy="182"/>
                <a:chOff x="2472" y="2296"/>
                <a:chExt cx="250" cy="182"/>
              </a:xfrm>
            </p:grpSpPr>
            <p:sp>
              <p:nvSpPr>
                <p:cNvPr id="7273" name="Oval 62"/>
                <p:cNvSpPr>
                  <a:spLocks noChangeArrowheads="1"/>
                </p:cNvSpPr>
                <p:nvPr/>
              </p:nvSpPr>
              <p:spPr bwMode="auto">
                <a:xfrm>
                  <a:off x="2472" y="2296"/>
                  <a:ext cx="136" cy="182"/>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74" name="Line 63"/>
                <p:cNvSpPr>
                  <a:spLocks noChangeShapeType="1"/>
                </p:cNvSpPr>
                <p:nvPr/>
              </p:nvSpPr>
              <p:spPr bwMode="auto">
                <a:xfrm>
                  <a:off x="2540" y="2387"/>
                  <a:ext cx="182" cy="0"/>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grpSp>
      <p:grpSp>
        <p:nvGrpSpPr>
          <p:cNvPr id="7174" name="Group 64"/>
          <p:cNvGrpSpPr>
            <a:grpSpLocks/>
          </p:cNvGrpSpPr>
          <p:nvPr/>
        </p:nvGrpSpPr>
        <p:grpSpPr bwMode="auto">
          <a:xfrm>
            <a:off x="8172450" y="657226"/>
            <a:ext cx="2249488" cy="2251075"/>
            <a:chOff x="1463" y="2160"/>
            <a:chExt cx="1417" cy="1418"/>
          </a:xfrm>
        </p:grpSpPr>
        <p:grpSp>
          <p:nvGrpSpPr>
            <p:cNvPr id="7178" name="Group 65"/>
            <p:cNvGrpSpPr>
              <a:grpSpLocks/>
            </p:cNvGrpSpPr>
            <p:nvPr/>
          </p:nvGrpSpPr>
          <p:grpSpPr bwMode="auto">
            <a:xfrm>
              <a:off x="1463" y="2160"/>
              <a:ext cx="1417" cy="1418"/>
              <a:chOff x="1009" y="2245"/>
              <a:chExt cx="1417" cy="1418"/>
            </a:xfrm>
          </p:grpSpPr>
          <p:sp>
            <p:nvSpPr>
              <p:cNvPr id="7180" name="Oval 66"/>
              <p:cNvSpPr>
                <a:spLocks noChangeArrowheads="1"/>
              </p:cNvSpPr>
              <p:nvPr/>
            </p:nvSpPr>
            <p:spPr bwMode="auto">
              <a:xfrm>
                <a:off x="1009" y="2245"/>
                <a:ext cx="1417" cy="1418"/>
              </a:xfrm>
              <a:prstGeom prst="ellipse">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7181" name="Group 67"/>
              <p:cNvGrpSpPr>
                <a:grpSpLocks/>
              </p:cNvGrpSpPr>
              <p:nvPr/>
            </p:nvGrpSpPr>
            <p:grpSpPr bwMode="auto">
              <a:xfrm>
                <a:off x="1548" y="3407"/>
                <a:ext cx="170" cy="170"/>
                <a:chOff x="3107" y="2982"/>
                <a:chExt cx="170" cy="170"/>
              </a:xfrm>
            </p:grpSpPr>
            <p:sp>
              <p:nvSpPr>
                <p:cNvPr id="7260" name="Oval 68"/>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61" name="Line 69"/>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182" name="Group 70"/>
              <p:cNvGrpSpPr>
                <a:grpSpLocks/>
              </p:cNvGrpSpPr>
              <p:nvPr/>
            </p:nvGrpSpPr>
            <p:grpSpPr bwMode="auto">
              <a:xfrm>
                <a:off x="1264" y="2443"/>
                <a:ext cx="170" cy="170"/>
                <a:chOff x="3107" y="2982"/>
                <a:chExt cx="170" cy="170"/>
              </a:xfrm>
            </p:grpSpPr>
            <p:sp>
              <p:nvSpPr>
                <p:cNvPr id="7258" name="Oval 71"/>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59" name="Line 72"/>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183" name="Group 73"/>
              <p:cNvGrpSpPr>
                <a:grpSpLocks/>
              </p:cNvGrpSpPr>
              <p:nvPr/>
            </p:nvGrpSpPr>
            <p:grpSpPr bwMode="auto">
              <a:xfrm>
                <a:off x="1491" y="2330"/>
                <a:ext cx="170" cy="170"/>
                <a:chOff x="3107" y="2982"/>
                <a:chExt cx="170" cy="170"/>
              </a:xfrm>
            </p:grpSpPr>
            <p:sp>
              <p:nvSpPr>
                <p:cNvPr id="7256" name="Oval 74"/>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57" name="Line 75"/>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184" name="Group 76"/>
              <p:cNvGrpSpPr>
                <a:grpSpLocks/>
              </p:cNvGrpSpPr>
              <p:nvPr/>
            </p:nvGrpSpPr>
            <p:grpSpPr bwMode="auto">
              <a:xfrm>
                <a:off x="1746" y="2302"/>
                <a:ext cx="170" cy="170"/>
                <a:chOff x="3107" y="2982"/>
                <a:chExt cx="170" cy="170"/>
              </a:xfrm>
            </p:grpSpPr>
            <p:sp>
              <p:nvSpPr>
                <p:cNvPr id="7254" name="Oval 77"/>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55" name="Line 78"/>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185" name="Group 79"/>
              <p:cNvGrpSpPr>
                <a:grpSpLocks/>
              </p:cNvGrpSpPr>
              <p:nvPr/>
            </p:nvGrpSpPr>
            <p:grpSpPr bwMode="auto">
              <a:xfrm>
                <a:off x="1973" y="2387"/>
                <a:ext cx="170" cy="170"/>
                <a:chOff x="3107" y="2982"/>
                <a:chExt cx="170" cy="170"/>
              </a:xfrm>
            </p:grpSpPr>
            <p:sp>
              <p:nvSpPr>
                <p:cNvPr id="7252" name="Oval 80"/>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53" name="Line 81"/>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186" name="Group 82"/>
              <p:cNvGrpSpPr>
                <a:grpSpLocks/>
              </p:cNvGrpSpPr>
              <p:nvPr/>
            </p:nvGrpSpPr>
            <p:grpSpPr bwMode="auto">
              <a:xfrm>
                <a:off x="1519" y="2529"/>
                <a:ext cx="170" cy="170"/>
                <a:chOff x="3107" y="2982"/>
                <a:chExt cx="170" cy="170"/>
              </a:xfrm>
            </p:grpSpPr>
            <p:sp>
              <p:nvSpPr>
                <p:cNvPr id="7250" name="Oval 83"/>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51" name="Line 84"/>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187" name="Group 85"/>
              <p:cNvGrpSpPr>
                <a:grpSpLocks/>
              </p:cNvGrpSpPr>
              <p:nvPr/>
            </p:nvGrpSpPr>
            <p:grpSpPr bwMode="auto">
              <a:xfrm>
                <a:off x="1774" y="2529"/>
                <a:ext cx="170" cy="170"/>
                <a:chOff x="3107" y="2982"/>
                <a:chExt cx="170" cy="170"/>
              </a:xfrm>
            </p:grpSpPr>
            <p:sp>
              <p:nvSpPr>
                <p:cNvPr id="7248" name="Oval 86"/>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49" name="Line 87"/>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188" name="Group 88"/>
              <p:cNvGrpSpPr>
                <a:grpSpLocks/>
              </p:cNvGrpSpPr>
              <p:nvPr/>
            </p:nvGrpSpPr>
            <p:grpSpPr bwMode="auto">
              <a:xfrm>
                <a:off x="2086" y="2585"/>
                <a:ext cx="170" cy="170"/>
                <a:chOff x="3107" y="2982"/>
                <a:chExt cx="170" cy="170"/>
              </a:xfrm>
            </p:grpSpPr>
            <p:sp>
              <p:nvSpPr>
                <p:cNvPr id="7246" name="Oval 89"/>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47" name="Line 90"/>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189" name="Group 91"/>
              <p:cNvGrpSpPr>
                <a:grpSpLocks/>
              </p:cNvGrpSpPr>
              <p:nvPr/>
            </p:nvGrpSpPr>
            <p:grpSpPr bwMode="auto">
              <a:xfrm>
                <a:off x="1944" y="2812"/>
                <a:ext cx="170" cy="170"/>
                <a:chOff x="3107" y="2982"/>
                <a:chExt cx="170" cy="170"/>
              </a:xfrm>
            </p:grpSpPr>
            <p:sp>
              <p:nvSpPr>
                <p:cNvPr id="7244" name="Oval 92"/>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45" name="Line 93"/>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190" name="Group 94"/>
              <p:cNvGrpSpPr>
                <a:grpSpLocks/>
              </p:cNvGrpSpPr>
              <p:nvPr/>
            </p:nvGrpSpPr>
            <p:grpSpPr bwMode="auto">
              <a:xfrm>
                <a:off x="2171" y="3067"/>
                <a:ext cx="170" cy="170"/>
                <a:chOff x="3107" y="2982"/>
                <a:chExt cx="170" cy="170"/>
              </a:xfrm>
            </p:grpSpPr>
            <p:sp>
              <p:nvSpPr>
                <p:cNvPr id="7242" name="Oval 95"/>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43" name="Line 96"/>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191" name="Group 97"/>
              <p:cNvGrpSpPr>
                <a:grpSpLocks/>
              </p:cNvGrpSpPr>
              <p:nvPr/>
            </p:nvGrpSpPr>
            <p:grpSpPr bwMode="auto">
              <a:xfrm>
                <a:off x="1122" y="2642"/>
                <a:ext cx="170" cy="170"/>
                <a:chOff x="3107" y="2982"/>
                <a:chExt cx="170" cy="170"/>
              </a:xfrm>
            </p:grpSpPr>
            <p:sp>
              <p:nvSpPr>
                <p:cNvPr id="7240" name="Oval 98"/>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41" name="Line 99"/>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192" name="Group 100"/>
              <p:cNvGrpSpPr>
                <a:grpSpLocks/>
              </p:cNvGrpSpPr>
              <p:nvPr/>
            </p:nvGrpSpPr>
            <p:grpSpPr bwMode="auto">
              <a:xfrm>
                <a:off x="1434" y="2727"/>
                <a:ext cx="170" cy="170"/>
                <a:chOff x="3107" y="2982"/>
                <a:chExt cx="170" cy="170"/>
              </a:xfrm>
            </p:grpSpPr>
            <p:sp>
              <p:nvSpPr>
                <p:cNvPr id="7238" name="Oval 101"/>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39" name="Line 102"/>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193" name="Group 103"/>
              <p:cNvGrpSpPr>
                <a:grpSpLocks/>
              </p:cNvGrpSpPr>
              <p:nvPr/>
            </p:nvGrpSpPr>
            <p:grpSpPr bwMode="auto">
              <a:xfrm>
                <a:off x="1689" y="2755"/>
                <a:ext cx="170" cy="170"/>
                <a:chOff x="3107" y="2982"/>
                <a:chExt cx="170" cy="170"/>
              </a:xfrm>
            </p:grpSpPr>
            <p:sp>
              <p:nvSpPr>
                <p:cNvPr id="7236" name="Oval 104"/>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37" name="Line 105"/>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194" name="Group 106"/>
              <p:cNvGrpSpPr>
                <a:grpSpLocks/>
              </p:cNvGrpSpPr>
              <p:nvPr/>
            </p:nvGrpSpPr>
            <p:grpSpPr bwMode="auto">
              <a:xfrm>
                <a:off x="1037" y="2869"/>
                <a:ext cx="170" cy="170"/>
                <a:chOff x="3107" y="2982"/>
                <a:chExt cx="170" cy="170"/>
              </a:xfrm>
            </p:grpSpPr>
            <p:sp>
              <p:nvSpPr>
                <p:cNvPr id="7234" name="Oval 107"/>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35" name="Line 108"/>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195" name="Group 109"/>
              <p:cNvGrpSpPr>
                <a:grpSpLocks/>
              </p:cNvGrpSpPr>
              <p:nvPr/>
            </p:nvGrpSpPr>
            <p:grpSpPr bwMode="auto">
              <a:xfrm>
                <a:off x="2200" y="2840"/>
                <a:ext cx="170" cy="170"/>
                <a:chOff x="3107" y="2982"/>
                <a:chExt cx="170" cy="170"/>
              </a:xfrm>
            </p:grpSpPr>
            <p:sp>
              <p:nvSpPr>
                <p:cNvPr id="7232" name="Oval 110"/>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33" name="Line 111"/>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196" name="Group 112"/>
              <p:cNvGrpSpPr>
                <a:grpSpLocks/>
              </p:cNvGrpSpPr>
              <p:nvPr/>
            </p:nvGrpSpPr>
            <p:grpSpPr bwMode="auto">
              <a:xfrm>
                <a:off x="1292" y="2897"/>
                <a:ext cx="170" cy="170"/>
                <a:chOff x="3107" y="2982"/>
                <a:chExt cx="170" cy="170"/>
              </a:xfrm>
            </p:grpSpPr>
            <p:sp>
              <p:nvSpPr>
                <p:cNvPr id="7230" name="Oval 113"/>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31" name="Line 114"/>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197" name="Group 115"/>
              <p:cNvGrpSpPr>
                <a:grpSpLocks/>
              </p:cNvGrpSpPr>
              <p:nvPr/>
            </p:nvGrpSpPr>
            <p:grpSpPr bwMode="auto">
              <a:xfrm>
                <a:off x="1746" y="3010"/>
                <a:ext cx="170" cy="170"/>
                <a:chOff x="3107" y="2982"/>
                <a:chExt cx="170" cy="170"/>
              </a:xfrm>
            </p:grpSpPr>
            <p:sp>
              <p:nvSpPr>
                <p:cNvPr id="7228" name="Oval 116"/>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29" name="Line 117"/>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198" name="Group 118"/>
              <p:cNvGrpSpPr>
                <a:grpSpLocks/>
              </p:cNvGrpSpPr>
              <p:nvPr/>
            </p:nvGrpSpPr>
            <p:grpSpPr bwMode="auto">
              <a:xfrm>
                <a:off x="1548" y="2954"/>
                <a:ext cx="170" cy="170"/>
                <a:chOff x="3107" y="2982"/>
                <a:chExt cx="170" cy="170"/>
              </a:xfrm>
            </p:grpSpPr>
            <p:sp>
              <p:nvSpPr>
                <p:cNvPr id="7226" name="Oval 119"/>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27" name="Line 120"/>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199" name="Group 121"/>
              <p:cNvGrpSpPr>
                <a:grpSpLocks/>
              </p:cNvGrpSpPr>
              <p:nvPr/>
            </p:nvGrpSpPr>
            <p:grpSpPr bwMode="auto">
              <a:xfrm>
                <a:off x="1973" y="3039"/>
                <a:ext cx="170" cy="170"/>
                <a:chOff x="3107" y="2982"/>
                <a:chExt cx="170" cy="170"/>
              </a:xfrm>
            </p:grpSpPr>
            <p:sp>
              <p:nvSpPr>
                <p:cNvPr id="7224" name="Oval 122"/>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25" name="Line 123"/>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00" name="Group 124"/>
              <p:cNvGrpSpPr>
                <a:grpSpLocks/>
              </p:cNvGrpSpPr>
              <p:nvPr/>
            </p:nvGrpSpPr>
            <p:grpSpPr bwMode="auto">
              <a:xfrm>
                <a:off x="2058" y="3294"/>
                <a:ext cx="170" cy="170"/>
                <a:chOff x="3107" y="2982"/>
                <a:chExt cx="170" cy="170"/>
              </a:xfrm>
            </p:grpSpPr>
            <p:sp>
              <p:nvSpPr>
                <p:cNvPr id="7222" name="Oval 125"/>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23" name="Line 126"/>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01" name="Group 127"/>
              <p:cNvGrpSpPr>
                <a:grpSpLocks/>
              </p:cNvGrpSpPr>
              <p:nvPr/>
            </p:nvGrpSpPr>
            <p:grpSpPr bwMode="auto">
              <a:xfrm>
                <a:off x="1236" y="3152"/>
                <a:ext cx="170" cy="170"/>
                <a:chOff x="3107" y="2982"/>
                <a:chExt cx="170" cy="170"/>
              </a:xfrm>
            </p:grpSpPr>
            <p:sp>
              <p:nvSpPr>
                <p:cNvPr id="7220" name="Oval 128"/>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21" name="Line 129"/>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02" name="Group 130"/>
              <p:cNvGrpSpPr>
                <a:grpSpLocks/>
              </p:cNvGrpSpPr>
              <p:nvPr/>
            </p:nvGrpSpPr>
            <p:grpSpPr bwMode="auto">
              <a:xfrm>
                <a:off x="1066" y="3096"/>
                <a:ext cx="170" cy="170"/>
                <a:chOff x="3107" y="2982"/>
                <a:chExt cx="170" cy="170"/>
              </a:xfrm>
            </p:grpSpPr>
            <p:sp>
              <p:nvSpPr>
                <p:cNvPr id="7218" name="Oval 131"/>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19" name="Line 132"/>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03" name="Group 133"/>
              <p:cNvGrpSpPr>
                <a:grpSpLocks/>
              </p:cNvGrpSpPr>
              <p:nvPr/>
            </p:nvGrpSpPr>
            <p:grpSpPr bwMode="auto">
              <a:xfrm>
                <a:off x="1633" y="3237"/>
                <a:ext cx="170" cy="170"/>
                <a:chOff x="3107" y="2982"/>
                <a:chExt cx="170" cy="170"/>
              </a:xfrm>
            </p:grpSpPr>
            <p:sp>
              <p:nvSpPr>
                <p:cNvPr id="7216" name="Oval 134"/>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17" name="Line 135"/>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04" name="Group 136"/>
              <p:cNvGrpSpPr>
                <a:grpSpLocks/>
              </p:cNvGrpSpPr>
              <p:nvPr/>
            </p:nvGrpSpPr>
            <p:grpSpPr bwMode="auto">
              <a:xfrm>
                <a:off x="1435" y="3181"/>
                <a:ext cx="170" cy="170"/>
                <a:chOff x="3107" y="2982"/>
                <a:chExt cx="170" cy="170"/>
              </a:xfrm>
            </p:grpSpPr>
            <p:sp>
              <p:nvSpPr>
                <p:cNvPr id="7214" name="Oval 137"/>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15" name="Line 138"/>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05" name="Group 139"/>
              <p:cNvGrpSpPr>
                <a:grpSpLocks/>
              </p:cNvGrpSpPr>
              <p:nvPr/>
            </p:nvGrpSpPr>
            <p:grpSpPr bwMode="auto">
              <a:xfrm>
                <a:off x="1860" y="3266"/>
                <a:ext cx="170" cy="170"/>
                <a:chOff x="3107" y="2982"/>
                <a:chExt cx="170" cy="170"/>
              </a:xfrm>
            </p:grpSpPr>
            <p:sp>
              <p:nvSpPr>
                <p:cNvPr id="7212" name="Oval 140"/>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13" name="Line 141"/>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06" name="Group 142"/>
              <p:cNvGrpSpPr>
                <a:grpSpLocks/>
              </p:cNvGrpSpPr>
              <p:nvPr/>
            </p:nvGrpSpPr>
            <p:grpSpPr bwMode="auto">
              <a:xfrm>
                <a:off x="1321" y="3379"/>
                <a:ext cx="170" cy="170"/>
                <a:chOff x="3107" y="2982"/>
                <a:chExt cx="170" cy="170"/>
              </a:xfrm>
            </p:grpSpPr>
            <p:sp>
              <p:nvSpPr>
                <p:cNvPr id="7210" name="Oval 143"/>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11" name="Line 144"/>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207" name="Group 145"/>
              <p:cNvGrpSpPr>
                <a:grpSpLocks/>
              </p:cNvGrpSpPr>
              <p:nvPr/>
            </p:nvGrpSpPr>
            <p:grpSpPr bwMode="auto">
              <a:xfrm>
                <a:off x="1774" y="3436"/>
                <a:ext cx="170" cy="170"/>
                <a:chOff x="3107" y="2982"/>
                <a:chExt cx="170" cy="170"/>
              </a:xfrm>
            </p:grpSpPr>
            <p:sp>
              <p:nvSpPr>
                <p:cNvPr id="7208" name="Oval 146"/>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209" name="Line 147"/>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7179" name="Line 148"/>
            <p:cNvSpPr>
              <a:spLocks noChangeShapeType="1"/>
            </p:cNvSpPr>
            <p:nvPr/>
          </p:nvSpPr>
          <p:spPr bwMode="auto">
            <a:xfrm flipH="1">
              <a:off x="1746" y="2217"/>
              <a:ext cx="142" cy="85"/>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7175" name="AutoShape 149"/>
          <p:cNvSpPr>
            <a:spLocks noChangeArrowheads="1"/>
          </p:cNvSpPr>
          <p:nvPr/>
        </p:nvSpPr>
        <p:spPr bwMode="auto">
          <a:xfrm>
            <a:off x="3954464" y="1439863"/>
            <a:ext cx="1304925" cy="360362"/>
          </a:xfrm>
          <a:prstGeom prst="rightArrow">
            <a:avLst>
              <a:gd name="adj1" fmla="val 50000"/>
              <a:gd name="adj2" fmla="val 90529"/>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7176" name="Object 150"/>
          <p:cNvGraphicFramePr>
            <a:graphicFrameLocks noChangeAspect="1"/>
          </p:cNvGraphicFramePr>
          <p:nvPr/>
        </p:nvGraphicFramePr>
        <p:xfrm>
          <a:off x="4044950" y="449263"/>
          <a:ext cx="852488" cy="1136650"/>
        </p:xfrm>
        <a:graphic>
          <a:graphicData uri="http://schemas.openxmlformats.org/presentationml/2006/ole">
            <mc:AlternateContent xmlns:mc="http://schemas.openxmlformats.org/markup-compatibility/2006">
              <mc:Choice xmlns:v="urn:schemas-microsoft-com:vml" Requires="v">
                <p:oleObj spid="_x0000_s1041" name="Equation" r:id="rId4" imgW="152268" imgH="203024" progId="Equation.DSMT4">
                  <p:embed/>
                </p:oleObj>
              </mc:Choice>
              <mc:Fallback>
                <p:oleObj name="Equation" r:id="rId4" imgW="152268" imgH="203024"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44950" y="449263"/>
                        <a:ext cx="852488" cy="1136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7177" name="Picture 152" descr="20090505174558_30230419339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5176" y="3005138"/>
            <a:ext cx="402907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36722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ChangeArrowheads="1"/>
          </p:cNvSpPr>
          <p:nvPr/>
        </p:nvSpPr>
        <p:spPr bwMode="auto">
          <a:xfrm>
            <a:off x="2362200" y="914400"/>
            <a:ext cx="7239000" cy="571500"/>
          </a:xfrm>
          <a:prstGeom prst="rect">
            <a:avLst/>
          </a:prstGeom>
          <a:noFill/>
          <a:ln w="9525">
            <a:noFill/>
            <a:miter lim="800000"/>
            <a:headEnd/>
            <a:tailEnd/>
          </a:ln>
          <a:effectLst/>
        </p:spPr>
        <p:txBody>
          <a:bodyPr lIns="92075" tIns="46038" rIns="92075" bIns="46038" anchor="ctr"/>
          <a:lstStyle/>
          <a:p>
            <a:pPr algn="ctr" eaLnBrk="1" hangingPunct="1">
              <a:defRPr/>
            </a:pPr>
            <a:r>
              <a:rPr lang="zh-CN" altLang="en-US" sz="3600">
                <a:solidFill>
                  <a:srgbClr val="FF0000"/>
                </a:solidFill>
                <a:effectLst>
                  <a:outerShdw blurRad="38100" dist="38100" dir="2700000" algn="tl">
                    <a:srgbClr val="C0C0C0"/>
                  </a:outerShdw>
                </a:effectLst>
                <a:latin typeface="宋体" pitchFamily="2" charset="-122"/>
              </a:rPr>
              <a:t>磁化强度  磁化电流</a:t>
            </a:r>
          </a:p>
        </p:txBody>
      </p:sp>
      <p:sp>
        <p:nvSpPr>
          <p:cNvPr id="9219" name="Text Box 3"/>
          <p:cNvSpPr txBox="1">
            <a:spLocks noChangeArrowheads="1"/>
          </p:cNvSpPr>
          <p:nvPr/>
        </p:nvSpPr>
        <p:spPr bwMode="auto">
          <a:xfrm>
            <a:off x="2133600" y="1676400"/>
            <a:ext cx="2819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一、磁化强度</a:t>
            </a:r>
            <a:r>
              <a:rPr lang="zh-CN" altLang="en-US" sz="2000">
                <a:solidFill>
                  <a:srgbClr val="0000FF"/>
                </a:solidFill>
              </a:rPr>
              <a:t>    </a:t>
            </a:r>
          </a:p>
        </p:txBody>
      </p:sp>
      <p:graphicFrame>
        <p:nvGraphicFramePr>
          <p:cNvPr id="9220" name="Object 4"/>
          <p:cNvGraphicFramePr>
            <a:graphicFrameLocks noChangeAspect="1"/>
          </p:cNvGraphicFramePr>
          <p:nvPr/>
        </p:nvGraphicFramePr>
        <p:xfrm>
          <a:off x="4791076" y="2214564"/>
          <a:ext cx="1268413" cy="771525"/>
        </p:xfrm>
        <a:graphic>
          <a:graphicData uri="http://schemas.openxmlformats.org/presentationml/2006/ole">
            <mc:AlternateContent xmlns:mc="http://schemas.openxmlformats.org/markup-compatibility/2006">
              <mc:Choice xmlns:v="urn:schemas-microsoft-com:vml" Requires="v">
                <p:oleObj spid="_x0000_s2095" name="Equation" r:id="rId4" imgW="695433" imgH="409643" progId="Equation.DSMT4">
                  <p:embed/>
                </p:oleObj>
              </mc:Choice>
              <mc:Fallback>
                <p:oleObj name="Equation" r:id="rId4" imgW="695433" imgH="40964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1076" y="2214564"/>
                        <a:ext cx="1268413" cy="771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1" name="Text Box 5"/>
          <p:cNvSpPr txBox="1">
            <a:spLocks noChangeArrowheads="1"/>
          </p:cNvSpPr>
          <p:nvPr/>
        </p:nvSpPr>
        <p:spPr bwMode="auto">
          <a:xfrm>
            <a:off x="1865314" y="3810001"/>
            <a:ext cx="15636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solidFill>
                  <a:srgbClr val="0000FF"/>
                </a:solidFill>
              </a:rPr>
              <a:t>讨论：</a:t>
            </a:r>
          </a:p>
        </p:txBody>
      </p:sp>
      <p:sp>
        <p:nvSpPr>
          <p:cNvPr id="9222" name="Text Box 6"/>
          <p:cNvSpPr txBox="1">
            <a:spLocks noChangeArrowheads="1"/>
          </p:cNvSpPr>
          <p:nvPr/>
        </p:nvSpPr>
        <p:spPr bwMode="auto">
          <a:xfrm>
            <a:off x="3505200" y="3886201"/>
            <a:ext cx="3124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对于真空  </a:t>
            </a:r>
            <a:r>
              <a:rPr lang="en-US" altLang="zh-CN" sz="2800" i="1">
                <a:solidFill>
                  <a:srgbClr val="0000FF"/>
                </a:solidFill>
              </a:rPr>
              <a:t>M</a:t>
            </a:r>
            <a:r>
              <a:rPr lang="en-US" altLang="zh-CN" sz="2800">
                <a:solidFill>
                  <a:srgbClr val="0000FF"/>
                </a:solidFill>
              </a:rPr>
              <a:t>=0</a:t>
            </a:r>
          </a:p>
        </p:txBody>
      </p:sp>
      <p:sp>
        <p:nvSpPr>
          <p:cNvPr id="9223" name="Text Box 7"/>
          <p:cNvSpPr txBox="1">
            <a:spLocks noChangeArrowheads="1"/>
          </p:cNvSpPr>
          <p:nvPr/>
        </p:nvSpPr>
        <p:spPr bwMode="auto">
          <a:xfrm>
            <a:off x="3125788" y="4572001"/>
            <a:ext cx="25130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对于均匀磁化</a:t>
            </a:r>
          </a:p>
        </p:txBody>
      </p:sp>
      <p:graphicFrame>
        <p:nvGraphicFramePr>
          <p:cNvPr id="9224" name="Object 8"/>
          <p:cNvGraphicFramePr>
            <a:graphicFrameLocks noChangeAspect="1"/>
          </p:cNvGraphicFramePr>
          <p:nvPr/>
        </p:nvGraphicFramePr>
        <p:xfrm>
          <a:off x="5754688" y="4681538"/>
          <a:ext cx="2513012" cy="406400"/>
        </p:xfrm>
        <a:graphic>
          <a:graphicData uri="http://schemas.openxmlformats.org/presentationml/2006/ole">
            <mc:AlternateContent xmlns:mc="http://schemas.openxmlformats.org/markup-compatibility/2006">
              <mc:Choice xmlns:v="urn:schemas-microsoft-com:vml" Requires="v">
                <p:oleObj spid="_x0000_s2096" name="Equation" r:id="rId6" imgW="1390561" imgH="209414" progId="Equation.DSMT4">
                  <p:embed/>
                </p:oleObj>
              </mc:Choice>
              <mc:Fallback>
                <p:oleObj name="Equation" r:id="rId6" imgW="1390561" imgH="209414"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54688" y="4681538"/>
                        <a:ext cx="2513012"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5" name="Text Box 9"/>
          <p:cNvSpPr txBox="1">
            <a:spLocks noChangeArrowheads="1"/>
          </p:cNvSpPr>
          <p:nvPr/>
        </p:nvSpPr>
        <p:spPr bwMode="auto">
          <a:xfrm>
            <a:off x="2809876" y="5181601"/>
            <a:ext cx="298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对于非均旬磁化</a:t>
            </a:r>
          </a:p>
        </p:txBody>
      </p:sp>
      <p:sp>
        <p:nvSpPr>
          <p:cNvPr id="9226" name="Text Box 10"/>
          <p:cNvSpPr txBox="1">
            <a:spLocks noChangeArrowheads="1"/>
          </p:cNvSpPr>
          <p:nvPr/>
        </p:nvSpPr>
        <p:spPr bwMode="auto">
          <a:xfrm>
            <a:off x="2586038" y="2362201"/>
            <a:ext cx="16049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定义：</a:t>
            </a:r>
          </a:p>
        </p:txBody>
      </p:sp>
      <p:sp>
        <p:nvSpPr>
          <p:cNvPr id="9227" name="Text Box 11"/>
          <p:cNvSpPr txBox="1">
            <a:spLocks noChangeArrowheads="1"/>
          </p:cNvSpPr>
          <p:nvPr/>
        </p:nvSpPr>
        <p:spPr bwMode="auto">
          <a:xfrm>
            <a:off x="2971800" y="3048000"/>
            <a:ext cx="579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0000FF"/>
                </a:solidFill>
              </a:rPr>
              <a:t>即单位体积内所有分子磁矩的矢量和</a:t>
            </a:r>
          </a:p>
        </p:txBody>
      </p:sp>
      <p:graphicFrame>
        <p:nvGraphicFramePr>
          <p:cNvPr id="9228" name="Object 12"/>
          <p:cNvGraphicFramePr>
            <a:graphicFrameLocks noChangeAspect="1"/>
          </p:cNvGraphicFramePr>
          <p:nvPr/>
        </p:nvGraphicFramePr>
        <p:xfrm>
          <a:off x="5735639" y="5273675"/>
          <a:ext cx="2784475" cy="406400"/>
        </p:xfrm>
        <a:graphic>
          <a:graphicData uri="http://schemas.openxmlformats.org/presentationml/2006/ole">
            <mc:AlternateContent xmlns:mc="http://schemas.openxmlformats.org/markup-compatibility/2006">
              <mc:Choice xmlns:v="urn:schemas-microsoft-com:vml" Requires="v">
                <p:oleObj spid="_x0000_s2097" name="Equation" r:id="rId8" imgW="1543165" imgH="209414" progId="Equation.DSMT4">
                  <p:embed/>
                </p:oleObj>
              </mc:Choice>
              <mc:Fallback>
                <p:oleObj name="Equation" r:id="rId8" imgW="1543165" imgH="209414"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35639" y="5273675"/>
                        <a:ext cx="278447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70753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ChangeArrowheads="1"/>
          </p:cNvSpPr>
          <p:nvPr/>
        </p:nvSpPr>
        <p:spPr bwMode="auto">
          <a:xfrm>
            <a:off x="1865314" y="638175"/>
            <a:ext cx="3286125" cy="571500"/>
          </a:xfrm>
          <a:prstGeom prst="rect">
            <a:avLst/>
          </a:prstGeom>
          <a:noFill/>
          <a:ln w="9525">
            <a:noFill/>
            <a:miter lim="800000"/>
            <a:headEnd/>
            <a:tailEnd/>
          </a:ln>
          <a:effectLst/>
        </p:spPr>
        <p:txBody>
          <a:bodyPr lIns="92075" tIns="46038" rIns="92075" bIns="46038" anchor="ctr"/>
          <a:lstStyle/>
          <a:p>
            <a:pPr algn="ctr" eaLnBrk="1" hangingPunct="1">
              <a:defRPr/>
            </a:pPr>
            <a:r>
              <a:rPr lang="zh-CN" altLang="en-US" sz="3600">
                <a:solidFill>
                  <a:srgbClr val="FF0000"/>
                </a:solidFill>
                <a:effectLst>
                  <a:outerShdw blurRad="38100" dist="38100" dir="2700000" algn="tl">
                    <a:srgbClr val="C0C0C0"/>
                  </a:outerShdw>
                </a:effectLst>
                <a:latin typeface="宋体" pitchFamily="2" charset="-122"/>
              </a:rPr>
              <a:t>平均分子磁矩</a:t>
            </a:r>
            <a:r>
              <a:rPr lang="en-US" altLang="zh-CN" sz="3600">
                <a:solidFill>
                  <a:srgbClr val="FF0000"/>
                </a:solidFill>
                <a:effectLst>
                  <a:outerShdw blurRad="38100" dist="38100" dir="2700000" algn="tl">
                    <a:srgbClr val="C0C0C0"/>
                  </a:outerShdw>
                </a:effectLst>
                <a:latin typeface="宋体" pitchFamily="2" charset="-122"/>
              </a:rPr>
              <a:t>:</a:t>
            </a:r>
          </a:p>
        </p:txBody>
      </p:sp>
      <p:graphicFrame>
        <p:nvGraphicFramePr>
          <p:cNvPr id="11267" name="Object 3"/>
          <p:cNvGraphicFramePr>
            <a:graphicFrameLocks noChangeAspect="1"/>
          </p:cNvGraphicFramePr>
          <p:nvPr/>
        </p:nvGraphicFramePr>
        <p:xfrm>
          <a:off x="3562351" y="1449389"/>
          <a:ext cx="2016125" cy="771525"/>
        </p:xfrm>
        <a:graphic>
          <a:graphicData uri="http://schemas.openxmlformats.org/presentationml/2006/ole">
            <mc:AlternateContent xmlns:mc="http://schemas.openxmlformats.org/markup-compatibility/2006">
              <mc:Choice xmlns:v="urn:schemas-microsoft-com:vml" Requires="v">
                <p:oleObj spid="_x0000_s3104" name="Equation" r:id="rId4" imgW="1114406" imgH="409643" progId="Equation.DSMT4">
                  <p:embed/>
                </p:oleObj>
              </mc:Choice>
              <mc:Fallback>
                <p:oleObj name="Equation" r:id="rId4" imgW="1114406" imgH="40964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2351" y="1449389"/>
                        <a:ext cx="2016125" cy="771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8" name="Text Box 4"/>
          <p:cNvSpPr txBox="1">
            <a:spLocks noChangeArrowheads="1"/>
          </p:cNvSpPr>
          <p:nvPr/>
        </p:nvSpPr>
        <p:spPr bwMode="auto">
          <a:xfrm>
            <a:off x="1865314" y="3810001"/>
            <a:ext cx="15636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solidFill>
                  <a:srgbClr val="0000FF"/>
                </a:solidFill>
              </a:rPr>
              <a:t>单位：</a:t>
            </a:r>
          </a:p>
        </p:txBody>
      </p:sp>
      <p:sp>
        <p:nvSpPr>
          <p:cNvPr id="11269" name="Text Box 5"/>
          <p:cNvSpPr txBox="1">
            <a:spLocks noChangeArrowheads="1"/>
          </p:cNvSpPr>
          <p:nvPr/>
        </p:nvSpPr>
        <p:spPr bwMode="auto">
          <a:xfrm>
            <a:off x="3305175" y="3833813"/>
            <a:ext cx="3124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FF0000"/>
                </a:solidFill>
              </a:rPr>
              <a:t>安培</a:t>
            </a:r>
            <a:r>
              <a:rPr lang="en-US" altLang="zh-CN" sz="2800">
                <a:solidFill>
                  <a:srgbClr val="FF0000"/>
                </a:solidFill>
              </a:rPr>
              <a:t>.</a:t>
            </a:r>
            <a:r>
              <a:rPr lang="zh-CN" altLang="en-US" sz="2800">
                <a:solidFill>
                  <a:srgbClr val="FF0000"/>
                </a:solidFill>
              </a:rPr>
              <a:t>米</a:t>
            </a:r>
            <a:r>
              <a:rPr lang="en-US" altLang="zh-CN" sz="2800" baseline="30000">
                <a:solidFill>
                  <a:srgbClr val="FF0000"/>
                </a:solidFill>
              </a:rPr>
              <a:t>-1 </a:t>
            </a:r>
            <a:r>
              <a:rPr lang="en-US" altLang="zh-CN" sz="2800">
                <a:solidFill>
                  <a:srgbClr val="FF0000"/>
                </a:solidFill>
              </a:rPr>
              <a:t>(A.m</a:t>
            </a:r>
            <a:r>
              <a:rPr lang="en-US" altLang="zh-CN" sz="2800" baseline="30000">
                <a:solidFill>
                  <a:srgbClr val="FF0000"/>
                </a:solidFill>
              </a:rPr>
              <a:t>-1</a:t>
            </a:r>
            <a:r>
              <a:rPr lang="en-US" altLang="zh-CN" sz="2800">
                <a:solidFill>
                  <a:srgbClr val="FF0000"/>
                </a:solidFill>
              </a:rPr>
              <a:t>)</a:t>
            </a:r>
            <a:endParaRPr lang="en-US" altLang="zh-CN" sz="2800" baseline="30000">
              <a:solidFill>
                <a:srgbClr val="FF0000"/>
              </a:solidFill>
            </a:endParaRPr>
          </a:p>
        </p:txBody>
      </p:sp>
      <p:sp>
        <p:nvSpPr>
          <p:cNvPr id="11270" name="Text Box 6"/>
          <p:cNvSpPr txBox="1">
            <a:spLocks noChangeArrowheads="1"/>
          </p:cNvSpPr>
          <p:nvPr/>
        </p:nvSpPr>
        <p:spPr bwMode="auto">
          <a:xfrm>
            <a:off x="2135188" y="1493838"/>
            <a:ext cx="16049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定义：</a:t>
            </a:r>
          </a:p>
        </p:txBody>
      </p:sp>
      <p:sp>
        <p:nvSpPr>
          <p:cNvPr id="11271" name="Text Box 7"/>
          <p:cNvSpPr txBox="1">
            <a:spLocks noChangeArrowheads="1"/>
          </p:cNvSpPr>
          <p:nvPr/>
        </p:nvSpPr>
        <p:spPr bwMode="auto">
          <a:xfrm>
            <a:off x="5826125" y="954088"/>
            <a:ext cx="355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solidFill>
                  <a:srgbClr val="0000FF"/>
                </a:solidFill>
              </a:rPr>
              <a:t>n: </a:t>
            </a:r>
            <a:r>
              <a:rPr lang="zh-CN" altLang="en-US" sz="2400">
                <a:solidFill>
                  <a:srgbClr val="0000FF"/>
                </a:solidFill>
              </a:rPr>
              <a:t>磁介质内分子数密度</a:t>
            </a:r>
          </a:p>
        </p:txBody>
      </p:sp>
      <p:sp>
        <p:nvSpPr>
          <p:cNvPr id="11272" name="Text Box 8"/>
          <p:cNvSpPr txBox="1">
            <a:spLocks noChangeArrowheads="1"/>
          </p:cNvSpPr>
          <p:nvPr/>
        </p:nvSpPr>
        <p:spPr bwMode="auto">
          <a:xfrm>
            <a:off x="5826125" y="1584325"/>
            <a:ext cx="355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solidFill>
                  <a:srgbClr val="0000FF"/>
                </a:solidFill>
              </a:rPr>
              <a:t>I</a:t>
            </a:r>
            <a:r>
              <a:rPr lang="en-US" altLang="zh-CN" sz="2400" baseline="-25000">
                <a:solidFill>
                  <a:srgbClr val="0000FF"/>
                </a:solidFill>
              </a:rPr>
              <a:t>a</a:t>
            </a:r>
            <a:r>
              <a:rPr lang="en-US" altLang="zh-CN" sz="2400">
                <a:solidFill>
                  <a:srgbClr val="0000FF"/>
                </a:solidFill>
              </a:rPr>
              <a:t>: </a:t>
            </a:r>
            <a:r>
              <a:rPr lang="zh-CN" altLang="en-US" sz="2400">
                <a:solidFill>
                  <a:srgbClr val="0000FF"/>
                </a:solidFill>
              </a:rPr>
              <a:t>平均分子电流强度</a:t>
            </a:r>
          </a:p>
        </p:txBody>
      </p:sp>
      <p:sp>
        <p:nvSpPr>
          <p:cNvPr id="11273" name="Text Box 9"/>
          <p:cNvSpPr txBox="1">
            <a:spLocks noChangeArrowheads="1"/>
          </p:cNvSpPr>
          <p:nvPr/>
        </p:nvSpPr>
        <p:spPr bwMode="auto">
          <a:xfrm>
            <a:off x="5735638" y="2168525"/>
            <a:ext cx="4184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solidFill>
                  <a:srgbClr val="0000FF"/>
                </a:solidFill>
              </a:rPr>
              <a:t>S</a:t>
            </a:r>
            <a:r>
              <a:rPr lang="en-US" altLang="zh-CN" sz="2400" baseline="-25000">
                <a:solidFill>
                  <a:srgbClr val="0000FF"/>
                </a:solidFill>
              </a:rPr>
              <a:t>a</a:t>
            </a:r>
            <a:r>
              <a:rPr lang="en-US" altLang="zh-CN" sz="2400">
                <a:solidFill>
                  <a:srgbClr val="0000FF"/>
                </a:solidFill>
              </a:rPr>
              <a:t>: </a:t>
            </a:r>
            <a:r>
              <a:rPr lang="zh-CN" altLang="en-US" sz="2400">
                <a:solidFill>
                  <a:srgbClr val="0000FF"/>
                </a:solidFill>
              </a:rPr>
              <a:t>分子电流所围的面积矢量</a:t>
            </a:r>
          </a:p>
        </p:txBody>
      </p:sp>
      <p:graphicFrame>
        <p:nvGraphicFramePr>
          <p:cNvPr id="11274" name="Object 10"/>
          <p:cNvGraphicFramePr>
            <a:graphicFrameLocks noChangeAspect="1"/>
          </p:cNvGraphicFramePr>
          <p:nvPr/>
        </p:nvGraphicFramePr>
        <p:xfrm>
          <a:off x="3665538" y="2754314"/>
          <a:ext cx="1924050" cy="452437"/>
        </p:xfrm>
        <a:graphic>
          <a:graphicData uri="http://schemas.openxmlformats.org/presentationml/2006/ole">
            <mc:AlternateContent xmlns:mc="http://schemas.openxmlformats.org/markup-compatibility/2006">
              <mc:Choice xmlns:v="urn:schemas-microsoft-com:vml" Requires="v">
                <p:oleObj spid="_x0000_s3105" name="Equation" r:id="rId6" imgW="1057218" imgH="238193" progId="Equation.DSMT4">
                  <p:embed/>
                </p:oleObj>
              </mc:Choice>
              <mc:Fallback>
                <p:oleObj name="Equation" r:id="rId6" imgW="1057218" imgH="23819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65538" y="2754314"/>
                        <a:ext cx="1924050" cy="452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34987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1909764" y="684214"/>
            <a:ext cx="81930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磁化电流</a:t>
            </a:r>
            <a:r>
              <a:rPr lang="en-US" altLang="zh-CN" b="1">
                <a:solidFill>
                  <a:srgbClr val="0000FF"/>
                </a:solidFill>
              </a:rPr>
              <a:t>:</a:t>
            </a:r>
            <a:r>
              <a:rPr lang="zh-CN" altLang="en-US" b="1">
                <a:solidFill>
                  <a:srgbClr val="0000FF"/>
                </a:solidFill>
              </a:rPr>
              <a:t>以</a:t>
            </a:r>
            <a:r>
              <a:rPr lang="en-US" altLang="zh-CN" b="1">
                <a:solidFill>
                  <a:srgbClr val="0000FF"/>
                </a:solidFill>
              </a:rPr>
              <a:t>L</a:t>
            </a:r>
            <a:r>
              <a:rPr lang="zh-CN" altLang="en-US" b="1">
                <a:solidFill>
                  <a:srgbClr val="0000FF"/>
                </a:solidFill>
              </a:rPr>
              <a:t>为边界面积为 </a:t>
            </a:r>
            <a:r>
              <a:rPr lang="en-US" altLang="zh-CN" b="1">
                <a:solidFill>
                  <a:srgbClr val="0000FF"/>
                </a:solidFill>
              </a:rPr>
              <a:t>S</a:t>
            </a:r>
            <a:r>
              <a:rPr lang="zh-CN" altLang="en-US" b="1">
                <a:solidFill>
                  <a:srgbClr val="0000FF"/>
                </a:solidFill>
              </a:rPr>
              <a:t>的总分子电流</a:t>
            </a:r>
            <a:r>
              <a:rPr lang="en-US" altLang="zh-CN" b="1">
                <a:solidFill>
                  <a:srgbClr val="0000FF"/>
                </a:solidFill>
              </a:rPr>
              <a:t>I’</a:t>
            </a:r>
          </a:p>
        </p:txBody>
      </p:sp>
      <p:graphicFrame>
        <p:nvGraphicFramePr>
          <p:cNvPr id="13315" name="Object 3"/>
          <p:cNvGraphicFramePr>
            <a:graphicFrameLocks noChangeAspect="1"/>
          </p:cNvGraphicFramePr>
          <p:nvPr/>
        </p:nvGraphicFramePr>
        <p:xfrm>
          <a:off x="2540000" y="4598989"/>
          <a:ext cx="1606550" cy="454025"/>
        </p:xfrm>
        <a:graphic>
          <a:graphicData uri="http://schemas.openxmlformats.org/presentationml/2006/ole">
            <mc:AlternateContent xmlns:mc="http://schemas.openxmlformats.org/markup-compatibility/2006">
              <mc:Choice xmlns:v="urn:schemas-microsoft-com:vml" Requires="v">
                <p:oleObj spid="_x0000_s4203" name="Equation" r:id="rId4" imgW="885959" imgH="238193" progId="Equation.DSMT4">
                  <p:embed/>
                </p:oleObj>
              </mc:Choice>
              <mc:Fallback>
                <p:oleObj name="Equation" r:id="rId4" imgW="885959" imgH="23819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0000" y="4598989"/>
                        <a:ext cx="1606550"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316" name="Group 4"/>
          <p:cNvGrpSpPr>
            <a:grpSpLocks/>
          </p:cNvGrpSpPr>
          <p:nvPr/>
        </p:nvGrpSpPr>
        <p:grpSpPr bwMode="auto">
          <a:xfrm>
            <a:off x="2225675" y="1493839"/>
            <a:ext cx="2249488" cy="2251075"/>
            <a:chOff x="1463" y="2160"/>
            <a:chExt cx="1417" cy="1418"/>
          </a:xfrm>
        </p:grpSpPr>
        <p:grpSp>
          <p:nvGrpSpPr>
            <p:cNvPr id="13364" name="Group 5"/>
            <p:cNvGrpSpPr>
              <a:grpSpLocks/>
            </p:cNvGrpSpPr>
            <p:nvPr/>
          </p:nvGrpSpPr>
          <p:grpSpPr bwMode="auto">
            <a:xfrm>
              <a:off x="1463" y="2160"/>
              <a:ext cx="1417" cy="1418"/>
              <a:chOff x="1009" y="2245"/>
              <a:chExt cx="1417" cy="1418"/>
            </a:xfrm>
          </p:grpSpPr>
          <p:sp>
            <p:nvSpPr>
              <p:cNvPr id="13366" name="Oval 6"/>
              <p:cNvSpPr>
                <a:spLocks noChangeArrowheads="1"/>
              </p:cNvSpPr>
              <p:nvPr/>
            </p:nvSpPr>
            <p:spPr bwMode="auto">
              <a:xfrm>
                <a:off x="1009" y="2245"/>
                <a:ext cx="1417" cy="1418"/>
              </a:xfrm>
              <a:prstGeom prst="ellipse">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13367" name="Group 7"/>
              <p:cNvGrpSpPr>
                <a:grpSpLocks/>
              </p:cNvGrpSpPr>
              <p:nvPr/>
            </p:nvGrpSpPr>
            <p:grpSpPr bwMode="auto">
              <a:xfrm>
                <a:off x="1548" y="3407"/>
                <a:ext cx="170" cy="170"/>
                <a:chOff x="3107" y="2982"/>
                <a:chExt cx="170" cy="170"/>
              </a:xfrm>
            </p:grpSpPr>
            <p:sp>
              <p:nvSpPr>
                <p:cNvPr id="13446" name="Oval 8"/>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47" name="Line 9"/>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68" name="Group 10"/>
              <p:cNvGrpSpPr>
                <a:grpSpLocks/>
              </p:cNvGrpSpPr>
              <p:nvPr/>
            </p:nvGrpSpPr>
            <p:grpSpPr bwMode="auto">
              <a:xfrm>
                <a:off x="1264" y="2443"/>
                <a:ext cx="170" cy="170"/>
                <a:chOff x="3107" y="2982"/>
                <a:chExt cx="170" cy="170"/>
              </a:xfrm>
            </p:grpSpPr>
            <p:sp>
              <p:nvSpPr>
                <p:cNvPr id="13444" name="Oval 11"/>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45" name="Line 12"/>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69" name="Group 13"/>
              <p:cNvGrpSpPr>
                <a:grpSpLocks/>
              </p:cNvGrpSpPr>
              <p:nvPr/>
            </p:nvGrpSpPr>
            <p:grpSpPr bwMode="auto">
              <a:xfrm>
                <a:off x="1491" y="2330"/>
                <a:ext cx="170" cy="170"/>
                <a:chOff x="3107" y="2982"/>
                <a:chExt cx="170" cy="170"/>
              </a:xfrm>
            </p:grpSpPr>
            <p:sp>
              <p:nvSpPr>
                <p:cNvPr id="13442" name="Oval 14"/>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43" name="Line 15"/>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70" name="Group 16"/>
              <p:cNvGrpSpPr>
                <a:grpSpLocks/>
              </p:cNvGrpSpPr>
              <p:nvPr/>
            </p:nvGrpSpPr>
            <p:grpSpPr bwMode="auto">
              <a:xfrm>
                <a:off x="1746" y="2302"/>
                <a:ext cx="170" cy="170"/>
                <a:chOff x="3107" y="2982"/>
                <a:chExt cx="170" cy="170"/>
              </a:xfrm>
            </p:grpSpPr>
            <p:sp>
              <p:nvSpPr>
                <p:cNvPr id="13440" name="Oval 17"/>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41" name="Line 18"/>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71" name="Group 19"/>
              <p:cNvGrpSpPr>
                <a:grpSpLocks/>
              </p:cNvGrpSpPr>
              <p:nvPr/>
            </p:nvGrpSpPr>
            <p:grpSpPr bwMode="auto">
              <a:xfrm>
                <a:off x="1973" y="2387"/>
                <a:ext cx="170" cy="170"/>
                <a:chOff x="3107" y="2982"/>
                <a:chExt cx="170" cy="170"/>
              </a:xfrm>
            </p:grpSpPr>
            <p:sp>
              <p:nvSpPr>
                <p:cNvPr id="13438" name="Oval 20"/>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39" name="Line 21"/>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72" name="Group 22"/>
              <p:cNvGrpSpPr>
                <a:grpSpLocks/>
              </p:cNvGrpSpPr>
              <p:nvPr/>
            </p:nvGrpSpPr>
            <p:grpSpPr bwMode="auto">
              <a:xfrm>
                <a:off x="1519" y="2529"/>
                <a:ext cx="170" cy="170"/>
                <a:chOff x="3107" y="2982"/>
                <a:chExt cx="170" cy="170"/>
              </a:xfrm>
            </p:grpSpPr>
            <p:sp>
              <p:nvSpPr>
                <p:cNvPr id="13436" name="Oval 23"/>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37" name="Line 24"/>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73" name="Group 25"/>
              <p:cNvGrpSpPr>
                <a:grpSpLocks/>
              </p:cNvGrpSpPr>
              <p:nvPr/>
            </p:nvGrpSpPr>
            <p:grpSpPr bwMode="auto">
              <a:xfrm>
                <a:off x="1774" y="2529"/>
                <a:ext cx="170" cy="170"/>
                <a:chOff x="3107" y="2982"/>
                <a:chExt cx="170" cy="170"/>
              </a:xfrm>
            </p:grpSpPr>
            <p:sp>
              <p:nvSpPr>
                <p:cNvPr id="13434" name="Oval 26"/>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35" name="Line 27"/>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74" name="Group 28"/>
              <p:cNvGrpSpPr>
                <a:grpSpLocks/>
              </p:cNvGrpSpPr>
              <p:nvPr/>
            </p:nvGrpSpPr>
            <p:grpSpPr bwMode="auto">
              <a:xfrm>
                <a:off x="2086" y="2585"/>
                <a:ext cx="170" cy="170"/>
                <a:chOff x="3107" y="2982"/>
                <a:chExt cx="170" cy="170"/>
              </a:xfrm>
            </p:grpSpPr>
            <p:sp>
              <p:nvSpPr>
                <p:cNvPr id="13432" name="Oval 29"/>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33" name="Line 30"/>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75" name="Group 31"/>
              <p:cNvGrpSpPr>
                <a:grpSpLocks/>
              </p:cNvGrpSpPr>
              <p:nvPr/>
            </p:nvGrpSpPr>
            <p:grpSpPr bwMode="auto">
              <a:xfrm>
                <a:off x="1944" y="2812"/>
                <a:ext cx="170" cy="170"/>
                <a:chOff x="3107" y="2982"/>
                <a:chExt cx="170" cy="170"/>
              </a:xfrm>
            </p:grpSpPr>
            <p:sp>
              <p:nvSpPr>
                <p:cNvPr id="13430" name="Oval 32"/>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31" name="Line 33"/>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76" name="Group 34"/>
              <p:cNvGrpSpPr>
                <a:grpSpLocks/>
              </p:cNvGrpSpPr>
              <p:nvPr/>
            </p:nvGrpSpPr>
            <p:grpSpPr bwMode="auto">
              <a:xfrm>
                <a:off x="2171" y="3067"/>
                <a:ext cx="170" cy="170"/>
                <a:chOff x="3107" y="2982"/>
                <a:chExt cx="170" cy="170"/>
              </a:xfrm>
            </p:grpSpPr>
            <p:sp>
              <p:nvSpPr>
                <p:cNvPr id="13428" name="Oval 35"/>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29" name="Line 36"/>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77" name="Group 37"/>
              <p:cNvGrpSpPr>
                <a:grpSpLocks/>
              </p:cNvGrpSpPr>
              <p:nvPr/>
            </p:nvGrpSpPr>
            <p:grpSpPr bwMode="auto">
              <a:xfrm>
                <a:off x="1122" y="2642"/>
                <a:ext cx="170" cy="170"/>
                <a:chOff x="3107" y="2982"/>
                <a:chExt cx="170" cy="170"/>
              </a:xfrm>
            </p:grpSpPr>
            <p:sp>
              <p:nvSpPr>
                <p:cNvPr id="13426" name="Oval 38"/>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27" name="Line 39"/>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78" name="Group 40"/>
              <p:cNvGrpSpPr>
                <a:grpSpLocks/>
              </p:cNvGrpSpPr>
              <p:nvPr/>
            </p:nvGrpSpPr>
            <p:grpSpPr bwMode="auto">
              <a:xfrm>
                <a:off x="1434" y="2727"/>
                <a:ext cx="170" cy="170"/>
                <a:chOff x="3107" y="2982"/>
                <a:chExt cx="170" cy="170"/>
              </a:xfrm>
            </p:grpSpPr>
            <p:sp>
              <p:nvSpPr>
                <p:cNvPr id="13424" name="Oval 41"/>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25" name="Line 42"/>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79" name="Group 43"/>
              <p:cNvGrpSpPr>
                <a:grpSpLocks/>
              </p:cNvGrpSpPr>
              <p:nvPr/>
            </p:nvGrpSpPr>
            <p:grpSpPr bwMode="auto">
              <a:xfrm>
                <a:off x="1689" y="2755"/>
                <a:ext cx="170" cy="170"/>
                <a:chOff x="3107" y="2982"/>
                <a:chExt cx="170" cy="170"/>
              </a:xfrm>
            </p:grpSpPr>
            <p:sp>
              <p:nvSpPr>
                <p:cNvPr id="13422" name="Oval 44"/>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23" name="Line 45"/>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80" name="Group 46"/>
              <p:cNvGrpSpPr>
                <a:grpSpLocks/>
              </p:cNvGrpSpPr>
              <p:nvPr/>
            </p:nvGrpSpPr>
            <p:grpSpPr bwMode="auto">
              <a:xfrm>
                <a:off x="1037" y="2869"/>
                <a:ext cx="170" cy="170"/>
                <a:chOff x="3107" y="2982"/>
                <a:chExt cx="170" cy="170"/>
              </a:xfrm>
            </p:grpSpPr>
            <p:sp>
              <p:nvSpPr>
                <p:cNvPr id="13420" name="Oval 47"/>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21" name="Line 48"/>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81" name="Group 49"/>
              <p:cNvGrpSpPr>
                <a:grpSpLocks/>
              </p:cNvGrpSpPr>
              <p:nvPr/>
            </p:nvGrpSpPr>
            <p:grpSpPr bwMode="auto">
              <a:xfrm>
                <a:off x="2200" y="2840"/>
                <a:ext cx="170" cy="170"/>
                <a:chOff x="3107" y="2982"/>
                <a:chExt cx="170" cy="170"/>
              </a:xfrm>
            </p:grpSpPr>
            <p:sp>
              <p:nvSpPr>
                <p:cNvPr id="13418" name="Oval 50"/>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19" name="Line 51"/>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82" name="Group 52"/>
              <p:cNvGrpSpPr>
                <a:grpSpLocks/>
              </p:cNvGrpSpPr>
              <p:nvPr/>
            </p:nvGrpSpPr>
            <p:grpSpPr bwMode="auto">
              <a:xfrm>
                <a:off x="1292" y="2897"/>
                <a:ext cx="170" cy="170"/>
                <a:chOff x="3107" y="2982"/>
                <a:chExt cx="170" cy="170"/>
              </a:xfrm>
            </p:grpSpPr>
            <p:sp>
              <p:nvSpPr>
                <p:cNvPr id="13416" name="Oval 53"/>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17" name="Line 54"/>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83" name="Group 55"/>
              <p:cNvGrpSpPr>
                <a:grpSpLocks/>
              </p:cNvGrpSpPr>
              <p:nvPr/>
            </p:nvGrpSpPr>
            <p:grpSpPr bwMode="auto">
              <a:xfrm>
                <a:off x="1746" y="3010"/>
                <a:ext cx="170" cy="170"/>
                <a:chOff x="3107" y="2982"/>
                <a:chExt cx="170" cy="170"/>
              </a:xfrm>
            </p:grpSpPr>
            <p:sp>
              <p:nvSpPr>
                <p:cNvPr id="13414" name="Oval 56"/>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15" name="Line 57"/>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84" name="Group 58"/>
              <p:cNvGrpSpPr>
                <a:grpSpLocks/>
              </p:cNvGrpSpPr>
              <p:nvPr/>
            </p:nvGrpSpPr>
            <p:grpSpPr bwMode="auto">
              <a:xfrm>
                <a:off x="1548" y="2954"/>
                <a:ext cx="170" cy="170"/>
                <a:chOff x="3107" y="2982"/>
                <a:chExt cx="170" cy="170"/>
              </a:xfrm>
            </p:grpSpPr>
            <p:sp>
              <p:nvSpPr>
                <p:cNvPr id="13412" name="Oval 59"/>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13" name="Line 60"/>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85" name="Group 61"/>
              <p:cNvGrpSpPr>
                <a:grpSpLocks/>
              </p:cNvGrpSpPr>
              <p:nvPr/>
            </p:nvGrpSpPr>
            <p:grpSpPr bwMode="auto">
              <a:xfrm>
                <a:off x="1973" y="3039"/>
                <a:ext cx="170" cy="170"/>
                <a:chOff x="3107" y="2982"/>
                <a:chExt cx="170" cy="170"/>
              </a:xfrm>
            </p:grpSpPr>
            <p:sp>
              <p:nvSpPr>
                <p:cNvPr id="13410" name="Oval 62"/>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11" name="Line 63"/>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86" name="Group 64"/>
              <p:cNvGrpSpPr>
                <a:grpSpLocks/>
              </p:cNvGrpSpPr>
              <p:nvPr/>
            </p:nvGrpSpPr>
            <p:grpSpPr bwMode="auto">
              <a:xfrm>
                <a:off x="2058" y="3294"/>
                <a:ext cx="170" cy="170"/>
                <a:chOff x="3107" y="2982"/>
                <a:chExt cx="170" cy="170"/>
              </a:xfrm>
            </p:grpSpPr>
            <p:sp>
              <p:nvSpPr>
                <p:cNvPr id="13408" name="Oval 65"/>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09" name="Line 66"/>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87" name="Group 67"/>
              <p:cNvGrpSpPr>
                <a:grpSpLocks/>
              </p:cNvGrpSpPr>
              <p:nvPr/>
            </p:nvGrpSpPr>
            <p:grpSpPr bwMode="auto">
              <a:xfrm>
                <a:off x="1236" y="3152"/>
                <a:ext cx="170" cy="170"/>
                <a:chOff x="3107" y="2982"/>
                <a:chExt cx="170" cy="170"/>
              </a:xfrm>
            </p:grpSpPr>
            <p:sp>
              <p:nvSpPr>
                <p:cNvPr id="13406" name="Oval 68"/>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07" name="Line 69"/>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88" name="Group 70"/>
              <p:cNvGrpSpPr>
                <a:grpSpLocks/>
              </p:cNvGrpSpPr>
              <p:nvPr/>
            </p:nvGrpSpPr>
            <p:grpSpPr bwMode="auto">
              <a:xfrm>
                <a:off x="1066" y="3096"/>
                <a:ext cx="170" cy="170"/>
                <a:chOff x="3107" y="2982"/>
                <a:chExt cx="170" cy="170"/>
              </a:xfrm>
            </p:grpSpPr>
            <p:sp>
              <p:nvSpPr>
                <p:cNvPr id="13404" name="Oval 71"/>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05" name="Line 72"/>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89" name="Group 73"/>
              <p:cNvGrpSpPr>
                <a:grpSpLocks/>
              </p:cNvGrpSpPr>
              <p:nvPr/>
            </p:nvGrpSpPr>
            <p:grpSpPr bwMode="auto">
              <a:xfrm>
                <a:off x="1633" y="3237"/>
                <a:ext cx="170" cy="170"/>
                <a:chOff x="3107" y="2982"/>
                <a:chExt cx="170" cy="170"/>
              </a:xfrm>
            </p:grpSpPr>
            <p:sp>
              <p:nvSpPr>
                <p:cNvPr id="13402" name="Oval 74"/>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03" name="Line 75"/>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90" name="Group 76"/>
              <p:cNvGrpSpPr>
                <a:grpSpLocks/>
              </p:cNvGrpSpPr>
              <p:nvPr/>
            </p:nvGrpSpPr>
            <p:grpSpPr bwMode="auto">
              <a:xfrm>
                <a:off x="1435" y="3181"/>
                <a:ext cx="170" cy="170"/>
                <a:chOff x="3107" y="2982"/>
                <a:chExt cx="170" cy="170"/>
              </a:xfrm>
            </p:grpSpPr>
            <p:sp>
              <p:nvSpPr>
                <p:cNvPr id="13400" name="Oval 77"/>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401" name="Line 78"/>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91" name="Group 79"/>
              <p:cNvGrpSpPr>
                <a:grpSpLocks/>
              </p:cNvGrpSpPr>
              <p:nvPr/>
            </p:nvGrpSpPr>
            <p:grpSpPr bwMode="auto">
              <a:xfrm>
                <a:off x="1860" y="3266"/>
                <a:ext cx="170" cy="170"/>
                <a:chOff x="3107" y="2982"/>
                <a:chExt cx="170" cy="170"/>
              </a:xfrm>
            </p:grpSpPr>
            <p:sp>
              <p:nvSpPr>
                <p:cNvPr id="13398" name="Oval 80"/>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399" name="Line 81"/>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92" name="Group 82"/>
              <p:cNvGrpSpPr>
                <a:grpSpLocks/>
              </p:cNvGrpSpPr>
              <p:nvPr/>
            </p:nvGrpSpPr>
            <p:grpSpPr bwMode="auto">
              <a:xfrm>
                <a:off x="1321" y="3379"/>
                <a:ext cx="170" cy="170"/>
                <a:chOff x="3107" y="2982"/>
                <a:chExt cx="170" cy="170"/>
              </a:xfrm>
            </p:grpSpPr>
            <p:sp>
              <p:nvSpPr>
                <p:cNvPr id="13396" name="Oval 83"/>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397" name="Line 84"/>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93" name="Group 85"/>
              <p:cNvGrpSpPr>
                <a:grpSpLocks/>
              </p:cNvGrpSpPr>
              <p:nvPr/>
            </p:nvGrpSpPr>
            <p:grpSpPr bwMode="auto">
              <a:xfrm>
                <a:off x="1774" y="3436"/>
                <a:ext cx="170" cy="170"/>
                <a:chOff x="3107" y="2982"/>
                <a:chExt cx="170" cy="170"/>
              </a:xfrm>
            </p:grpSpPr>
            <p:sp>
              <p:nvSpPr>
                <p:cNvPr id="13394" name="Oval 86"/>
                <p:cNvSpPr>
                  <a:spLocks noChangeArrowheads="1"/>
                </p:cNvSpPr>
                <p:nvPr/>
              </p:nvSpPr>
              <p:spPr bwMode="auto">
                <a:xfrm>
                  <a:off x="3107" y="2982"/>
                  <a:ext cx="170" cy="17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395" name="Line 87"/>
                <p:cNvSpPr>
                  <a:spLocks noChangeShapeType="1"/>
                </p:cNvSpPr>
                <p:nvPr/>
              </p:nvSpPr>
              <p:spPr bwMode="auto">
                <a:xfrm flipV="1">
                  <a:off x="3220" y="3124"/>
                  <a:ext cx="29" cy="2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13365" name="Line 88"/>
            <p:cNvSpPr>
              <a:spLocks noChangeShapeType="1"/>
            </p:cNvSpPr>
            <p:nvPr/>
          </p:nvSpPr>
          <p:spPr bwMode="auto">
            <a:xfrm flipH="1">
              <a:off x="1746" y="2217"/>
              <a:ext cx="142" cy="85"/>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3317" name="Freeform 89" descr="20%"/>
          <p:cNvSpPr>
            <a:spLocks/>
          </p:cNvSpPr>
          <p:nvPr/>
        </p:nvSpPr>
        <p:spPr bwMode="auto">
          <a:xfrm>
            <a:off x="6186488" y="1719264"/>
            <a:ext cx="3160712" cy="2295525"/>
          </a:xfrm>
          <a:custGeom>
            <a:avLst/>
            <a:gdLst>
              <a:gd name="T0" fmla="*/ 508000 w 1991"/>
              <a:gd name="T1" fmla="*/ 669925 h 1446"/>
              <a:gd name="T2" fmla="*/ 876300 w 1991"/>
              <a:gd name="T3" fmla="*/ 73025 h 1446"/>
              <a:gd name="T4" fmla="*/ 952500 w 1991"/>
              <a:gd name="T5" fmla="*/ 47625 h 1446"/>
              <a:gd name="T6" fmla="*/ 1536700 w 1991"/>
              <a:gd name="T7" fmla="*/ 34925 h 1446"/>
              <a:gd name="T8" fmla="*/ 2501900 w 1991"/>
              <a:gd name="T9" fmla="*/ 85725 h 1446"/>
              <a:gd name="T10" fmla="*/ 2705100 w 1991"/>
              <a:gd name="T11" fmla="*/ 200025 h 1446"/>
              <a:gd name="T12" fmla="*/ 2832100 w 1991"/>
              <a:gd name="T13" fmla="*/ 339725 h 1446"/>
              <a:gd name="T14" fmla="*/ 2870200 w 1991"/>
              <a:gd name="T15" fmla="*/ 415925 h 1446"/>
              <a:gd name="T16" fmla="*/ 2933700 w 1991"/>
              <a:gd name="T17" fmla="*/ 492125 h 1446"/>
              <a:gd name="T18" fmla="*/ 3035300 w 1991"/>
              <a:gd name="T19" fmla="*/ 682625 h 1446"/>
              <a:gd name="T20" fmla="*/ 3098800 w 1991"/>
              <a:gd name="T21" fmla="*/ 835025 h 1446"/>
              <a:gd name="T22" fmla="*/ 3124200 w 1991"/>
              <a:gd name="T23" fmla="*/ 911225 h 1446"/>
              <a:gd name="T24" fmla="*/ 3124200 w 1991"/>
              <a:gd name="T25" fmla="*/ 1889125 h 1446"/>
              <a:gd name="T26" fmla="*/ 3098800 w 1991"/>
              <a:gd name="T27" fmla="*/ 1990725 h 1446"/>
              <a:gd name="T28" fmla="*/ 2705100 w 1991"/>
              <a:gd name="T29" fmla="*/ 2295525 h 1446"/>
              <a:gd name="T30" fmla="*/ 2171700 w 1991"/>
              <a:gd name="T31" fmla="*/ 2282825 h 1446"/>
              <a:gd name="T32" fmla="*/ 2032000 w 1991"/>
              <a:gd name="T33" fmla="*/ 2232025 h 1446"/>
              <a:gd name="T34" fmla="*/ 1841500 w 1991"/>
              <a:gd name="T35" fmla="*/ 2181225 h 1446"/>
              <a:gd name="T36" fmla="*/ 1625600 w 1991"/>
              <a:gd name="T37" fmla="*/ 2092325 h 1446"/>
              <a:gd name="T38" fmla="*/ 1473200 w 1991"/>
              <a:gd name="T39" fmla="*/ 2003425 h 1446"/>
              <a:gd name="T40" fmla="*/ 1219200 w 1991"/>
              <a:gd name="T41" fmla="*/ 1851025 h 1446"/>
              <a:gd name="T42" fmla="*/ 977900 w 1991"/>
              <a:gd name="T43" fmla="*/ 1698625 h 1446"/>
              <a:gd name="T44" fmla="*/ 850900 w 1991"/>
              <a:gd name="T45" fmla="*/ 1685925 h 1446"/>
              <a:gd name="T46" fmla="*/ 622300 w 1991"/>
              <a:gd name="T47" fmla="*/ 1622425 h 1446"/>
              <a:gd name="T48" fmla="*/ 431800 w 1991"/>
              <a:gd name="T49" fmla="*/ 1508125 h 1446"/>
              <a:gd name="T50" fmla="*/ 304800 w 1991"/>
              <a:gd name="T51" fmla="*/ 1419225 h 1446"/>
              <a:gd name="T52" fmla="*/ 228600 w 1991"/>
              <a:gd name="T53" fmla="*/ 1381125 h 1446"/>
              <a:gd name="T54" fmla="*/ 165100 w 1991"/>
              <a:gd name="T55" fmla="*/ 1317625 h 1446"/>
              <a:gd name="T56" fmla="*/ 0 w 1991"/>
              <a:gd name="T57" fmla="*/ 1038225 h 1446"/>
              <a:gd name="T58" fmla="*/ 12700 w 1991"/>
              <a:gd name="T59" fmla="*/ 898525 h 1446"/>
              <a:gd name="T60" fmla="*/ 444500 w 1991"/>
              <a:gd name="T61" fmla="*/ 784225 h 1446"/>
              <a:gd name="T62" fmla="*/ 495300 w 1991"/>
              <a:gd name="T63" fmla="*/ 657225 h 1446"/>
              <a:gd name="T64" fmla="*/ 533400 w 1991"/>
              <a:gd name="T65" fmla="*/ 631825 h 1446"/>
              <a:gd name="T66" fmla="*/ 508000 w 1991"/>
              <a:gd name="T67" fmla="*/ 669925 h 1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991" h="1446">
                <a:moveTo>
                  <a:pt x="320" y="422"/>
                </a:moveTo>
                <a:cubicBezTo>
                  <a:pt x="338" y="277"/>
                  <a:pt x="397" y="88"/>
                  <a:pt x="552" y="46"/>
                </a:cubicBezTo>
                <a:cubicBezTo>
                  <a:pt x="568" y="42"/>
                  <a:pt x="583" y="30"/>
                  <a:pt x="600" y="30"/>
                </a:cubicBezTo>
                <a:cubicBezTo>
                  <a:pt x="723" y="27"/>
                  <a:pt x="845" y="25"/>
                  <a:pt x="968" y="22"/>
                </a:cubicBezTo>
                <a:cubicBezTo>
                  <a:pt x="1295" y="27"/>
                  <a:pt x="1359" y="0"/>
                  <a:pt x="1576" y="54"/>
                </a:cubicBezTo>
                <a:cubicBezTo>
                  <a:pt x="1618" y="82"/>
                  <a:pt x="1659" y="104"/>
                  <a:pt x="1704" y="126"/>
                </a:cubicBezTo>
                <a:cubicBezTo>
                  <a:pt x="1726" y="159"/>
                  <a:pt x="1758" y="183"/>
                  <a:pt x="1784" y="214"/>
                </a:cubicBezTo>
                <a:cubicBezTo>
                  <a:pt x="1847" y="290"/>
                  <a:pt x="1760" y="190"/>
                  <a:pt x="1808" y="262"/>
                </a:cubicBezTo>
                <a:cubicBezTo>
                  <a:pt x="1843" y="315"/>
                  <a:pt x="1822" y="258"/>
                  <a:pt x="1848" y="310"/>
                </a:cubicBezTo>
                <a:cubicBezTo>
                  <a:pt x="1869" y="352"/>
                  <a:pt x="1885" y="390"/>
                  <a:pt x="1912" y="430"/>
                </a:cubicBezTo>
                <a:cubicBezTo>
                  <a:pt x="1932" y="460"/>
                  <a:pt x="1940" y="491"/>
                  <a:pt x="1952" y="526"/>
                </a:cubicBezTo>
                <a:cubicBezTo>
                  <a:pt x="1957" y="542"/>
                  <a:pt x="1968" y="574"/>
                  <a:pt x="1968" y="574"/>
                </a:cubicBezTo>
                <a:cubicBezTo>
                  <a:pt x="1991" y="827"/>
                  <a:pt x="1982" y="693"/>
                  <a:pt x="1968" y="1190"/>
                </a:cubicBezTo>
                <a:cubicBezTo>
                  <a:pt x="1968" y="1200"/>
                  <a:pt x="1958" y="1241"/>
                  <a:pt x="1952" y="1254"/>
                </a:cubicBezTo>
                <a:cubicBezTo>
                  <a:pt x="1912" y="1334"/>
                  <a:pt x="1789" y="1418"/>
                  <a:pt x="1704" y="1446"/>
                </a:cubicBezTo>
                <a:cubicBezTo>
                  <a:pt x="1592" y="1443"/>
                  <a:pt x="1480" y="1445"/>
                  <a:pt x="1368" y="1438"/>
                </a:cubicBezTo>
                <a:cubicBezTo>
                  <a:pt x="1350" y="1437"/>
                  <a:pt x="1299" y="1412"/>
                  <a:pt x="1280" y="1406"/>
                </a:cubicBezTo>
                <a:cubicBezTo>
                  <a:pt x="1242" y="1394"/>
                  <a:pt x="1197" y="1391"/>
                  <a:pt x="1160" y="1374"/>
                </a:cubicBezTo>
                <a:cubicBezTo>
                  <a:pt x="1112" y="1352"/>
                  <a:pt x="1074" y="1335"/>
                  <a:pt x="1024" y="1318"/>
                </a:cubicBezTo>
                <a:cubicBezTo>
                  <a:pt x="989" y="1306"/>
                  <a:pt x="964" y="1274"/>
                  <a:pt x="928" y="1262"/>
                </a:cubicBezTo>
                <a:cubicBezTo>
                  <a:pt x="882" y="1216"/>
                  <a:pt x="823" y="1199"/>
                  <a:pt x="768" y="1166"/>
                </a:cubicBezTo>
                <a:cubicBezTo>
                  <a:pt x="723" y="1139"/>
                  <a:pt x="669" y="1078"/>
                  <a:pt x="616" y="1070"/>
                </a:cubicBezTo>
                <a:cubicBezTo>
                  <a:pt x="590" y="1066"/>
                  <a:pt x="563" y="1065"/>
                  <a:pt x="536" y="1062"/>
                </a:cubicBezTo>
                <a:cubicBezTo>
                  <a:pt x="488" y="1050"/>
                  <a:pt x="439" y="1038"/>
                  <a:pt x="392" y="1022"/>
                </a:cubicBezTo>
                <a:cubicBezTo>
                  <a:pt x="359" y="989"/>
                  <a:pt x="314" y="971"/>
                  <a:pt x="272" y="950"/>
                </a:cubicBezTo>
                <a:cubicBezTo>
                  <a:pt x="242" y="935"/>
                  <a:pt x="219" y="912"/>
                  <a:pt x="192" y="894"/>
                </a:cubicBezTo>
                <a:cubicBezTo>
                  <a:pt x="177" y="884"/>
                  <a:pt x="159" y="880"/>
                  <a:pt x="144" y="870"/>
                </a:cubicBezTo>
                <a:cubicBezTo>
                  <a:pt x="101" y="806"/>
                  <a:pt x="157" y="883"/>
                  <a:pt x="104" y="830"/>
                </a:cubicBezTo>
                <a:cubicBezTo>
                  <a:pt x="54" y="780"/>
                  <a:pt x="17" y="722"/>
                  <a:pt x="0" y="654"/>
                </a:cubicBezTo>
                <a:cubicBezTo>
                  <a:pt x="3" y="625"/>
                  <a:pt x="4" y="595"/>
                  <a:pt x="8" y="566"/>
                </a:cubicBezTo>
                <a:cubicBezTo>
                  <a:pt x="25" y="449"/>
                  <a:pt x="228" y="496"/>
                  <a:pt x="280" y="494"/>
                </a:cubicBezTo>
                <a:cubicBezTo>
                  <a:pt x="335" y="476"/>
                  <a:pt x="280" y="502"/>
                  <a:pt x="312" y="414"/>
                </a:cubicBezTo>
                <a:cubicBezTo>
                  <a:pt x="315" y="405"/>
                  <a:pt x="329" y="391"/>
                  <a:pt x="336" y="398"/>
                </a:cubicBezTo>
                <a:cubicBezTo>
                  <a:pt x="343" y="405"/>
                  <a:pt x="325" y="414"/>
                  <a:pt x="320" y="422"/>
                </a:cubicBezTo>
                <a:close/>
              </a:path>
            </a:pathLst>
          </a:custGeom>
          <a:pattFill prst="pct20">
            <a:fgClr>
              <a:schemeClr val="folHlink"/>
            </a:fgClr>
            <a:bgClr>
              <a:schemeClr val="bg1"/>
            </a:bgClr>
          </a:pattFill>
          <a:ln w="12700" cap="sq" cmpd="sng">
            <a:solidFill>
              <a:schemeClr val="tx1"/>
            </a:solidFill>
            <a:prstDash val="solid"/>
            <a:miter lim="800000"/>
            <a:headEnd type="none" w="sm" len="sm"/>
            <a:tailEnd type="none" w="sm" len="sm"/>
          </a:ln>
          <a:effectLst>
            <a:outerShdw dist="107763" dir="8100000" algn="ctr" rotWithShape="0">
              <a:schemeClr val="bg2">
                <a:alpha val="50000"/>
              </a:schemeClr>
            </a:outerShdw>
          </a:effectLst>
        </p:spPr>
        <p:txBody>
          <a:bodyPr wrap="none"/>
          <a:lstStyle/>
          <a:p>
            <a:endParaRPr lang="zh-CN" altLang="en-US"/>
          </a:p>
        </p:txBody>
      </p:sp>
      <p:grpSp>
        <p:nvGrpSpPr>
          <p:cNvPr id="13318" name="Group 90"/>
          <p:cNvGrpSpPr>
            <a:grpSpLocks/>
          </p:cNvGrpSpPr>
          <p:nvPr/>
        </p:nvGrpSpPr>
        <p:grpSpPr bwMode="auto">
          <a:xfrm>
            <a:off x="7940676" y="3743326"/>
            <a:ext cx="404813" cy="404813"/>
            <a:chOff x="3135" y="2897"/>
            <a:chExt cx="255" cy="255"/>
          </a:xfrm>
        </p:grpSpPr>
        <p:sp>
          <p:nvSpPr>
            <p:cNvPr id="13362" name="Oval 91"/>
            <p:cNvSpPr>
              <a:spLocks noChangeArrowheads="1"/>
            </p:cNvSpPr>
            <p:nvPr/>
          </p:nvSpPr>
          <p:spPr bwMode="auto">
            <a:xfrm>
              <a:off x="3135" y="2897"/>
              <a:ext cx="255" cy="255"/>
            </a:xfrm>
            <a:prstGeom prst="ellipse">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363" name="Line 92"/>
            <p:cNvSpPr>
              <a:spLocks noChangeShapeType="1"/>
            </p:cNvSpPr>
            <p:nvPr/>
          </p:nvSpPr>
          <p:spPr bwMode="auto">
            <a:xfrm flipH="1">
              <a:off x="3163" y="2925"/>
              <a:ext cx="29" cy="29"/>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19" name="Group 93"/>
          <p:cNvGrpSpPr>
            <a:grpSpLocks/>
          </p:cNvGrpSpPr>
          <p:nvPr/>
        </p:nvGrpSpPr>
        <p:grpSpPr bwMode="auto">
          <a:xfrm>
            <a:off x="7535864" y="2754313"/>
            <a:ext cx="225425" cy="404812"/>
            <a:chOff x="3135" y="2897"/>
            <a:chExt cx="255" cy="255"/>
          </a:xfrm>
        </p:grpSpPr>
        <p:sp>
          <p:nvSpPr>
            <p:cNvPr id="13360" name="Oval 94"/>
            <p:cNvSpPr>
              <a:spLocks noChangeArrowheads="1"/>
            </p:cNvSpPr>
            <p:nvPr/>
          </p:nvSpPr>
          <p:spPr bwMode="auto">
            <a:xfrm>
              <a:off x="3135" y="2897"/>
              <a:ext cx="255" cy="255"/>
            </a:xfrm>
            <a:prstGeom prst="ellipse">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361" name="Line 95"/>
            <p:cNvSpPr>
              <a:spLocks noChangeShapeType="1"/>
            </p:cNvSpPr>
            <p:nvPr/>
          </p:nvSpPr>
          <p:spPr bwMode="auto">
            <a:xfrm flipH="1">
              <a:off x="3163" y="2925"/>
              <a:ext cx="29" cy="29"/>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20" name="Group 96"/>
          <p:cNvGrpSpPr>
            <a:grpSpLocks/>
          </p:cNvGrpSpPr>
          <p:nvPr/>
        </p:nvGrpSpPr>
        <p:grpSpPr bwMode="auto">
          <a:xfrm>
            <a:off x="7175501" y="2214563"/>
            <a:ext cx="225425" cy="404812"/>
            <a:chOff x="3135" y="2897"/>
            <a:chExt cx="255" cy="255"/>
          </a:xfrm>
        </p:grpSpPr>
        <p:sp>
          <p:nvSpPr>
            <p:cNvPr id="13358" name="Oval 97"/>
            <p:cNvSpPr>
              <a:spLocks noChangeArrowheads="1"/>
            </p:cNvSpPr>
            <p:nvPr/>
          </p:nvSpPr>
          <p:spPr bwMode="auto">
            <a:xfrm>
              <a:off x="3135" y="2897"/>
              <a:ext cx="255" cy="255"/>
            </a:xfrm>
            <a:prstGeom prst="ellipse">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359" name="Line 98"/>
            <p:cNvSpPr>
              <a:spLocks noChangeShapeType="1"/>
            </p:cNvSpPr>
            <p:nvPr/>
          </p:nvSpPr>
          <p:spPr bwMode="auto">
            <a:xfrm flipH="1">
              <a:off x="3163" y="2925"/>
              <a:ext cx="29" cy="29"/>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21" name="Group 99"/>
          <p:cNvGrpSpPr>
            <a:grpSpLocks/>
          </p:cNvGrpSpPr>
          <p:nvPr/>
        </p:nvGrpSpPr>
        <p:grpSpPr bwMode="auto">
          <a:xfrm>
            <a:off x="8391526" y="1538288"/>
            <a:ext cx="225425" cy="404812"/>
            <a:chOff x="3135" y="2897"/>
            <a:chExt cx="255" cy="255"/>
          </a:xfrm>
        </p:grpSpPr>
        <p:sp>
          <p:nvSpPr>
            <p:cNvPr id="13356" name="Oval 100"/>
            <p:cNvSpPr>
              <a:spLocks noChangeArrowheads="1"/>
            </p:cNvSpPr>
            <p:nvPr/>
          </p:nvSpPr>
          <p:spPr bwMode="auto">
            <a:xfrm>
              <a:off x="3135" y="2897"/>
              <a:ext cx="255" cy="255"/>
            </a:xfrm>
            <a:prstGeom prst="ellipse">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357" name="Line 101"/>
            <p:cNvSpPr>
              <a:spLocks noChangeShapeType="1"/>
            </p:cNvSpPr>
            <p:nvPr/>
          </p:nvSpPr>
          <p:spPr bwMode="auto">
            <a:xfrm flipH="1">
              <a:off x="3163" y="2925"/>
              <a:ext cx="29" cy="29"/>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22" name="Group 102"/>
          <p:cNvGrpSpPr>
            <a:grpSpLocks/>
          </p:cNvGrpSpPr>
          <p:nvPr/>
        </p:nvGrpSpPr>
        <p:grpSpPr bwMode="auto">
          <a:xfrm>
            <a:off x="8482014" y="2754313"/>
            <a:ext cx="225425" cy="404812"/>
            <a:chOff x="3135" y="2897"/>
            <a:chExt cx="255" cy="255"/>
          </a:xfrm>
        </p:grpSpPr>
        <p:sp>
          <p:nvSpPr>
            <p:cNvPr id="13354" name="Oval 103"/>
            <p:cNvSpPr>
              <a:spLocks noChangeArrowheads="1"/>
            </p:cNvSpPr>
            <p:nvPr/>
          </p:nvSpPr>
          <p:spPr bwMode="auto">
            <a:xfrm>
              <a:off x="3135" y="2897"/>
              <a:ext cx="255" cy="255"/>
            </a:xfrm>
            <a:prstGeom prst="ellipse">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355" name="Line 104"/>
            <p:cNvSpPr>
              <a:spLocks noChangeShapeType="1"/>
            </p:cNvSpPr>
            <p:nvPr/>
          </p:nvSpPr>
          <p:spPr bwMode="auto">
            <a:xfrm flipH="1">
              <a:off x="3163" y="2925"/>
              <a:ext cx="29" cy="29"/>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23" name="Group 105"/>
          <p:cNvGrpSpPr>
            <a:grpSpLocks/>
          </p:cNvGrpSpPr>
          <p:nvPr/>
        </p:nvGrpSpPr>
        <p:grpSpPr bwMode="auto">
          <a:xfrm>
            <a:off x="9696451" y="3294063"/>
            <a:ext cx="225425" cy="404812"/>
            <a:chOff x="3135" y="2897"/>
            <a:chExt cx="255" cy="255"/>
          </a:xfrm>
        </p:grpSpPr>
        <p:sp>
          <p:nvSpPr>
            <p:cNvPr id="13352" name="Oval 106"/>
            <p:cNvSpPr>
              <a:spLocks noChangeArrowheads="1"/>
            </p:cNvSpPr>
            <p:nvPr/>
          </p:nvSpPr>
          <p:spPr bwMode="auto">
            <a:xfrm>
              <a:off x="3135" y="2897"/>
              <a:ext cx="255" cy="255"/>
            </a:xfrm>
            <a:prstGeom prst="ellipse">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353" name="Line 107"/>
            <p:cNvSpPr>
              <a:spLocks noChangeShapeType="1"/>
            </p:cNvSpPr>
            <p:nvPr/>
          </p:nvSpPr>
          <p:spPr bwMode="auto">
            <a:xfrm flipH="1">
              <a:off x="3163" y="2925"/>
              <a:ext cx="29" cy="29"/>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24" name="Group 108"/>
          <p:cNvGrpSpPr>
            <a:grpSpLocks/>
          </p:cNvGrpSpPr>
          <p:nvPr/>
        </p:nvGrpSpPr>
        <p:grpSpPr bwMode="auto">
          <a:xfrm>
            <a:off x="6096001" y="1898651"/>
            <a:ext cx="225425" cy="404813"/>
            <a:chOff x="3135" y="2897"/>
            <a:chExt cx="255" cy="255"/>
          </a:xfrm>
        </p:grpSpPr>
        <p:sp>
          <p:nvSpPr>
            <p:cNvPr id="13350" name="Oval 109"/>
            <p:cNvSpPr>
              <a:spLocks noChangeArrowheads="1"/>
            </p:cNvSpPr>
            <p:nvPr/>
          </p:nvSpPr>
          <p:spPr bwMode="auto">
            <a:xfrm>
              <a:off x="3135" y="2897"/>
              <a:ext cx="255" cy="255"/>
            </a:xfrm>
            <a:prstGeom prst="ellipse">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351" name="Line 110"/>
            <p:cNvSpPr>
              <a:spLocks noChangeShapeType="1"/>
            </p:cNvSpPr>
            <p:nvPr/>
          </p:nvSpPr>
          <p:spPr bwMode="auto">
            <a:xfrm flipH="1">
              <a:off x="3163" y="2925"/>
              <a:ext cx="29" cy="29"/>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25" name="Group 111"/>
          <p:cNvGrpSpPr>
            <a:grpSpLocks/>
          </p:cNvGrpSpPr>
          <p:nvPr/>
        </p:nvGrpSpPr>
        <p:grpSpPr bwMode="auto">
          <a:xfrm>
            <a:off x="6456363" y="3068638"/>
            <a:ext cx="404812" cy="404812"/>
            <a:chOff x="3135" y="2897"/>
            <a:chExt cx="255" cy="255"/>
          </a:xfrm>
        </p:grpSpPr>
        <p:sp>
          <p:nvSpPr>
            <p:cNvPr id="13348" name="Oval 112"/>
            <p:cNvSpPr>
              <a:spLocks noChangeArrowheads="1"/>
            </p:cNvSpPr>
            <p:nvPr/>
          </p:nvSpPr>
          <p:spPr bwMode="auto">
            <a:xfrm>
              <a:off x="3135" y="2897"/>
              <a:ext cx="255" cy="255"/>
            </a:xfrm>
            <a:prstGeom prst="ellipse">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349" name="Line 113"/>
            <p:cNvSpPr>
              <a:spLocks noChangeShapeType="1"/>
            </p:cNvSpPr>
            <p:nvPr/>
          </p:nvSpPr>
          <p:spPr bwMode="auto">
            <a:xfrm flipH="1">
              <a:off x="3163" y="2925"/>
              <a:ext cx="29" cy="29"/>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3326" name="Text Box 114"/>
          <p:cNvSpPr txBox="1">
            <a:spLocks noChangeArrowheads="1"/>
          </p:cNvSpPr>
          <p:nvPr/>
        </p:nvSpPr>
        <p:spPr bwMode="auto">
          <a:xfrm>
            <a:off x="9517064" y="2393950"/>
            <a:ext cx="674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L</a:t>
            </a:r>
          </a:p>
        </p:txBody>
      </p:sp>
      <p:sp>
        <p:nvSpPr>
          <p:cNvPr id="13327" name="AutoShape 115"/>
          <p:cNvSpPr>
            <a:spLocks noChangeArrowheads="1"/>
          </p:cNvSpPr>
          <p:nvPr/>
        </p:nvSpPr>
        <p:spPr bwMode="auto">
          <a:xfrm rot="6847094">
            <a:off x="7400926" y="3248026"/>
            <a:ext cx="314325" cy="765175"/>
          </a:xfrm>
          <a:prstGeom prst="can">
            <a:avLst>
              <a:gd name="adj" fmla="val 60859"/>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13328" name="Object 116"/>
          <p:cNvGraphicFramePr>
            <a:graphicFrameLocks noChangeAspect="1"/>
          </p:cNvGraphicFramePr>
          <p:nvPr/>
        </p:nvGraphicFramePr>
        <p:xfrm>
          <a:off x="7131051" y="3608389"/>
          <a:ext cx="512763" cy="549275"/>
        </p:xfrm>
        <a:graphic>
          <a:graphicData uri="http://schemas.openxmlformats.org/presentationml/2006/ole">
            <mc:AlternateContent xmlns:mc="http://schemas.openxmlformats.org/markup-compatibility/2006">
              <mc:Choice xmlns:v="urn:schemas-microsoft-com:vml" Requires="v">
                <p:oleObj spid="_x0000_s4204" name="Equation" r:id="rId6" imgW="181045" imgH="199923" progId="Equation.DSMT4">
                  <p:embed/>
                </p:oleObj>
              </mc:Choice>
              <mc:Fallback>
                <p:oleObj name="Equation" r:id="rId6" imgW="181045" imgH="19992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31051" y="3608389"/>
                        <a:ext cx="512763"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29" name="AutoShape 117"/>
          <p:cNvSpPr>
            <a:spLocks noChangeArrowheads="1"/>
          </p:cNvSpPr>
          <p:nvPr/>
        </p:nvSpPr>
        <p:spPr bwMode="auto">
          <a:xfrm rot="6043914">
            <a:off x="4949032" y="3136107"/>
            <a:ext cx="539750" cy="1935163"/>
          </a:xfrm>
          <a:prstGeom prst="can">
            <a:avLst>
              <a:gd name="adj" fmla="val 89632"/>
            </a:avLst>
          </a:prstGeom>
          <a:solidFill>
            <a:schemeClr val="hlink"/>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330" name="Line 118"/>
          <p:cNvSpPr>
            <a:spLocks noChangeShapeType="1"/>
          </p:cNvSpPr>
          <p:nvPr/>
        </p:nvSpPr>
        <p:spPr bwMode="auto">
          <a:xfrm>
            <a:off x="4475164" y="3968751"/>
            <a:ext cx="2116137" cy="404813"/>
          </a:xfrm>
          <a:prstGeom prst="line">
            <a:avLst/>
          </a:prstGeom>
          <a:noFill/>
          <a:ln w="12700">
            <a:solidFill>
              <a:schemeClr val="tx1"/>
            </a:solidFill>
            <a:prstDash val="sysDot"/>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331" name="Line 119"/>
          <p:cNvSpPr>
            <a:spLocks noChangeShapeType="1"/>
          </p:cNvSpPr>
          <p:nvPr/>
        </p:nvSpPr>
        <p:spPr bwMode="auto">
          <a:xfrm flipV="1">
            <a:off x="5961063" y="4014789"/>
            <a:ext cx="449262" cy="223837"/>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3332" name="Object 120"/>
          <p:cNvGraphicFramePr>
            <a:graphicFrameLocks noChangeAspect="1"/>
          </p:cNvGraphicFramePr>
          <p:nvPr/>
        </p:nvGraphicFramePr>
        <p:xfrm>
          <a:off x="5060951" y="3473451"/>
          <a:ext cx="512763" cy="549275"/>
        </p:xfrm>
        <a:graphic>
          <a:graphicData uri="http://schemas.openxmlformats.org/presentationml/2006/ole">
            <mc:AlternateContent xmlns:mc="http://schemas.openxmlformats.org/markup-compatibility/2006">
              <mc:Choice xmlns:v="urn:schemas-microsoft-com:vml" Requires="v">
                <p:oleObj spid="_x0000_s4205" name="Equation" r:id="rId8" imgW="181045" imgH="199923" progId="Equation.DSMT4">
                  <p:embed/>
                </p:oleObj>
              </mc:Choice>
              <mc:Fallback>
                <p:oleObj name="Equation" r:id="rId8" imgW="181045" imgH="199923"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60951" y="3473451"/>
                        <a:ext cx="512763"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33" name="Object 121"/>
          <p:cNvGraphicFramePr>
            <a:graphicFrameLocks noChangeAspect="1"/>
          </p:cNvGraphicFramePr>
          <p:nvPr/>
        </p:nvGraphicFramePr>
        <p:xfrm>
          <a:off x="6350001" y="3698876"/>
          <a:ext cx="544513" cy="549275"/>
        </p:xfrm>
        <a:graphic>
          <a:graphicData uri="http://schemas.openxmlformats.org/presentationml/2006/ole">
            <mc:AlternateContent xmlns:mc="http://schemas.openxmlformats.org/markup-compatibility/2006">
              <mc:Choice xmlns:v="urn:schemas-microsoft-com:vml" Requires="v">
                <p:oleObj spid="_x0000_s4206" name="Equation" r:id="rId10" imgW="200006" imgH="199923" progId="Equation.DSMT4">
                  <p:embed/>
                </p:oleObj>
              </mc:Choice>
              <mc:Fallback>
                <p:oleObj name="Equation" r:id="rId10" imgW="200006" imgH="199923"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50001" y="3698876"/>
                        <a:ext cx="544513"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334" name="Group 122"/>
          <p:cNvGrpSpPr>
            <a:grpSpLocks/>
          </p:cNvGrpSpPr>
          <p:nvPr/>
        </p:nvGrpSpPr>
        <p:grpSpPr bwMode="auto">
          <a:xfrm>
            <a:off x="5240338" y="3968751"/>
            <a:ext cx="404812" cy="404813"/>
            <a:chOff x="3135" y="2897"/>
            <a:chExt cx="255" cy="255"/>
          </a:xfrm>
        </p:grpSpPr>
        <p:sp>
          <p:nvSpPr>
            <p:cNvPr id="13346" name="Oval 123"/>
            <p:cNvSpPr>
              <a:spLocks noChangeArrowheads="1"/>
            </p:cNvSpPr>
            <p:nvPr/>
          </p:nvSpPr>
          <p:spPr bwMode="auto">
            <a:xfrm>
              <a:off x="3135" y="2897"/>
              <a:ext cx="255" cy="255"/>
            </a:xfrm>
            <a:prstGeom prst="ellipse">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347" name="Line 124"/>
            <p:cNvSpPr>
              <a:spLocks noChangeShapeType="1"/>
            </p:cNvSpPr>
            <p:nvPr/>
          </p:nvSpPr>
          <p:spPr bwMode="auto">
            <a:xfrm flipH="1">
              <a:off x="3163" y="2925"/>
              <a:ext cx="29" cy="29"/>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35" name="Group 125"/>
          <p:cNvGrpSpPr>
            <a:grpSpLocks/>
          </p:cNvGrpSpPr>
          <p:nvPr/>
        </p:nvGrpSpPr>
        <p:grpSpPr bwMode="auto">
          <a:xfrm>
            <a:off x="4430713" y="3654426"/>
            <a:ext cx="404812" cy="404813"/>
            <a:chOff x="3135" y="2897"/>
            <a:chExt cx="255" cy="255"/>
          </a:xfrm>
        </p:grpSpPr>
        <p:sp>
          <p:nvSpPr>
            <p:cNvPr id="13344" name="Oval 126"/>
            <p:cNvSpPr>
              <a:spLocks noChangeArrowheads="1"/>
            </p:cNvSpPr>
            <p:nvPr/>
          </p:nvSpPr>
          <p:spPr bwMode="auto">
            <a:xfrm>
              <a:off x="3135" y="2897"/>
              <a:ext cx="255" cy="255"/>
            </a:xfrm>
            <a:prstGeom prst="ellipse">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345" name="Line 127"/>
            <p:cNvSpPr>
              <a:spLocks noChangeShapeType="1"/>
            </p:cNvSpPr>
            <p:nvPr/>
          </p:nvSpPr>
          <p:spPr bwMode="auto">
            <a:xfrm flipH="1">
              <a:off x="3163" y="2925"/>
              <a:ext cx="29" cy="29"/>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336" name="Group 128"/>
          <p:cNvGrpSpPr>
            <a:grpSpLocks/>
          </p:cNvGrpSpPr>
          <p:nvPr/>
        </p:nvGrpSpPr>
        <p:grpSpPr bwMode="auto">
          <a:xfrm>
            <a:off x="4746626" y="3924301"/>
            <a:ext cx="404813" cy="404813"/>
            <a:chOff x="3135" y="2897"/>
            <a:chExt cx="255" cy="255"/>
          </a:xfrm>
        </p:grpSpPr>
        <p:sp>
          <p:nvSpPr>
            <p:cNvPr id="13342" name="Oval 129"/>
            <p:cNvSpPr>
              <a:spLocks noChangeArrowheads="1"/>
            </p:cNvSpPr>
            <p:nvPr/>
          </p:nvSpPr>
          <p:spPr bwMode="auto">
            <a:xfrm>
              <a:off x="3135" y="2897"/>
              <a:ext cx="255" cy="255"/>
            </a:xfrm>
            <a:prstGeom prst="ellipse">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343" name="Line 130"/>
            <p:cNvSpPr>
              <a:spLocks noChangeShapeType="1"/>
            </p:cNvSpPr>
            <p:nvPr/>
          </p:nvSpPr>
          <p:spPr bwMode="auto">
            <a:xfrm flipH="1">
              <a:off x="3163" y="2925"/>
              <a:ext cx="29" cy="29"/>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aphicFrame>
        <p:nvGraphicFramePr>
          <p:cNvPr id="13337" name="Object 131"/>
          <p:cNvGraphicFramePr>
            <a:graphicFrameLocks noChangeAspect="1"/>
          </p:cNvGraphicFramePr>
          <p:nvPr/>
        </p:nvGraphicFramePr>
        <p:xfrm>
          <a:off x="2316164" y="5138738"/>
          <a:ext cx="3551237" cy="658812"/>
        </p:xfrm>
        <a:graphic>
          <a:graphicData uri="http://schemas.openxmlformats.org/presentationml/2006/ole">
            <mc:AlternateContent xmlns:mc="http://schemas.openxmlformats.org/markup-compatibility/2006">
              <mc:Choice xmlns:v="urn:schemas-microsoft-com:vml" Requires="v">
                <p:oleObj spid="_x0000_s4207" name="Equation" r:id="rId12" imgW="1971618" imgH="352391" progId="Equation.DSMT4">
                  <p:embed/>
                </p:oleObj>
              </mc:Choice>
              <mc:Fallback>
                <p:oleObj name="Equation" r:id="rId12" imgW="1971618" imgH="352391"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16164" y="5138738"/>
                        <a:ext cx="3551237" cy="658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38" name="Object 132"/>
          <p:cNvGraphicFramePr>
            <a:graphicFrameLocks noChangeAspect="1"/>
          </p:cNvGraphicFramePr>
          <p:nvPr/>
        </p:nvGraphicFramePr>
        <p:xfrm>
          <a:off x="1931988" y="5803901"/>
          <a:ext cx="4229100" cy="682625"/>
        </p:xfrm>
        <a:graphic>
          <a:graphicData uri="http://schemas.openxmlformats.org/presentationml/2006/ole">
            <mc:AlternateContent xmlns:mc="http://schemas.openxmlformats.org/markup-compatibility/2006">
              <mc:Choice xmlns:v="urn:schemas-microsoft-com:vml" Requires="v">
                <p:oleObj spid="_x0000_s4208" name="Equation" r:id="rId14" imgW="2352669" imgH="361882" progId="Equation.DSMT4">
                  <p:embed/>
                </p:oleObj>
              </mc:Choice>
              <mc:Fallback>
                <p:oleObj name="Equation" r:id="rId14" imgW="2352669" imgH="361882"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31988" y="5803901"/>
                        <a:ext cx="4229100" cy="682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39" name="Object 133"/>
          <p:cNvGraphicFramePr>
            <a:graphicFrameLocks noChangeAspect="1"/>
          </p:cNvGraphicFramePr>
          <p:nvPr/>
        </p:nvGraphicFramePr>
        <p:xfrm>
          <a:off x="7491414" y="4464050"/>
          <a:ext cx="1266825" cy="431800"/>
        </p:xfrm>
        <a:graphic>
          <a:graphicData uri="http://schemas.openxmlformats.org/presentationml/2006/ole">
            <mc:AlternateContent xmlns:mc="http://schemas.openxmlformats.org/markup-compatibility/2006">
              <mc:Choice xmlns:v="urn:schemas-microsoft-com:vml" Requires="v">
                <p:oleObj spid="_x0000_s4209" name="Equation" r:id="rId16" imgW="695433" imgH="219211" progId="Equation.DSMT4">
                  <p:embed/>
                </p:oleObj>
              </mc:Choice>
              <mc:Fallback>
                <p:oleObj name="Equation" r:id="rId16" imgW="695433" imgH="219211"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491414" y="4464050"/>
                        <a:ext cx="12668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40" name="Text Box 134"/>
          <p:cNvSpPr txBox="1">
            <a:spLocks noChangeArrowheads="1"/>
          </p:cNvSpPr>
          <p:nvPr/>
        </p:nvSpPr>
        <p:spPr bwMode="auto">
          <a:xfrm>
            <a:off x="7131050" y="4914900"/>
            <a:ext cx="27003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磁化电流密度</a:t>
            </a:r>
          </a:p>
        </p:txBody>
      </p:sp>
      <p:sp>
        <p:nvSpPr>
          <p:cNvPr id="13341" name="Text Box 135"/>
          <p:cNvSpPr txBox="1">
            <a:spLocks noChangeArrowheads="1"/>
          </p:cNvSpPr>
          <p:nvPr/>
        </p:nvSpPr>
        <p:spPr bwMode="auto">
          <a:xfrm>
            <a:off x="6726238" y="5454651"/>
            <a:ext cx="36004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solidFill>
                  <a:srgbClr val="FF0000"/>
                </a:solidFill>
              </a:rPr>
              <a:t>磁化介质内</a:t>
            </a:r>
            <a:r>
              <a:rPr lang="en-US" altLang="zh-CN" sz="2400" b="1">
                <a:solidFill>
                  <a:srgbClr val="FF0000"/>
                </a:solidFill>
              </a:rPr>
              <a:t>r</a:t>
            </a:r>
            <a:r>
              <a:rPr lang="zh-CN" altLang="en-US" sz="2400" b="1">
                <a:solidFill>
                  <a:srgbClr val="FF0000"/>
                </a:solidFill>
              </a:rPr>
              <a:t>处的磁化电流密度等于该处磁化强度的旋度</a:t>
            </a:r>
            <a:r>
              <a:rPr lang="en-US" altLang="zh-CN" sz="2400" b="1">
                <a:solidFill>
                  <a:srgbClr val="FF0000"/>
                </a:solidFill>
              </a:rPr>
              <a:t>.</a:t>
            </a:r>
          </a:p>
        </p:txBody>
      </p:sp>
    </p:spTree>
    <p:extLst>
      <p:ext uri="{BB962C8B-B14F-4D97-AF65-F5344CB8AC3E}">
        <p14:creationId xmlns:p14="http://schemas.microsoft.com/office/powerpoint/2010/main" val="3532936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3"/>
          <p:cNvSpPr txBox="1">
            <a:spLocks noChangeArrowheads="1"/>
          </p:cNvSpPr>
          <p:nvPr/>
        </p:nvSpPr>
        <p:spPr bwMode="auto">
          <a:xfrm>
            <a:off x="1909764" y="684214"/>
            <a:ext cx="3330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面磁化电流密度</a:t>
            </a:r>
            <a:r>
              <a:rPr lang="en-US" altLang="zh-CN" b="1">
                <a:solidFill>
                  <a:srgbClr val="0000FF"/>
                </a:solidFill>
              </a:rPr>
              <a:t>i’</a:t>
            </a:r>
          </a:p>
        </p:txBody>
      </p:sp>
      <p:graphicFrame>
        <p:nvGraphicFramePr>
          <p:cNvPr id="15363" name="Object 4"/>
          <p:cNvGraphicFramePr>
            <a:graphicFrameLocks noChangeAspect="1"/>
          </p:cNvGraphicFramePr>
          <p:nvPr/>
        </p:nvGraphicFramePr>
        <p:xfrm>
          <a:off x="2203450" y="1471614"/>
          <a:ext cx="723900" cy="363537"/>
        </p:xfrm>
        <a:graphic>
          <a:graphicData uri="http://schemas.openxmlformats.org/presentationml/2006/ole">
            <mc:AlternateContent xmlns:mc="http://schemas.openxmlformats.org/markup-compatibility/2006">
              <mc:Choice xmlns:v="urn:schemas-microsoft-com:vml" Requires="v">
                <p:oleObj spid="_x0000_s5295" name="Equation" r:id="rId4" imgW="390531" imgH="180941" progId="Equation.DSMT4">
                  <p:embed/>
                </p:oleObj>
              </mc:Choice>
              <mc:Fallback>
                <p:oleObj name="Equation" r:id="rId4" imgW="390531" imgH="180941"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3450" y="1471614"/>
                        <a:ext cx="7239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5364" name="Object 5"/>
              <p:cNvSpPr txBox="1"/>
              <p:nvPr/>
            </p:nvSpPr>
            <p:spPr bwMode="auto">
              <a:xfrm>
                <a:off x="2059169" y="2901156"/>
                <a:ext cx="3551237" cy="658813"/>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𝐼</m:t>
                      </m:r>
                      <m:r>
                        <a:rPr lang="zh-CN" altLang="en-US" i="1">
                          <a:solidFill>
                            <a:srgbClr val="000000"/>
                          </a:solidFill>
                          <a:latin typeface="Cambria Math" panose="02040503050406030204" pitchFamily="18" charset="0"/>
                        </a:rPr>
                        <m:t>′=</m:t>
                      </m:r>
                      <m:nary>
                        <m:naryPr>
                          <m:chr m:val="∮"/>
                          <m:limLoc m:val="undOvr"/>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𝐿</m:t>
                          </m:r>
                        </m:sub>
                        <m:sup/>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𝑀</m:t>
                              </m:r>
                            </m:e>
                          </m:ac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𝑙</m:t>
                              </m:r>
                            </m:e>
                          </m:acc>
                        </m:e>
                      </m:nary>
                    </m:oMath>
                  </m:oMathPara>
                </a14:m>
                <a:endParaRPr lang="zh-CN" altLang="en-US" dirty="0"/>
              </a:p>
            </p:txBody>
          </p:sp>
        </mc:Choice>
        <mc:Fallback xmlns="">
          <p:sp>
            <p:nvSpPr>
              <p:cNvPr id="15364" name="Object 5"/>
              <p:cNvSpPr txBox="1">
                <a:spLocks noRot="1" noChangeAspect="1" noMove="1" noResize="1" noEditPoints="1" noAdjustHandles="1" noChangeArrowheads="1" noChangeShapeType="1" noTextEdit="1"/>
              </p:cNvSpPr>
              <p:nvPr/>
            </p:nvSpPr>
            <p:spPr bwMode="auto">
              <a:xfrm>
                <a:off x="2059169" y="2901156"/>
                <a:ext cx="3551237" cy="658813"/>
              </a:xfrm>
              <a:prstGeom prst="rect">
                <a:avLst/>
              </a:prstGeom>
              <a:blipFill>
                <a:blip r:embed="rId6"/>
                <a:stretch>
                  <a:fillRect/>
                </a:stretch>
              </a:blipFill>
              <a:ln>
                <a:noFill/>
              </a:ln>
              <a:effectLst/>
            </p:spPr>
            <p:txBody>
              <a:bodyPr/>
              <a:lstStyle/>
              <a:p>
                <a:r>
                  <a:rPr lang="zh-CN" altLang="en-US">
                    <a:noFill/>
                  </a:rPr>
                  <a:t> </a:t>
                </a:r>
              </a:p>
            </p:txBody>
          </p:sp>
        </mc:Fallback>
      </mc:AlternateContent>
      <p:graphicFrame>
        <p:nvGraphicFramePr>
          <p:cNvPr id="15365" name="Object 6"/>
          <p:cNvGraphicFramePr>
            <a:graphicFrameLocks noChangeAspect="1"/>
          </p:cNvGraphicFramePr>
          <p:nvPr/>
        </p:nvGraphicFramePr>
        <p:xfrm>
          <a:off x="2135188" y="4508500"/>
          <a:ext cx="1200150" cy="388938"/>
        </p:xfrm>
        <a:graphic>
          <a:graphicData uri="http://schemas.openxmlformats.org/presentationml/2006/ole">
            <mc:AlternateContent xmlns:mc="http://schemas.openxmlformats.org/markup-compatibility/2006">
              <mc:Choice xmlns:v="urn:schemas-microsoft-com:vml" Requires="v">
                <p:oleObj spid="_x0000_s5296" name="Equation" r:id="rId7" imgW="657206" imgH="199923" progId="Equation.DSMT4">
                  <p:embed/>
                </p:oleObj>
              </mc:Choice>
              <mc:Fallback>
                <p:oleObj name="Equation" r:id="rId7" imgW="657206" imgH="199923"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35188" y="4508500"/>
                        <a:ext cx="1200150"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366" name="Group 23"/>
          <p:cNvGrpSpPr>
            <a:grpSpLocks/>
          </p:cNvGrpSpPr>
          <p:nvPr/>
        </p:nvGrpSpPr>
        <p:grpSpPr bwMode="auto">
          <a:xfrm>
            <a:off x="6635750" y="195264"/>
            <a:ext cx="2744788" cy="1800225"/>
            <a:chOff x="3192" y="544"/>
            <a:chExt cx="1729" cy="1134"/>
          </a:xfrm>
        </p:grpSpPr>
        <p:sp>
          <p:nvSpPr>
            <p:cNvPr id="15374" name="Rectangle 2" descr="浅色下对角线"/>
            <p:cNvSpPr>
              <a:spLocks noChangeArrowheads="1"/>
            </p:cNvSpPr>
            <p:nvPr/>
          </p:nvSpPr>
          <p:spPr bwMode="auto">
            <a:xfrm>
              <a:off x="3192" y="884"/>
              <a:ext cx="1729" cy="794"/>
            </a:xfrm>
            <a:prstGeom prst="rect">
              <a:avLst/>
            </a:prstGeom>
            <a:pattFill prst="ltDnDiag">
              <a:fgClr>
                <a:schemeClr val="hlink"/>
              </a:fgClr>
              <a:bgClr>
                <a:schemeClr val="bg1"/>
              </a:bgClr>
            </a:patt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15375" name="Object 7"/>
            <p:cNvGraphicFramePr>
              <a:graphicFrameLocks noChangeAspect="1"/>
            </p:cNvGraphicFramePr>
            <p:nvPr/>
          </p:nvGraphicFramePr>
          <p:xfrm>
            <a:off x="3957" y="1338"/>
            <a:ext cx="228" cy="229"/>
          </p:xfrm>
          <a:graphic>
            <a:graphicData uri="http://schemas.openxmlformats.org/presentationml/2006/ole">
              <mc:AlternateContent xmlns:mc="http://schemas.openxmlformats.org/markup-compatibility/2006">
                <mc:Choice xmlns:v="urn:schemas-microsoft-com:vml" Requires="v">
                  <p:oleObj spid="_x0000_s5297" name="Equation" r:id="rId9" imgW="181045" imgH="180941" progId="Equation.DSMT4">
                    <p:embed/>
                  </p:oleObj>
                </mc:Choice>
                <mc:Fallback>
                  <p:oleObj name="Equation" r:id="rId9" imgW="181045" imgH="180941"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7" y="1338"/>
                          <a:ext cx="228" cy="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76" name="Rectangle 8"/>
            <p:cNvSpPr>
              <a:spLocks noChangeArrowheads="1"/>
            </p:cNvSpPr>
            <p:nvPr/>
          </p:nvSpPr>
          <p:spPr bwMode="auto">
            <a:xfrm>
              <a:off x="3759" y="771"/>
              <a:ext cx="624" cy="198"/>
            </a:xfrm>
            <a:prstGeom prst="rect">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15377" name="Object 9"/>
            <p:cNvGraphicFramePr>
              <a:graphicFrameLocks noChangeAspect="1"/>
            </p:cNvGraphicFramePr>
            <p:nvPr/>
          </p:nvGraphicFramePr>
          <p:xfrm>
            <a:off x="4021" y="1040"/>
            <a:ext cx="100" cy="200"/>
          </p:xfrm>
          <a:graphic>
            <a:graphicData uri="http://schemas.openxmlformats.org/presentationml/2006/ole">
              <mc:AlternateContent xmlns:mc="http://schemas.openxmlformats.org/markup-compatibility/2006">
                <mc:Choice xmlns:v="urn:schemas-microsoft-com:vml" Requires="v">
                  <p:oleObj spid="_x0000_s5298" name="Equation" r:id="rId11" imgW="66669" imgH="161959" progId="Equation.DSMT4">
                    <p:embed/>
                  </p:oleObj>
                </mc:Choice>
                <mc:Fallback>
                  <p:oleObj name="Equation" r:id="rId11" imgW="66669" imgH="161959"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21" y="1040"/>
                          <a:ext cx="100"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78" name="Line 10"/>
            <p:cNvSpPr>
              <a:spLocks noChangeShapeType="1"/>
            </p:cNvSpPr>
            <p:nvPr/>
          </p:nvSpPr>
          <p:spPr bwMode="auto">
            <a:xfrm>
              <a:off x="3986" y="969"/>
              <a:ext cx="198"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79" name="Line 11"/>
            <p:cNvSpPr>
              <a:spLocks noChangeShapeType="1"/>
            </p:cNvSpPr>
            <p:nvPr/>
          </p:nvSpPr>
          <p:spPr bwMode="auto">
            <a:xfrm>
              <a:off x="4156" y="884"/>
              <a:ext cx="340"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80" name="Line 12"/>
            <p:cNvSpPr>
              <a:spLocks noChangeShapeType="1"/>
            </p:cNvSpPr>
            <p:nvPr/>
          </p:nvSpPr>
          <p:spPr bwMode="auto">
            <a:xfrm flipV="1">
              <a:off x="4042" y="686"/>
              <a:ext cx="0" cy="198"/>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81" name="Line 13"/>
            <p:cNvSpPr>
              <a:spLocks noChangeShapeType="1"/>
            </p:cNvSpPr>
            <p:nvPr/>
          </p:nvSpPr>
          <p:spPr bwMode="auto">
            <a:xfrm flipV="1">
              <a:off x="4042" y="686"/>
              <a:ext cx="227" cy="198"/>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5382" name="Object 14"/>
            <p:cNvGraphicFramePr>
              <a:graphicFrameLocks noChangeAspect="1"/>
            </p:cNvGraphicFramePr>
            <p:nvPr/>
          </p:nvGraphicFramePr>
          <p:xfrm>
            <a:off x="4297" y="544"/>
            <a:ext cx="185" cy="200"/>
          </p:xfrm>
          <a:graphic>
            <a:graphicData uri="http://schemas.openxmlformats.org/presentationml/2006/ole">
              <mc:AlternateContent xmlns:mc="http://schemas.openxmlformats.org/markup-compatibility/2006">
                <mc:Choice xmlns:v="urn:schemas-microsoft-com:vml" Requires="v">
                  <p:oleObj spid="_x0000_s5299" name="Equation" r:id="rId13" imgW="142818" imgH="161959" progId="Equation.DSMT4">
                    <p:embed/>
                  </p:oleObj>
                </mc:Choice>
                <mc:Fallback>
                  <p:oleObj name="Equation" r:id="rId13" imgW="142818" imgH="161959"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97" y="544"/>
                          <a:ext cx="185"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83" name="Object 15"/>
            <p:cNvGraphicFramePr>
              <a:graphicFrameLocks noChangeAspect="1"/>
            </p:cNvGraphicFramePr>
            <p:nvPr/>
          </p:nvGraphicFramePr>
          <p:xfrm>
            <a:off x="4524" y="771"/>
            <a:ext cx="142" cy="200"/>
          </p:xfrm>
          <a:graphic>
            <a:graphicData uri="http://schemas.openxmlformats.org/presentationml/2006/ole">
              <mc:AlternateContent xmlns:mc="http://schemas.openxmlformats.org/markup-compatibility/2006">
                <mc:Choice xmlns:v="urn:schemas-microsoft-com:vml" Requires="v">
                  <p:oleObj spid="_x0000_s5300" name="Equation" r:id="rId15" imgW="104896" imgH="161959" progId="Equation.DSMT4">
                    <p:embed/>
                  </p:oleObj>
                </mc:Choice>
                <mc:Fallback>
                  <p:oleObj name="Equation" r:id="rId15" imgW="104896" imgH="161959"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24" y="771"/>
                          <a:ext cx="142"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84" name="Object 16"/>
            <p:cNvGraphicFramePr>
              <a:graphicFrameLocks noChangeAspect="1"/>
            </p:cNvGraphicFramePr>
            <p:nvPr/>
          </p:nvGraphicFramePr>
          <p:xfrm>
            <a:off x="3844" y="544"/>
            <a:ext cx="142" cy="200"/>
          </p:xfrm>
          <a:graphic>
            <a:graphicData uri="http://schemas.openxmlformats.org/presentationml/2006/ole">
              <mc:AlternateContent xmlns:mc="http://schemas.openxmlformats.org/markup-compatibility/2006">
                <mc:Choice xmlns:v="urn:schemas-microsoft-com:vml" Requires="v">
                  <p:oleObj spid="_x0000_s5301" name="Equation" r:id="rId17" imgW="104896" imgH="161959" progId="Equation.DSMT4">
                    <p:embed/>
                  </p:oleObj>
                </mc:Choice>
                <mc:Fallback>
                  <p:oleObj name="Equation" r:id="rId17" imgW="104896" imgH="161959"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844" y="544"/>
                          <a:ext cx="142"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5367" name="Object 17"/>
          <p:cNvGraphicFramePr>
            <a:graphicFrameLocks noChangeAspect="1"/>
          </p:cNvGraphicFramePr>
          <p:nvPr/>
        </p:nvGraphicFramePr>
        <p:xfrm>
          <a:off x="2090739" y="1989139"/>
          <a:ext cx="1558925" cy="452437"/>
        </p:xfrm>
        <a:graphic>
          <a:graphicData uri="http://schemas.openxmlformats.org/presentationml/2006/ole">
            <mc:AlternateContent xmlns:mc="http://schemas.openxmlformats.org/markup-compatibility/2006">
              <mc:Choice xmlns:v="urn:schemas-microsoft-com:vml" Requires="v">
                <p:oleObj spid="_x0000_s5302" name="Equation" r:id="rId19" imgW="857212" imgH="238193" progId="Equation.DSMT4">
                  <p:embed/>
                </p:oleObj>
              </mc:Choice>
              <mc:Fallback>
                <p:oleObj name="Equation" r:id="rId19" imgW="857212" imgH="238193" progId="Equation.DSMT4">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090739" y="1989139"/>
                        <a:ext cx="1558925" cy="452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8" name="Object 18"/>
          <p:cNvGraphicFramePr>
            <a:graphicFrameLocks noChangeAspect="1"/>
          </p:cNvGraphicFramePr>
          <p:nvPr/>
        </p:nvGraphicFramePr>
        <p:xfrm>
          <a:off x="2046289" y="2484438"/>
          <a:ext cx="2986087" cy="455612"/>
        </p:xfrm>
        <a:graphic>
          <a:graphicData uri="http://schemas.openxmlformats.org/presentationml/2006/ole">
            <mc:AlternateContent xmlns:mc="http://schemas.openxmlformats.org/markup-compatibility/2006">
              <mc:Choice xmlns:v="urn:schemas-microsoft-com:vml" Requires="v">
                <p:oleObj spid="_x0000_s5303" name="Equation" r:id="rId21" imgW="1657235" imgH="238193" progId="Equation.DSMT4">
                  <p:embed/>
                </p:oleObj>
              </mc:Choice>
              <mc:Fallback>
                <p:oleObj name="Equation" r:id="rId21" imgW="1657235" imgH="238193" progId="Equation.DSMT4">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046289" y="2484438"/>
                        <a:ext cx="2986087"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9" name="Object 19"/>
          <p:cNvGraphicFramePr>
            <a:graphicFrameLocks noChangeAspect="1"/>
          </p:cNvGraphicFramePr>
          <p:nvPr/>
        </p:nvGraphicFramePr>
        <p:xfrm>
          <a:off x="2090739" y="3924301"/>
          <a:ext cx="5133975" cy="454025"/>
        </p:xfrm>
        <a:graphic>
          <a:graphicData uri="http://schemas.openxmlformats.org/presentationml/2006/ole">
            <mc:AlternateContent xmlns:mc="http://schemas.openxmlformats.org/markup-compatibility/2006">
              <mc:Choice xmlns:v="urn:schemas-microsoft-com:vml" Requires="v">
                <p:oleObj spid="_x0000_s5304" name="Equation" r:id="rId23" imgW="2867057" imgH="238193" progId="Equation.DSMT4">
                  <p:embed/>
                </p:oleObj>
              </mc:Choice>
              <mc:Fallback>
                <p:oleObj name="Equation" r:id="rId23" imgW="2867057" imgH="238193" progId="Equation.DSMT4">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090739" y="3924301"/>
                        <a:ext cx="513397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70" name="Text Box 20"/>
          <p:cNvSpPr txBox="1">
            <a:spLocks noChangeArrowheads="1"/>
          </p:cNvSpPr>
          <p:nvPr/>
        </p:nvSpPr>
        <p:spPr bwMode="auto">
          <a:xfrm>
            <a:off x="1865313" y="4959351"/>
            <a:ext cx="8596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a:solidFill>
                  <a:srgbClr val="0000FF"/>
                </a:solidFill>
              </a:rPr>
              <a:t>磁化面电流密度</a:t>
            </a:r>
            <a:r>
              <a:rPr lang="en-US" altLang="zh-CN" sz="2000" b="1">
                <a:solidFill>
                  <a:srgbClr val="0000FF"/>
                </a:solidFill>
              </a:rPr>
              <a:t>:</a:t>
            </a:r>
            <a:r>
              <a:rPr lang="zh-CN" altLang="en-US" sz="2000" b="1">
                <a:solidFill>
                  <a:srgbClr val="0000FF"/>
                </a:solidFill>
              </a:rPr>
              <a:t>等于介质磁化强度</a:t>
            </a:r>
            <a:r>
              <a:rPr lang="en-US" altLang="zh-CN" sz="2000" b="1">
                <a:solidFill>
                  <a:srgbClr val="0000FF"/>
                </a:solidFill>
              </a:rPr>
              <a:t>M</a:t>
            </a:r>
            <a:r>
              <a:rPr lang="zh-CN" altLang="en-US" sz="2000" b="1">
                <a:solidFill>
                  <a:srgbClr val="0000FF"/>
                </a:solidFill>
              </a:rPr>
              <a:t>与介质表面法线方向单位矢量的矢积</a:t>
            </a:r>
            <a:r>
              <a:rPr lang="en-US" altLang="zh-CN" sz="2000" b="1">
                <a:solidFill>
                  <a:srgbClr val="0000FF"/>
                </a:solidFill>
              </a:rPr>
              <a:t>.</a:t>
            </a:r>
          </a:p>
        </p:txBody>
      </p:sp>
      <p:sp>
        <p:nvSpPr>
          <p:cNvPr id="15371" name="Text Box 21"/>
          <p:cNvSpPr txBox="1">
            <a:spLocks noChangeArrowheads="1"/>
          </p:cNvSpPr>
          <p:nvPr/>
        </p:nvSpPr>
        <p:spPr bwMode="auto">
          <a:xfrm>
            <a:off x="1820863" y="5499101"/>
            <a:ext cx="4635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a:solidFill>
                  <a:srgbClr val="0000FF"/>
                </a:solidFill>
              </a:rPr>
              <a:t>大小</a:t>
            </a:r>
            <a:r>
              <a:rPr lang="en-US" altLang="zh-CN" sz="2000" b="1">
                <a:solidFill>
                  <a:srgbClr val="0000FF"/>
                </a:solidFill>
              </a:rPr>
              <a:t>:</a:t>
            </a:r>
            <a:r>
              <a:rPr lang="zh-CN" altLang="en-US" sz="2000" b="1">
                <a:solidFill>
                  <a:srgbClr val="0000FF"/>
                </a:solidFill>
              </a:rPr>
              <a:t>等于</a:t>
            </a:r>
            <a:r>
              <a:rPr lang="en-US" altLang="zh-CN" sz="2000" b="1">
                <a:solidFill>
                  <a:srgbClr val="0000FF"/>
                </a:solidFill>
              </a:rPr>
              <a:t>M</a:t>
            </a:r>
            <a:r>
              <a:rPr lang="zh-CN" altLang="en-US" sz="2000" b="1">
                <a:solidFill>
                  <a:srgbClr val="0000FF"/>
                </a:solidFill>
              </a:rPr>
              <a:t>在介质表面切线方向的分量</a:t>
            </a:r>
            <a:r>
              <a:rPr lang="en-US" altLang="zh-CN" sz="2000" b="1">
                <a:solidFill>
                  <a:srgbClr val="0000FF"/>
                </a:solidFill>
              </a:rPr>
              <a:t>.</a:t>
            </a:r>
          </a:p>
        </p:txBody>
      </p:sp>
      <p:graphicFrame>
        <p:nvGraphicFramePr>
          <p:cNvPr id="15372" name="Object 22"/>
          <p:cNvGraphicFramePr>
            <a:graphicFrameLocks noChangeAspect="1"/>
          </p:cNvGraphicFramePr>
          <p:nvPr/>
        </p:nvGraphicFramePr>
        <p:xfrm>
          <a:off x="6488113" y="5534025"/>
          <a:ext cx="1314450" cy="319088"/>
        </p:xfrm>
        <a:graphic>
          <a:graphicData uri="http://schemas.openxmlformats.org/presentationml/2006/ole">
            <mc:AlternateContent xmlns:mc="http://schemas.openxmlformats.org/markup-compatibility/2006">
              <mc:Choice xmlns:v="urn:schemas-microsoft-com:vml" Requires="v">
                <p:oleObj spid="_x0000_s5305" name="Equation" r:id="rId25" imgW="714394" imgH="161959" progId="Equation.DSMT4">
                  <p:embed/>
                </p:oleObj>
              </mc:Choice>
              <mc:Fallback>
                <p:oleObj name="Equation" r:id="rId25" imgW="714394" imgH="161959" progId="Equation.DSMT4">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488113" y="5534025"/>
                        <a:ext cx="1314450"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5373" name="Picture 25" descr="image08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313613" y="2220914"/>
            <a:ext cx="3105150"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7" name="Object 5">
                <a:extLst>
                  <a:ext uri="{FF2B5EF4-FFF2-40B4-BE49-F238E27FC236}">
                    <a16:creationId xmlns:a16="http://schemas.microsoft.com/office/drawing/2014/main" id="{6B9C7CFE-834E-4B6F-967E-604817DC54DE}"/>
                  </a:ext>
                </a:extLst>
              </p:cNvPr>
              <p:cNvSpPr txBox="1"/>
              <p:nvPr/>
            </p:nvSpPr>
            <p:spPr bwMode="auto">
              <a:xfrm>
                <a:off x="1970270" y="3412729"/>
                <a:ext cx="3551237" cy="65881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𝑀</m:t>
                          </m:r>
                        </m:e>
                      </m:ac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𝑙</m:t>
                          </m:r>
                        </m:e>
                      </m:acc>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𝑀</m:t>
                          </m:r>
                        </m:e>
                        <m:sub>
                          <m:r>
                            <a:rPr lang="zh-CN" altLang="en-US" i="1">
                              <a:solidFill>
                                <a:srgbClr val="000000"/>
                              </a:solidFill>
                              <a:latin typeface="Cambria Math" panose="02040503050406030204" pitchFamily="18" charset="0"/>
                            </a:rPr>
                            <m:t>𝜏</m:t>
                          </m:r>
                        </m:sub>
                      </m:sSub>
                      <m:r>
                        <a:rPr lang="zh-CN" altLang="en-US" i="1">
                          <a:solidFill>
                            <a:srgbClr val="000000"/>
                          </a:solidFill>
                          <a:latin typeface="Cambria Math" panose="02040503050406030204" pitchFamily="18" charset="0"/>
                        </a:rPr>
                        <m:t>𝑙</m:t>
                      </m:r>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𝑖</m:t>
                          </m:r>
                        </m:e>
                      </m:acc>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𝜏</m:t>
                          </m:r>
                        </m:e>
                      </m:acc>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𝑛</m:t>
                          </m:r>
                        </m:e>
                      </m:ac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𝑙</m:t>
                      </m:r>
                    </m:oMath>
                  </m:oMathPara>
                </a14:m>
                <a:endParaRPr lang="zh-CN" altLang="en-US" dirty="0"/>
              </a:p>
            </p:txBody>
          </p:sp>
        </mc:Choice>
        <mc:Fallback xmlns="">
          <p:sp>
            <p:nvSpPr>
              <p:cNvPr id="27" name="Object 5">
                <a:extLst>
                  <a:ext uri="{FF2B5EF4-FFF2-40B4-BE49-F238E27FC236}">
                    <a16:creationId xmlns:a16="http://schemas.microsoft.com/office/drawing/2014/main" id="{6B9C7CFE-834E-4B6F-967E-604817DC54DE}"/>
                  </a:ext>
                </a:extLst>
              </p:cNvPr>
              <p:cNvSpPr txBox="1">
                <a:spLocks noRot="1" noChangeAspect="1" noMove="1" noResize="1" noEditPoints="1" noAdjustHandles="1" noChangeArrowheads="1" noChangeShapeType="1" noTextEdit="1"/>
              </p:cNvSpPr>
              <p:nvPr/>
            </p:nvSpPr>
            <p:spPr bwMode="auto">
              <a:xfrm>
                <a:off x="1970270" y="3412729"/>
                <a:ext cx="3551237" cy="658813"/>
              </a:xfrm>
              <a:prstGeom prst="rect">
                <a:avLst/>
              </a:prstGeom>
              <a:blipFill>
                <a:blip r:embed="rId28"/>
                <a:stretch>
                  <a:fillRect t="-13889"/>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777720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1909764" y="684213"/>
            <a:ext cx="1665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solidFill>
                  <a:srgbClr val="0000FF"/>
                </a:solidFill>
              </a:rPr>
              <a:t>磁化电流</a:t>
            </a:r>
          </a:p>
        </p:txBody>
      </p:sp>
      <p:graphicFrame>
        <p:nvGraphicFramePr>
          <p:cNvPr id="17411" name="Object 3"/>
          <p:cNvGraphicFramePr>
            <a:graphicFrameLocks noChangeAspect="1"/>
          </p:cNvGraphicFramePr>
          <p:nvPr/>
        </p:nvGraphicFramePr>
        <p:xfrm>
          <a:off x="2855913" y="3114675"/>
          <a:ext cx="1200150" cy="388938"/>
        </p:xfrm>
        <a:graphic>
          <a:graphicData uri="http://schemas.openxmlformats.org/presentationml/2006/ole">
            <mc:AlternateContent xmlns:mc="http://schemas.openxmlformats.org/markup-compatibility/2006">
              <mc:Choice xmlns:v="urn:schemas-microsoft-com:vml" Requires="v">
                <p:oleObj spid="_x0000_s6206" name="Equation" r:id="rId4" imgW="657206" imgH="199923" progId="Equation.DSMT4">
                  <p:embed/>
                </p:oleObj>
              </mc:Choice>
              <mc:Fallback>
                <p:oleObj name="Equation" r:id="rId4" imgW="657206" imgH="19992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5913" y="3114675"/>
                        <a:ext cx="1200150"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2" name="Object 4"/>
          <p:cNvGraphicFramePr>
            <a:graphicFrameLocks noChangeAspect="1"/>
          </p:cNvGraphicFramePr>
          <p:nvPr/>
        </p:nvGraphicFramePr>
        <p:xfrm>
          <a:off x="2674939" y="3519489"/>
          <a:ext cx="1881187" cy="319087"/>
        </p:xfrm>
        <a:graphic>
          <a:graphicData uri="http://schemas.openxmlformats.org/presentationml/2006/ole">
            <mc:AlternateContent xmlns:mc="http://schemas.openxmlformats.org/markup-compatibility/2006">
              <mc:Choice xmlns:v="urn:schemas-microsoft-com:vml" Requires="v">
                <p:oleObj spid="_x0000_s6207" name="Equation" r:id="rId6" imgW="1038257" imgH="161959" progId="Equation.DSMT4">
                  <p:embed/>
                </p:oleObj>
              </mc:Choice>
              <mc:Fallback>
                <p:oleObj name="Equation" r:id="rId6" imgW="1038257" imgH="161959"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74939" y="3519489"/>
                        <a:ext cx="1881187" cy="319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3" name="Text Box 5"/>
          <p:cNvSpPr txBox="1">
            <a:spLocks noChangeArrowheads="1"/>
          </p:cNvSpPr>
          <p:nvPr/>
        </p:nvSpPr>
        <p:spPr bwMode="auto">
          <a:xfrm>
            <a:off x="1865314" y="1403351"/>
            <a:ext cx="1665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solidFill>
                  <a:srgbClr val="0000FF"/>
                </a:solidFill>
              </a:rPr>
              <a:t>传导电流</a:t>
            </a:r>
          </a:p>
        </p:txBody>
      </p:sp>
      <p:sp>
        <p:nvSpPr>
          <p:cNvPr id="17414" name="Text Box 6"/>
          <p:cNvSpPr txBox="1">
            <a:spLocks noChangeArrowheads="1"/>
          </p:cNvSpPr>
          <p:nvPr/>
        </p:nvSpPr>
        <p:spPr bwMode="auto">
          <a:xfrm>
            <a:off x="4565650" y="1042988"/>
            <a:ext cx="16652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solidFill>
                  <a:srgbClr val="0000FF"/>
                </a:solidFill>
              </a:rPr>
              <a:t>产生磁场</a:t>
            </a:r>
          </a:p>
        </p:txBody>
      </p:sp>
      <p:sp>
        <p:nvSpPr>
          <p:cNvPr id="17415" name="AutoShape 7"/>
          <p:cNvSpPr>
            <a:spLocks/>
          </p:cNvSpPr>
          <p:nvPr/>
        </p:nvSpPr>
        <p:spPr bwMode="auto">
          <a:xfrm>
            <a:off x="3440114" y="954089"/>
            <a:ext cx="134937" cy="765175"/>
          </a:xfrm>
          <a:prstGeom prst="rightBrace">
            <a:avLst>
              <a:gd name="adj1" fmla="val 47255"/>
              <a:gd name="adj2" fmla="val 50000"/>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7416" name="AutoShape 8"/>
          <p:cNvSpPr>
            <a:spLocks noChangeArrowheads="1"/>
          </p:cNvSpPr>
          <p:nvPr/>
        </p:nvSpPr>
        <p:spPr bwMode="auto">
          <a:xfrm>
            <a:off x="3709989" y="1223964"/>
            <a:ext cx="809625" cy="180975"/>
          </a:xfrm>
          <a:prstGeom prst="rightArrow">
            <a:avLst>
              <a:gd name="adj1" fmla="val 50000"/>
              <a:gd name="adj2" fmla="val 111842"/>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7417" name="Text Box 9"/>
          <p:cNvSpPr txBox="1">
            <a:spLocks noChangeArrowheads="1"/>
          </p:cNvSpPr>
          <p:nvPr/>
        </p:nvSpPr>
        <p:spPr bwMode="auto">
          <a:xfrm>
            <a:off x="6275389" y="773114"/>
            <a:ext cx="2339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a:solidFill>
                  <a:srgbClr val="0000FF"/>
                </a:solidFill>
              </a:rPr>
              <a:t>束缚电流不能传导</a:t>
            </a:r>
          </a:p>
        </p:txBody>
      </p:sp>
      <p:sp>
        <p:nvSpPr>
          <p:cNvPr id="17418" name="Text Box 10"/>
          <p:cNvSpPr txBox="1">
            <a:spLocks noChangeArrowheads="1"/>
          </p:cNvSpPr>
          <p:nvPr/>
        </p:nvSpPr>
        <p:spPr bwMode="auto">
          <a:xfrm>
            <a:off x="6591300" y="1493838"/>
            <a:ext cx="16652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solidFill>
                  <a:srgbClr val="0000FF"/>
                </a:solidFill>
              </a:rPr>
              <a:t>可传导</a:t>
            </a:r>
          </a:p>
        </p:txBody>
      </p:sp>
      <p:sp>
        <p:nvSpPr>
          <p:cNvPr id="17419" name="Text Box 11"/>
          <p:cNvSpPr txBox="1">
            <a:spLocks noChangeArrowheads="1"/>
          </p:cNvSpPr>
          <p:nvPr/>
        </p:nvSpPr>
        <p:spPr bwMode="auto">
          <a:xfrm>
            <a:off x="8796339" y="1538288"/>
            <a:ext cx="1665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solidFill>
                  <a:srgbClr val="FF0000"/>
                </a:solidFill>
              </a:rPr>
              <a:t>焦耳热</a:t>
            </a:r>
          </a:p>
        </p:txBody>
      </p:sp>
      <p:sp>
        <p:nvSpPr>
          <p:cNvPr id="17420" name="Text Box 12"/>
          <p:cNvSpPr txBox="1">
            <a:spLocks noChangeArrowheads="1"/>
          </p:cNvSpPr>
          <p:nvPr/>
        </p:nvSpPr>
        <p:spPr bwMode="auto">
          <a:xfrm>
            <a:off x="8796339" y="773113"/>
            <a:ext cx="1665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solidFill>
                  <a:srgbClr val="FF0000"/>
                </a:solidFill>
              </a:rPr>
              <a:t>无焦耳热</a:t>
            </a:r>
          </a:p>
        </p:txBody>
      </p:sp>
      <p:sp>
        <p:nvSpPr>
          <p:cNvPr id="17421" name="AutoShape 13"/>
          <p:cNvSpPr>
            <a:spLocks noChangeArrowheads="1"/>
          </p:cNvSpPr>
          <p:nvPr/>
        </p:nvSpPr>
        <p:spPr bwMode="auto">
          <a:xfrm>
            <a:off x="3621089" y="863600"/>
            <a:ext cx="2700337" cy="179388"/>
          </a:xfrm>
          <a:prstGeom prst="rightArrow">
            <a:avLst>
              <a:gd name="adj1" fmla="val 50000"/>
              <a:gd name="adj2" fmla="val 376326"/>
            </a:avLst>
          </a:prstGeom>
          <a:solidFill>
            <a:schemeClr val="accent1"/>
          </a:solidFill>
          <a:ln w="12700" cap="sq">
            <a:solidFill>
              <a:srgbClr val="FF0000"/>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7422" name="AutoShape 14"/>
          <p:cNvSpPr>
            <a:spLocks noChangeArrowheads="1"/>
          </p:cNvSpPr>
          <p:nvPr/>
        </p:nvSpPr>
        <p:spPr bwMode="auto">
          <a:xfrm>
            <a:off x="3575050" y="1673225"/>
            <a:ext cx="2700338" cy="179388"/>
          </a:xfrm>
          <a:prstGeom prst="rightArrow">
            <a:avLst>
              <a:gd name="adj1" fmla="val 50000"/>
              <a:gd name="adj2" fmla="val 376326"/>
            </a:avLst>
          </a:prstGeom>
          <a:solidFill>
            <a:schemeClr val="accent1"/>
          </a:solidFill>
          <a:ln w="12700" cap="sq">
            <a:solidFill>
              <a:srgbClr val="FF0000"/>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7423" name="AutoShape 15"/>
          <p:cNvSpPr>
            <a:spLocks noChangeArrowheads="1"/>
          </p:cNvSpPr>
          <p:nvPr/>
        </p:nvSpPr>
        <p:spPr bwMode="auto">
          <a:xfrm>
            <a:off x="8435975" y="908051"/>
            <a:ext cx="450850" cy="180975"/>
          </a:xfrm>
          <a:prstGeom prst="rightArrow">
            <a:avLst>
              <a:gd name="adj1" fmla="val 50000"/>
              <a:gd name="adj2" fmla="val 62281"/>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7424" name="AutoShape 16"/>
          <p:cNvSpPr>
            <a:spLocks noChangeArrowheads="1"/>
          </p:cNvSpPr>
          <p:nvPr/>
        </p:nvSpPr>
        <p:spPr bwMode="auto">
          <a:xfrm>
            <a:off x="8391525" y="1763714"/>
            <a:ext cx="450850" cy="180975"/>
          </a:xfrm>
          <a:prstGeom prst="rightArrow">
            <a:avLst>
              <a:gd name="adj1" fmla="val 50000"/>
              <a:gd name="adj2" fmla="val 62281"/>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7425" name="Text Box 17"/>
          <p:cNvSpPr txBox="1">
            <a:spLocks noChangeArrowheads="1"/>
          </p:cNvSpPr>
          <p:nvPr/>
        </p:nvSpPr>
        <p:spPr bwMode="auto">
          <a:xfrm>
            <a:off x="1820864" y="2484438"/>
            <a:ext cx="27892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solidFill>
                  <a:srgbClr val="0000FF"/>
                </a:solidFill>
              </a:rPr>
              <a:t>均匀磁化的细棒</a:t>
            </a:r>
          </a:p>
        </p:txBody>
      </p:sp>
      <p:sp>
        <p:nvSpPr>
          <p:cNvPr id="17426" name="AutoShape 18"/>
          <p:cNvSpPr>
            <a:spLocks noChangeArrowheads="1"/>
          </p:cNvSpPr>
          <p:nvPr/>
        </p:nvSpPr>
        <p:spPr bwMode="auto">
          <a:xfrm rot="16200000">
            <a:off x="7255670" y="515145"/>
            <a:ext cx="449263" cy="4657725"/>
          </a:xfrm>
          <a:prstGeom prst="can">
            <a:avLst>
              <a:gd name="adj" fmla="val 63309"/>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7427" name="Line 19"/>
          <p:cNvSpPr>
            <a:spLocks noChangeShapeType="1"/>
          </p:cNvSpPr>
          <p:nvPr/>
        </p:nvSpPr>
        <p:spPr bwMode="auto">
          <a:xfrm>
            <a:off x="4926014" y="2843213"/>
            <a:ext cx="630237"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7428" name="Line 20"/>
          <p:cNvSpPr>
            <a:spLocks noChangeShapeType="1"/>
          </p:cNvSpPr>
          <p:nvPr/>
        </p:nvSpPr>
        <p:spPr bwMode="auto">
          <a:xfrm>
            <a:off x="9605964" y="2843213"/>
            <a:ext cx="630237"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7429" name="Text Box 21"/>
          <p:cNvSpPr txBox="1">
            <a:spLocks noChangeArrowheads="1"/>
          </p:cNvSpPr>
          <p:nvPr/>
        </p:nvSpPr>
        <p:spPr bwMode="auto">
          <a:xfrm>
            <a:off x="4970463" y="3159126"/>
            <a:ext cx="495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b="1">
                <a:solidFill>
                  <a:srgbClr val="FF0000"/>
                </a:solidFill>
              </a:rPr>
              <a:t>A</a:t>
            </a:r>
          </a:p>
        </p:txBody>
      </p:sp>
      <p:sp>
        <p:nvSpPr>
          <p:cNvPr id="17430" name="Text Box 22"/>
          <p:cNvSpPr txBox="1">
            <a:spLocks noChangeArrowheads="1"/>
          </p:cNvSpPr>
          <p:nvPr/>
        </p:nvSpPr>
        <p:spPr bwMode="auto">
          <a:xfrm>
            <a:off x="9471025" y="3068638"/>
            <a:ext cx="4953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b="1">
                <a:solidFill>
                  <a:srgbClr val="FF0000"/>
                </a:solidFill>
              </a:rPr>
              <a:t>D</a:t>
            </a:r>
          </a:p>
        </p:txBody>
      </p:sp>
      <p:sp>
        <p:nvSpPr>
          <p:cNvPr id="17431" name="Text Box 23"/>
          <p:cNvSpPr txBox="1">
            <a:spLocks noChangeArrowheads="1"/>
          </p:cNvSpPr>
          <p:nvPr/>
        </p:nvSpPr>
        <p:spPr bwMode="auto">
          <a:xfrm>
            <a:off x="7265988" y="3114676"/>
            <a:ext cx="495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b="1">
                <a:solidFill>
                  <a:srgbClr val="FF0000"/>
                </a:solidFill>
              </a:rPr>
              <a:t>C</a:t>
            </a:r>
          </a:p>
        </p:txBody>
      </p:sp>
      <p:graphicFrame>
        <p:nvGraphicFramePr>
          <p:cNvPr id="17432" name="Object 24"/>
          <p:cNvGraphicFramePr>
            <a:graphicFrameLocks noChangeAspect="1"/>
          </p:cNvGraphicFramePr>
          <p:nvPr/>
        </p:nvGraphicFramePr>
        <p:xfrm>
          <a:off x="2674938" y="4014789"/>
          <a:ext cx="1223962" cy="409575"/>
        </p:xfrm>
        <a:graphic>
          <a:graphicData uri="http://schemas.openxmlformats.org/presentationml/2006/ole">
            <mc:AlternateContent xmlns:mc="http://schemas.openxmlformats.org/markup-compatibility/2006">
              <mc:Choice xmlns:v="urn:schemas-microsoft-com:vml" Requires="v">
                <p:oleObj spid="_x0000_s6208" name="Equation" r:id="rId8" imgW="666686" imgH="209414" progId="Equation.DSMT4">
                  <p:embed/>
                </p:oleObj>
              </mc:Choice>
              <mc:Fallback>
                <p:oleObj name="Equation" r:id="rId8" imgW="666686" imgH="209414"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74938" y="4014789"/>
                        <a:ext cx="1223962"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3" name="Object 25"/>
          <p:cNvGraphicFramePr>
            <a:graphicFrameLocks noChangeAspect="1"/>
          </p:cNvGraphicFramePr>
          <p:nvPr/>
        </p:nvGraphicFramePr>
        <p:xfrm>
          <a:off x="4926013" y="3833813"/>
          <a:ext cx="2152650" cy="704850"/>
        </p:xfrm>
        <a:graphic>
          <a:graphicData uri="http://schemas.openxmlformats.org/presentationml/2006/ole">
            <mc:AlternateContent xmlns:mc="http://schemas.openxmlformats.org/markup-compatibility/2006">
              <mc:Choice xmlns:v="urn:schemas-microsoft-com:vml" Requires="v">
                <p:oleObj spid="_x0000_s6209" name="Equation" r:id="rId10" imgW="1190555" imgH="371373" progId="Equation.DSMT4">
                  <p:embed/>
                </p:oleObj>
              </mc:Choice>
              <mc:Fallback>
                <p:oleObj name="Equation" r:id="rId10" imgW="1190555" imgH="371373"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26013" y="3833813"/>
                        <a:ext cx="2152650"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597216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ChangeArrowheads="1"/>
          </p:cNvSpPr>
          <p:nvPr/>
        </p:nvSpPr>
        <p:spPr bwMode="auto">
          <a:xfrm>
            <a:off x="2133600" y="800100"/>
            <a:ext cx="7239000" cy="571500"/>
          </a:xfrm>
          <a:prstGeom prst="rect">
            <a:avLst/>
          </a:prstGeom>
          <a:noFill/>
          <a:ln w="9525">
            <a:noFill/>
            <a:miter lim="800000"/>
            <a:headEnd/>
            <a:tailEnd/>
          </a:ln>
          <a:effectLst/>
        </p:spPr>
        <p:txBody>
          <a:bodyPr lIns="92075" tIns="46038" rIns="92075" bIns="46038" anchor="ctr"/>
          <a:lstStyle/>
          <a:p>
            <a:pPr algn="ctr" eaLnBrk="1" hangingPunct="1">
              <a:defRPr/>
            </a:pPr>
            <a:r>
              <a:rPr lang="zh-CN" altLang="en-US" sz="3600">
                <a:solidFill>
                  <a:srgbClr val="FF0000"/>
                </a:solidFill>
                <a:effectLst>
                  <a:outerShdw blurRad="38100" dist="38100" dir="2700000" algn="tl">
                    <a:srgbClr val="C0C0C0"/>
                  </a:outerShdw>
                </a:effectLst>
                <a:latin typeface="宋体" pitchFamily="2" charset="-122"/>
              </a:rPr>
              <a:t>磁介质中的磁场</a:t>
            </a:r>
          </a:p>
        </p:txBody>
      </p:sp>
      <p:sp>
        <p:nvSpPr>
          <p:cNvPr id="19459" name="Text Box 3"/>
          <p:cNvSpPr txBox="1">
            <a:spLocks noChangeArrowheads="1"/>
          </p:cNvSpPr>
          <p:nvPr/>
        </p:nvSpPr>
        <p:spPr bwMode="auto">
          <a:xfrm>
            <a:off x="2362200" y="1554164"/>
            <a:ext cx="6019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一、有介质时的安培环路定理</a:t>
            </a:r>
          </a:p>
        </p:txBody>
      </p:sp>
      <p:graphicFrame>
        <p:nvGraphicFramePr>
          <p:cNvPr id="19460" name="Object 4"/>
          <p:cNvGraphicFramePr>
            <a:graphicFrameLocks noChangeAspect="1"/>
          </p:cNvGraphicFramePr>
          <p:nvPr/>
        </p:nvGraphicFramePr>
        <p:xfrm>
          <a:off x="3962401" y="2317750"/>
          <a:ext cx="2466975" cy="501650"/>
        </p:xfrm>
        <a:graphic>
          <a:graphicData uri="http://schemas.openxmlformats.org/presentationml/2006/ole">
            <mc:AlternateContent xmlns:mc="http://schemas.openxmlformats.org/markup-compatibility/2006">
              <mc:Choice xmlns:v="urn:schemas-microsoft-com:vml" Requires="v">
                <p:oleObj spid="_x0000_s7245" name="Equation" r:id="rId4" imgW="1362120" imgH="257175" progId="Equation.3">
                  <p:embed/>
                </p:oleObj>
              </mc:Choice>
              <mc:Fallback>
                <p:oleObj name="Equation" r:id="rId4" imgW="1362120" imgH="257175"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2401" y="2317750"/>
                        <a:ext cx="2466975"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1" name="Text Box 5"/>
          <p:cNvSpPr txBox="1">
            <a:spLocks noChangeArrowheads="1"/>
          </p:cNvSpPr>
          <p:nvPr/>
        </p:nvSpPr>
        <p:spPr bwMode="auto">
          <a:xfrm>
            <a:off x="2438400" y="2895601"/>
            <a:ext cx="7696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0000FF"/>
                </a:solidFill>
              </a:rPr>
              <a:t>其中：</a:t>
            </a:r>
            <a:r>
              <a:rPr lang="en-US" altLang="zh-CN" sz="2800">
                <a:solidFill>
                  <a:srgbClr val="0000FF"/>
                </a:solidFill>
              </a:rPr>
              <a:t>I</a:t>
            </a:r>
            <a:r>
              <a:rPr lang="zh-CN" altLang="en-US" sz="2800">
                <a:solidFill>
                  <a:srgbClr val="0000FF"/>
                </a:solidFill>
              </a:rPr>
              <a:t>为传导电流，</a:t>
            </a:r>
            <a:r>
              <a:rPr lang="en-US" altLang="zh-CN" sz="2800">
                <a:solidFill>
                  <a:srgbClr val="0000FF"/>
                </a:solidFill>
              </a:rPr>
              <a:t>I</a:t>
            </a:r>
            <a:r>
              <a:rPr lang="en-US" altLang="zh-CN" sz="2800" baseline="-25000">
                <a:solidFill>
                  <a:srgbClr val="0000FF"/>
                </a:solidFill>
              </a:rPr>
              <a:t>S</a:t>
            </a:r>
            <a:r>
              <a:rPr lang="zh-CN" altLang="en-US" sz="2800">
                <a:solidFill>
                  <a:srgbClr val="0000FF"/>
                </a:solidFill>
              </a:rPr>
              <a:t>为磁化电流</a:t>
            </a:r>
            <a:endParaRPr lang="zh-CN" altLang="en-US" sz="2800" baseline="-25000">
              <a:solidFill>
                <a:srgbClr val="0000FF"/>
              </a:solidFill>
            </a:endParaRPr>
          </a:p>
        </p:txBody>
      </p:sp>
      <p:graphicFrame>
        <p:nvGraphicFramePr>
          <p:cNvPr id="19462" name="Object 6"/>
          <p:cNvGraphicFramePr>
            <a:graphicFrameLocks noChangeAspect="1"/>
          </p:cNvGraphicFramePr>
          <p:nvPr/>
        </p:nvGraphicFramePr>
        <p:xfrm>
          <a:off x="3810000" y="3632200"/>
          <a:ext cx="2819400" cy="711200"/>
        </p:xfrm>
        <a:graphic>
          <a:graphicData uri="http://schemas.openxmlformats.org/presentationml/2006/ole">
            <mc:AlternateContent xmlns:mc="http://schemas.openxmlformats.org/markup-compatibility/2006">
              <mc:Choice xmlns:v="urn:schemas-microsoft-com:vml" Requires="v">
                <p:oleObj spid="_x0000_s7246" name="Equation" r:id="rId6" imgW="1095445" imgH="257175" progId="Equation.3">
                  <p:embed/>
                </p:oleObj>
              </mc:Choice>
              <mc:Fallback>
                <p:oleObj name="Equation" r:id="rId6" imgW="1095445" imgH="257175"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0" y="3632200"/>
                        <a:ext cx="2819400" cy="71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3" name="Text Box 7"/>
          <p:cNvSpPr txBox="1">
            <a:spLocks noChangeArrowheads="1"/>
          </p:cNvSpPr>
          <p:nvPr/>
        </p:nvSpPr>
        <p:spPr bwMode="auto">
          <a:xfrm>
            <a:off x="2514600" y="3632200"/>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0000FF"/>
                </a:solidFill>
              </a:rPr>
              <a:t>又因</a:t>
            </a:r>
          </a:p>
        </p:txBody>
      </p:sp>
      <p:sp>
        <p:nvSpPr>
          <p:cNvPr id="19464" name="Text Box 8"/>
          <p:cNvSpPr txBox="1">
            <a:spLocks noChangeArrowheads="1"/>
          </p:cNvSpPr>
          <p:nvPr/>
        </p:nvSpPr>
        <p:spPr bwMode="auto">
          <a:xfrm>
            <a:off x="2438400" y="434340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0000FF"/>
                </a:solidFill>
              </a:rPr>
              <a:t>安培环路定理可写成</a:t>
            </a:r>
          </a:p>
        </p:txBody>
      </p:sp>
      <p:graphicFrame>
        <p:nvGraphicFramePr>
          <p:cNvPr id="19465" name="Object 9"/>
          <p:cNvGraphicFramePr>
            <a:graphicFrameLocks noChangeAspect="1"/>
          </p:cNvGraphicFramePr>
          <p:nvPr/>
        </p:nvGraphicFramePr>
        <p:xfrm>
          <a:off x="5486401" y="4351338"/>
          <a:ext cx="3281363" cy="525462"/>
        </p:xfrm>
        <a:graphic>
          <a:graphicData uri="http://schemas.openxmlformats.org/presentationml/2006/ole">
            <mc:AlternateContent xmlns:mc="http://schemas.openxmlformats.org/markup-compatibility/2006">
              <mc:Choice xmlns:v="urn:schemas-microsoft-com:vml" Requires="v">
                <p:oleObj spid="_x0000_s7247" name="Equation" r:id="rId8" imgW="1819320" imgH="276157" progId="Equation.3">
                  <p:embed/>
                </p:oleObj>
              </mc:Choice>
              <mc:Fallback>
                <p:oleObj name="Equation" r:id="rId8" imgW="1819320" imgH="276157"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86401" y="4351338"/>
                        <a:ext cx="3281363"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6" name="Object 10"/>
          <p:cNvGraphicFramePr>
            <a:graphicFrameLocks noChangeAspect="1"/>
          </p:cNvGraphicFramePr>
          <p:nvPr/>
        </p:nvGraphicFramePr>
        <p:xfrm>
          <a:off x="4572001" y="4894264"/>
          <a:ext cx="2151063" cy="820737"/>
        </p:xfrm>
        <a:graphic>
          <a:graphicData uri="http://schemas.openxmlformats.org/presentationml/2006/ole">
            <mc:AlternateContent xmlns:mc="http://schemas.openxmlformats.org/markup-compatibility/2006">
              <mc:Choice xmlns:v="urn:schemas-microsoft-com:vml" Requires="v">
                <p:oleObj spid="_x0000_s7248" name="Equation" r:id="rId10" imgW="1190555" imgH="438116" progId="Equation.3">
                  <p:embed/>
                </p:oleObj>
              </mc:Choice>
              <mc:Fallback>
                <p:oleObj name="Equation" r:id="rId10" imgW="1190555" imgH="438116"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2001" y="4894264"/>
                        <a:ext cx="2151063" cy="820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7" name="Text Box 11"/>
          <p:cNvSpPr txBox="1">
            <a:spLocks noChangeArrowheads="1"/>
          </p:cNvSpPr>
          <p:nvPr/>
        </p:nvSpPr>
        <p:spPr bwMode="auto">
          <a:xfrm>
            <a:off x="2438400" y="4970463"/>
            <a:ext cx="2438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令磁场强度</a:t>
            </a:r>
          </a:p>
        </p:txBody>
      </p:sp>
      <p:graphicFrame>
        <p:nvGraphicFramePr>
          <p:cNvPr id="19468" name="Object 12"/>
          <p:cNvGraphicFramePr>
            <a:graphicFrameLocks noChangeAspect="1"/>
          </p:cNvGraphicFramePr>
          <p:nvPr/>
        </p:nvGraphicFramePr>
        <p:xfrm>
          <a:off x="7239000" y="5594350"/>
          <a:ext cx="1608138" cy="501650"/>
        </p:xfrm>
        <a:graphic>
          <a:graphicData uri="http://schemas.openxmlformats.org/presentationml/2006/ole">
            <mc:AlternateContent xmlns:mc="http://schemas.openxmlformats.org/markup-compatibility/2006">
              <mc:Choice xmlns:v="urn:schemas-microsoft-com:vml" Requires="v">
                <p:oleObj spid="_x0000_s7249" name="Equation" r:id="rId12" imgW="885959" imgH="257175" progId="Equation.3">
                  <p:embed/>
                </p:oleObj>
              </mc:Choice>
              <mc:Fallback>
                <p:oleObj name="Equation" r:id="rId12" imgW="885959" imgH="257175"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239000" y="5594350"/>
                        <a:ext cx="1608138"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9" name="Text Box 13"/>
          <p:cNvSpPr txBox="1">
            <a:spLocks noChangeArrowheads="1"/>
          </p:cNvSpPr>
          <p:nvPr/>
        </p:nvSpPr>
        <p:spPr bwMode="auto">
          <a:xfrm>
            <a:off x="2514600" y="5576888"/>
            <a:ext cx="4648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有磁介质的安培环路定理</a:t>
            </a:r>
          </a:p>
        </p:txBody>
      </p:sp>
    </p:spTree>
    <p:extLst>
      <p:ext uri="{BB962C8B-B14F-4D97-AF65-F5344CB8AC3E}">
        <p14:creationId xmlns:p14="http://schemas.microsoft.com/office/powerpoint/2010/main" val="1893621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2374900" y="868364"/>
            <a:ext cx="52451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三、                 的关系</a:t>
            </a:r>
          </a:p>
        </p:txBody>
      </p:sp>
      <p:graphicFrame>
        <p:nvGraphicFramePr>
          <p:cNvPr id="21507" name="Object 3"/>
          <p:cNvGraphicFramePr>
            <a:graphicFrameLocks noChangeAspect="1"/>
          </p:cNvGraphicFramePr>
          <p:nvPr/>
        </p:nvGraphicFramePr>
        <p:xfrm>
          <a:off x="3660776" y="987426"/>
          <a:ext cx="1292225" cy="384175"/>
        </p:xfrm>
        <a:graphic>
          <a:graphicData uri="http://schemas.openxmlformats.org/presentationml/2006/ole">
            <mc:AlternateContent xmlns:mc="http://schemas.openxmlformats.org/markup-compatibility/2006">
              <mc:Choice xmlns:v="urn:schemas-microsoft-com:vml" Requires="v">
                <p:oleObj spid="_x0000_s8359" name="Equation" r:id="rId4" imgW="704914" imgH="199923" progId="Equation.3">
                  <p:embed/>
                </p:oleObj>
              </mc:Choice>
              <mc:Fallback>
                <p:oleObj name="Equation" r:id="rId4" imgW="704914" imgH="199923"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60776" y="987426"/>
                        <a:ext cx="1292225"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08" name="Object 4"/>
          <p:cNvGraphicFramePr>
            <a:graphicFrameLocks noChangeAspect="1"/>
          </p:cNvGraphicFramePr>
          <p:nvPr/>
        </p:nvGraphicFramePr>
        <p:xfrm>
          <a:off x="3886201" y="1528764"/>
          <a:ext cx="1268413" cy="452437"/>
        </p:xfrm>
        <a:graphic>
          <a:graphicData uri="http://schemas.openxmlformats.org/presentationml/2006/ole">
            <mc:AlternateContent xmlns:mc="http://schemas.openxmlformats.org/markup-compatibility/2006">
              <mc:Choice xmlns:v="urn:schemas-microsoft-com:vml" Requires="v">
                <p:oleObj spid="_x0000_s8360" name="Equation" r:id="rId6" imgW="695433" imgH="238193" progId="Equation.3">
                  <p:embed/>
                </p:oleObj>
              </mc:Choice>
              <mc:Fallback>
                <p:oleObj name="Equation" r:id="rId6" imgW="695433" imgH="238193"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86201" y="1528764"/>
                        <a:ext cx="1268413" cy="452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09" name="Text Box 5"/>
          <p:cNvSpPr txBox="1">
            <a:spLocks noChangeArrowheads="1"/>
          </p:cNvSpPr>
          <p:nvPr/>
        </p:nvSpPr>
        <p:spPr bwMode="auto">
          <a:xfrm>
            <a:off x="6858000" y="1385888"/>
            <a:ext cx="2895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为介质的磁化率</a:t>
            </a:r>
          </a:p>
        </p:txBody>
      </p:sp>
      <p:graphicFrame>
        <p:nvGraphicFramePr>
          <p:cNvPr id="21510" name="Object 6"/>
          <p:cNvGraphicFramePr>
            <a:graphicFrameLocks noChangeAspect="1"/>
          </p:cNvGraphicFramePr>
          <p:nvPr/>
        </p:nvGraphicFramePr>
        <p:xfrm>
          <a:off x="6475414" y="1447801"/>
          <a:ext cx="382587" cy="409575"/>
        </p:xfrm>
        <a:graphic>
          <a:graphicData uri="http://schemas.openxmlformats.org/presentationml/2006/ole">
            <mc:AlternateContent xmlns:mc="http://schemas.openxmlformats.org/markup-compatibility/2006">
              <mc:Choice xmlns:v="urn:schemas-microsoft-com:vml" Requires="v">
                <p:oleObj spid="_x0000_s8361" name="Equation" r:id="rId8" imgW="200006" imgH="209414" progId="Equation.3">
                  <p:embed/>
                </p:oleObj>
              </mc:Choice>
              <mc:Fallback>
                <p:oleObj name="Equation" r:id="rId8" imgW="200006" imgH="209414"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75414" y="1447801"/>
                        <a:ext cx="382587"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1" name="Text Box 7"/>
          <p:cNvSpPr txBox="1">
            <a:spLocks noChangeArrowheads="1"/>
          </p:cNvSpPr>
          <p:nvPr/>
        </p:nvSpPr>
        <p:spPr bwMode="auto">
          <a:xfrm>
            <a:off x="2362200" y="1905001"/>
            <a:ext cx="2438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均匀磁介质</a:t>
            </a:r>
          </a:p>
        </p:txBody>
      </p:sp>
      <p:graphicFrame>
        <p:nvGraphicFramePr>
          <p:cNvPr id="21512" name="Object 8"/>
          <p:cNvGraphicFramePr>
            <a:graphicFrameLocks noChangeAspect="1"/>
          </p:cNvGraphicFramePr>
          <p:nvPr/>
        </p:nvGraphicFramePr>
        <p:xfrm>
          <a:off x="4419600" y="1981201"/>
          <a:ext cx="882650" cy="409575"/>
        </p:xfrm>
        <a:graphic>
          <a:graphicData uri="http://schemas.openxmlformats.org/presentationml/2006/ole">
            <mc:AlternateContent xmlns:mc="http://schemas.openxmlformats.org/markup-compatibility/2006">
              <mc:Choice xmlns:v="urn:schemas-microsoft-com:vml" Requires="v">
                <p:oleObj spid="_x0000_s8362" name="Equation" r:id="rId10" imgW="476161" imgH="209414" progId="Equation.3">
                  <p:embed/>
                </p:oleObj>
              </mc:Choice>
              <mc:Fallback>
                <p:oleObj name="Equation" r:id="rId10" imgW="476161" imgH="209414"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19600" y="1981201"/>
                        <a:ext cx="882650"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3" name="Text Box 9"/>
          <p:cNvSpPr txBox="1">
            <a:spLocks noChangeArrowheads="1"/>
          </p:cNvSpPr>
          <p:nvPr/>
        </p:nvSpPr>
        <p:spPr bwMode="auto">
          <a:xfrm>
            <a:off x="2971800" y="2362201"/>
            <a:ext cx="1828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非均匀</a:t>
            </a:r>
          </a:p>
        </p:txBody>
      </p:sp>
      <p:graphicFrame>
        <p:nvGraphicFramePr>
          <p:cNvPr id="21514" name="Object 10"/>
          <p:cNvGraphicFramePr>
            <a:graphicFrameLocks noChangeAspect="1"/>
          </p:cNvGraphicFramePr>
          <p:nvPr/>
        </p:nvGraphicFramePr>
        <p:xfrm>
          <a:off x="4419600" y="2438401"/>
          <a:ext cx="1181100" cy="409575"/>
        </p:xfrm>
        <a:graphic>
          <a:graphicData uri="http://schemas.openxmlformats.org/presentationml/2006/ole">
            <mc:AlternateContent xmlns:mc="http://schemas.openxmlformats.org/markup-compatibility/2006">
              <mc:Choice xmlns:v="urn:schemas-microsoft-com:vml" Requires="v">
                <p:oleObj spid="_x0000_s8363" name="Equation" r:id="rId12" imgW="638245" imgH="209414" progId="Equation.3">
                  <p:embed/>
                </p:oleObj>
              </mc:Choice>
              <mc:Fallback>
                <p:oleObj name="Equation" r:id="rId12" imgW="638245" imgH="209414"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19600" y="2438401"/>
                        <a:ext cx="1181100"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5" name="Text Box 11"/>
          <p:cNvSpPr txBox="1">
            <a:spLocks noChangeArrowheads="1"/>
          </p:cNvSpPr>
          <p:nvPr/>
        </p:nvSpPr>
        <p:spPr bwMode="auto">
          <a:xfrm>
            <a:off x="2984500" y="2895601"/>
            <a:ext cx="1282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顺磁质</a:t>
            </a:r>
          </a:p>
        </p:txBody>
      </p:sp>
      <p:graphicFrame>
        <p:nvGraphicFramePr>
          <p:cNvPr id="21516" name="Object 12"/>
          <p:cNvGraphicFramePr>
            <a:graphicFrameLocks noChangeAspect="1"/>
          </p:cNvGraphicFramePr>
          <p:nvPr/>
        </p:nvGraphicFramePr>
        <p:xfrm>
          <a:off x="3352801" y="4572000"/>
          <a:ext cx="5114925" cy="452438"/>
        </p:xfrm>
        <a:graphic>
          <a:graphicData uri="http://schemas.openxmlformats.org/presentationml/2006/ole">
            <mc:AlternateContent xmlns:mc="http://schemas.openxmlformats.org/markup-compatibility/2006">
              <mc:Choice xmlns:v="urn:schemas-microsoft-com:vml" Requires="v">
                <p:oleObj spid="_x0000_s8364" name="Equation" r:id="rId14" imgW="2848096" imgH="238193" progId="Equation.3">
                  <p:embed/>
                </p:oleObj>
              </mc:Choice>
              <mc:Fallback>
                <p:oleObj name="Equation" r:id="rId14" imgW="2848096" imgH="238193"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52801" y="4572000"/>
                        <a:ext cx="5114925" cy="45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7" name="Object 13"/>
          <p:cNvGraphicFramePr>
            <a:graphicFrameLocks noChangeAspect="1"/>
          </p:cNvGraphicFramePr>
          <p:nvPr/>
        </p:nvGraphicFramePr>
        <p:xfrm>
          <a:off x="4564064" y="2971801"/>
          <a:ext cx="2522537" cy="409575"/>
        </p:xfrm>
        <a:graphic>
          <a:graphicData uri="http://schemas.openxmlformats.org/presentationml/2006/ole">
            <mc:AlternateContent xmlns:mc="http://schemas.openxmlformats.org/markup-compatibility/2006">
              <mc:Choice xmlns:v="urn:schemas-microsoft-com:vml" Requires="v">
                <p:oleObj spid="_x0000_s8365" name="Equation" r:id="rId16" imgW="1266704" imgH="209414" progId="Equation.3">
                  <p:embed/>
                </p:oleObj>
              </mc:Choice>
              <mc:Fallback>
                <p:oleObj name="Equation" r:id="rId16" imgW="1266704" imgH="209414"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64064" y="2971801"/>
                        <a:ext cx="2522537"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8" name="Object 14"/>
          <p:cNvGraphicFramePr>
            <a:graphicFrameLocks noChangeAspect="1"/>
          </p:cNvGraphicFramePr>
          <p:nvPr/>
        </p:nvGraphicFramePr>
        <p:xfrm>
          <a:off x="4572000" y="3429001"/>
          <a:ext cx="2590800" cy="409575"/>
        </p:xfrm>
        <a:graphic>
          <a:graphicData uri="http://schemas.openxmlformats.org/presentationml/2006/ole">
            <mc:AlternateContent xmlns:mc="http://schemas.openxmlformats.org/markup-compatibility/2006">
              <mc:Choice xmlns:v="urn:schemas-microsoft-com:vml" Requires="v">
                <p:oleObj spid="_x0000_s8366" name="Equation" r:id="rId18" imgW="1266704" imgH="209414" progId="Equation.3">
                  <p:embed/>
                </p:oleObj>
              </mc:Choice>
              <mc:Fallback>
                <p:oleObj name="Equation" r:id="rId18" imgW="1266704" imgH="209414"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72000" y="3429001"/>
                        <a:ext cx="2590800"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9" name="Text Box 15"/>
          <p:cNvSpPr txBox="1">
            <a:spLocks noChangeArrowheads="1"/>
          </p:cNvSpPr>
          <p:nvPr/>
        </p:nvSpPr>
        <p:spPr bwMode="auto">
          <a:xfrm>
            <a:off x="2971800" y="3886201"/>
            <a:ext cx="1447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无磁质</a:t>
            </a:r>
          </a:p>
        </p:txBody>
      </p:sp>
      <p:graphicFrame>
        <p:nvGraphicFramePr>
          <p:cNvPr id="21520" name="Object 16"/>
          <p:cNvGraphicFramePr>
            <a:graphicFrameLocks noChangeAspect="1"/>
          </p:cNvGraphicFramePr>
          <p:nvPr/>
        </p:nvGraphicFramePr>
        <p:xfrm>
          <a:off x="4614864" y="3962401"/>
          <a:ext cx="2166937" cy="409575"/>
        </p:xfrm>
        <a:graphic>
          <a:graphicData uri="http://schemas.openxmlformats.org/presentationml/2006/ole">
            <mc:AlternateContent xmlns:mc="http://schemas.openxmlformats.org/markup-compatibility/2006">
              <mc:Choice xmlns:v="urn:schemas-microsoft-com:vml" Requires="v">
                <p:oleObj spid="_x0000_s8367" name="Equation" r:id="rId20" imgW="1019296" imgH="209414" progId="Equation.3">
                  <p:embed/>
                </p:oleObj>
              </mc:Choice>
              <mc:Fallback>
                <p:oleObj name="Equation" r:id="rId20" imgW="1019296" imgH="209414"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614864" y="3962401"/>
                        <a:ext cx="2166937"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21" name="Object 17"/>
          <p:cNvGraphicFramePr>
            <a:graphicFrameLocks noChangeAspect="1"/>
          </p:cNvGraphicFramePr>
          <p:nvPr/>
        </p:nvGraphicFramePr>
        <p:xfrm>
          <a:off x="4267201" y="5181601"/>
          <a:ext cx="1266825" cy="409575"/>
        </p:xfrm>
        <a:graphic>
          <a:graphicData uri="http://schemas.openxmlformats.org/presentationml/2006/ole">
            <mc:AlternateContent xmlns:mc="http://schemas.openxmlformats.org/markup-compatibility/2006">
              <mc:Choice xmlns:v="urn:schemas-microsoft-com:vml" Requires="v">
                <p:oleObj spid="_x0000_s8368" name="Equation" r:id="rId22" imgW="695433" imgH="209414" progId="Equation.3">
                  <p:embed/>
                </p:oleObj>
              </mc:Choice>
              <mc:Fallback>
                <p:oleObj name="Equation" r:id="rId22" imgW="695433" imgH="209414"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267201" y="5181601"/>
                        <a:ext cx="1266825"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22" name="Object 18"/>
          <p:cNvGraphicFramePr>
            <a:graphicFrameLocks noChangeAspect="1"/>
          </p:cNvGraphicFramePr>
          <p:nvPr/>
        </p:nvGraphicFramePr>
        <p:xfrm>
          <a:off x="4343401" y="5715001"/>
          <a:ext cx="1063625" cy="409575"/>
        </p:xfrm>
        <a:graphic>
          <a:graphicData uri="http://schemas.openxmlformats.org/presentationml/2006/ole">
            <mc:AlternateContent xmlns:mc="http://schemas.openxmlformats.org/markup-compatibility/2006">
              <mc:Choice xmlns:v="urn:schemas-microsoft-com:vml" Requires="v">
                <p:oleObj spid="_x0000_s8369" name="Equation" r:id="rId24" imgW="581057" imgH="209414" progId="Equation.3">
                  <p:embed/>
                </p:oleObj>
              </mc:Choice>
              <mc:Fallback>
                <p:oleObj name="Equation" r:id="rId24" imgW="581057" imgH="209414"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343401" y="5715001"/>
                        <a:ext cx="1063625"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23" name="Text Box 19"/>
          <p:cNvSpPr txBox="1">
            <a:spLocks noChangeArrowheads="1"/>
          </p:cNvSpPr>
          <p:nvPr/>
        </p:nvSpPr>
        <p:spPr bwMode="auto">
          <a:xfrm>
            <a:off x="3124200" y="5105401"/>
            <a:ext cx="129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其中：</a:t>
            </a:r>
          </a:p>
        </p:txBody>
      </p:sp>
      <p:sp>
        <p:nvSpPr>
          <p:cNvPr id="21524" name="Text Box 20"/>
          <p:cNvSpPr txBox="1">
            <a:spLocks noChangeArrowheads="1"/>
          </p:cNvSpPr>
          <p:nvPr/>
        </p:nvSpPr>
        <p:spPr bwMode="auto">
          <a:xfrm>
            <a:off x="5715000" y="5715001"/>
            <a:ext cx="152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磁导率</a:t>
            </a:r>
          </a:p>
        </p:txBody>
      </p:sp>
      <p:sp>
        <p:nvSpPr>
          <p:cNvPr id="21525" name="Text Box 21"/>
          <p:cNvSpPr txBox="1">
            <a:spLocks noChangeArrowheads="1"/>
          </p:cNvSpPr>
          <p:nvPr/>
        </p:nvSpPr>
        <p:spPr bwMode="auto">
          <a:xfrm>
            <a:off x="2971800" y="3367088"/>
            <a:ext cx="1282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抗磁质</a:t>
            </a:r>
          </a:p>
        </p:txBody>
      </p:sp>
      <p:sp>
        <p:nvSpPr>
          <p:cNvPr id="21526" name="Text Box 22"/>
          <p:cNvSpPr txBox="1">
            <a:spLocks noChangeArrowheads="1"/>
          </p:cNvSpPr>
          <p:nvPr/>
        </p:nvSpPr>
        <p:spPr bwMode="auto">
          <a:xfrm>
            <a:off x="5715000" y="5105401"/>
            <a:ext cx="2514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相对磁导率</a:t>
            </a:r>
          </a:p>
        </p:txBody>
      </p:sp>
      <p:pic>
        <p:nvPicPr>
          <p:cNvPr id="21527" name="Picture 23" descr="抗磁质磁化"/>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300913" y="2395538"/>
            <a:ext cx="3105150" cy="195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4483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1524000" y="0"/>
            <a:ext cx="3435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磁介质及其分类</a:t>
            </a:r>
          </a:p>
        </p:txBody>
      </p:sp>
      <p:sp>
        <p:nvSpPr>
          <p:cNvPr id="23555" name="Text Box 3"/>
          <p:cNvSpPr txBox="1">
            <a:spLocks noChangeArrowheads="1"/>
          </p:cNvSpPr>
          <p:nvPr/>
        </p:nvSpPr>
        <p:spPr bwMode="auto">
          <a:xfrm>
            <a:off x="1676400" y="747713"/>
            <a:ext cx="52451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磁介质置于</a:t>
            </a:r>
            <a:r>
              <a:rPr lang="en-US" altLang="zh-CN" sz="2800" i="1">
                <a:solidFill>
                  <a:srgbClr val="0000FF"/>
                </a:solidFill>
              </a:rPr>
              <a:t>B</a:t>
            </a:r>
            <a:r>
              <a:rPr lang="en-US" altLang="zh-CN" sz="2800" baseline="-25000">
                <a:solidFill>
                  <a:srgbClr val="0000FF"/>
                </a:solidFill>
              </a:rPr>
              <a:t>0</a:t>
            </a:r>
            <a:r>
              <a:rPr lang="zh-CN" altLang="zh-CN" sz="2800">
                <a:solidFill>
                  <a:srgbClr val="0000FF"/>
                </a:solidFill>
              </a:rPr>
              <a:t>中，激发附加</a:t>
            </a:r>
            <a:r>
              <a:rPr lang="en-US" altLang="zh-CN" sz="2800" i="1">
                <a:solidFill>
                  <a:srgbClr val="0000FF"/>
                </a:solidFill>
              </a:rPr>
              <a:t>B</a:t>
            </a:r>
            <a:r>
              <a:rPr lang="en-US" altLang="zh-CN" sz="2800">
                <a:solidFill>
                  <a:srgbClr val="0000FF"/>
                </a:solidFill>
                <a:sym typeface="Symbol" panose="05050102010706020507" pitchFamily="18" charset="2"/>
              </a:rPr>
              <a:t></a:t>
            </a:r>
            <a:endParaRPr lang="en-US" altLang="zh-CN" sz="2800">
              <a:solidFill>
                <a:srgbClr val="0000FF"/>
              </a:solidFill>
            </a:endParaRPr>
          </a:p>
        </p:txBody>
      </p:sp>
      <p:graphicFrame>
        <p:nvGraphicFramePr>
          <p:cNvPr id="23556" name="Object 4"/>
          <p:cNvGraphicFramePr>
            <a:graphicFrameLocks noChangeAspect="1"/>
          </p:cNvGraphicFramePr>
          <p:nvPr/>
        </p:nvGraphicFramePr>
        <p:xfrm>
          <a:off x="3429001" y="1509714"/>
          <a:ext cx="1470025" cy="515937"/>
        </p:xfrm>
        <a:graphic>
          <a:graphicData uri="http://schemas.openxmlformats.org/presentationml/2006/ole">
            <mc:AlternateContent xmlns:mc="http://schemas.openxmlformats.org/markup-compatibility/2006">
              <mc:Choice xmlns:v="urn:schemas-microsoft-com:vml" Requires="v">
                <p:oleObj spid="_x0000_s9263" name="Equation" r:id="rId4" imgW="704914" imgH="238193" progId="Equation.3">
                  <p:embed/>
                </p:oleObj>
              </mc:Choice>
              <mc:Fallback>
                <p:oleObj name="Equation" r:id="rId4" imgW="704914" imgH="238193"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9001" y="1509714"/>
                        <a:ext cx="1470025" cy="515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7" name="Text Box 5"/>
          <p:cNvSpPr txBox="1">
            <a:spLocks noChangeArrowheads="1"/>
          </p:cNvSpPr>
          <p:nvPr/>
        </p:nvSpPr>
        <p:spPr bwMode="auto">
          <a:xfrm>
            <a:off x="5311775" y="1404938"/>
            <a:ext cx="1066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solidFill>
                  <a:srgbClr val="0000FF"/>
                </a:solidFill>
              </a:rPr>
              <a:t>讨论：</a:t>
            </a:r>
          </a:p>
        </p:txBody>
      </p:sp>
      <p:graphicFrame>
        <p:nvGraphicFramePr>
          <p:cNvPr id="23558" name="Object 6"/>
          <p:cNvGraphicFramePr>
            <a:graphicFrameLocks noChangeAspect="1"/>
          </p:cNvGraphicFramePr>
          <p:nvPr/>
        </p:nvGraphicFramePr>
        <p:xfrm>
          <a:off x="6927850" y="1003301"/>
          <a:ext cx="3346450" cy="866775"/>
        </p:xfrm>
        <a:graphic>
          <a:graphicData uri="http://schemas.openxmlformats.org/presentationml/2006/ole">
            <mc:AlternateContent xmlns:mc="http://schemas.openxmlformats.org/markup-compatibility/2006">
              <mc:Choice xmlns:v="urn:schemas-microsoft-com:vml" Requires="v">
                <p:oleObj spid="_x0000_s9264" name="公式" r:id="rId6" imgW="1809839" imgH="495368" progId="Equation.3">
                  <p:embed/>
                </p:oleObj>
              </mc:Choice>
              <mc:Fallback>
                <p:oleObj name="公式" r:id="rId6" imgW="1809839" imgH="495368"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27850" y="1003301"/>
                        <a:ext cx="3346450"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9" name="Text Box 7"/>
          <p:cNvSpPr txBox="1">
            <a:spLocks noChangeArrowheads="1"/>
          </p:cNvSpPr>
          <p:nvPr/>
        </p:nvSpPr>
        <p:spPr bwMode="auto">
          <a:xfrm>
            <a:off x="6505575" y="1092201"/>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FF"/>
                </a:solidFill>
              </a:rPr>
              <a:t>1)</a:t>
            </a:r>
          </a:p>
        </p:txBody>
      </p:sp>
      <p:sp>
        <p:nvSpPr>
          <p:cNvPr id="23560" name="Text Box 8"/>
          <p:cNvSpPr txBox="1">
            <a:spLocks noChangeArrowheads="1"/>
          </p:cNvSpPr>
          <p:nvPr/>
        </p:nvSpPr>
        <p:spPr bwMode="auto">
          <a:xfrm>
            <a:off x="6505575" y="2098676"/>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FF"/>
                </a:solidFill>
              </a:rPr>
              <a:t>2) </a:t>
            </a:r>
          </a:p>
        </p:txBody>
      </p:sp>
      <p:graphicFrame>
        <p:nvGraphicFramePr>
          <p:cNvPr id="23561" name="Object 9"/>
          <p:cNvGraphicFramePr>
            <a:graphicFrameLocks noChangeAspect="1"/>
          </p:cNvGraphicFramePr>
          <p:nvPr/>
        </p:nvGraphicFramePr>
        <p:xfrm>
          <a:off x="7129463" y="2193925"/>
          <a:ext cx="2133600" cy="388938"/>
        </p:xfrm>
        <a:graphic>
          <a:graphicData uri="http://schemas.openxmlformats.org/presentationml/2006/ole">
            <mc:AlternateContent xmlns:mc="http://schemas.openxmlformats.org/markup-compatibility/2006">
              <mc:Choice xmlns:v="urn:schemas-microsoft-com:vml" Requires="v">
                <p:oleObj spid="_x0000_s9265" name="Equation" r:id="rId8" imgW="1076178" imgH="209414" progId="Equation.3">
                  <p:embed/>
                </p:oleObj>
              </mc:Choice>
              <mc:Fallback>
                <p:oleObj name="Equation" r:id="rId8" imgW="1076178" imgH="209414"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29463" y="2193925"/>
                        <a:ext cx="2133600"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3562" name="Picture 12" descr="7E09DD809A33F48B9BFD3D94FA47C0C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82839" y="2860675"/>
            <a:ext cx="6149975" cy="372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9469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2146300" y="639764"/>
            <a:ext cx="52451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二、分子电流和分子磁矩</a:t>
            </a:r>
          </a:p>
        </p:txBody>
      </p:sp>
      <p:pic>
        <p:nvPicPr>
          <p:cNvPr id="25603" name="Picture 3" descr="12-2"/>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11814" y="1470026"/>
            <a:ext cx="4751387" cy="241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Text Box 4"/>
          <p:cNvSpPr txBox="1">
            <a:spLocks noChangeArrowheads="1"/>
          </p:cNvSpPr>
          <p:nvPr/>
        </p:nvSpPr>
        <p:spPr bwMode="auto">
          <a:xfrm>
            <a:off x="2133600" y="1338264"/>
            <a:ext cx="3886200" cy="308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0000FF"/>
                </a:solidFill>
              </a:rPr>
              <a:t>分子中电子和核的运动都能产生磁效应，分子对外界磁效应的总和可用一个等效的圆电流来代替，称为分子电流，其磁矩称为分子磁矩，用      表示。</a:t>
            </a:r>
          </a:p>
        </p:txBody>
      </p:sp>
      <p:sp>
        <p:nvSpPr>
          <p:cNvPr id="25605" name="Text Box 5"/>
          <p:cNvSpPr txBox="1">
            <a:spLocks noChangeArrowheads="1"/>
          </p:cNvSpPr>
          <p:nvPr/>
        </p:nvSpPr>
        <p:spPr bwMode="auto">
          <a:xfrm>
            <a:off x="2133601" y="4495801"/>
            <a:ext cx="2701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0000FF"/>
                </a:solidFill>
              </a:rPr>
              <a:t>抗磁性物质：</a:t>
            </a:r>
          </a:p>
        </p:txBody>
      </p:sp>
      <p:graphicFrame>
        <p:nvGraphicFramePr>
          <p:cNvPr id="25606" name="Object 6"/>
          <p:cNvGraphicFramePr>
            <a:graphicFrameLocks noChangeAspect="1"/>
          </p:cNvGraphicFramePr>
          <p:nvPr>
            <p:extLst>
              <p:ext uri="{D42A27DB-BD31-4B8C-83A1-F6EECF244321}">
                <p14:modId xmlns:p14="http://schemas.microsoft.com/office/powerpoint/2010/main" val="2938578921"/>
              </p:ext>
            </p:extLst>
          </p:nvPr>
        </p:nvGraphicFramePr>
        <p:xfrm>
          <a:off x="2667000" y="3924300"/>
          <a:ext cx="395288" cy="419100"/>
        </p:xfrm>
        <a:graphic>
          <a:graphicData uri="http://schemas.openxmlformats.org/presentationml/2006/ole">
            <mc:AlternateContent xmlns:mc="http://schemas.openxmlformats.org/markup-compatibility/2006">
              <mc:Choice xmlns:v="urn:schemas-microsoft-com:vml" Requires="v">
                <p:oleObj spid="_x0000_s10287" name="Equation" r:id="rId5" imgW="200006" imgH="209414" progId="Equation.DSMT4">
                  <p:embed/>
                </p:oleObj>
              </mc:Choice>
              <mc:Fallback>
                <p:oleObj name="Equation" r:id="rId5" imgW="200006" imgH="209414"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7000" y="3924300"/>
                        <a:ext cx="395288"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7" name="Object 7"/>
          <p:cNvGraphicFramePr>
            <a:graphicFrameLocks noChangeAspect="1"/>
          </p:cNvGraphicFramePr>
          <p:nvPr/>
        </p:nvGraphicFramePr>
        <p:xfrm>
          <a:off x="4111626" y="4572000"/>
          <a:ext cx="860425" cy="419100"/>
        </p:xfrm>
        <a:graphic>
          <a:graphicData uri="http://schemas.openxmlformats.org/presentationml/2006/ole">
            <mc:AlternateContent xmlns:mc="http://schemas.openxmlformats.org/markup-compatibility/2006">
              <mc:Choice xmlns:v="urn:schemas-microsoft-com:vml" Requires="v">
                <p:oleObj spid="_x0000_s10288" name="Equation" r:id="rId7" imgW="447720" imgH="209414" progId="Equation.3">
                  <p:embed/>
                </p:oleObj>
              </mc:Choice>
              <mc:Fallback>
                <p:oleObj name="Equation" r:id="rId7" imgW="447720" imgH="209414"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11626" y="4572000"/>
                        <a:ext cx="860425"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8" name="Text Box 8"/>
          <p:cNvSpPr txBox="1">
            <a:spLocks noChangeArrowheads="1"/>
          </p:cNvSpPr>
          <p:nvPr/>
        </p:nvSpPr>
        <p:spPr bwMode="auto">
          <a:xfrm>
            <a:off x="2133601" y="4967288"/>
            <a:ext cx="28368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0000FF"/>
                </a:solidFill>
              </a:rPr>
              <a:t>顺磁性物质：</a:t>
            </a:r>
          </a:p>
        </p:txBody>
      </p:sp>
      <p:graphicFrame>
        <p:nvGraphicFramePr>
          <p:cNvPr id="25609" name="Object 9"/>
          <p:cNvGraphicFramePr>
            <a:graphicFrameLocks noChangeAspect="1"/>
          </p:cNvGraphicFramePr>
          <p:nvPr/>
        </p:nvGraphicFramePr>
        <p:xfrm>
          <a:off x="4264026" y="5067300"/>
          <a:ext cx="860425" cy="419100"/>
        </p:xfrm>
        <a:graphic>
          <a:graphicData uri="http://schemas.openxmlformats.org/presentationml/2006/ole">
            <mc:AlternateContent xmlns:mc="http://schemas.openxmlformats.org/markup-compatibility/2006">
              <mc:Choice xmlns:v="urn:schemas-microsoft-com:vml" Requires="v">
                <p:oleObj spid="_x0000_s10289" name="Equation" r:id="rId9" imgW="447720" imgH="209414" progId="Equation.3">
                  <p:embed/>
                </p:oleObj>
              </mc:Choice>
              <mc:Fallback>
                <p:oleObj name="Equation" r:id="rId9" imgW="447720" imgH="209414"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64026" y="5067300"/>
                        <a:ext cx="860425"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10" name="Text Box 10"/>
          <p:cNvSpPr txBox="1">
            <a:spLocks noChangeArrowheads="1"/>
          </p:cNvSpPr>
          <p:nvPr/>
        </p:nvSpPr>
        <p:spPr bwMode="auto">
          <a:xfrm>
            <a:off x="4953000" y="5273676"/>
            <a:ext cx="533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0000FF"/>
                </a:solidFill>
              </a:rPr>
              <a:t>但无外场时，由于分子电流的取向在各方向几率一样，因此对外不显磁性</a:t>
            </a:r>
          </a:p>
        </p:txBody>
      </p:sp>
    </p:spTree>
    <p:extLst>
      <p:ext uri="{BB962C8B-B14F-4D97-AF65-F5344CB8AC3E}">
        <p14:creationId xmlns:p14="http://schemas.microsoft.com/office/powerpoint/2010/main" val="2864775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50" name="Object 2"/>
          <p:cNvGraphicFramePr>
            <a:graphicFrameLocks noChangeAspect="1"/>
          </p:cNvGraphicFramePr>
          <p:nvPr/>
        </p:nvGraphicFramePr>
        <p:xfrm>
          <a:off x="4953001" y="2819401"/>
          <a:ext cx="544513" cy="430213"/>
        </p:xfrm>
        <a:graphic>
          <a:graphicData uri="http://schemas.openxmlformats.org/presentationml/2006/ole">
            <mc:AlternateContent xmlns:mc="http://schemas.openxmlformats.org/markup-compatibility/2006">
              <mc:Choice xmlns:v="urn:schemas-microsoft-com:vml" Requires="v">
                <p:oleObj spid="_x0000_s11416" name="Equation" r:id="rId4" imgW="257194" imgH="238193" progId="Equation.3">
                  <p:embed/>
                </p:oleObj>
              </mc:Choice>
              <mc:Fallback>
                <p:oleObj name="Equation" r:id="rId4" imgW="257194" imgH="238193"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1" y="2819401"/>
                        <a:ext cx="544513"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1" name="Text Box 3"/>
          <p:cNvSpPr txBox="1">
            <a:spLocks noChangeArrowheads="1"/>
          </p:cNvSpPr>
          <p:nvPr/>
        </p:nvSpPr>
        <p:spPr bwMode="auto">
          <a:xfrm>
            <a:off x="2133600" y="685800"/>
            <a:ext cx="495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0000FF"/>
                </a:solidFill>
              </a:rPr>
              <a:t>磁介质在外场中受到两种作用：</a:t>
            </a:r>
          </a:p>
        </p:txBody>
      </p:sp>
      <p:sp>
        <p:nvSpPr>
          <p:cNvPr id="27652" name="Text Box 4"/>
          <p:cNvSpPr txBox="1">
            <a:spLocks noChangeArrowheads="1"/>
          </p:cNvSpPr>
          <p:nvPr/>
        </p:nvSpPr>
        <p:spPr bwMode="auto">
          <a:xfrm>
            <a:off x="2057400" y="990601"/>
            <a:ext cx="7696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0000FF"/>
                </a:solidFill>
              </a:rPr>
              <a:t>一是分子固有磁矩在外场中重新取向，产生磁场</a:t>
            </a:r>
          </a:p>
        </p:txBody>
      </p:sp>
      <p:graphicFrame>
        <p:nvGraphicFramePr>
          <p:cNvPr id="27653" name="Object 5"/>
          <p:cNvGraphicFramePr>
            <a:graphicFrameLocks noChangeAspect="1"/>
          </p:cNvGraphicFramePr>
          <p:nvPr/>
        </p:nvGraphicFramePr>
        <p:xfrm>
          <a:off x="9677400" y="1066800"/>
          <a:ext cx="381000" cy="381000"/>
        </p:xfrm>
        <a:graphic>
          <a:graphicData uri="http://schemas.openxmlformats.org/presentationml/2006/ole">
            <mc:AlternateContent xmlns:mc="http://schemas.openxmlformats.org/markup-compatibility/2006">
              <mc:Choice xmlns:v="urn:schemas-microsoft-com:vml" Requires="v">
                <p:oleObj spid="_x0000_s11417" name="Equation" r:id="rId6" imgW="181045" imgH="180941" progId="Equation.3">
                  <p:embed/>
                </p:oleObj>
              </mc:Choice>
              <mc:Fallback>
                <p:oleObj name="Equation" r:id="rId6" imgW="181045" imgH="180941"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77400" y="1066800"/>
                        <a:ext cx="3810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4" name="Text Box 6"/>
          <p:cNvSpPr txBox="1">
            <a:spLocks noChangeArrowheads="1"/>
          </p:cNvSpPr>
          <p:nvPr/>
        </p:nvSpPr>
        <p:spPr bwMode="auto">
          <a:xfrm>
            <a:off x="2133600" y="1676401"/>
            <a:ext cx="480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0000FF"/>
                </a:solidFill>
              </a:rPr>
              <a:t>与外磁场       同向。</a:t>
            </a:r>
          </a:p>
        </p:txBody>
      </p:sp>
      <p:graphicFrame>
        <p:nvGraphicFramePr>
          <p:cNvPr id="27655" name="Object 7"/>
          <p:cNvGraphicFramePr>
            <a:graphicFrameLocks noChangeAspect="1"/>
          </p:cNvGraphicFramePr>
          <p:nvPr/>
        </p:nvGraphicFramePr>
        <p:xfrm>
          <a:off x="3687764" y="1676400"/>
          <a:ext cx="427037" cy="533400"/>
        </p:xfrm>
        <a:graphic>
          <a:graphicData uri="http://schemas.openxmlformats.org/presentationml/2006/ole">
            <mc:AlternateContent xmlns:mc="http://schemas.openxmlformats.org/markup-compatibility/2006">
              <mc:Choice xmlns:v="urn:schemas-microsoft-com:vml" Requires="v">
                <p:oleObj spid="_x0000_s11418" name="Equation" r:id="rId8" imgW="181045" imgH="238193" progId="Equation.3">
                  <p:embed/>
                </p:oleObj>
              </mc:Choice>
              <mc:Fallback>
                <p:oleObj name="Equation" r:id="rId8" imgW="181045" imgH="238193"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87764" y="1676400"/>
                        <a:ext cx="427037"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6" name="Text Box 8"/>
          <p:cNvSpPr txBox="1">
            <a:spLocks noChangeArrowheads="1"/>
          </p:cNvSpPr>
          <p:nvPr/>
        </p:nvSpPr>
        <p:spPr bwMode="auto">
          <a:xfrm>
            <a:off x="1981200" y="2286000"/>
            <a:ext cx="83820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0000FF"/>
                </a:solidFill>
              </a:rPr>
              <a:t>二是在外场作用下，原子或分子中各个电子因进动而产生附加磁矩，用       表示。无论是抗磁物质还是顺磁物质       总是与       反向。</a:t>
            </a:r>
          </a:p>
        </p:txBody>
      </p:sp>
      <p:graphicFrame>
        <p:nvGraphicFramePr>
          <p:cNvPr id="27657" name="Object 9"/>
          <p:cNvGraphicFramePr>
            <a:graphicFrameLocks noChangeAspect="1"/>
          </p:cNvGraphicFramePr>
          <p:nvPr/>
        </p:nvGraphicFramePr>
        <p:xfrm>
          <a:off x="4953000" y="3200400"/>
          <a:ext cx="427038" cy="533400"/>
        </p:xfrm>
        <a:graphic>
          <a:graphicData uri="http://schemas.openxmlformats.org/presentationml/2006/ole">
            <mc:AlternateContent xmlns:mc="http://schemas.openxmlformats.org/markup-compatibility/2006">
              <mc:Choice xmlns:v="urn:schemas-microsoft-com:vml" Requires="v">
                <p:oleObj spid="_x0000_s11419" name="Equation" r:id="rId10" imgW="181045" imgH="238193" progId="Equation.3">
                  <p:embed/>
                </p:oleObj>
              </mc:Choice>
              <mc:Fallback>
                <p:oleObj name="Equation" r:id="rId10" imgW="181045" imgH="238193"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53000" y="3200400"/>
                        <a:ext cx="42703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58" name="Object 10"/>
          <p:cNvGraphicFramePr>
            <a:graphicFrameLocks noChangeAspect="1"/>
          </p:cNvGraphicFramePr>
          <p:nvPr/>
        </p:nvGraphicFramePr>
        <p:xfrm>
          <a:off x="3200401" y="3200401"/>
          <a:ext cx="544513" cy="430213"/>
        </p:xfrm>
        <a:graphic>
          <a:graphicData uri="http://schemas.openxmlformats.org/presentationml/2006/ole">
            <mc:AlternateContent xmlns:mc="http://schemas.openxmlformats.org/markup-compatibility/2006">
              <mc:Choice xmlns:v="urn:schemas-microsoft-com:vml" Requires="v">
                <p:oleObj spid="_x0000_s11420" name="Equation" r:id="rId12" imgW="257194" imgH="238193" progId="Equation.3">
                  <p:embed/>
                </p:oleObj>
              </mc:Choice>
              <mc:Fallback>
                <p:oleObj name="Equation" r:id="rId12" imgW="257194" imgH="238193"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00401" y="3200401"/>
                        <a:ext cx="544513"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9" name="Rectangle 11"/>
          <p:cNvSpPr>
            <a:spLocks noChangeArrowheads="1"/>
          </p:cNvSpPr>
          <p:nvPr/>
        </p:nvSpPr>
        <p:spPr bwMode="auto">
          <a:xfrm>
            <a:off x="2038351" y="3763964"/>
            <a:ext cx="42910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三、抗磁质的磁化</a:t>
            </a:r>
          </a:p>
        </p:txBody>
      </p:sp>
      <p:graphicFrame>
        <p:nvGraphicFramePr>
          <p:cNvPr id="27660" name="Object 12"/>
          <p:cNvGraphicFramePr>
            <a:graphicFrameLocks noChangeAspect="1"/>
          </p:cNvGraphicFramePr>
          <p:nvPr/>
        </p:nvGraphicFramePr>
        <p:xfrm>
          <a:off x="2514601" y="5257801"/>
          <a:ext cx="544513" cy="430213"/>
        </p:xfrm>
        <a:graphic>
          <a:graphicData uri="http://schemas.openxmlformats.org/presentationml/2006/ole">
            <mc:AlternateContent xmlns:mc="http://schemas.openxmlformats.org/markup-compatibility/2006">
              <mc:Choice xmlns:v="urn:schemas-microsoft-com:vml" Requires="v">
                <p:oleObj spid="_x0000_s11421" name="Equation" r:id="rId14" imgW="257194" imgH="238193" progId="Equation.3">
                  <p:embed/>
                </p:oleObj>
              </mc:Choice>
              <mc:Fallback>
                <p:oleObj name="Equation" r:id="rId14" imgW="257194" imgH="238193"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14601" y="5257801"/>
                        <a:ext cx="544513"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61" name="Rectangle 13"/>
          <p:cNvSpPr>
            <a:spLocks noChangeArrowheads="1"/>
          </p:cNvSpPr>
          <p:nvPr/>
        </p:nvSpPr>
        <p:spPr bwMode="auto">
          <a:xfrm>
            <a:off x="3124200" y="5181601"/>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与</a:t>
            </a:r>
          </a:p>
        </p:txBody>
      </p:sp>
      <p:graphicFrame>
        <p:nvGraphicFramePr>
          <p:cNvPr id="27662" name="Object 14"/>
          <p:cNvGraphicFramePr>
            <a:graphicFrameLocks noChangeAspect="1"/>
          </p:cNvGraphicFramePr>
          <p:nvPr/>
        </p:nvGraphicFramePr>
        <p:xfrm>
          <a:off x="3643314" y="5232401"/>
          <a:ext cx="473075" cy="517525"/>
        </p:xfrm>
        <a:graphic>
          <a:graphicData uri="http://schemas.openxmlformats.org/presentationml/2006/ole">
            <mc:AlternateContent xmlns:mc="http://schemas.openxmlformats.org/markup-compatibility/2006">
              <mc:Choice xmlns:v="urn:schemas-microsoft-com:vml" Requires="v">
                <p:oleObj spid="_x0000_s11422" name="Equation" r:id="rId16" imgW="181045" imgH="238193" progId="Equation.3">
                  <p:embed/>
                </p:oleObj>
              </mc:Choice>
              <mc:Fallback>
                <p:oleObj name="Equation" r:id="rId16" imgW="181045" imgH="238193"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643314" y="5232401"/>
                        <a:ext cx="473075"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63" name="Object 15"/>
          <p:cNvGraphicFramePr>
            <a:graphicFrameLocks noChangeAspect="1"/>
          </p:cNvGraphicFramePr>
          <p:nvPr/>
        </p:nvGraphicFramePr>
        <p:xfrm>
          <a:off x="2514600" y="4572000"/>
          <a:ext cx="890588" cy="609600"/>
        </p:xfrm>
        <a:graphic>
          <a:graphicData uri="http://schemas.openxmlformats.org/presentationml/2006/ole">
            <mc:AlternateContent xmlns:mc="http://schemas.openxmlformats.org/markup-compatibility/2006">
              <mc:Choice xmlns:v="urn:schemas-microsoft-com:vml" Requires="v">
                <p:oleObj spid="_x0000_s11423" name="Equation" r:id="rId18" imgW="438239" imgH="238193" progId="Equation.3">
                  <p:embed/>
                </p:oleObj>
              </mc:Choice>
              <mc:Fallback>
                <p:oleObj name="Equation" r:id="rId18" imgW="438239" imgH="238193"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514600" y="4572000"/>
                        <a:ext cx="890588"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64" name="Text Box 16"/>
          <p:cNvSpPr txBox="1">
            <a:spLocks noChangeArrowheads="1"/>
          </p:cNvSpPr>
          <p:nvPr/>
        </p:nvSpPr>
        <p:spPr bwMode="auto">
          <a:xfrm>
            <a:off x="4114800" y="5257800"/>
            <a:ext cx="226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0000FF"/>
                </a:solidFill>
              </a:rPr>
              <a:t>的方向相反，</a:t>
            </a:r>
          </a:p>
        </p:txBody>
      </p:sp>
      <p:sp>
        <p:nvSpPr>
          <p:cNvPr id="27665" name="Rectangle 17"/>
          <p:cNvSpPr>
            <a:spLocks noChangeArrowheads="1"/>
          </p:cNvSpPr>
          <p:nvPr/>
        </p:nvSpPr>
        <p:spPr bwMode="auto">
          <a:xfrm>
            <a:off x="6324600" y="5181601"/>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与</a:t>
            </a:r>
          </a:p>
        </p:txBody>
      </p:sp>
      <p:graphicFrame>
        <p:nvGraphicFramePr>
          <p:cNvPr id="27666" name="Object 18"/>
          <p:cNvGraphicFramePr>
            <a:graphicFrameLocks noChangeAspect="1"/>
          </p:cNvGraphicFramePr>
          <p:nvPr/>
        </p:nvGraphicFramePr>
        <p:xfrm>
          <a:off x="6919914" y="5232401"/>
          <a:ext cx="473075" cy="517525"/>
        </p:xfrm>
        <a:graphic>
          <a:graphicData uri="http://schemas.openxmlformats.org/presentationml/2006/ole">
            <mc:AlternateContent xmlns:mc="http://schemas.openxmlformats.org/markup-compatibility/2006">
              <mc:Choice xmlns:v="urn:schemas-microsoft-com:vml" Requires="v">
                <p:oleObj spid="_x0000_s11424" name="Equation" r:id="rId20" imgW="181045" imgH="238193" progId="Equation.3">
                  <p:embed/>
                </p:oleObj>
              </mc:Choice>
              <mc:Fallback>
                <p:oleObj name="Equation" r:id="rId20" imgW="181045" imgH="238193"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919914" y="5232401"/>
                        <a:ext cx="473075"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67" name="Text Box 19"/>
          <p:cNvSpPr txBox="1">
            <a:spLocks noChangeArrowheads="1"/>
          </p:cNvSpPr>
          <p:nvPr/>
        </p:nvSpPr>
        <p:spPr bwMode="auto">
          <a:xfrm>
            <a:off x="7391400" y="5257800"/>
            <a:ext cx="2654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0000FF"/>
                </a:solidFill>
              </a:rPr>
              <a:t>的方向相反，</a:t>
            </a:r>
          </a:p>
        </p:txBody>
      </p:sp>
      <p:graphicFrame>
        <p:nvGraphicFramePr>
          <p:cNvPr id="27668" name="Object 20"/>
          <p:cNvGraphicFramePr>
            <a:graphicFrameLocks noChangeAspect="1"/>
          </p:cNvGraphicFramePr>
          <p:nvPr/>
        </p:nvGraphicFramePr>
        <p:xfrm>
          <a:off x="5927726" y="5257800"/>
          <a:ext cx="473075" cy="412750"/>
        </p:xfrm>
        <a:graphic>
          <a:graphicData uri="http://schemas.openxmlformats.org/presentationml/2006/ole">
            <mc:AlternateContent xmlns:mc="http://schemas.openxmlformats.org/markup-compatibility/2006">
              <mc:Choice xmlns:v="urn:schemas-microsoft-com:vml" Requires="v">
                <p:oleObj spid="_x0000_s11425" name="Equation" r:id="rId22" imgW="181045" imgH="180941" progId="Equation.3">
                  <p:embed/>
                </p:oleObj>
              </mc:Choice>
              <mc:Fallback>
                <p:oleObj name="Equation" r:id="rId22" imgW="181045" imgH="180941"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927726" y="5257800"/>
                        <a:ext cx="473075"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134047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2286000" y="625475"/>
            <a:ext cx="3962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四、顺磁质的磁化</a:t>
            </a:r>
          </a:p>
        </p:txBody>
      </p:sp>
      <p:graphicFrame>
        <p:nvGraphicFramePr>
          <p:cNvPr id="29699" name="Object 3"/>
          <p:cNvGraphicFramePr>
            <a:graphicFrameLocks noChangeAspect="1"/>
          </p:cNvGraphicFramePr>
          <p:nvPr/>
        </p:nvGraphicFramePr>
        <p:xfrm>
          <a:off x="2438401" y="2327276"/>
          <a:ext cx="544513" cy="430213"/>
        </p:xfrm>
        <a:graphic>
          <a:graphicData uri="http://schemas.openxmlformats.org/presentationml/2006/ole">
            <mc:AlternateContent xmlns:mc="http://schemas.openxmlformats.org/markup-compatibility/2006">
              <mc:Choice xmlns:v="urn:schemas-microsoft-com:vml" Requires="v">
                <p:oleObj spid="_x0000_s12410" name="Equation" r:id="rId4" imgW="257194" imgH="238193" progId="Equation.3">
                  <p:embed/>
                </p:oleObj>
              </mc:Choice>
              <mc:Fallback>
                <p:oleObj name="Equation" r:id="rId4" imgW="257194" imgH="238193"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8401" y="2327276"/>
                        <a:ext cx="544513"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0" name="Rectangle 4"/>
          <p:cNvSpPr>
            <a:spLocks noChangeArrowheads="1"/>
          </p:cNvSpPr>
          <p:nvPr/>
        </p:nvSpPr>
        <p:spPr bwMode="auto">
          <a:xfrm>
            <a:off x="3048000" y="2225676"/>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与</a:t>
            </a:r>
          </a:p>
        </p:txBody>
      </p:sp>
      <p:graphicFrame>
        <p:nvGraphicFramePr>
          <p:cNvPr id="29701" name="Object 5"/>
          <p:cNvGraphicFramePr>
            <a:graphicFrameLocks noChangeAspect="1"/>
          </p:cNvGraphicFramePr>
          <p:nvPr/>
        </p:nvGraphicFramePr>
        <p:xfrm>
          <a:off x="3567114" y="2301876"/>
          <a:ext cx="473075" cy="517525"/>
        </p:xfrm>
        <a:graphic>
          <a:graphicData uri="http://schemas.openxmlformats.org/presentationml/2006/ole">
            <mc:AlternateContent xmlns:mc="http://schemas.openxmlformats.org/markup-compatibility/2006">
              <mc:Choice xmlns:v="urn:schemas-microsoft-com:vml" Requires="v">
                <p:oleObj spid="_x0000_s12411" name="Equation" r:id="rId6" imgW="181045" imgH="238193" progId="Equation.3">
                  <p:embed/>
                </p:oleObj>
              </mc:Choice>
              <mc:Fallback>
                <p:oleObj name="Equation" r:id="rId6" imgW="181045" imgH="238193"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67114" y="2301876"/>
                        <a:ext cx="473075"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2" name="Object 6"/>
          <p:cNvGraphicFramePr>
            <a:graphicFrameLocks noChangeAspect="1"/>
          </p:cNvGraphicFramePr>
          <p:nvPr/>
        </p:nvGraphicFramePr>
        <p:xfrm>
          <a:off x="2438400" y="1616075"/>
          <a:ext cx="890588" cy="609600"/>
        </p:xfrm>
        <a:graphic>
          <a:graphicData uri="http://schemas.openxmlformats.org/presentationml/2006/ole">
            <mc:AlternateContent xmlns:mc="http://schemas.openxmlformats.org/markup-compatibility/2006">
              <mc:Choice xmlns:v="urn:schemas-microsoft-com:vml" Requires="v">
                <p:oleObj spid="_x0000_s12412" name="Equation" r:id="rId8" imgW="438239" imgH="238193" progId="Equation.3">
                  <p:embed/>
                </p:oleObj>
              </mc:Choice>
              <mc:Fallback>
                <p:oleObj name="Equation" r:id="rId8" imgW="438239" imgH="238193"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38400" y="1616075"/>
                        <a:ext cx="890588"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3" name="Text Box 7"/>
          <p:cNvSpPr txBox="1">
            <a:spLocks noChangeArrowheads="1"/>
          </p:cNvSpPr>
          <p:nvPr/>
        </p:nvSpPr>
        <p:spPr bwMode="auto">
          <a:xfrm>
            <a:off x="4038600" y="2225676"/>
            <a:ext cx="304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0000FF"/>
                </a:solidFill>
              </a:rPr>
              <a:t>的方向相反，</a:t>
            </a:r>
          </a:p>
        </p:txBody>
      </p:sp>
      <p:sp>
        <p:nvSpPr>
          <p:cNvPr id="29704" name="Rectangle 8"/>
          <p:cNvSpPr>
            <a:spLocks noChangeArrowheads="1"/>
          </p:cNvSpPr>
          <p:nvPr/>
        </p:nvSpPr>
        <p:spPr bwMode="auto">
          <a:xfrm>
            <a:off x="2438400" y="3581401"/>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与</a:t>
            </a:r>
          </a:p>
        </p:txBody>
      </p:sp>
      <p:graphicFrame>
        <p:nvGraphicFramePr>
          <p:cNvPr id="29705" name="Object 9"/>
          <p:cNvGraphicFramePr>
            <a:graphicFrameLocks noChangeAspect="1"/>
          </p:cNvGraphicFramePr>
          <p:nvPr/>
        </p:nvGraphicFramePr>
        <p:xfrm>
          <a:off x="3033714" y="3632201"/>
          <a:ext cx="473075" cy="517525"/>
        </p:xfrm>
        <a:graphic>
          <a:graphicData uri="http://schemas.openxmlformats.org/presentationml/2006/ole">
            <mc:AlternateContent xmlns:mc="http://schemas.openxmlformats.org/markup-compatibility/2006">
              <mc:Choice xmlns:v="urn:schemas-microsoft-com:vml" Requires="v">
                <p:oleObj spid="_x0000_s12413" name="Equation" r:id="rId10" imgW="181045" imgH="238193" progId="Equation.3">
                  <p:embed/>
                </p:oleObj>
              </mc:Choice>
              <mc:Fallback>
                <p:oleObj name="Equation" r:id="rId10" imgW="181045" imgH="238193"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33714" y="3632201"/>
                        <a:ext cx="473075"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6" name="Text Box 10"/>
          <p:cNvSpPr txBox="1">
            <a:spLocks noChangeArrowheads="1"/>
          </p:cNvSpPr>
          <p:nvPr/>
        </p:nvSpPr>
        <p:spPr bwMode="auto">
          <a:xfrm>
            <a:off x="3505200" y="3657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0000FF"/>
                </a:solidFill>
              </a:rPr>
              <a:t>的方向相同</a:t>
            </a:r>
          </a:p>
        </p:txBody>
      </p:sp>
      <p:graphicFrame>
        <p:nvGraphicFramePr>
          <p:cNvPr id="29707" name="Object 11"/>
          <p:cNvGraphicFramePr>
            <a:graphicFrameLocks noChangeAspect="1"/>
          </p:cNvGraphicFramePr>
          <p:nvPr/>
        </p:nvGraphicFramePr>
        <p:xfrm>
          <a:off x="7604126" y="2909888"/>
          <a:ext cx="473075" cy="412750"/>
        </p:xfrm>
        <a:graphic>
          <a:graphicData uri="http://schemas.openxmlformats.org/presentationml/2006/ole">
            <mc:AlternateContent xmlns:mc="http://schemas.openxmlformats.org/markup-compatibility/2006">
              <mc:Choice xmlns:v="urn:schemas-microsoft-com:vml" Requires="v">
                <p:oleObj spid="_x0000_s12414" name="Equation" r:id="rId12" imgW="181045" imgH="180941" progId="Equation.3">
                  <p:embed/>
                </p:oleObj>
              </mc:Choice>
              <mc:Fallback>
                <p:oleObj name="Equation" r:id="rId12" imgW="181045" imgH="180941"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04126" y="2909888"/>
                        <a:ext cx="473075"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8" name="Object 12"/>
          <p:cNvGraphicFramePr>
            <a:graphicFrameLocks noChangeAspect="1"/>
          </p:cNvGraphicFramePr>
          <p:nvPr/>
        </p:nvGraphicFramePr>
        <p:xfrm>
          <a:off x="3565525" y="1717676"/>
          <a:ext cx="420688" cy="430213"/>
        </p:xfrm>
        <a:graphic>
          <a:graphicData uri="http://schemas.openxmlformats.org/presentationml/2006/ole">
            <mc:AlternateContent xmlns:mc="http://schemas.openxmlformats.org/markup-compatibility/2006">
              <mc:Choice xmlns:v="urn:schemas-microsoft-com:vml" Requires="v">
                <p:oleObj spid="_x0000_s12415" name="Equation" r:id="rId14" imgW="200006" imgH="238193" progId="Equation.3">
                  <p:embed/>
                </p:oleObj>
              </mc:Choice>
              <mc:Fallback>
                <p:oleObj name="Equation" r:id="rId14" imgW="200006" imgH="238193"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65525" y="1717676"/>
                        <a:ext cx="420688"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9" name="Object 13"/>
          <p:cNvGraphicFramePr>
            <a:graphicFrameLocks noChangeAspect="1"/>
          </p:cNvGraphicFramePr>
          <p:nvPr/>
        </p:nvGraphicFramePr>
        <p:xfrm>
          <a:off x="4632326" y="1692276"/>
          <a:ext cx="473075" cy="517525"/>
        </p:xfrm>
        <a:graphic>
          <a:graphicData uri="http://schemas.openxmlformats.org/presentationml/2006/ole">
            <mc:AlternateContent xmlns:mc="http://schemas.openxmlformats.org/markup-compatibility/2006">
              <mc:Choice xmlns:v="urn:schemas-microsoft-com:vml" Requires="v">
                <p:oleObj spid="_x0000_s12416" name="Equation" r:id="rId16" imgW="181045" imgH="238193" progId="Equation.3">
                  <p:embed/>
                </p:oleObj>
              </mc:Choice>
              <mc:Fallback>
                <p:oleObj name="Equation" r:id="rId16" imgW="181045" imgH="238193"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32326" y="1692276"/>
                        <a:ext cx="473075"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10" name="Rectangle 14"/>
          <p:cNvSpPr>
            <a:spLocks noChangeArrowheads="1"/>
          </p:cNvSpPr>
          <p:nvPr/>
        </p:nvSpPr>
        <p:spPr bwMode="auto">
          <a:xfrm>
            <a:off x="4038600" y="1616076"/>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与</a:t>
            </a:r>
          </a:p>
        </p:txBody>
      </p:sp>
      <p:sp>
        <p:nvSpPr>
          <p:cNvPr id="29711" name="Text Box 15"/>
          <p:cNvSpPr txBox="1">
            <a:spLocks noChangeArrowheads="1"/>
          </p:cNvSpPr>
          <p:nvPr/>
        </p:nvSpPr>
        <p:spPr bwMode="auto">
          <a:xfrm>
            <a:off x="5181600" y="1692276"/>
            <a:ext cx="236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0000FF"/>
                </a:solidFill>
              </a:rPr>
              <a:t>的方向相同，</a:t>
            </a:r>
          </a:p>
        </p:txBody>
      </p:sp>
      <p:sp>
        <p:nvSpPr>
          <p:cNvPr id="29712" name="Rectangle 16"/>
          <p:cNvSpPr>
            <a:spLocks noChangeArrowheads="1"/>
          </p:cNvSpPr>
          <p:nvPr/>
        </p:nvSpPr>
        <p:spPr bwMode="auto">
          <a:xfrm>
            <a:off x="2286000" y="2833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但</a:t>
            </a:r>
          </a:p>
        </p:txBody>
      </p:sp>
      <p:graphicFrame>
        <p:nvGraphicFramePr>
          <p:cNvPr id="29713" name="Object 17"/>
          <p:cNvGraphicFramePr>
            <a:graphicFrameLocks noChangeAspect="1"/>
          </p:cNvGraphicFramePr>
          <p:nvPr/>
        </p:nvGraphicFramePr>
        <p:xfrm>
          <a:off x="2728914" y="2909888"/>
          <a:ext cx="1385887" cy="430212"/>
        </p:xfrm>
        <a:graphic>
          <a:graphicData uri="http://schemas.openxmlformats.org/presentationml/2006/ole">
            <mc:AlternateContent xmlns:mc="http://schemas.openxmlformats.org/markup-compatibility/2006">
              <mc:Choice xmlns:v="urn:schemas-microsoft-com:vml" Requires="v">
                <p:oleObj spid="_x0000_s12417" name="Equation" r:id="rId18" imgW="695433" imgH="238193" progId="Equation.3">
                  <p:embed/>
                </p:oleObj>
              </mc:Choice>
              <mc:Fallback>
                <p:oleObj name="Equation" r:id="rId18" imgW="695433" imgH="238193"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728914" y="2909888"/>
                        <a:ext cx="1385887"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14" name="Text Box 18"/>
          <p:cNvSpPr txBox="1">
            <a:spLocks noChangeArrowheads="1"/>
          </p:cNvSpPr>
          <p:nvPr/>
        </p:nvSpPr>
        <p:spPr bwMode="auto">
          <a:xfrm>
            <a:off x="4114800" y="2833688"/>
            <a:ext cx="3657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0000FF"/>
                </a:solidFill>
              </a:rPr>
              <a:t>故抗磁性显现不出来，</a:t>
            </a:r>
          </a:p>
        </p:txBody>
      </p:sp>
    </p:spTree>
    <p:extLst>
      <p:ext uri="{BB962C8B-B14F-4D97-AF65-F5344CB8AC3E}">
        <p14:creationId xmlns:p14="http://schemas.microsoft.com/office/powerpoint/2010/main" val="1571633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ext Box 2"/>
          <p:cNvSpPr txBox="1">
            <a:spLocks noChangeArrowheads="1"/>
          </p:cNvSpPr>
          <p:nvPr/>
        </p:nvSpPr>
        <p:spPr bwMode="auto">
          <a:xfrm>
            <a:off x="8610600" y="2603501"/>
            <a:ext cx="1358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solidFill>
                <a:srgbClr val="0000FF"/>
              </a:solidFill>
            </a:endParaRPr>
          </a:p>
        </p:txBody>
      </p:sp>
      <p:sp>
        <p:nvSpPr>
          <p:cNvPr id="144393" name="Text Box 9"/>
          <p:cNvSpPr txBox="1">
            <a:spLocks noChangeArrowheads="1"/>
          </p:cNvSpPr>
          <p:nvPr/>
        </p:nvSpPr>
        <p:spPr bwMode="auto">
          <a:xfrm>
            <a:off x="1803400" y="174625"/>
            <a:ext cx="3759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dirty="0">
                <a:solidFill>
                  <a:srgbClr val="0000FF"/>
                </a:solidFill>
              </a:rPr>
              <a:t>顺磁介质</a:t>
            </a:r>
          </a:p>
        </p:txBody>
      </p:sp>
      <p:sp>
        <p:nvSpPr>
          <p:cNvPr id="144395" name="Text Box 11"/>
          <p:cNvSpPr txBox="1">
            <a:spLocks noChangeArrowheads="1"/>
          </p:cNvSpPr>
          <p:nvPr/>
        </p:nvSpPr>
        <p:spPr bwMode="auto">
          <a:xfrm>
            <a:off x="1909762" y="775633"/>
            <a:ext cx="841533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dirty="0">
                <a:solidFill>
                  <a:srgbClr val="0000FF"/>
                </a:solidFill>
              </a:rPr>
              <a:t>分子固有磁矩：分子内所有电子磁矩矢量和不为零</a:t>
            </a:r>
            <a:endParaRPr lang="en-US" altLang="zh-CN" sz="2800" dirty="0">
              <a:solidFill>
                <a:srgbClr val="0000FF"/>
              </a:solidFill>
            </a:endParaRPr>
          </a:p>
          <a:p>
            <a:pPr eaLnBrk="1" hangingPunct="1">
              <a:spcBef>
                <a:spcPct val="0"/>
              </a:spcBef>
              <a:buFontTx/>
              <a:buNone/>
            </a:pPr>
            <a:r>
              <a:rPr lang="zh-CN" altLang="en-US" sz="2800" dirty="0">
                <a:solidFill>
                  <a:srgbClr val="0000FF"/>
                </a:solidFill>
              </a:rPr>
              <a:t>无外场：热运动，导致宏观磁矩等于零</a:t>
            </a:r>
          </a:p>
        </p:txBody>
      </p:sp>
      <p:graphicFrame>
        <p:nvGraphicFramePr>
          <p:cNvPr id="144397" name="Object 13"/>
          <p:cNvGraphicFramePr>
            <a:graphicFrameLocks noChangeAspect="1"/>
          </p:cNvGraphicFramePr>
          <p:nvPr>
            <p:extLst>
              <p:ext uri="{D42A27DB-BD31-4B8C-83A1-F6EECF244321}">
                <p14:modId xmlns:p14="http://schemas.microsoft.com/office/powerpoint/2010/main" val="1861563056"/>
              </p:ext>
            </p:extLst>
          </p:nvPr>
        </p:nvGraphicFramePr>
        <p:xfrm>
          <a:off x="4828381" y="1729739"/>
          <a:ext cx="1468438" cy="558800"/>
        </p:xfrm>
        <a:graphic>
          <a:graphicData uri="http://schemas.openxmlformats.org/presentationml/2006/ole">
            <mc:AlternateContent xmlns:mc="http://schemas.openxmlformats.org/markup-compatibility/2006">
              <mc:Choice xmlns:v="urn:schemas-microsoft-com:vml" Requires="v">
                <p:oleObj spid="_x0000_s13359" name="Equation" r:id="rId4" imgW="685800" imgH="253800" progId="Equation.DSMT4">
                  <p:embed/>
                </p:oleObj>
              </mc:Choice>
              <mc:Fallback>
                <p:oleObj name="Equation" r:id="rId4" imgW="685800" imgH="253800" progId="Equation.DSMT4">
                  <p:embed/>
                  <p:pic>
                    <p:nvPicPr>
                      <p:cNvPr id="0" name=""/>
                      <p:cNvPicPr>
                        <a:picLocks noChangeAspect="1" noChangeArrowheads="1"/>
                      </p:cNvPicPr>
                      <p:nvPr/>
                    </p:nvPicPr>
                    <p:blipFill>
                      <a:blip r:embed="rId5"/>
                      <a:srcRect/>
                      <a:stretch>
                        <a:fillRect/>
                      </a:stretch>
                    </p:blipFill>
                    <p:spPr bwMode="auto">
                      <a:xfrm>
                        <a:off x="4828381" y="1729739"/>
                        <a:ext cx="1468438"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399" name="Object 15"/>
          <p:cNvGraphicFramePr>
            <a:graphicFrameLocks noChangeAspect="1"/>
          </p:cNvGraphicFramePr>
          <p:nvPr>
            <p:extLst>
              <p:ext uri="{D42A27DB-BD31-4B8C-83A1-F6EECF244321}">
                <p14:modId xmlns:p14="http://schemas.microsoft.com/office/powerpoint/2010/main" val="3357231822"/>
              </p:ext>
            </p:extLst>
          </p:nvPr>
        </p:nvGraphicFramePr>
        <p:xfrm>
          <a:off x="1909762" y="3230564"/>
          <a:ext cx="3198812" cy="1789113"/>
        </p:xfrm>
        <a:graphic>
          <a:graphicData uri="http://schemas.openxmlformats.org/presentationml/2006/ole">
            <mc:AlternateContent xmlns:mc="http://schemas.openxmlformats.org/markup-compatibility/2006">
              <mc:Choice xmlns:v="urn:schemas-microsoft-com:vml" Requires="v">
                <p:oleObj spid="_x0000_s13360" name="Equation" r:id="rId6" imgW="1511280" imgH="812520" progId="Equation.DSMT4">
                  <p:embed/>
                </p:oleObj>
              </mc:Choice>
              <mc:Fallback>
                <p:oleObj name="Equation" r:id="rId6" imgW="1511280" imgH="812520" progId="Equation.DSMT4">
                  <p:embed/>
                  <p:pic>
                    <p:nvPicPr>
                      <p:cNvPr id="0" name=""/>
                      <p:cNvPicPr>
                        <a:picLocks noChangeAspect="1" noChangeArrowheads="1"/>
                      </p:cNvPicPr>
                      <p:nvPr/>
                    </p:nvPicPr>
                    <p:blipFill>
                      <a:blip r:embed="rId7"/>
                      <a:srcRect/>
                      <a:stretch>
                        <a:fillRect/>
                      </a:stretch>
                    </p:blipFill>
                    <p:spPr bwMode="auto">
                      <a:xfrm>
                        <a:off x="1909762" y="3230564"/>
                        <a:ext cx="3198812" cy="178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Text Box 17"/>
          <p:cNvSpPr txBox="1">
            <a:spLocks noChangeArrowheads="1"/>
          </p:cNvSpPr>
          <p:nvPr/>
        </p:nvSpPr>
        <p:spPr bwMode="auto">
          <a:xfrm>
            <a:off x="1892300" y="1729739"/>
            <a:ext cx="27892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dirty="0">
                <a:solidFill>
                  <a:srgbClr val="0000FF"/>
                </a:solidFill>
              </a:rPr>
              <a:t>有外场：磁力矩</a:t>
            </a:r>
          </a:p>
        </p:txBody>
      </p:sp>
      <p:sp>
        <p:nvSpPr>
          <p:cNvPr id="17" name="Text Box 17"/>
          <p:cNvSpPr txBox="1">
            <a:spLocks noChangeArrowheads="1"/>
          </p:cNvSpPr>
          <p:nvPr/>
        </p:nvSpPr>
        <p:spPr bwMode="auto">
          <a:xfrm>
            <a:off x="1586706" y="2398107"/>
            <a:ext cx="87582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dirty="0">
                <a:solidFill>
                  <a:srgbClr val="0000FF"/>
                </a:solidFill>
              </a:rPr>
              <a:t>1905</a:t>
            </a:r>
            <a:r>
              <a:rPr lang="zh-CN" altLang="en-US" sz="2800" dirty="0">
                <a:solidFill>
                  <a:srgbClr val="0000FF"/>
                </a:solidFill>
              </a:rPr>
              <a:t>：郎之万简化统计：单位体积分子磁矩的空间分布</a:t>
            </a:r>
          </a:p>
        </p:txBody>
      </p:sp>
      <p:graphicFrame>
        <p:nvGraphicFramePr>
          <p:cNvPr id="20" name="Object 15"/>
          <p:cNvGraphicFramePr>
            <a:graphicFrameLocks noChangeAspect="1"/>
          </p:cNvGraphicFramePr>
          <p:nvPr>
            <p:extLst>
              <p:ext uri="{D42A27DB-BD31-4B8C-83A1-F6EECF244321}">
                <p14:modId xmlns:p14="http://schemas.microsoft.com/office/powerpoint/2010/main" val="2174129025"/>
              </p:ext>
            </p:extLst>
          </p:nvPr>
        </p:nvGraphicFramePr>
        <p:xfrm>
          <a:off x="5431631" y="5309717"/>
          <a:ext cx="3333750" cy="1397000"/>
        </p:xfrm>
        <a:graphic>
          <a:graphicData uri="http://schemas.openxmlformats.org/presentationml/2006/ole">
            <mc:AlternateContent xmlns:mc="http://schemas.openxmlformats.org/markup-compatibility/2006">
              <mc:Choice xmlns:v="urn:schemas-microsoft-com:vml" Requires="v">
                <p:oleObj spid="_x0000_s13361" name="Equation" r:id="rId8" imgW="1574640" imgH="634680" progId="Equation.DSMT4">
                  <p:embed/>
                </p:oleObj>
              </mc:Choice>
              <mc:Fallback>
                <p:oleObj name="Equation" r:id="rId8" imgW="1574640" imgH="634680" progId="Equation.DSMT4">
                  <p:embed/>
                  <p:pic>
                    <p:nvPicPr>
                      <p:cNvPr id="0" name=""/>
                      <p:cNvPicPr>
                        <a:picLocks noChangeAspect="1" noChangeArrowheads="1"/>
                      </p:cNvPicPr>
                      <p:nvPr/>
                    </p:nvPicPr>
                    <p:blipFill>
                      <a:blip r:embed="rId9"/>
                      <a:srcRect/>
                      <a:stretch>
                        <a:fillRect/>
                      </a:stretch>
                    </p:blipFill>
                    <p:spPr bwMode="auto">
                      <a:xfrm>
                        <a:off x="5431631" y="5309717"/>
                        <a:ext cx="3333750" cy="1397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Text Box 17"/>
          <p:cNvSpPr txBox="1">
            <a:spLocks noChangeArrowheads="1"/>
          </p:cNvSpPr>
          <p:nvPr/>
        </p:nvSpPr>
        <p:spPr bwMode="auto">
          <a:xfrm>
            <a:off x="1608931" y="5531165"/>
            <a:ext cx="3315494"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dirty="0">
                <a:solidFill>
                  <a:srgbClr val="0000FF"/>
                </a:solidFill>
              </a:rPr>
              <a:t>有外场</a:t>
            </a:r>
            <a:r>
              <a:rPr lang="en-US" altLang="zh-CN" sz="2800" dirty="0">
                <a:solidFill>
                  <a:srgbClr val="0000FF"/>
                </a:solidFill>
              </a:rPr>
              <a:t>B</a:t>
            </a:r>
            <a:r>
              <a:rPr lang="zh-CN" altLang="en-US" sz="2800" dirty="0">
                <a:solidFill>
                  <a:srgbClr val="0000FF"/>
                </a:solidFill>
              </a:rPr>
              <a:t>，取向满足玻尔兹曼分布</a:t>
            </a:r>
          </a:p>
        </p:txBody>
      </p:sp>
      <p:cxnSp>
        <p:nvCxnSpPr>
          <p:cNvPr id="3" name="直接箭头连接符 2"/>
          <p:cNvCxnSpPr/>
          <p:nvPr/>
        </p:nvCxnSpPr>
        <p:spPr bwMode="auto">
          <a:xfrm>
            <a:off x="7710488" y="4457700"/>
            <a:ext cx="2000250" cy="0"/>
          </a:xfrm>
          <a:prstGeom prst="straightConnector1">
            <a:avLst/>
          </a:prstGeom>
          <a:solidFill>
            <a:schemeClr val="accent1"/>
          </a:solidFill>
          <a:ln w="12700" cap="sq" cmpd="sng" algn="ctr">
            <a:solidFill>
              <a:schemeClr val="tx1"/>
            </a:solidFill>
            <a:prstDash val="solid"/>
            <a:miter lim="800000"/>
            <a:headEnd type="none" w="sm" len="sm"/>
            <a:tailEnd type="arrow"/>
          </a:ln>
          <a:effectLst/>
        </p:spPr>
      </p:cxnSp>
      <p:cxnSp>
        <p:nvCxnSpPr>
          <p:cNvPr id="5" name="直接箭头连接符 4"/>
          <p:cNvCxnSpPr/>
          <p:nvPr/>
        </p:nvCxnSpPr>
        <p:spPr bwMode="auto">
          <a:xfrm flipH="1">
            <a:off x="6867526" y="4457701"/>
            <a:ext cx="842963" cy="771525"/>
          </a:xfrm>
          <a:prstGeom prst="straightConnector1">
            <a:avLst/>
          </a:prstGeom>
          <a:solidFill>
            <a:schemeClr val="accent1"/>
          </a:solidFill>
          <a:ln w="12700" cap="sq" cmpd="sng" algn="ctr">
            <a:solidFill>
              <a:schemeClr val="tx1"/>
            </a:solidFill>
            <a:prstDash val="solid"/>
            <a:miter lim="800000"/>
            <a:headEnd type="none" w="sm" len="sm"/>
            <a:tailEnd type="arrow"/>
          </a:ln>
          <a:effectLst/>
        </p:spPr>
      </p:cxnSp>
      <p:cxnSp>
        <p:nvCxnSpPr>
          <p:cNvPr id="7" name="直接箭头连接符 6"/>
          <p:cNvCxnSpPr/>
          <p:nvPr/>
        </p:nvCxnSpPr>
        <p:spPr bwMode="auto">
          <a:xfrm flipV="1">
            <a:off x="7710488" y="3257550"/>
            <a:ext cx="0" cy="1200150"/>
          </a:xfrm>
          <a:prstGeom prst="straightConnector1">
            <a:avLst/>
          </a:prstGeom>
          <a:solidFill>
            <a:schemeClr val="accent1"/>
          </a:solidFill>
          <a:ln w="12700" cap="sq" cmpd="sng" algn="ctr">
            <a:solidFill>
              <a:schemeClr val="tx1"/>
            </a:solidFill>
            <a:prstDash val="solid"/>
            <a:miter lim="800000"/>
            <a:headEnd type="none" w="sm" len="sm"/>
            <a:tailEnd type="arrow"/>
          </a:ln>
          <a:effectLst/>
        </p:spPr>
      </p:cxnSp>
      <p:cxnSp>
        <p:nvCxnSpPr>
          <p:cNvPr id="9" name="直接箭头连接符 8"/>
          <p:cNvCxnSpPr/>
          <p:nvPr/>
        </p:nvCxnSpPr>
        <p:spPr bwMode="auto">
          <a:xfrm flipV="1">
            <a:off x="7710488" y="3686176"/>
            <a:ext cx="500062" cy="771525"/>
          </a:xfrm>
          <a:prstGeom prst="straightConnector1">
            <a:avLst/>
          </a:prstGeom>
          <a:ln>
            <a:solidFill>
              <a:srgbClr val="0000FF"/>
            </a:solidFill>
            <a:headEnd type="none" w="sm" len="sm"/>
            <a:tailEnd type="arrow"/>
          </a:ln>
        </p:spPr>
        <p:style>
          <a:lnRef idx="1">
            <a:schemeClr val="accent1"/>
          </a:lnRef>
          <a:fillRef idx="0">
            <a:schemeClr val="accent1"/>
          </a:fillRef>
          <a:effectRef idx="0">
            <a:schemeClr val="accent1"/>
          </a:effectRef>
          <a:fontRef idx="minor">
            <a:schemeClr val="tx1"/>
          </a:fontRef>
        </p:style>
      </p:cxnSp>
      <p:sp>
        <p:nvSpPr>
          <p:cNvPr id="29" name="Text Box 17"/>
          <p:cNvSpPr txBox="1">
            <a:spLocks noChangeArrowheads="1"/>
          </p:cNvSpPr>
          <p:nvPr/>
        </p:nvSpPr>
        <p:spPr bwMode="auto">
          <a:xfrm>
            <a:off x="7703344" y="4457700"/>
            <a:ext cx="5603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i="1" dirty="0">
                <a:solidFill>
                  <a:srgbClr val="0000FF"/>
                </a:solidFill>
              </a:rPr>
              <a:t>o</a:t>
            </a:r>
            <a:endParaRPr lang="zh-CN" altLang="en-US" sz="2800" i="1" dirty="0">
              <a:solidFill>
                <a:srgbClr val="0000FF"/>
              </a:solidFill>
            </a:endParaRPr>
          </a:p>
        </p:txBody>
      </p:sp>
      <p:sp>
        <p:nvSpPr>
          <p:cNvPr id="30" name="Text Box 17"/>
          <p:cNvSpPr txBox="1">
            <a:spLocks noChangeArrowheads="1"/>
          </p:cNvSpPr>
          <p:nvPr/>
        </p:nvSpPr>
        <p:spPr bwMode="auto">
          <a:xfrm>
            <a:off x="9419431" y="4457700"/>
            <a:ext cx="9056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i="1" dirty="0">
                <a:solidFill>
                  <a:srgbClr val="0000FF"/>
                </a:solidFill>
              </a:rPr>
              <a:t>m</a:t>
            </a:r>
            <a:r>
              <a:rPr lang="en-US" altLang="zh-CN" sz="2800" i="1" baseline="-25000" dirty="0">
                <a:solidFill>
                  <a:srgbClr val="0000FF"/>
                </a:solidFill>
              </a:rPr>
              <a:t>y</a:t>
            </a:r>
            <a:endParaRPr lang="zh-CN" altLang="en-US" sz="2800" i="1" baseline="-25000" dirty="0">
              <a:solidFill>
                <a:srgbClr val="0000FF"/>
              </a:solidFill>
            </a:endParaRPr>
          </a:p>
        </p:txBody>
      </p:sp>
      <p:sp>
        <p:nvSpPr>
          <p:cNvPr id="31" name="Text Box 17"/>
          <p:cNvSpPr txBox="1">
            <a:spLocks noChangeArrowheads="1"/>
          </p:cNvSpPr>
          <p:nvPr/>
        </p:nvSpPr>
        <p:spPr bwMode="auto">
          <a:xfrm>
            <a:off x="5933282" y="4713892"/>
            <a:ext cx="9056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i="1" dirty="0">
                <a:solidFill>
                  <a:srgbClr val="0000FF"/>
                </a:solidFill>
              </a:rPr>
              <a:t>m</a:t>
            </a:r>
            <a:r>
              <a:rPr lang="en-US" altLang="zh-CN" sz="2800" i="1" baseline="-25000" dirty="0">
                <a:solidFill>
                  <a:srgbClr val="0000FF"/>
                </a:solidFill>
              </a:rPr>
              <a:t>x</a:t>
            </a:r>
            <a:endParaRPr lang="zh-CN" altLang="en-US" sz="2800" i="1" baseline="-25000" dirty="0">
              <a:solidFill>
                <a:srgbClr val="0000FF"/>
              </a:solidFill>
            </a:endParaRPr>
          </a:p>
        </p:txBody>
      </p:sp>
      <p:sp>
        <p:nvSpPr>
          <p:cNvPr id="32" name="Text Box 17"/>
          <p:cNvSpPr txBox="1">
            <a:spLocks noChangeArrowheads="1"/>
          </p:cNvSpPr>
          <p:nvPr/>
        </p:nvSpPr>
        <p:spPr bwMode="auto">
          <a:xfrm>
            <a:off x="7757716" y="2948919"/>
            <a:ext cx="9056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i="1" dirty="0" err="1">
                <a:solidFill>
                  <a:srgbClr val="0000FF"/>
                </a:solidFill>
              </a:rPr>
              <a:t>m</a:t>
            </a:r>
            <a:r>
              <a:rPr lang="en-US" altLang="zh-CN" sz="2800" i="1" baseline="-25000" dirty="0" err="1">
                <a:solidFill>
                  <a:srgbClr val="0000FF"/>
                </a:solidFill>
              </a:rPr>
              <a:t>z</a:t>
            </a:r>
            <a:endParaRPr lang="zh-CN" altLang="en-US" sz="2800" i="1" baseline="-25000" dirty="0">
              <a:solidFill>
                <a:srgbClr val="0000FF"/>
              </a:solidFill>
            </a:endParaRPr>
          </a:p>
        </p:txBody>
      </p:sp>
      <p:sp>
        <p:nvSpPr>
          <p:cNvPr id="33" name="Text Box 17"/>
          <p:cNvSpPr txBox="1">
            <a:spLocks noChangeArrowheads="1"/>
          </p:cNvSpPr>
          <p:nvPr/>
        </p:nvSpPr>
        <p:spPr bwMode="auto">
          <a:xfrm>
            <a:off x="8384382" y="3596015"/>
            <a:ext cx="9056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b="1" i="1" dirty="0">
                <a:solidFill>
                  <a:srgbClr val="0000FF"/>
                </a:solidFill>
              </a:rPr>
              <a:t>m</a:t>
            </a:r>
            <a:r>
              <a:rPr lang="en-US" altLang="zh-CN" sz="2800" i="1" baseline="-25000" dirty="0">
                <a:solidFill>
                  <a:srgbClr val="0000FF"/>
                </a:solidFill>
              </a:rPr>
              <a:t>0</a:t>
            </a:r>
            <a:endParaRPr lang="zh-CN" altLang="en-US" sz="2800" i="1" baseline="-25000" dirty="0">
              <a:solidFill>
                <a:srgbClr val="0000FF"/>
              </a:solidFill>
            </a:endParaRPr>
          </a:p>
        </p:txBody>
      </p:sp>
      <p:cxnSp>
        <p:nvCxnSpPr>
          <p:cNvPr id="11" name="直接箭头连接符 10"/>
          <p:cNvCxnSpPr/>
          <p:nvPr/>
        </p:nvCxnSpPr>
        <p:spPr bwMode="auto">
          <a:xfrm flipV="1">
            <a:off x="7481888" y="3357563"/>
            <a:ext cx="0" cy="714374"/>
          </a:xfrm>
          <a:prstGeom prst="straightConnector1">
            <a:avLst/>
          </a:prstGeom>
          <a:solidFill>
            <a:schemeClr val="accent1"/>
          </a:solidFill>
          <a:ln w="12700" cap="sq" cmpd="sng" algn="ctr">
            <a:solidFill>
              <a:schemeClr val="tx1"/>
            </a:solidFill>
            <a:prstDash val="solid"/>
            <a:miter lim="800000"/>
            <a:headEnd type="none" w="sm" len="sm"/>
            <a:tailEnd type="arrow"/>
          </a:ln>
          <a:effectLst/>
        </p:spPr>
      </p:cxnSp>
      <p:sp>
        <p:nvSpPr>
          <p:cNvPr id="37" name="Text Box 17"/>
          <p:cNvSpPr txBox="1">
            <a:spLocks noChangeArrowheads="1"/>
          </p:cNvSpPr>
          <p:nvPr/>
        </p:nvSpPr>
        <p:spPr bwMode="auto">
          <a:xfrm>
            <a:off x="6837363" y="3552169"/>
            <a:ext cx="5603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b="1" i="1" dirty="0">
                <a:solidFill>
                  <a:srgbClr val="0000FF"/>
                </a:solidFill>
              </a:rPr>
              <a:t>B</a:t>
            </a:r>
            <a:endParaRPr lang="zh-CN" altLang="en-US" sz="2800" b="1" i="1" dirty="0">
              <a:solidFill>
                <a:srgbClr val="0000FF"/>
              </a:solidFill>
            </a:endParaRPr>
          </a:p>
        </p:txBody>
      </p:sp>
      <p:sp>
        <p:nvSpPr>
          <p:cNvPr id="12" name="弧形 11"/>
          <p:cNvSpPr/>
          <p:nvPr/>
        </p:nvSpPr>
        <p:spPr bwMode="auto">
          <a:xfrm>
            <a:off x="7289006" y="3714750"/>
            <a:ext cx="742951" cy="628650"/>
          </a:xfrm>
          <a:prstGeom prst="arc">
            <a:avLst>
              <a:gd name="adj1" fmla="val 16894375"/>
              <a:gd name="adj2" fmla="val 21050264"/>
            </a:avLst>
          </a:prstGeom>
          <a:noFill/>
          <a:ln w="12700" cap="sq" cmpd="sng" algn="ctr">
            <a:solidFill>
              <a:schemeClr val="tx1"/>
            </a:solidFill>
            <a:prstDash val="solid"/>
            <a:miter lim="800000"/>
            <a:headEnd type="none" w="sm" len="sm"/>
            <a:tailEnd type="none" w="sm" len="sm"/>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CN" altLang="en-US" sz="2400">
              <a:latin typeface="Times New Roman" pitchFamily="18" charset="0"/>
              <a:ea typeface="宋体" pitchFamily="2" charset="-122"/>
            </a:endParaRPr>
          </a:p>
        </p:txBody>
      </p:sp>
    </p:spTree>
    <p:extLst>
      <p:ext uri="{BB962C8B-B14F-4D97-AF65-F5344CB8AC3E}">
        <p14:creationId xmlns:p14="http://schemas.microsoft.com/office/powerpoint/2010/main" val="2855767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93" name="Text Box 9"/>
          <p:cNvSpPr txBox="1">
            <a:spLocks noChangeArrowheads="1"/>
          </p:cNvSpPr>
          <p:nvPr/>
        </p:nvSpPr>
        <p:spPr bwMode="auto">
          <a:xfrm>
            <a:off x="1803400" y="174625"/>
            <a:ext cx="3759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dirty="0">
                <a:solidFill>
                  <a:srgbClr val="0000FF"/>
                </a:solidFill>
              </a:rPr>
              <a:t>顺磁介质</a:t>
            </a:r>
          </a:p>
        </p:txBody>
      </p:sp>
      <p:graphicFrame>
        <p:nvGraphicFramePr>
          <p:cNvPr id="20" name="Object 15"/>
          <p:cNvGraphicFramePr>
            <a:graphicFrameLocks noChangeAspect="1"/>
          </p:cNvGraphicFramePr>
          <p:nvPr>
            <p:extLst>
              <p:ext uri="{D42A27DB-BD31-4B8C-83A1-F6EECF244321}">
                <p14:modId xmlns:p14="http://schemas.microsoft.com/office/powerpoint/2010/main" val="409983981"/>
              </p:ext>
            </p:extLst>
          </p:nvPr>
        </p:nvGraphicFramePr>
        <p:xfrm>
          <a:off x="2081214" y="857250"/>
          <a:ext cx="1290637" cy="615950"/>
        </p:xfrm>
        <a:graphic>
          <a:graphicData uri="http://schemas.openxmlformats.org/presentationml/2006/ole">
            <mc:AlternateContent xmlns:mc="http://schemas.openxmlformats.org/markup-compatibility/2006">
              <mc:Choice xmlns:v="urn:schemas-microsoft-com:vml" Requires="v">
                <p:oleObj spid="_x0000_s14428" name="Equation" r:id="rId4" imgW="609480" imgH="279360" progId="Equation.DSMT4">
                  <p:embed/>
                </p:oleObj>
              </mc:Choice>
              <mc:Fallback>
                <p:oleObj name="Equation" r:id="rId4" imgW="609480" imgH="279360" progId="Equation.DSMT4">
                  <p:embed/>
                  <p:pic>
                    <p:nvPicPr>
                      <p:cNvPr id="0" name=""/>
                      <p:cNvPicPr>
                        <a:picLocks noChangeAspect="1" noChangeArrowheads="1"/>
                      </p:cNvPicPr>
                      <p:nvPr/>
                    </p:nvPicPr>
                    <p:blipFill>
                      <a:blip r:embed="rId5"/>
                      <a:srcRect/>
                      <a:stretch>
                        <a:fillRect/>
                      </a:stretch>
                    </p:blipFill>
                    <p:spPr bwMode="auto">
                      <a:xfrm>
                        <a:off x="2081214" y="857250"/>
                        <a:ext cx="1290637" cy="61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15"/>
          <p:cNvGraphicFramePr>
            <a:graphicFrameLocks noChangeAspect="1"/>
          </p:cNvGraphicFramePr>
          <p:nvPr>
            <p:extLst>
              <p:ext uri="{D42A27DB-BD31-4B8C-83A1-F6EECF244321}">
                <p14:modId xmlns:p14="http://schemas.microsoft.com/office/powerpoint/2010/main" val="1654387086"/>
              </p:ext>
            </p:extLst>
          </p:nvPr>
        </p:nvGraphicFramePr>
        <p:xfrm>
          <a:off x="3910012" y="697845"/>
          <a:ext cx="5378450" cy="2011362"/>
        </p:xfrm>
        <a:graphic>
          <a:graphicData uri="http://schemas.openxmlformats.org/presentationml/2006/ole">
            <mc:AlternateContent xmlns:mc="http://schemas.openxmlformats.org/markup-compatibility/2006">
              <mc:Choice xmlns:v="urn:schemas-microsoft-com:vml" Requires="v">
                <p:oleObj spid="_x0000_s14429" name="Equation" r:id="rId6" imgW="2539800" imgH="914400" progId="Equation.DSMT4">
                  <p:embed/>
                </p:oleObj>
              </mc:Choice>
              <mc:Fallback>
                <p:oleObj name="Equation" r:id="rId6" imgW="2539800" imgH="914400" progId="Equation.DSMT4">
                  <p:embed/>
                  <p:pic>
                    <p:nvPicPr>
                      <p:cNvPr id="0" name=""/>
                      <p:cNvPicPr>
                        <a:picLocks noChangeAspect="1" noChangeArrowheads="1"/>
                      </p:cNvPicPr>
                      <p:nvPr/>
                    </p:nvPicPr>
                    <p:blipFill>
                      <a:blip r:embed="rId7"/>
                      <a:srcRect/>
                      <a:stretch>
                        <a:fillRect/>
                      </a:stretch>
                    </p:blipFill>
                    <p:spPr bwMode="auto">
                      <a:xfrm>
                        <a:off x="3910012" y="697845"/>
                        <a:ext cx="5378450" cy="2011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15"/>
          <p:cNvGraphicFramePr>
            <a:graphicFrameLocks noChangeAspect="1"/>
          </p:cNvGraphicFramePr>
          <p:nvPr>
            <p:extLst>
              <p:ext uri="{D42A27DB-BD31-4B8C-83A1-F6EECF244321}">
                <p14:modId xmlns:p14="http://schemas.microsoft.com/office/powerpoint/2010/main" val="3946086831"/>
              </p:ext>
            </p:extLst>
          </p:nvPr>
        </p:nvGraphicFramePr>
        <p:xfrm>
          <a:off x="3940176" y="2757489"/>
          <a:ext cx="4545013" cy="949325"/>
        </p:xfrm>
        <a:graphic>
          <a:graphicData uri="http://schemas.openxmlformats.org/presentationml/2006/ole">
            <mc:AlternateContent xmlns:mc="http://schemas.openxmlformats.org/markup-compatibility/2006">
              <mc:Choice xmlns:v="urn:schemas-microsoft-com:vml" Requires="v">
                <p:oleObj spid="_x0000_s14430" name="Equation" r:id="rId8" imgW="2145960" imgH="431640" progId="Equation.DSMT4">
                  <p:embed/>
                </p:oleObj>
              </mc:Choice>
              <mc:Fallback>
                <p:oleObj name="Equation" r:id="rId8" imgW="2145960" imgH="431640" progId="Equation.DSMT4">
                  <p:embed/>
                  <p:pic>
                    <p:nvPicPr>
                      <p:cNvPr id="0" name=""/>
                      <p:cNvPicPr>
                        <a:picLocks noChangeAspect="1" noChangeArrowheads="1"/>
                      </p:cNvPicPr>
                      <p:nvPr/>
                    </p:nvPicPr>
                    <p:blipFill>
                      <a:blip r:embed="rId9"/>
                      <a:srcRect/>
                      <a:stretch>
                        <a:fillRect/>
                      </a:stretch>
                    </p:blipFill>
                    <p:spPr bwMode="auto">
                      <a:xfrm>
                        <a:off x="3940176" y="2757489"/>
                        <a:ext cx="4545013" cy="949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15"/>
          <p:cNvGraphicFramePr>
            <a:graphicFrameLocks noChangeAspect="1"/>
          </p:cNvGraphicFramePr>
          <p:nvPr>
            <p:extLst>
              <p:ext uri="{D42A27DB-BD31-4B8C-83A1-F6EECF244321}">
                <p14:modId xmlns:p14="http://schemas.microsoft.com/office/powerpoint/2010/main" val="901909949"/>
              </p:ext>
            </p:extLst>
          </p:nvPr>
        </p:nvGraphicFramePr>
        <p:xfrm>
          <a:off x="1949451" y="3740150"/>
          <a:ext cx="7612062" cy="1955800"/>
        </p:xfrm>
        <a:graphic>
          <a:graphicData uri="http://schemas.openxmlformats.org/presentationml/2006/ole">
            <mc:AlternateContent xmlns:mc="http://schemas.openxmlformats.org/markup-compatibility/2006">
              <mc:Choice xmlns:v="urn:schemas-microsoft-com:vml" Requires="v">
                <p:oleObj spid="_x0000_s14431" name="Equation" r:id="rId10" imgW="3593880" imgH="888840" progId="Equation.DSMT4">
                  <p:embed/>
                </p:oleObj>
              </mc:Choice>
              <mc:Fallback>
                <p:oleObj name="Equation" r:id="rId10" imgW="3593880" imgH="888840" progId="Equation.DSMT4">
                  <p:embed/>
                  <p:pic>
                    <p:nvPicPr>
                      <p:cNvPr id="0" name=""/>
                      <p:cNvPicPr>
                        <a:picLocks noChangeAspect="1" noChangeArrowheads="1"/>
                      </p:cNvPicPr>
                      <p:nvPr/>
                    </p:nvPicPr>
                    <p:blipFill>
                      <a:blip r:embed="rId11"/>
                      <a:srcRect/>
                      <a:stretch>
                        <a:fillRect/>
                      </a:stretch>
                    </p:blipFill>
                    <p:spPr bwMode="auto">
                      <a:xfrm>
                        <a:off x="1949451" y="3740150"/>
                        <a:ext cx="7612062" cy="195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15"/>
          <p:cNvGraphicFramePr>
            <a:graphicFrameLocks noChangeAspect="1"/>
          </p:cNvGraphicFramePr>
          <p:nvPr>
            <p:extLst>
              <p:ext uri="{D42A27DB-BD31-4B8C-83A1-F6EECF244321}">
                <p14:modId xmlns:p14="http://schemas.microsoft.com/office/powerpoint/2010/main" val="2265903751"/>
              </p:ext>
            </p:extLst>
          </p:nvPr>
        </p:nvGraphicFramePr>
        <p:xfrm>
          <a:off x="6337301" y="5027613"/>
          <a:ext cx="1236663" cy="504825"/>
        </p:xfrm>
        <a:graphic>
          <a:graphicData uri="http://schemas.openxmlformats.org/presentationml/2006/ole">
            <mc:AlternateContent xmlns:mc="http://schemas.openxmlformats.org/markup-compatibility/2006">
              <mc:Choice xmlns:v="urn:schemas-microsoft-com:vml" Requires="v">
                <p:oleObj spid="_x0000_s14432" name="Equation" r:id="rId12" imgW="583920" imgH="228600" progId="Equation.DSMT4">
                  <p:embed/>
                </p:oleObj>
              </mc:Choice>
              <mc:Fallback>
                <p:oleObj name="Equation" r:id="rId12" imgW="583920" imgH="228600" progId="Equation.DSMT4">
                  <p:embed/>
                  <p:pic>
                    <p:nvPicPr>
                      <p:cNvPr id="0" name=""/>
                      <p:cNvPicPr>
                        <a:picLocks noChangeAspect="1" noChangeArrowheads="1"/>
                      </p:cNvPicPr>
                      <p:nvPr/>
                    </p:nvPicPr>
                    <p:blipFill>
                      <a:blip r:embed="rId13"/>
                      <a:srcRect/>
                      <a:stretch>
                        <a:fillRect/>
                      </a:stretch>
                    </p:blipFill>
                    <p:spPr bwMode="auto">
                      <a:xfrm>
                        <a:off x="6337301" y="5027613"/>
                        <a:ext cx="1236663"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15"/>
          <p:cNvGraphicFramePr>
            <a:graphicFrameLocks noChangeAspect="1"/>
          </p:cNvGraphicFramePr>
          <p:nvPr>
            <p:extLst>
              <p:ext uri="{D42A27DB-BD31-4B8C-83A1-F6EECF244321}">
                <p14:modId xmlns:p14="http://schemas.microsoft.com/office/powerpoint/2010/main" val="1586246218"/>
              </p:ext>
            </p:extLst>
          </p:nvPr>
        </p:nvGraphicFramePr>
        <p:xfrm>
          <a:off x="7712077" y="5799138"/>
          <a:ext cx="1801813" cy="922337"/>
        </p:xfrm>
        <a:graphic>
          <a:graphicData uri="http://schemas.openxmlformats.org/presentationml/2006/ole">
            <mc:AlternateContent xmlns:mc="http://schemas.openxmlformats.org/markup-compatibility/2006">
              <mc:Choice xmlns:v="urn:schemas-microsoft-com:vml" Requires="v">
                <p:oleObj spid="_x0000_s14433" name="Equation" r:id="rId14" imgW="850680" imgH="419040" progId="Equation.DSMT4">
                  <p:embed/>
                </p:oleObj>
              </mc:Choice>
              <mc:Fallback>
                <p:oleObj name="Equation" r:id="rId14" imgW="850680" imgH="419040" progId="Equation.DSMT4">
                  <p:embed/>
                  <p:pic>
                    <p:nvPicPr>
                      <p:cNvPr id="0" name=""/>
                      <p:cNvPicPr>
                        <a:picLocks noChangeAspect="1" noChangeArrowheads="1"/>
                      </p:cNvPicPr>
                      <p:nvPr/>
                    </p:nvPicPr>
                    <p:blipFill>
                      <a:blip r:embed="rId15"/>
                      <a:srcRect/>
                      <a:stretch>
                        <a:fillRect/>
                      </a:stretch>
                    </p:blipFill>
                    <p:spPr bwMode="auto">
                      <a:xfrm>
                        <a:off x="7712077" y="5799138"/>
                        <a:ext cx="1801813" cy="922337"/>
                      </a:xfrm>
                      <a:prstGeom prst="rect">
                        <a:avLst/>
                      </a:prstGeom>
                      <a:noFill/>
                      <a:ln>
                        <a:noFill/>
                      </a:ln>
                      <a:effectLst/>
                    </p:spPr>
                  </p:pic>
                </p:oleObj>
              </mc:Fallback>
            </mc:AlternateContent>
          </a:graphicData>
        </a:graphic>
      </p:graphicFrame>
      <p:sp>
        <p:nvSpPr>
          <p:cNvPr id="28" name="Text Box 9"/>
          <p:cNvSpPr txBox="1">
            <a:spLocks noChangeArrowheads="1"/>
          </p:cNvSpPr>
          <p:nvPr/>
        </p:nvSpPr>
        <p:spPr bwMode="auto">
          <a:xfrm>
            <a:off x="1803400" y="6046788"/>
            <a:ext cx="55070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dirty="0">
                <a:solidFill>
                  <a:srgbClr val="0000FF"/>
                </a:solidFill>
              </a:rPr>
              <a:t>磁场不能大，温度不能太低 </a:t>
            </a:r>
          </a:p>
        </p:txBody>
      </p:sp>
    </p:spTree>
    <p:extLst>
      <p:ext uri="{BB962C8B-B14F-4D97-AF65-F5344CB8AC3E}">
        <p14:creationId xmlns:p14="http://schemas.microsoft.com/office/powerpoint/2010/main" val="1945560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15" descr="轨道磁矩"/>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3438" y="998539"/>
            <a:ext cx="2343150" cy="1724025"/>
          </a:xfrm>
          <a:prstGeom prst="rect">
            <a:avLst/>
          </a:prstGeom>
          <a:solidFill>
            <a:srgbClr val="FFFFFF">
              <a:shade val="85000"/>
            </a:srgbClr>
          </a:solidFill>
          <a:ln w="9525">
            <a:solidFill>
              <a:srgbClr val="000000"/>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1747"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45263" y="1239838"/>
            <a:ext cx="1193800"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8" name="Picture 1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70639" y="2105025"/>
            <a:ext cx="154622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9" name="Picture 1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138863" y="2682876"/>
            <a:ext cx="3255962"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0" name="Picture 1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454400" y="5089525"/>
            <a:ext cx="1244600"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1" name="Picture 9"/>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78413" y="5211763"/>
            <a:ext cx="2387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2" name="Rectangle 16"/>
          <p:cNvSpPr>
            <a:spLocks noChangeArrowheads="1"/>
          </p:cNvSpPr>
          <p:nvPr/>
        </p:nvSpPr>
        <p:spPr bwMode="auto">
          <a:xfrm>
            <a:off x="1712914" y="192089"/>
            <a:ext cx="86201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indent="2667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solidFill>
                  <a:srgbClr val="FF0000"/>
                </a:solidFill>
              </a:rPr>
              <a:t>电子轨道磁矩</a:t>
            </a:r>
            <a:r>
              <a:rPr lang="zh-CN" altLang="en-US" sz="2000"/>
              <a:t>：</a:t>
            </a:r>
          </a:p>
          <a:p>
            <a:pPr>
              <a:spcBef>
                <a:spcPct val="0"/>
              </a:spcBef>
              <a:buFontTx/>
              <a:buNone/>
            </a:pPr>
            <a:r>
              <a:rPr lang="zh-CN" altLang="en-US" sz="2000"/>
              <a:t>电子绕核做半径为</a:t>
            </a:r>
            <a:r>
              <a:rPr lang="en-US" altLang="zh-CN" sz="2000" i="1"/>
              <a:t>r</a:t>
            </a:r>
            <a:r>
              <a:rPr lang="zh-CN" altLang="en-US" sz="2000"/>
              <a:t>，速度为</a:t>
            </a:r>
            <a:r>
              <a:rPr lang="en-US" altLang="zh-CN" sz="2000" i="1"/>
              <a:t>v</a:t>
            </a:r>
            <a:r>
              <a:rPr lang="zh-CN" altLang="en-US" sz="2000"/>
              <a:t>的圆周运动，类似圆电流</a:t>
            </a:r>
            <a:r>
              <a:rPr lang="en-US" altLang="zh-CN" sz="2000" i="1"/>
              <a:t>I</a:t>
            </a:r>
            <a:r>
              <a:rPr lang="zh-CN" altLang="en-US" sz="2000"/>
              <a:t>，称为轨道电流。</a:t>
            </a:r>
          </a:p>
          <a:p>
            <a:pPr>
              <a:spcBef>
                <a:spcPct val="0"/>
              </a:spcBef>
              <a:buFontTx/>
              <a:buNone/>
            </a:pPr>
            <a:endParaRPr lang="en-US" altLang="zh-CN" sz="2000"/>
          </a:p>
        </p:txBody>
      </p:sp>
      <p:sp>
        <p:nvSpPr>
          <p:cNvPr id="31753" name="Rectangle 18"/>
          <p:cNvSpPr>
            <a:spLocks noChangeArrowheads="1"/>
          </p:cNvSpPr>
          <p:nvPr/>
        </p:nvSpPr>
        <p:spPr bwMode="auto">
          <a:xfrm>
            <a:off x="4716463" y="2030414"/>
            <a:ext cx="1835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t>轨道电流：      </a:t>
            </a:r>
          </a:p>
        </p:txBody>
      </p:sp>
      <p:sp>
        <p:nvSpPr>
          <p:cNvPr id="31754" name="Rectangle 19"/>
          <p:cNvSpPr>
            <a:spLocks noChangeArrowheads="1"/>
          </p:cNvSpPr>
          <p:nvPr/>
        </p:nvSpPr>
        <p:spPr bwMode="auto">
          <a:xfrm>
            <a:off x="4600575" y="2736851"/>
            <a:ext cx="170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t>轨道磁矩为：</a:t>
            </a:r>
          </a:p>
        </p:txBody>
      </p:sp>
      <p:sp>
        <p:nvSpPr>
          <p:cNvPr id="31755" name="Rectangle 20"/>
          <p:cNvSpPr>
            <a:spLocks noChangeArrowheads="1"/>
          </p:cNvSpPr>
          <p:nvPr/>
        </p:nvSpPr>
        <p:spPr bwMode="auto">
          <a:xfrm>
            <a:off x="2030413" y="3425826"/>
            <a:ext cx="3613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t>而电子轨道运动的角动量为：  </a:t>
            </a:r>
          </a:p>
        </p:txBody>
      </p:sp>
      <p:sp>
        <p:nvSpPr>
          <p:cNvPr id="31756" name="Rectangle 21"/>
          <p:cNvSpPr>
            <a:spLocks noChangeArrowheads="1"/>
          </p:cNvSpPr>
          <p:nvPr/>
        </p:nvSpPr>
        <p:spPr bwMode="auto">
          <a:xfrm>
            <a:off x="1524000" y="4135439"/>
            <a:ext cx="83248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lvl1pPr indent="2667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a:t> </a:t>
            </a:r>
            <a:r>
              <a:rPr lang="zh-CN" altLang="en-US" sz="2000"/>
              <a:t>电子带负电，所以电子轨道运动角动量的方向始终与轨道磁矩方向相反，当用轨道角动量表示电子的轨道磁矩时，有：</a:t>
            </a:r>
          </a:p>
        </p:txBody>
      </p:sp>
      <p:sp>
        <p:nvSpPr>
          <p:cNvPr id="31757" name="Rectangle 26"/>
          <p:cNvSpPr>
            <a:spLocks noChangeArrowheads="1"/>
          </p:cNvSpPr>
          <p:nvPr/>
        </p:nvSpPr>
        <p:spPr bwMode="auto">
          <a:xfrm>
            <a:off x="1524001" y="7503468"/>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1758" name="Rectangle 29"/>
          <p:cNvSpPr>
            <a:spLocks noChangeArrowheads="1"/>
          </p:cNvSpPr>
          <p:nvPr/>
        </p:nvSpPr>
        <p:spPr bwMode="auto">
          <a:xfrm>
            <a:off x="4541838" y="1347789"/>
            <a:ext cx="1327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t>周期：      </a:t>
            </a:r>
          </a:p>
        </p:txBody>
      </p:sp>
      <p:pic>
        <p:nvPicPr>
          <p:cNvPr id="31759" name="Picture 30"/>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81714" y="3400425"/>
            <a:ext cx="1990725"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6661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9" descr="自旋磁矩"/>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7889" y="869950"/>
            <a:ext cx="2886075"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5" name="Picture 1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88213" y="1146176"/>
            <a:ext cx="1465262"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6" name="Picture 1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882064" y="1484313"/>
            <a:ext cx="12668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7" name="Picture 1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41938" y="2220913"/>
            <a:ext cx="43815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Rectangle 20"/>
          <p:cNvSpPr>
            <a:spLocks noChangeArrowheads="1"/>
          </p:cNvSpPr>
          <p:nvPr/>
        </p:nvSpPr>
        <p:spPr bwMode="auto">
          <a:xfrm>
            <a:off x="1524000" y="106364"/>
            <a:ext cx="70548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indent="2667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a:t>(2) </a:t>
            </a:r>
            <a:r>
              <a:rPr lang="zh-CN" altLang="en-US" sz="2000">
                <a:solidFill>
                  <a:srgbClr val="FF0000"/>
                </a:solidFill>
              </a:rPr>
              <a:t>电子自旋磁矩</a:t>
            </a:r>
            <a:r>
              <a:rPr lang="zh-CN" altLang="en-US" sz="2000"/>
              <a:t>：</a:t>
            </a:r>
          </a:p>
          <a:p>
            <a:pPr>
              <a:spcBef>
                <a:spcPct val="0"/>
              </a:spcBef>
              <a:buFontTx/>
              <a:buNone/>
            </a:pPr>
            <a:r>
              <a:rPr lang="zh-CN" altLang="en-US" sz="2000"/>
              <a:t>电子的自旋运动也相当于一个圆电流，从而产生自旋磁矩。</a:t>
            </a:r>
          </a:p>
        </p:txBody>
      </p:sp>
      <p:sp>
        <p:nvSpPr>
          <p:cNvPr id="33799" name="Rectangle 21"/>
          <p:cNvSpPr>
            <a:spLocks noChangeArrowheads="1"/>
          </p:cNvSpPr>
          <p:nvPr/>
        </p:nvSpPr>
        <p:spPr bwMode="auto">
          <a:xfrm>
            <a:off x="5195888" y="962026"/>
            <a:ext cx="2228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indent="2667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t>量子力学理论：</a:t>
            </a:r>
          </a:p>
        </p:txBody>
      </p:sp>
      <p:sp>
        <p:nvSpPr>
          <p:cNvPr id="33800" name="Rectangle 22"/>
          <p:cNvSpPr>
            <a:spLocks noChangeArrowheads="1"/>
          </p:cNvSpPr>
          <p:nvPr/>
        </p:nvSpPr>
        <p:spPr bwMode="auto">
          <a:xfrm>
            <a:off x="4059239" y="3238471"/>
            <a:ext cx="5693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a:t>      </a:t>
            </a:r>
          </a:p>
        </p:txBody>
      </p:sp>
      <p:sp>
        <p:nvSpPr>
          <p:cNvPr id="33801" name="Rectangle 23"/>
          <p:cNvSpPr>
            <a:spLocks noChangeArrowheads="1"/>
          </p:cNvSpPr>
          <p:nvPr/>
        </p:nvSpPr>
        <p:spPr bwMode="auto">
          <a:xfrm>
            <a:off x="1524001" y="7503468"/>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3802" name="Rectangle 24"/>
          <p:cNvSpPr>
            <a:spLocks noChangeArrowheads="1"/>
          </p:cNvSpPr>
          <p:nvPr/>
        </p:nvSpPr>
        <p:spPr bwMode="auto">
          <a:xfrm>
            <a:off x="5834063" y="2303464"/>
            <a:ext cx="196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t>称为</a:t>
            </a:r>
            <a:r>
              <a:rPr lang="zh-CN" altLang="en-US" sz="2000">
                <a:solidFill>
                  <a:srgbClr val="FF0000"/>
                </a:solidFill>
              </a:rPr>
              <a:t>玻尔磁子</a:t>
            </a:r>
            <a:r>
              <a:rPr lang="zh-CN" altLang="en-US" sz="2000"/>
              <a:t>。</a:t>
            </a:r>
          </a:p>
        </p:txBody>
      </p:sp>
      <p:sp>
        <p:nvSpPr>
          <p:cNvPr id="33803" name="Rectangle 25"/>
          <p:cNvSpPr>
            <a:spLocks noChangeArrowheads="1"/>
          </p:cNvSpPr>
          <p:nvPr/>
        </p:nvSpPr>
        <p:spPr bwMode="auto">
          <a:xfrm>
            <a:off x="2044701" y="5465764"/>
            <a:ext cx="75342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a:t> </a:t>
            </a:r>
            <a:r>
              <a:rPr lang="zh-CN" altLang="en-US" sz="2000"/>
              <a:t>除固有磁矩外，当磁介质处于外磁场中时，也会因磁场的作用而感应出</a:t>
            </a:r>
            <a:r>
              <a:rPr lang="zh-CN" altLang="en-US" sz="2000">
                <a:solidFill>
                  <a:srgbClr val="FF0000"/>
                </a:solidFill>
              </a:rPr>
              <a:t>附加磁矩</a:t>
            </a:r>
            <a:r>
              <a:rPr lang="zh-CN" altLang="en-US" sz="2000"/>
              <a:t>。</a:t>
            </a:r>
          </a:p>
        </p:txBody>
      </p:sp>
      <p:sp>
        <p:nvSpPr>
          <p:cNvPr id="33804" name="Rectangle 26"/>
          <p:cNvSpPr>
            <a:spLocks noChangeArrowheads="1"/>
          </p:cNvSpPr>
          <p:nvPr/>
        </p:nvSpPr>
        <p:spPr bwMode="auto">
          <a:xfrm>
            <a:off x="2176463" y="3179763"/>
            <a:ext cx="688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400"/>
              <a:t>电子的轨道磁矩和自旋磁矩的大小为同一数量级。</a:t>
            </a:r>
          </a:p>
        </p:txBody>
      </p:sp>
      <p:sp>
        <p:nvSpPr>
          <p:cNvPr id="33805" name="Rectangle 27"/>
          <p:cNvSpPr>
            <a:spLocks noChangeArrowheads="1"/>
          </p:cNvSpPr>
          <p:nvPr/>
        </p:nvSpPr>
        <p:spPr bwMode="auto">
          <a:xfrm>
            <a:off x="1828801" y="4035426"/>
            <a:ext cx="860266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t>一个分子内所有电子的轨道磁矩和自旋磁矩的矢量和称为分子的</a:t>
            </a:r>
            <a:r>
              <a:rPr lang="zh-CN" altLang="en-US" sz="2400">
                <a:solidFill>
                  <a:srgbClr val="FF0000"/>
                </a:solidFill>
              </a:rPr>
              <a:t>固有磁矩</a:t>
            </a:r>
            <a:r>
              <a:rPr lang="zh-CN" altLang="en-US" sz="2400"/>
              <a:t>。</a:t>
            </a:r>
          </a:p>
        </p:txBody>
      </p:sp>
    </p:spTree>
    <p:extLst>
      <p:ext uri="{BB962C8B-B14F-4D97-AF65-F5344CB8AC3E}">
        <p14:creationId xmlns:p14="http://schemas.microsoft.com/office/powerpoint/2010/main" val="14229911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5" descr="image0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4464" y="236538"/>
            <a:ext cx="6497637" cy="21383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5843" name="Text Box 6"/>
          <p:cNvSpPr txBox="1">
            <a:spLocks noChangeArrowheads="1"/>
          </p:cNvSpPr>
          <p:nvPr/>
        </p:nvSpPr>
        <p:spPr bwMode="auto">
          <a:xfrm>
            <a:off x="1698626" y="188914"/>
            <a:ext cx="2163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t>电子附加磁矩</a:t>
            </a:r>
          </a:p>
        </p:txBody>
      </p:sp>
      <p:pic>
        <p:nvPicPr>
          <p:cNvPr id="35844" name="Picture 1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60676" y="2354264"/>
            <a:ext cx="911225"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1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913688" y="2978151"/>
            <a:ext cx="2139950"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Picture 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593014" y="3795713"/>
            <a:ext cx="2452687"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7" name="Picture 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348413" y="4545013"/>
            <a:ext cx="2576512"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8" name="Picture 7"/>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974138" y="4768851"/>
            <a:ext cx="14351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9" name="Rectangle 12"/>
          <p:cNvSpPr>
            <a:spLocks noChangeArrowheads="1"/>
          </p:cNvSpPr>
          <p:nvPr/>
        </p:nvSpPr>
        <p:spPr bwMode="auto">
          <a:xfrm>
            <a:off x="1716089" y="1354139"/>
            <a:ext cx="20034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lvl1pPr indent="2667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t>没有外磁场时，电子的轨道磁矩为：</a:t>
            </a:r>
          </a:p>
        </p:txBody>
      </p:sp>
      <p:sp>
        <p:nvSpPr>
          <p:cNvPr id="35850" name="Rectangle 13"/>
          <p:cNvSpPr>
            <a:spLocks noChangeArrowheads="1"/>
          </p:cNvSpPr>
          <p:nvPr/>
        </p:nvSpPr>
        <p:spPr bwMode="auto">
          <a:xfrm>
            <a:off x="1524001" y="3151189"/>
            <a:ext cx="65690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lvl1pPr indent="2667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t>有磁场时，电子受感生电场作用加速运动，加速度为：</a:t>
            </a:r>
          </a:p>
          <a:p>
            <a:pPr>
              <a:spcBef>
                <a:spcPct val="0"/>
              </a:spcBef>
              <a:buFontTx/>
              <a:buNone/>
            </a:pPr>
            <a:endParaRPr lang="en-US" altLang="zh-CN" sz="2000"/>
          </a:p>
        </p:txBody>
      </p:sp>
      <p:sp>
        <p:nvSpPr>
          <p:cNvPr id="35851" name="Rectangle 14"/>
          <p:cNvSpPr>
            <a:spLocks noChangeArrowheads="1"/>
          </p:cNvSpPr>
          <p:nvPr/>
        </p:nvSpPr>
        <p:spPr bwMode="auto">
          <a:xfrm>
            <a:off x="1524000" y="3662364"/>
            <a:ext cx="57848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indent="2667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t>在轨道半径不变的情况下，电子速率的增量为：</a:t>
            </a:r>
          </a:p>
          <a:p>
            <a:pPr>
              <a:spcBef>
                <a:spcPct val="0"/>
              </a:spcBef>
              <a:buFontTx/>
              <a:buNone/>
            </a:pPr>
            <a:endParaRPr lang="en-US" altLang="zh-CN" sz="2000"/>
          </a:p>
        </p:txBody>
      </p:sp>
      <p:sp>
        <p:nvSpPr>
          <p:cNvPr id="35852" name="Rectangle 15"/>
          <p:cNvSpPr>
            <a:spLocks noChangeArrowheads="1"/>
          </p:cNvSpPr>
          <p:nvPr/>
        </p:nvSpPr>
        <p:spPr bwMode="auto">
          <a:xfrm>
            <a:off x="2833688" y="4567239"/>
            <a:ext cx="32448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indent="2667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t>所以电子的附加磁矩为：</a:t>
            </a:r>
          </a:p>
          <a:p>
            <a:pPr>
              <a:spcBef>
                <a:spcPct val="0"/>
              </a:spcBef>
              <a:buFontTx/>
              <a:buNone/>
            </a:pPr>
            <a:endParaRPr lang="en-US" altLang="zh-CN" sz="2000"/>
          </a:p>
        </p:txBody>
      </p:sp>
      <p:sp>
        <p:nvSpPr>
          <p:cNvPr id="35853" name="Rectangle 17"/>
          <p:cNvSpPr>
            <a:spLocks noChangeArrowheads="1"/>
          </p:cNvSpPr>
          <p:nvPr/>
        </p:nvSpPr>
        <p:spPr bwMode="auto">
          <a:xfrm>
            <a:off x="1712913" y="5343526"/>
            <a:ext cx="870585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indent="2667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t>讨论：</a:t>
            </a:r>
          </a:p>
          <a:p>
            <a:pPr>
              <a:spcBef>
                <a:spcPct val="0"/>
              </a:spcBef>
              <a:buFontTx/>
              <a:buNone/>
            </a:pPr>
            <a:r>
              <a:rPr lang="zh-CN" altLang="en-US" sz="2000">
                <a:latin typeface="宋体" panose="02010600030101010101" pitchFamily="2" charset="-122"/>
              </a:rPr>
              <a:t>① </a:t>
            </a:r>
            <a:r>
              <a:rPr lang="zh-CN" altLang="en-US" sz="2000">
                <a:solidFill>
                  <a:srgbClr val="FF0000"/>
                </a:solidFill>
                <a:latin typeface="宋体" panose="02010600030101010101" pitchFamily="2" charset="-122"/>
              </a:rPr>
              <a:t>电子附加磁矩的方向</a:t>
            </a:r>
            <a:r>
              <a:rPr lang="zh-CN" altLang="en-US" sz="2000">
                <a:solidFill>
                  <a:srgbClr val="FF0000"/>
                </a:solidFill>
              </a:rPr>
              <a:t>始终与外磁场方向相反</a:t>
            </a:r>
            <a:r>
              <a:rPr lang="zh-CN" altLang="en-US" sz="2000"/>
              <a:t>；</a:t>
            </a:r>
          </a:p>
          <a:p>
            <a:pPr>
              <a:spcBef>
                <a:spcPct val="0"/>
              </a:spcBef>
              <a:buFontTx/>
              <a:buNone/>
            </a:pPr>
            <a:r>
              <a:rPr lang="zh-CN" altLang="en-US" sz="2000">
                <a:latin typeface="宋体" panose="02010600030101010101" pitchFamily="2" charset="-122"/>
              </a:rPr>
              <a:t>② 电子附加磁矩的大小约比轨道磁矩和自旋磁矩小</a:t>
            </a:r>
            <a:r>
              <a:rPr lang="en-US" altLang="zh-CN" sz="2000" b="1" i="1"/>
              <a:t>5</a:t>
            </a:r>
            <a:r>
              <a:rPr lang="zh-CN" altLang="en-US" sz="2000">
                <a:latin typeface="宋体" panose="02010600030101010101" pitchFamily="2" charset="-122"/>
              </a:rPr>
              <a:t>个数量级；</a:t>
            </a:r>
            <a:endParaRPr lang="zh-CN" altLang="en-US" sz="2000"/>
          </a:p>
          <a:p>
            <a:pPr>
              <a:spcBef>
                <a:spcPct val="0"/>
              </a:spcBef>
              <a:buFontTx/>
              <a:buNone/>
            </a:pPr>
            <a:r>
              <a:rPr lang="zh-CN" altLang="en-US" sz="2000">
                <a:latin typeface="宋体" panose="02010600030101010101" pitchFamily="2" charset="-122"/>
              </a:rPr>
              <a:t>③ 一个分子的总磁矩是其所有轨道磁矩、自旋磁矩和</a:t>
            </a:r>
            <a:r>
              <a:rPr lang="zh-CN" altLang="en-US" sz="2000"/>
              <a:t>附加磁矩的矢量和。</a:t>
            </a:r>
          </a:p>
        </p:txBody>
      </p:sp>
    </p:spTree>
    <p:extLst>
      <p:ext uri="{BB962C8B-B14F-4D97-AF65-F5344CB8AC3E}">
        <p14:creationId xmlns:p14="http://schemas.microsoft.com/office/powerpoint/2010/main" val="1512229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2146301" y="639764"/>
            <a:ext cx="1249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进动</a:t>
            </a:r>
            <a:r>
              <a:rPr lang="en-US" altLang="zh-CN" b="1">
                <a:solidFill>
                  <a:srgbClr val="0000FF"/>
                </a:solidFill>
              </a:rPr>
              <a:t>:</a:t>
            </a:r>
          </a:p>
        </p:txBody>
      </p:sp>
      <p:sp>
        <p:nvSpPr>
          <p:cNvPr id="37891" name="Text Box 3"/>
          <p:cNvSpPr txBox="1">
            <a:spLocks noChangeArrowheads="1"/>
          </p:cNvSpPr>
          <p:nvPr/>
        </p:nvSpPr>
        <p:spPr bwMode="auto">
          <a:xfrm>
            <a:off x="2133600" y="1338263"/>
            <a:ext cx="3886200" cy="500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0000FF"/>
                </a:solidFill>
              </a:rPr>
              <a:t>转动刚体的转动轴绕另一轴的转动</a:t>
            </a:r>
            <a:r>
              <a:rPr lang="en-US" altLang="zh-CN" sz="2800">
                <a:solidFill>
                  <a:srgbClr val="0000FF"/>
                </a:solidFill>
              </a:rPr>
              <a:t>.</a:t>
            </a:r>
            <a:r>
              <a:rPr lang="zh-CN" altLang="en-US" sz="2800">
                <a:solidFill>
                  <a:srgbClr val="0000FF"/>
                </a:solidFill>
              </a:rPr>
              <a:t>刚体在作定点转动时</a:t>
            </a:r>
            <a:r>
              <a:rPr lang="en-US" altLang="zh-CN" sz="2800">
                <a:solidFill>
                  <a:srgbClr val="0000FF"/>
                </a:solidFill>
              </a:rPr>
              <a:t>,</a:t>
            </a:r>
            <a:r>
              <a:rPr lang="zh-CN" altLang="en-US" sz="2800">
                <a:solidFill>
                  <a:srgbClr val="0000FF"/>
                </a:solidFill>
              </a:rPr>
              <a:t>其角速度虽然通过定点</a:t>
            </a:r>
            <a:r>
              <a:rPr lang="en-US" altLang="zh-CN" sz="2800">
                <a:solidFill>
                  <a:srgbClr val="0000FF"/>
                </a:solidFill>
              </a:rPr>
              <a:t>O,</a:t>
            </a:r>
            <a:r>
              <a:rPr lang="zh-CN" altLang="en-US" sz="2800">
                <a:solidFill>
                  <a:srgbClr val="0000FF"/>
                </a:solidFill>
              </a:rPr>
              <a:t>但其取向可随时间变化</a:t>
            </a:r>
            <a:r>
              <a:rPr lang="en-US" altLang="zh-CN" sz="2800">
                <a:solidFill>
                  <a:srgbClr val="0000FF"/>
                </a:solidFill>
              </a:rPr>
              <a:t>.</a:t>
            </a:r>
            <a:r>
              <a:rPr lang="zh-CN" altLang="en-US" sz="2800">
                <a:solidFill>
                  <a:srgbClr val="0000FF"/>
                </a:solidFill>
              </a:rPr>
              <a:t>以刚体转动瞬轴为母线</a:t>
            </a:r>
            <a:r>
              <a:rPr lang="en-US" altLang="zh-CN" sz="2800">
                <a:solidFill>
                  <a:srgbClr val="0000FF"/>
                </a:solidFill>
              </a:rPr>
              <a:t>,</a:t>
            </a:r>
            <a:r>
              <a:rPr lang="zh-CN" altLang="en-US" sz="2800">
                <a:solidFill>
                  <a:srgbClr val="0000FF"/>
                </a:solidFill>
              </a:rPr>
              <a:t>在空间和刚体内各作顶点为定点</a:t>
            </a:r>
            <a:r>
              <a:rPr lang="en-US" altLang="zh-CN" sz="2800">
                <a:solidFill>
                  <a:srgbClr val="0000FF"/>
                </a:solidFill>
              </a:rPr>
              <a:t>O</a:t>
            </a:r>
            <a:r>
              <a:rPr lang="zh-CN" altLang="en-US" sz="2800">
                <a:solidFill>
                  <a:srgbClr val="0000FF"/>
                </a:solidFill>
              </a:rPr>
              <a:t>的锥面</a:t>
            </a:r>
            <a:r>
              <a:rPr lang="en-US" altLang="zh-CN" sz="2800">
                <a:solidFill>
                  <a:srgbClr val="0000FF"/>
                </a:solidFill>
              </a:rPr>
              <a:t>,</a:t>
            </a:r>
            <a:r>
              <a:rPr lang="zh-CN" altLang="en-US" sz="2800">
                <a:solidFill>
                  <a:srgbClr val="0000FF"/>
                </a:solidFill>
              </a:rPr>
              <a:t>前者</a:t>
            </a:r>
            <a:r>
              <a:rPr lang="en-US" altLang="zh-CN" sz="2800">
                <a:solidFill>
                  <a:srgbClr val="0000FF"/>
                </a:solidFill>
              </a:rPr>
              <a:t>:</a:t>
            </a:r>
            <a:r>
              <a:rPr lang="zh-CN" altLang="en-US" sz="2800">
                <a:solidFill>
                  <a:srgbClr val="0000FF"/>
                </a:solidFill>
              </a:rPr>
              <a:t>空间极面</a:t>
            </a:r>
            <a:r>
              <a:rPr lang="en-US" altLang="zh-CN" sz="2800">
                <a:solidFill>
                  <a:srgbClr val="0000FF"/>
                </a:solidFill>
              </a:rPr>
              <a:t>;</a:t>
            </a:r>
            <a:r>
              <a:rPr lang="zh-CN" altLang="en-US" sz="2800">
                <a:solidFill>
                  <a:srgbClr val="0000FF"/>
                </a:solidFill>
              </a:rPr>
              <a:t>后者</a:t>
            </a:r>
            <a:r>
              <a:rPr lang="en-US" altLang="zh-CN" sz="2800">
                <a:solidFill>
                  <a:srgbClr val="0000FF"/>
                </a:solidFill>
              </a:rPr>
              <a:t>:</a:t>
            </a:r>
            <a:r>
              <a:rPr lang="zh-CN" altLang="en-US" sz="2800">
                <a:solidFill>
                  <a:srgbClr val="0000FF"/>
                </a:solidFill>
              </a:rPr>
              <a:t>本体极面</a:t>
            </a:r>
            <a:r>
              <a:rPr lang="en-US" altLang="zh-CN" sz="2800">
                <a:solidFill>
                  <a:srgbClr val="0000FF"/>
                </a:solidFill>
              </a:rPr>
              <a:t>.</a:t>
            </a:r>
          </a:p>
          <a:p>
            <a:pPr eaLnBrk="1" hangingPunct="1">
              <a:spcBef>
                <a:spcPct val="50000"/>
              </a:spcBef>
              <a:buFontTx/>
              <a:buNone/>
            </a:pPr>
            <a:r>
              <a:rPr lang="zh-CN" altLang="en-US" sz="2800">
                <a:solidFill>
                  <a:srgbClr val="0000FF"/>
                </a:solidFill>
              </a:rPr>
              <a:t>本体极面在空间极面上无滑动滚动形成的。</a:t>
            </a:r>
          </a:p>
        </p:txBody>
      </p:sp>
      <p:graphicFrame>
        <p:nvGraphicFramePr>
          <p:cNvPr id="37892" name="Object 4"/>
          <p:cNvGraphicFramePr>
            <a:graphicFrameLocks noChangeAspect="1"/>
          </p:cNvGraphicFramePr>
          <p:nvPr/>
        </p:nvGraphicFramePr>
        <p:xfrm>
          <a:off x="7466013" y="4076701"/>
          <a:ext cx="1185862" cy="441325"/>
        </p:xfrm>
        <a:graphic>
          <a:graphicData uri="http://schemas.openxmlformats.org/presentationml/2006/ole">
            <mc:AlternateContent xmlns:mc="http://schemas.openxmlformats.org/markup-compatibility/2006">
              <mc:Choice xmlns:v="urn:schemas-microsoft-com:vml" Requires="v">
                <p:oleObj spid="_x0000_s15467" name="Equation" r:id="rId4" imgW="628765" imgH="219211" progId="Equation.DSMT4">
                  <p:embed/>
                </p:oleObj>
              </mc:Choice>
              <mc:Fallback>
                <p:oleObj name="Equation" r:id="rId4" imgW="628765" imgH="219211"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6013" y="4076701"/>
                        <a:ext cx="1185862"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7893" name="Group 5"/>
          <p:cNvGrpSpPr>
            <a:grpSpLocks/>
          </p:cNvGrpSpPr>
          <p:nvPr/>
        </p:nvGrpSpPr>
        <p:grpSpPr bwMode="auto">
          <a:xfrm>
            <a:off x="7339014" y="622301"/>
            <a:ext cx="2636837" cy="3014663"/>
            <a:chOff x="3657" y="374"/>
            <a:chExt cx="1661" cy="1899"/>
          </a:xfrm>
        </p:grpSpPr>
        <p:sp>
          <p:nvSpPr>
            <p:cNvPr id="37918" name="Line 6"/>
            <p:cNvSpPr>
              <a:spLocks noChangeShapeType="1"/>
            </p:cNvSpPr>
            <p:nvPr/>
          </p:nvSpPr>
          <p:spPr bwMode="auto">
            <a:xfrm>
              <a:off x="4184" y="1366"/>
              <a:ext cx="1134"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919" name="Line 7"/>
            <p:cNvSpPr>
              <a:spLocks noChangeShapeType="1"/>
            </p:cNvSpPr>
            <p:nvPr/>
          </p:nvSpPr>
          <p:spPr bwMode="auto">
            <a:xfrm flipH="1">
              <a:off x="3657" y="1366"/>
              <a:ext cx="524" cy="907"/>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920" name="Line 8"/>
            <p:cNvSpPr>
              <a:spLocks noChangeShapeType="1"/>
            </p:cNvSpPr>
            <p:nvPr/>
          </p:nvSpPr>
          <p:spPr bwMode="auto">
            <a:xfrm flipV="1">
              <a:off x="4178" y="374"/>
              <a:ext cx="0" cy="992"/>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37894" name="Oval 9"/>
          <p:cNvSpPr>
            <a:spLocks noChangeArrowheads="1"/>
          </p:cNvSpPr>
          <p:nvPr/>
        </p:nvSpPr>
        <p:spPr bwMode="auto">
          <a:xfrm rot="2115527">
            <a:off x="8556626" y="1082676"/>
            <a:ext cx="701675" cy="276225"/>
          </a:xfrm>
          <a:prstGeom prst="ellipse">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37895" name="Group 10"/>
          <p:cNvGrpSpPr>
            <a:grpSpLocks/>
          </p:cNvGrpSpPr>
          <p:nvPr/>
        </p:nvGrpSpPr>
        <p:grpSpPr bwMode="auto">
          <a:xfrm>
            <a:off x="7724776" y="876300"/>
            <a:ext cx="885825" cy="1314450"/>
            <a:chOff x="3906" y="552"/>
            <a:chExt cx="558" cy="828"/>
          </a:xfrm>
        </p:grpSpPr>
        <p:sp>
          <p:nvSpPr>
            <p:cNvPr id="37915" name="Oval 11"/>
            <p:cNvSpPr>
              <a:spLocks noChangeArrowheads="1"/>
            </p:cNvSpPr>
            <p:nvPr/>
          </p:nvSpPr>
          <p:spPr bwMode="auto">
            <a:xfrm>
              <a:off x="3912" y="552"/>
              <a:ext cx="552" cy="174"/>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7916" name="Line 12"/>
            <p:cNvSpPr>
              <a:spLocks noChangeShapeType="1"/>
            </p:cNvSpPr>
            <p:nvPr/>
          </p:nvSpPr>
          <p:spPr bwMode="auto">
            <a:xfrm flipH="1">
              <a:off x="4194" y="636"/>
              <a:ext cx="270" cy="738"/>
            </a:xfrm>
            <a:prstGeom prst="line">
              <a:avLst/>
            </a:prstGeom>
            <a:noFill/>
            <a:ln w="12700"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917" name="Line 13"/>
            <p:cNvSpPr>
              <a:spLocks noChangeShapeType="1"/>
            </p:cNvSpPr>
            <p:nvPr/>
          </p:nvSpPr>
          <p:spPr bwMode="auto">
            <a:xfrm>
              <a:off x="3906" y="636"/>
              <a:ext cx="276" cy="744"/>
            </a:xfrm>
            <a:prstGeom prst="line">
              <a:avLst/>
            </a:prstGeom>
            <a:noFill/>
            <a:ln w="12700"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37896" name="Line 14"/>
          <p:cNvSpPr>
            <a:spLocks noChangeShapeType="1"/>
          </p:cNvSpPr>
          <p:nvPr/>
        </p:nvSpPr>
        <p:spPr bwMode="auto">
          <a:xfrm flipV="1">
            <a:off x="8162925" y="1428750"/>
            <a:ext cx="1028700" cy="762000"/>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897" name="Line 15"/>
          <p:cNvSpPr>
            <a:spLocks noChangeShapeType="1"/>
          </p:cNvSpPr>
          <p:nvPr/>
        </p:nvSpPr>
        <p:spPr bwMode="auto">
          <a:xfrm flipV="1">
            <a:off x="8181976" y="714376"/>
            <a:ext cx="1114425" cy="1476375"/>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898" name="Line 16"/>
          <p:cNvSpPr>
            <a:spLocks noChangeShapeType="1"/>
          </p:cNvSpPr>
          <p:nvPr/>
        </p:nvSpPr>
        <p:spPr bwMode="auto">
          <a:xfrm flipV="1">
            <a:off x="8496300" y="676276"/>
            <a:ext cx="228600" cy="638175"/>
          </a:xfrm>
          <a:prstGeom prst="line">
            <a:avLst/>
          </a:prstGeom>
          <a:noFill/>
          <a:ln w="12700" cap="sq">
            <a:solidFill>
              <a:schemeClr val="accent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899" name="AutoShape 17"/>
          <p:cNvSpPr>
            <a:spLocks noChangeArrowheads="1"/>
          </p:cNvSpPr>
          <p:nvPr/>
        </p:nvSpPr>
        <p:spPr bwMode="auto">
          <a:xfrm rot="19558477">
            <a:off x="9067801" y="685801"/>
            <a:ext cx="219075" cy="523875"/>
          </a:xfrm>
          <a:prstGeom prst="curvedRightArrow">
            <a:avLst>
              <a:gd name="adj1" fmla="val 47826"/>
              <a:gd name="adj2" fmla="val 95652"/>
              <a:gd name="adj3" fmla="val 33333"/>
            </a:avLst>
          </a:prstGeom>
          <a:solidFill>
            <a:schemeClr val="accent1"/>
          </a:solidFill>
          <a:ln w="12700" cap="sq">
            <a:solidFill>
              <a:srgbClr val="0000FF"/>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7900" name="Oval 18"/>
          <p:cNvSpPr>
            <a:spLocks noChangeArrowheads="1"/>
          </p:cNvSpPr>
          <p:nvPr/>
        </p:nvSpPr>
        <p:spPr bwMode="auto">
          <a:xfrm>
            <a:off x="7381875" y="733426"/>
            <a:ext cx="1581150" cy="695325"/>
          </a:xfrm>
          <a:prstGeom prst="ellips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7901" name="Text Box 19"/>
          <p:cNvSpPr txBox="1">
            <a:spLocks noChangeArrowheads="1"/>
          </p:cNvSpPr>
          <p:nvPr/>
        </p:nvSpPr>
        <p:spPr bwMode="auto">
          <a:xfrm>
            <a:off x="9353550" y="495301"/>
            <a:ext cx="476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800">
                <a:solidFill>
                  <a:srgbClr val="0000FF"/>
                </a:solidFill>
              </a:rPr>
              <a:t>Z’</a:t>
            </a:r>
          </a:p>
        </p:txBody>
      </p:sp>
      <p:sp>
        <p:nvSpPr>
          <p:cNvPr id="37902" name="Text Box 20"/>
          <p:cNvSpPr txBox="1">
            <a:spLocks noChangeArrowheads="1"/>
          </p:cNvSpPr>
          <p:nvPr/>
        </p:nvSpPr>
        <p:spPr bwMode="auto">
          <a:xfrm>
            <a:off x="7934325" y="314326"/>
            <a:ext cx="476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800">
                <a:solidFill>
                  <a:srgbClr val="0000FF"/>
                </a:solidFill>
              </a:rPr>
              <a:t>Z</a:t>
            </a:r>
          </a:p>
        </p:txBody>
      </p:sp>
      <p:sp>
        <p:nvSpPr>
          <p:cNvPr id="37903" name="Text Box 21"/>
          <p:cNvSpPr txBox="1">
            <a:spLocks noChangeArrowheads="1"/>
          </p:cNvSpPr>
          <p:nvPr/>
        </p:nvSpPr>
        <p:spPr bwMode="auto">
          <a:xfrm>
            <a:off x="7458075" y="3467101"/>
            <a:ext cx="476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800">
                <a:solidFill>
                  <a:srgbClr val="0000FF"/>
                </a:solidFill>
              </a:rPr>
              <a:t>x</a:t>
            </a:r>
          </a:p>
        </p:txBody>
      </p:sp>
      <p:sp>
        <p:nvSpPr>
          <p:cNvPr id="37904" name="Text Box 22"/>
          <p:cNvSpPr txBox="1">
            <a:spLocks noChangeArrowheads="1"/>
          </p:cNvSpPr>
          <p:nvPr/>
        </p:nvSpPr>
        <p:spPr bwMode="auto">
          <a:xfrm>
            <a:off x="9772650" y="2124076"/>
            <a:ext cx="476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800">
                <a:solidFill>
                  <a:srgbClr val="0000FF"/>
                </a:solidFill>
              </a:rPr>
              <a:t>y</a:t>
            </a:r>
          </a:p>
        </p:txBody>
      </p:sp>
      <p:sp>
        <p:nvSpPr>
          <p:cNvPr id="37905" name="Text Box 23"/>
          <p:cNvSpPr txBox="1">
            <a:spLocks noChangeArrowheads="1"/>
          </p:cNvSpPr>
          <p:nvPr/>
        </p:nvSpPr>
        <p:spPr bwMode="auto">
          <a:xfrm>
            <a:off x="8067675" y="2133601"/>
            <a:ext cx="476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800">
                <a:solidFill>
                  <a:srgbClr val="0000FF"/>
                </a:solidFill>
              </a:rPr>
              <a:t>O</a:t>
            </a:r>
          </a:p>
        </p:txBody>
      </p:sp>
      <p:sp>
        <p:nvSpPr>
          <p:cNvPr id="37906" name="Text Box 24"/>
          <p:cNvSpPr txBox="1">
            <a:spLocks noChangeArrowheads="1"/>
          </p:cNvSpPr>
          <p:nvPr/>
        </p:nvSpPr>
        <p:spPr bwMode="auto">
          <a:xfrm>
            <a:off x="6972301" y="1562101"/>
            <a:ext cx="12477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1800">
                <a:solidFill>
                  <a:srgbClr val="FF0000"/>
                </a:solidFill>
              </a:rPr>
              <a:t>空间极面</a:t>
            </a:r>
          </a:p>
        </p:txBody>
      </p:sp>
      <p:cxnSp>
        <p:nvCxnSpPr>
          <p:cNvPr id="37907" name="AutoShape 25"/>
          <p:cNvCxnSpPr>
            <a:cxnSpLocks noChangeShapeType="1"/>
          </p:cNvCxnSpPr>
          <p:nvPr/>
        </p:nvCxnSpPr>
        <p:spPr bwMode="auto">
          <a:xfrm>
            <a:off x="8172451" y="1657351"/>
            <a:ext cx="333375" cy="106363"/>
          </a:xfrm>
          <a:prstGeom prst="curvedConnector3">
            <a:avLst>
              <a:gd name="adj1" fmla="val 50000"/>
            </a:avLst>
          </a:prstGeom>
          <a:noFill/>
          <a:ln w="12700" cap="sq">
            <a:solidFill>
              <a:schemeClr val="accent1"/>
            </a:solidFill>
            <a:miter lim="800000"/>
            <a:headEnd type="triangle" w="sm" len="sm"/>
            <a:tailEnd type="triangle" w="sm" len="sm"/>
          </a:ln>
          <a:extLst>
            <a:ext uri="{909E8E84-426E-40DD-AFC4-6F175D3DCCD1}">
              <a14:hiddenFill xmlns:a14="http://schemas.microsoft.com/office/drawing/2010/main">
                <a:noFill/>
              </a14:hiddenFill>
            </a:ext>
          </a:extLst>
        </p:spPr>
      </p:cxnSp>
      <p:graphicFrame>
        <p:nvGraphicFramePr>
          <p:cNvPr id="37908" name="Object 26"/>
          <p:cNvGraphicFramePr>
            <a:graphicFrameLocks noChangeAspect="1"/>
          </p:cNvGraphicFramePr>
          <p:nvPr/>
        </p:nvGraphicFramePr>
        <p:xfrm>
          <a:off x="8313739" y="1343025"/>
          <a:ext cx="231775" cy="325438"/>
        </p:xfrm>
        <a:graphic>
          <a:graphicData uri="http://schemas.openxmlformats.org/presentationml/2006/ole">
            <mc:AlternateContent xmlns:mc="http://schemas.openxmlformats.org/markup-compatibility/2006">
              <mc:Choice xmlns:v="urn:schemas-microsoft-com:vml" Requires="v">
                <p:oleObj spid="_x0000_s15468" name="Equation" r:id="rId6" imgW="104896" imgH="161959" progId="Equation.DSMT4">
                  <p:embed/>
                </p:oleObj>
              </mc:Choice>
              <mc:Fallback>
                <p:oleObj name="Equation" r:id="rId6" imgW="104896" imgH="161959"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13739" y="1343025"/>
                        <a:ext cx="231775" cy="325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09" name="Object 27"/>
          <p:cNvGraphicFramePr>
            <a:graphicFrameLocks noChangeAspect="1"/>
          </p:cNvGraphicFramePr>
          <p:nvPr/>
        </p:nvGraphicFramePr>
        <p:xfrm>
          <a:off x="9385300" y="795338"/>
          <a:ext cx="279400" cy="373062"/>
        </p:xfrm>
        <a:graphic>
          <a:graphicData uri="http://schemas.openxmlformats.org/presentationml/2006/ole">
            <mc:AlternateContent xmlns:mc="http://schemas.openxmlformats.org/markup-compatibility/2006">
              <mc:Choice xmlns:v="urn:schemas-microsoft-com:vml" Requires="v">
                <p:oleObj spid="_x0000_s15469" name="Equation" r:id="rId8" imgW="133337" imgH="180941" progId="Equation.DSMT4">
                  <p:embed/>
                </p:oleObj>
              </mc:Choice>
              <mc:Fallback>
                <p:oleObj name="Equation" r:id="rId8" imgW="133337" imgH="180941"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385300" y="795338"/>
                        <a:ext cx="279400" cy="373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10" name="Object 28"/>
          <p:cNvGraphicFramePr>
            <a:graphicFrameLocks noChangeAspect="1"/>
          </p:cNvGraphicFramePr>
          <p:nvPr/>
        </p:nvGraphicFramePr>
        <p:xfrm>
          <a:off x="7948614" y="785813"/>
          <a:ext cx="257175" cy="373062"/>
        </p:xfrm>
        <a:graphic>
          <a:graphicData uri="http://schemas.openxmlformats.org/presentationml/2006/ole">
            <mc:AlternateContent xmlns:mc="http://schemas.openxmlformats.org/markup-compatibility/2006">
              <mc:Choice xmlns:v="urn:schemas-microsoft-com:vml" Requires="v">
                <p:oleObj spid="_x0000_s15470" name="Equation" r:id="rId10" imgW="123857" imgH="180941" progId="Equation.DSMT4">
                  <p:embed/>
                </p:oleObj>
              </mc:Choice>
              <mc:Fallback>
                <p:oleObj name="Equation" r:id="rId10" imgW="123857" imgH="180941"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48614" y="785813"/>
                        <a:ext cx="257175" cy="373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11" name="Object 29"/>
          <p:cNvGraphicFramePr>
            <a:graphicFrameLocks noChangeAspect="1"/>
          </p:cNvGraphicFramePr>
          <p:nvPr/>
        </p:nvGraphicFramePr>
        <p:xfrm>
          <a:off x="8613775" y="454025"/>
          <a:ext cx="280988" cy="255588"/>
        </p:xfrm>
        <a:graphic>
          <a:graphicData uri="http://schemas.openxmlformats.org/presentationml/2006/ole">
            <mc:AlternateContent xmlns:mc="http://schemas.openxmlformats.org/markup-compatibility/2006">
              <mc:Choice xmlns:v="urn:schemas-microsoft-com:vml" Requires="v">
                <p:oleObj spid="_x0000_s15471" name="Equation" r:id="rId12" imgW="133337" imgH="123689" progId="Equation.DSMT4">
                  <p:embed/>
                </p:oleObj>
              </mc:Choice>
              <mc:Fallback>
                <p:oleObj name="Equation" r:id="rId12" imgW="133337" imgH="123689"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613775" y="454025"/>
                        <a:ext cx="280988" cy="255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12" name="Text Box 30"/>
          <p:cNvSpPr txBox="1">
            <a:spLocks noChangeArrowheads="1"/>
          </p:cNvSpPr>
          <p:nvPr/>
        </p:nvSpPr>
        <p:spPr bwMode="auto">
          <a:xfrm>
            <a:off x="8801101" y="1533526"/>
            <a:ext cx="12477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1800">
                <a:solidFill>
                  <a:srgbClr val="0000FF"/>
                </a:solidFill>
              </a:rPr>
              <a:t>本体极面</a:t>
            </a:r>
          </a:p>
        </p:txBody>
      </p:sp>
      <p:graphicFrame>
        <p:nvGraphicFramePr>
          <p:cNvPr id="37913" name="Object 31"/>
          <p:cNvGraphicFramePr>
            <a:graphicFrameLocks noChangeAspect="1"/>
          </p:cNvGraphicFramePr>
          <p:nvPr/>
        </p:nvGraphicFramePr>
        <p:xfrm>
          <a:off x="7362826" y="4616451"/>
          <a:ext cx="1812925" cy="371475"/>
        </p:xfrm>
        <a:graphic>
          <a:graphicData uri="http://schemas.openxmlformats.org/presentationml/2006/ole">
            <mc:AlternateContent xmlns:mc="http://schemas.openxmlformats.org/markup-compatibility/2006">
              <mc:Choice xmlns:v="urn:schemas-microsoft-com:vml" Requires="v">
                <p:oleObj spid="_x0000_s15472" name="Equation" r:id="rId14" imgW="971588" imgH="180941" progId="Equation.DSMT4">
                  <p:embed/>
                </p:oleObj>
              </mc:Choice>
              <mc:Fallback>
                <p:oleObj name="Equation" r:id="rId14" imgW="971588" imgH="180941"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362826" y="4616451"/>
                        <a:ext cx="1812925"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14" name="Object 32"/>
          <p:cNvGraphicFramePr>
            <a:graphicFrameLocks noChangeAspect="1"/>
          </p:cNvGraphicFramePr>
          <p:nvPr/>
        </p:nvGraphicFramePr>
        <p:xfrm>
          <a:off x="7702550" y="5187951"/>
          <a:ext cx="1208088" cy="371475"/>
        </p:xfrm>
        <a:graphic>
          <a:graphicData uri="http://schemas.openxmlformats.org/presentationml/2006/ole">
            <mc:AlternateContent xmlns:mc="http://schemas.openxmlformats.org/markup-compatibility/2006">
              <mc:Choice xmlns:v="urn:schemas-microsoft-com:vml" Requires="v">
                <p:oleObj spid="_x0000_s15473" name="Equation" r:id="rId16" imgW="638245" imgH="180941" progId="Equation.DSMT4">
                  <p:embed/>
                </p:oleObj>
              </mc:Choice>
              <mc:Fallback>
                <p:oleObj name="Equation" r:id="rId16" imgW="638245" imgH="180941"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702550" y="5187951"/>
                        <a:ext cx="1208088"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0087122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1765301" y="576264"/>
            <a:ext cx="54530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抗磁性物质</a:t>
            </a:r>
            <a:r>
              <a:rPr lang="en-US" altLang="zh-CN" b="1">
                <a:solidFill>
                  <a:srgbClr val="0000FF"/>
                </a:solidFill>
              </a:rPr>
              <a:t>: </a:t>
            </a:r>
            <a:r>
              <a:rPr lang="zh-CN" altLang="en-US" sz="2000" b="1">
                <a:solidFill>
                  <a:srgbClr val="FF0000"/>
                </a:solidFill>
              </a:rPr>
              <a:t>鉍</a:t>
            </a:r>
            <a:r>
              <a:rPr lang="en-US" altLang="zh-CN" sz="2000" b="1">
                <a:solidFill>
                  <a:srgbClr val="FF0000"/>
                </a:solidFill>
              </a:rPr>
              <a:t>Bi83</a:t>
            </a:r>
            <a:r>
              <a:rPr lang="zh-CN" altLang="en-US" sz="2000" b="1">
                <a:solidFill>
                  <a:srgbClr val="FF0000"/>
                </a:solidFill>
              </a:rPr>
              <a:t>，钼</a:t>
            </a:r>
            <a:r>
              <a:rPr lang="en-US" altLang="zh-CN" sz="2000" b="1">
                <a:solidFill>
                  <a:srgbClr val="FF0000"/>
                </a:solidFill>
              </a:rPr>
              <a:t>Mo42</a:t>
            </a:r>
            <a:r>
              <a:rPr lang="zh-CN" altLang="en-US" sz="2000" b="1">
                <a:solidFill>
                  <a:srgbClr val="FF0000"/>
                </a:solidFill>
              </a:rPr>
              <a:t>，银</a:t>
            </a:r>
            <a:r>
              <a:rPr lang="en-US" altLang="zh-CN" sz="2000" b="1">
                <a:solidFill>
                  <a:srgbClr val="FF0000"/>
                </a:solidFill>
              </a:rPr>
              <a:t>Ag47</a:t>
            </a:r>
          </a:p>
        </p:txBody>
      </p:sp>
      <p:graphicFrame>
        <p:nvGraphicFramePr>
          <p:cNvPr id="39939" name="Object 3"/>
          <p:cNvGraphicFramePr>
            <a:graphicFrameLocks noChangeAspect="1"/>
          </p:cNvGraphicFramePr>
          <p:nvPr/>
        </p:nvGraphicFramePr>
        <p:xfrm>
          <a:off x="2312988" y="3821114"/>
          <a:ext cx="2743200" cy="465137"/>
        </p:xfrm>
        <a:graphic>
          <a:graphicData uri="http://schemas.openxmlformats.org/presentationml/2006/ole">
            <mc:AlternateContent xmlns:mc="http://schemas.openxmlformats.org/markup-compatibility/2006">
              <mc:Choice xmlns:v="urn:schemas-microsoft-com:vml" Requires="v">
                <p:oleObj spid="_x0000_s16551" name="Equation" r:id="rId4" imgW="1476496" imgH="238193" progId="Equation.DSMT4">
                  <p:embed/>
                </p:oleObj>
              </mc:Choice>
              <mc:Fallback>
                <p:oleObj name="Equation" r:id="rId4" imgW="1476496" imgH="23819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12988" y="3821114"/>
                        <a:ext cx="2743200" cy="465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1" name="Text Box 5"/>
          <p:cNvSpPr txBox="1">
            <a:spLocks noChangeArrowheads="1"/>
          </p:cNvSpPr>
          <p:nvPr/>
        </p:nvSpPr>
        <p:spPr bwMode="auto">
          <a:xfrm>
            <a:off x="1765301" y="1236664"/>
            <a:ext cx="277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分子磁矩</a:t>
            </a:r>
            <a:r>
              <a:rPr lang="en-US" altLang="zh-CN" b="1">
                <a:solidFill>
                  <a:srgbClr val="0000FF"/>
                </a:solidFill>
              </a:rPr>
              <a:t>=0</a:t>
            </a:r>
          </a:p>
        </p:txBody>
      </p:sp>
      <p:sp>
        <p:nvSpPr>
          <p:cNvPr id="39942" name="Text Box 6"/>
          <p:cNvSpPr txBox="1">
            <a:spLocks noChangeArrowheads="1"/>
          </p:cNvSpPr>
          <p:nvPr/>
        </p:nvSpPr>
        <p:spPr bwMode="auto">
          <a:xfrm>
            <a:off x="1866901" y="1833564"/>
            <a:ext cx="46275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a:solidFill>
                  <a:srgbClr val="FF0000"/>
                </a:solidFill>
              </a:rPr>
              <a:t>分子固有磁矩</a:t>
            </a:r>
            <a:r>
              <a:rPr lang="en-US" altLang="zh-CN" sz="2000" b="1">
                <a:solidFill>
                  <a:srgbClr val="FF0000"/>
                </a:solidFill>
              </a:rPr>
              <a:t>=</a:t>
            </a:r>
            <a:r>
              <a:rPr lang="zh-CN" altLang="en-US" sz="2000" b="1">
                <a:solidFill>
                  <a:srgbClr val="FF0000"/>
                </a:solidFill>
              </a:rPr>
              <a:t>电子轨道运动磁矩（彼此相反）</a:t>
            </a:r>
            <a:r>
              <a:rPr lang="en-US" altLang="zh-CN" sz="2000" b="1">
                <a:solidFill>
                  <a:srgbClr val="FF0000"/>
                </a:solidFill>
              </a:rPr>
              <a:t>+</a:t>
            </a:r>
            <a:r>
              <a:rPr lang="zh-CN" altLang="en-US" sz="2000" b="1">
                <a:solidFill>
                  <a:srgbClr val="FF0000"/>
                </a:solidFill>
              </a:rPr>
              <a:t>自旋运动磁矩（相反）</a:t>
            </a:r>
            <a:r>
              <a:rPr lang="en-US" altLang="zh-CN" sz="2000" b="1">
                <a:solidFill>
                  <a:srgbClr val="FF0000"/>
                </a:solidFill>
              </a:rPr>
              <a:t>=0</a:t>
            </a:r>
          </a:p>
        </p:txBody>
      </p:sp>
      <p:sp>
        <p:nvSpPr>
          <p:cNvPr id="39943" name="Text Box 7"/>
          <p:cNvSpPr txBox="1">
            <a:spLocks noChangeArrowheads="1"/>
          </p:cNvSpPr>
          <p:nvPr/>
        </p:nvSpPr>
        <p:spPr bwMode="auto">
          <a:xfrm>
            <a:off x="1866901" y="2697163"/>
            <a:ext cx="434816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磁场作用：分子感应磁矩（与磁场方向相反）</a:t>
            </a:r>
          </a:p>
        </p:txBody>
      </p:sp>
      <p:grpSp>
        <p:nvGrpSpPr>
          <p:cNvPr id="2" name="组合 1">
            <a:extLst>
              <a:ext uri="{FF2B5EF4-FFF2-40B4-BE49-F238E27FC236}">
                <a16:creationId xmlns:a16="http://schemas.microsoft.com/office/drawing/2014/main" id="{A1BBFECD-A80E-4BE6-9BCB-6351C8C981BA}"/>
              </a:ext>
            </a:extLst>
          </p:cNvPr>
          <p:cNvGrpSpPr/>
          <p:nvPr/>
        </p:nvGrpSpPr>
        <p:grpSpPr>
          <a:xfrm>
            <a:off x="7750175" y="850901"/>
            <a:ext cx="2254250" cy="2849563"/>
            <a:chOff x="6226175" y="850900"/>
            <a:chExt cx="2254250" cy="2849563"/>
          </a:xfrm>
        </p:grpSpPr>
        <p:graphicFrame>
          <p:nvGraphicFramePr>
            <p:cNvPr id="39940" name="Object 4"/>
            <p:cNvGraphicFramePr>
              <a:graphicFrameLocks noChangeAspect="1"/>
            </p:cNvGraphicFramePr>
            <p:nvPr>
              <p:extLst>
                <p:ext uri="{D42A27DB-BD31-4B8C-83A1-F6EECF244321}">
                  <p14:modId xmlns:p14="http://schemas.microsoft.com/office/powerpoint/2010/main" val="403567751"/>
                </p:ext>
              </p:extLst>
            </p:nvPr>
          </p:nvGraphicFramePr>
          <p:xfrm>
            <a:off x="7073900" y="2032000"/>
            <a:ext cx="279400" cy="255588"/>
          </p:xfrm>
          <a:graphic>
            <a:graphicData uri="http://schemas.openxmlformats.org/presentationml/2006/ole">
              <mc:AlternateContent xmlns:mc="http://schemas.openxmlformats.org/markup-compatibility/2006">
                <mc:Choice xmlns:v="urn:schemas-microsoft-com:vml" Requires="v">
                  <p:oleObj spid="_x0000_s16552" name="Equation" r:id="rId6" imgW="133337" imgH="123689" progId="Equation.DSMT4">
                    <p:embed/>
                  </p:oleObj>
                </mc:Choice>
                <mc:Fallback>
                  <p:oleObj name="Equation" r:id="rId6" imgW="133337" imgH="123689"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73900" y="2032000"/>
                          <a:ext cx="279400" cy="255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9944" name="Group 8"/>
            <p:cNvGrpSpPr>
              <a:grpSpLocks/>
            </p:cNvGrpSpPr>
            <p:nvPr/>
          </p:nvGrpSpPr>
          <p:grpSpPr bwMode="auto">
            <a:xfrm>
              <a:off x="6616700" y="850900"/>
              <a:ext cx="1587500" cy="2628900"/>
              <a:chOff x="4168" y="536"/>
              <a:chExt cx="1000" cy="1656"/>
            </a:xfrm>
          </p:grpSpPr>
          <p:grpSp>
            <p:nvGrpSpPr>
              <p:cNvPr id="39958" name="Group 9"/>
              <p:cNvGrpSpPr>
                <a:grpSpLocks/>
              </p:cNvGrpSpPr>
              <p:nvPr/>
            </p:nvGrpSpPr>
            <p:grpSpPr bwMode="auto">
              <a:xfrm>
                <a:off x="4312" y="1264"/>
                <a:ext cx="680" cy="376"/>
                <a:chOff x="4312" y="1264"/>
                <a:chExt cx="680" cy="376"/>
              </a:xfrm>
            </p:grpSpPr>
            <p:sp>
              <p:nvSpPr>
                <p:cNvPr id="39964" name="Oval 10"/>
                <p:cNvSpPr>
                  <a:spLocks noChangeArrowheads="1"/>
                </p:cNvSpPr>
                <p:nvPr/>
              </p:nvSpPr>
              <p:spPr bwMode="auto">
                <a:xfrm rot="1346440">
                  <a:off x="4344" y="1264"/>
                  <a:ext cx="648" cy="304"/>
                </a:xfrm>
                <a:prstGeom prst="ellipse">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39965" name="Group 11"/>
                <p:cNvGrpSpPr>
                  <a:grpSpLocks/>
                </p:cNvGrpSpPr>
                <p:nvPr/>
              </p:nvGrpSpPr>
              <p:grpSpPr bwMode="auto">
                <a:xfrm>
                  <a:off x="4312" y="1296"/>
                  <a:ext cx="648" cy="344"/>
                  <a:chOff x="4312" y="1296"/>
                  <a:chExt cx="648" cy="344"/>
                </a:xfrm>
              </p:grpSpPr>
              <p:grpSp>
                <p:nvGrpSpPr>
                  <p:cNvPr id="39966" name="Group 12"/>
                  <p:cNvGrpSpPr>
                    <a:grpSpLocks/>
                  </p:cNvGrpSpPr>
                  <p:nvPr/>
                </p:nvGrpSpPr>
                <p:grpSpPr bwMode="auto">
                  <a:xfrm>
                    <a:off x="4312" y="1296"/>
                    <a:ext cx="648" cy="320"/>
                    <a:chOff x="4312" y="1296"/>
                    <a:chExt cx="648" cy="320"/>
                  </a:xfrm>
                </p:grpSpPr>
                <p:sp>
                  <p:nvSpPr>
                    <p:cNvPr id="39968" name="Oval 13"/>
                    <p:cNvSpPr>
                      <a:spLocks noChangeArrowheads="1"/>
                    </p:cNvSpPr>
                    <p:nvPr/>
                  </p:nvSpPr>
                  <p:spPr bwMode="auto">
                    <a:xfrm rot="1346440">
                      <a:off x="4312" y="1312"/>
                      <a:ext cx="648" cy="304"/>
                    </a:xfrm>
                    <a:prstGeom prst="ellipse">
                      <a:avLst/>
                    </a:prstGeom>
                    <a:noFill/>
                    <a:ln w="12700">
                      <a:solidFill>
                        <a:srgbClr val="FF0000"/>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9969" name="Line 14"/>
                    <p:cNvSpPr>
                      <a:spLocks noChangeShapeType="1"/>
                    </p:cNvSpPr>
                    <p:nvPr/>
                  </p:nvSpPr>
                  <p:spPr bwMode="auto">
                    <a:xfrm flipH="1" flipV="1">
                      <a:off x="4792" y="1296"/>
                      <a:ext cx="136" cy="112"/>
                    </a:xfrm>
                    <a:prstGeom prst="line">
                      <a:avLst/>
                    </a:prstGeom>
                    <a:noFill/>
                    <a:ln w="12700" cap="sq">
                      <a:solidFill>
                        <a:srgbClr val="0000FF"/>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39967" name="Line 15"/>
                  <p:cNvSpPr>
                    <a:spLocks noChangeShapeType="1"/>
                  </p:cNvSpPr>
                  <p:nvPr/>
                </p:nvSpPr>
                <p:spPr bwMode="auto">
                  <a:xfrm flipH="1" flipV="1">
                    <a:off x="4520" y="1576"/>
                    <a:ext cx="144" cy="64"/>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39959" name="Line 16"/>
              <p:cNvSpPr>
                <a:spLocks noChangeShapeType="1"/>
              </p:cNvSpPr>
              <p:nvPr/>
            </p:nvSpPr>
            <p:spPr bwMode="auto">
              <a:xfrm flipH="1" flipV="1">
                <a:off x="4664" y="536"/>
                <a:ext cx="8" cy="1584"/>
              </a:xfrm>
              <a:prstGeom prst="line">
                <a:avLst/>
              </a:prstGeom>
              <a:noFill/>
              <a:ln w="12700">
                <a:solidFill>
                  <a:schemeClr val="tx1"/>
                </a:solidFill>
                <a:prstDash val="lgDashDotDot"/>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9960" name="Line 17"/>
              <p:cNvSpPr>
                <a:spLocks noChangeShapeType="1"/>
              </p:cNvSpPr>
              <p:nvPr/>
            </p:nvSpPr>
            <p:spPr bwMode="auto">
              <a:xfrm flipV="1">
                <a:off x="4168" y="848"/>
                <a:ext cx="960" cy="1152"/>
              </a:xfrm>
              <a:prstGeom prst="line">
                <a:avLst/>
              </a:prstGeom>
              <a:noFill/>
              <a:ln w="12700">
                <a:solidFill>
                  <a:schemeClr val="accent1"/>
                </a:solidFill>
                <a:prstDash val="lgDashDotDot"/>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9961" name="Line 18"/>
              <p:cNvSpPr>
                <a:spLocks noChangeShapeType="1"/>
              </p:cNvSpPr>
              <p:nvPr/>
            </p:nvSpPr>
            <p:spPr bwMode="auto">
              <a:xfrm flipV="1">
                <a:off x="4216" y="872"/>
                <a:ext cx="952" cy="1160"/>
              </a:xfrm>
              <a:prstGeom prst="line">
                <a:avLst/>
              </a:prstGeom>
              <a:noFill/>
              <a:ln w="12700">
                <a:solidFill>
                  <a:srgbClr val="FF0000"/>
                </a:solidFill>
                <a:prstDash val="lgDashDotDot"/>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9962" name="Oval 19"/>
              <p:cNvSpPr>
                <a:spLocks noChangeArrowheads="1"/>
              </p:cNvSpPr>
              <p:nvPr/>
            </p:nvSpPr>
            <p:spPr bwMode="auto">
              <a:xfrm>
                <a:off x="4224" y="688"/>
                <a:ext cx="872" cy="320"/>
              </a:xfrm>
              <a:prstGeom prst="ellipse">
                <a:avLst/>
              </a:prstGeom>
              <a:noFill/>
              <a:ln w="12700" cap="sq">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9963" name="Oval 20"/>
              <p:cNvSpPr>
                <a:spLocks noChangeArrowheads="1"/>
              </p:cNvSpPr>
              <p:nvPr/>
            </p:nvSpPr>
            <p:spPr bwMode="auto">
              <a:xfrm>
                <a:off x="4232" y="1872"/>
                <a:ext cx="872" cy="32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39945" name="Line 21"/>
            <p:cNvSpPr>
              <a:spLocks noChangeShapeType="1"/>
            </p:cNvSpPr>
            <p:nvPr/>
          </p:nvSpPr>
          <p:spPr bwMode="auto">
            <a:xfrm>
              <a:off x="7404100" y="2286000"/>
              <a:ext cx="469900" cy="190500"/>
            </a:xfrm>
            <a:prstGeom prst="line">
              <a:avLst/>
            </a:prstGeom>
            <a:noFill/>
            <a:ln w="12700" cap="sq">
              <a:solidFill>
                <a:srgbClr val="0000FF"/>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9946" name="Text Box 22"/>
            <p:cNvSpPr txBox="1">
              <a:spLocks noChangeArrowheads="1"/>
            </p:cNvSpPr>
            <p:nvPr/>
          </p:nvSpPr>
          <p:spPr bwMode="auto">
            <a:xfrm>
              <a:off x="7550150" y="2085975"/>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800">
                  <a:solidFill>
                    <a:srgbClr val="0000FF"/>
                  </a:solidFill>
                </a:rPr>
                <a:t>r</a:t>
              </a:r>
            </a:p>
          </p:txBody>
        </p:sp>
        <p:sp>
          <p:nvSpPr>
            <p:cNvPr id="39947" name="Text Box 23"/>
            <p:cNvSpPr txBox="1">
              <a:spLocks noChangeArrowheads="1"/>
            </p:cNvSpPr>
            <p:nvPr/>
          </p:nvSpPr>
          <p:spPr bwMode="auto">
            <a:xfrm>
              <a:off x="7677150" y="1933575"/>
              <a:ext cx="463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800">
                  <a:solidFill>
                    <a:srgbClr val="0000FF"/>
                  </a:solidFill>
                </a:rPr>
                <a:t>-e</a:t>
              </a:r>
            </a:p>
          </p:txBody>
        </p:sp>
        <p:sp>
          <p:nvSpPr>
            <p:cNvPr id="39948" name="Text Box 24"/>
            <p:cNvSpPr txBox="1">
              <a:spLocks noChangeArrowheads="1"/>
            </p:cNvSpPr>
            <p:nvPr/>
          </p:nvSpPr>
          <p:spPr bwMode="auto">
            <a:xfrm>
              <a:off x="7016750" y="2466975"/>
              <a:ext cx="463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800">
                  <a:solidFill>
                    <a:srgbClr val="FF0000"/>
                  </a:solidFill>
                </a:rPr>
                <a:t>-e</a:t>
              </a:r>
            </a:p>
          </p:txBody>
        </p:sp>
        <p:graphicFrame>
          <p:nvGraphicFramePr>
            <p:cNvPr id="39949" name="Object 25"/>
            <p:cNvGraphicFramePr>
              <a:graphicFrameLocks noChangeAspect="1"/>
            </p:cNvGraphicFramePr>
            <p:nvPr>
              <p:extLst>
                <p:ext uri="{D42A27DB-BD31-4B8C-83A1-F6EECF244321}">
                  <p14:modId xmlns:p14="http://schemas.microsoft.com/office/powerpoint/2010/main" val="2848190404"/>
                </p:ext>
              </p:extLst>
            </p:nvPr>
          </p:nvGraphicFramePr>
          <p:xfrm>
            <a:off x="8150225" y="908050"/>
            <a:ext cx="209550" cy="395288"/>
          </p:xfrm>
          <a:graphic>
            <a:graphicData uri="http://schemas.openxmlformats.org/presentationml/2006/ole">
              <mc:AlternateContent xmlns:mc="http://schemas.openxmlformats.org/markup-compatibility/2006">
                <mc:Choice xmlns:v="urn:schemas-microsoft-com:vml" Requires="v">
                  <p:oleObj spid="_x0000_s16553" name="Equation" r:id="rId8" imgW="95110" imgH="199923" progId="Equation.DSMT4">
                    <p:embed/>
                  </p:oleObj>
                </mc:Choice>
                <mc:Fallback>
                  <p:oleObj name="Equation" r:id="rId8" imgW="95110" imgH="199923"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50225" y="908050"/>
                          <a:ext cx="209550"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50" name="Object 26"/>
            <p:cNvGraphicFramePr>
              <a:graphicFrameLocks noChangeAspect="1"/>
            </p:cNvGraphicFramePr>
            <p:nvPr>
              <p:extLst>
                <p:ext uri="{D42A27DB-BD31-4B8C-83A1-F6EECF244321}">
                  <p14:modId xmlns:p14="http://schemas.microsoft.com/office/powerpoint/2010/main" val="4047190528"/>
                </p:ext>
              </p:extLst>
            </p:nvPr>
          </p:nvGraphicFramePr>
          <p:xfrm>
            <a:off x="8131175" y="1393825"/>
            <a:ext cx="349250" cy="441325"/>
          </p:xfrm>
          <a:graphic>
            <a:graphicData uri="http://schemas.openxmlformats.org/presentationml/2006/ole">
              <mc:AlternateContent xmlns:mc="http://schemas.openxmlformats.org/markup-compatibility/2006">
                <mc:Choice xmlns:v="urn:schemas-microsoft-com:vml" Requires="v">
                  <p:oleObj spid="_x0000_s16554" name="Equation" r:id="rId10" imgW="171565" imgH="219211" progId="Equation.DSMT4">
                    <p:embed/>
                  </p:oleObj>
                </mc:Choice>
                <mc:Fallback>
                  <p:oleObj name="Equation" r:id="rId10" imgW="171565" imgH="219211"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31175" y="1393825"/>
                          <a:ext cx="349250"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51" name="Object 27"/>
            <p:cNvGraphicFramePr>
              <a:graphicFrameLocks noChangeAspect="1"/>
            </p:cNvGraphicFramePr>
            <p:nvPr>
              <p:extLst>
                <p:ext uri="{D42A27DB-BD31-4B8C-83A1-F6EECF244321}">
                  <p14:modId xmlns:p14="http://schemas.microsoft.com/office/powerpoint/2010/main" val="1375047534"/>
                </p:ext>
              </p:extLst>
            </p:nvPr>
          </p:nvGraphicFramePr>
          <p:xfrm>
            <a:off x="6226175" y="2941638"/>
            <a:ext cx="349250" cy="419100"/>
          </p:xfrm>
          <a:graphic>
            <a:graphicData uri="http://schemas.openxmlformats.org/presentationml/2006/ole">
              <mc:AlternateContent xmlns:mc="http://schemas.openxmlformats.org/markup-compatibility/2006">
                <mc:Choice xmlns:v="urn:schemas-microsoft-com:vml" Requires="v">
                  <p:oleObj spid="_x0000_s16555" name="Equation" r:id="rId12" imgW="171565" imgH="209414" progId="Equation.DSMT4">
                    <p:embed/>
                  </p:oleObj>
                </mc:Choice>
                <mc:Fallback>
                  <p:oleObj name="Equation" r:id="rId12" imgW="171565" imgH="209414"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26175" y="2941638"/>
                          <a:ext cx="34925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52" name="Object 28"/>
            <p:cNvGraphicFramePr>
              <a:graphicFrameLocks noChangeAspect="1"/>
            </p:cNvGraphicFramePr>
            <p:nvPr>
              <p:extLst>
                <p:ext uri="{D42A27DB-BD31-4B8C-83A1-F6EECF244321}">
                  <p14:modId xmlns:p14="http://schemas.microsoft.com/office/powerpoint/2010/main" val="2791627930"/>
                </p:ext>
              </p:extLst>
            </p:nvPr>
          </p:nvGraphicFramePr>
          <p:xfrm>
            <a:off x="6600825" y="3236913"/>
            <a:ext cx="209550" cy="463550"/>
          </p:xfrm>
          <a:graphic>
            <a:graphicData uri="http://schemas.openxmlformats.org/presentationml/2006/ole">
              <mc:AlternateContent xmlns:mc="http://schemas.openxmlformats.org/markup-compatibility/2006">
                <mc:Choice xmlns:v="urn:schemas-microsoft-com:vml" Requires="v">
                  <p:oleObj spid="_x0000_s16556" name="Equation" r:id="rId14" imgW="95110" imgH="238193" progId="Equation.DSMT4">
                    <p:embed/>
                  </p:oleObj>
                </mc:Choice>
                <mc:Fallback>
                  <p:oleObj name="Equation" r:id="rId14" imgW="95110" imgH="238193"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600825" y="3236913"/>
                          <a:ext cx="20955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9953" name="Object 29"/>
          <p:cNvGraphicFramePr>
            <a:graphicFrameLocks noChangeAspect="1"/>
          </p:cNvGraphicFramePr>
          <p:nvPr/>
        </p:nvGraphicFramePr>
        <p:xfrm>
          <a:off x="2011364" y="4278314"/>
          <a:ext cx="3324225" cy="720725"/>
        </p:xfrm>
        <a:graphic>
          <a:graphicData uri="http://schemas.openxmlformats.org/presentationml/2006/ole">
            <mc:AlternateContent xmlns:mc="http://schemas.openxmlformats.org/markup-compatibility/2006">
              <mc:Choice xmlns:v="urn:schemas-microsoft-com:vml" Requires="v">
                <p:oleObj spid="_x0000_s16557" name="Equation" r:id="rId16" imgW="1800359" imgH="371373" progId="Equation.DSMT4">
                  <p:embed/>
                </p:oleObj>
              </mc:Choice>
              <mc:Fallback>
                <p:oleObj name="Equation" r:id="rId16" imgW="1800359" imgH="371373"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11364" y="4278314"/>
                        <a:ext cx="3324225"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54" name="Object 30"/>
          <p:cNvGraphicFramePr>
            <a:graphicFrameLocks noChangeAspect="1"/>
          </p:cNvGraphicFramePr>
          <p:nvPr/>
        </p:nvGraphicFramePr>
        <p:xfrm>
          <a:off x="5767389" y="4278314"/>
          <a:ext cx="2998787" cy="720725"/>
        </p:xfrm>
        <a:graphic>
          <a:graphicData uri="http://schemas.openxmlformats.org/presentationml/2006/ole">
            <mc:AlternateContent xmlns:mc="http://schemas.openxmlformats.org/markup-compatibility/2006">
              <mc:Choice xmlns:v="urn:schemas-microsoft-com:vml" Requires="v">
                <p:oleObj spid="_x0000_s16558" name="Equation" r:id="rId18" imgW="1619314" imgH="371373" progId="Equation.DSMT4">
                  <p:embed/>
                </p:oleObj>
              </mc:Choice>
              <mc:Fallback>
                <p:oleObj name="Equation" r:id="rId18" imgW="1619314" imgH="371373"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767389" y="4278314"/>
                        <a:ext cx="2998787"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55" name="Object 31"/>
          <p:cNvGraphicFramePr>
            <a:graphicFrameLocks noChangeAspect="1"/>
          </p:cNvGraphicFramePr>
          <p:nvPr/>
        </p:nvGraphicFramePr>
        <p:xfrm>
          <a:off x="2192339" y="5106989"/>
          <a:ext cx="1487487" cy="790575"/>
        </p:xfrm>
        <a:graphic>
          <a:graphicData uri="http://schemas.openxmlformats.org/presentationml/2006/ole">
            <mc:AlternateContent xmlns:mc="http://schemas.openxmlformats.org/markup-compatibility/2006">
              <mc:Choice xmlns:v="urn:schemas-microsoft-com:vml" Requires="v">
                <p:oleObj spid="_x0000_s16559" name="Equation" r:id="rId20" imgW="790543" imgH="409643" progId="Equation.DSMT4">
                  <p:embed/>
                </p:oleObj>
              </mc:Choice>
              <mc:Fallback>
                <p:oleObj name="Equation" r:id="rId20" imgW="790543" imgH="409643"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192339" y="5106989"/>
                        <a:ext cx="1487487" cy="79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56" name="Object 32"/>
          <p:cNvGraphicFramePr>
            <a:graphicFrameLocks noChangeAspect="1"/>
          </p:cNvGraphicFramePr>
          <p:nvPr/>
        </p:nvGraphicFramePr>
        <p:xfrm>
          <a:off x="4191001" y="5081589"/>
          <a:ext cx="4905375" cy="790575"/>
        </p:xfrm>
        <a:graphic>
          <a:graphicData uri="http://schemas.openxmlformats.org/presentationml/2006/ole">
            <mc:AlternateContent xmlns:mc="http://schemas.openxmlformats.org/markup-compatibility/2006">
              <mc:Choice xmlns:v="urn:schemas-microsoft-com:vml" Requires="v">
                <p:oleObj spid="_x0000_s16560" name="Equation" r:id="rId22" imgW="2657571" imgH="409643" progId="Equation.DSMT4">
                  <p:embed/>
                </p:oleObj>
              </mc:Choice>
              <mc:Fallback>
                <p:oleObj name="Equation" r:id="rId22" imgW="2657571" imgH="409643"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191001" y="5081589"/>
                        <a:ext cx="4905375" cy="79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57" name="Object 33"/>
          <p:cNvGraphicFramePr>
            <a:graphicFrameLocks noChangeAspect="1"/>
          </p:cNvGraphicFramePr>
          <p:nvPr/>
        </p:nvGraphicFramePr>
        <p:xfrm>
          <a:off x="3109913" y="5832475"/>
          <a:ext cx="3486150" cy="838200"/>
        </p:xfrm>
        <a:graphic>
          <a:graphicData uri="http://schemas.openxmlformats.org/presentationml/2006/ole">
            <mc:AlternateContent xmlns:mc="http://schemas.openxmlformats.org/markup-compatibility/2006">
              <mc:Choice xmlns:v="urn:schemas-microsoft-com:vml" Requires="v">
                <p:oleObj spid="_x0000_s16561" name="Equation" r:id="rId24" imgW="1885988" imgH="438116" progId="Equation.DSMT4">
                  <p:embed/>
                </p:oleObj>
              </mc:Choice>
              <mc:Fallback>
                <p:oleObj name="Equation" r:id="rId24" imgW="1885988" imgH="438116" progId="Equation.DSMT4">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109913" y="5832475"/>
                        <a:ext cx="348615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011303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86" name="Object 2"/>
          <p:cNvGraphicFramePr>
            <a:graphicFrameLocks noChangeAspect="1"/>
          </p:cNvGraphicFramePr>
          <p:nvPr/>
        </p:nvGraphicFramePr>
        <p:xfrm>
          <a:off x="2084388" y="1814514"/>
          <a:ext cx="2743200" cy="465137"/>
        </p:xfrm>
        <a:graphic>
          <a:graphicData uri="http://schemas.openxmlformats.org/presentationml/2006/ole">
            <mc:AlternateContent xmlns:mc="http://schemas.openxmlformats.org/markup-compatibility/2006">
              <mc:Choice xmlns:v="urn:schemas-microsoft-com:vml" Requires="v">
                <p:oleObj spid="_x0000_s17590" name="Equation" r:id="rId4" imgW="1476496" imgH="238193" progId="Equation.DSMT4">
                  <p:embed/>
                </p:oleObj>
              </mc:Choice>
              <mc:Fallback>
                <p:oleObj name="Equation" r:id="rId4" imgW="1476496" imgH="23819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84388" y="1814514"/>
                        <a:ext cx="2743200" cy="465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87" name="Object 3"/>
          <p:cNvGraphicFramePr>
            <a:graphicFrameLocks noChangeAspect="1"/>
          </p:cNvGraphicFramePr>
          <p:nvPr/>
        </p:nvGraphicFramePr>
        <p:xfrm>
          <a:off x="8597900" y="2032000"/>
          <a:ext cx="279400" cy="255588"/>
        </p:xfrm>
        <a:graphic>
          <a:graphicData uri="http://schemas.openxmlformats.org/presentationml/2006/ole">
            <mc:AlternateContent xmlns:mc="http://schemas.openxmlformats.org/markup-compatibility/2006">
              <mc:Choice xmlns:v="urn:schemas-microsoft-com:vml" Requires="v">
                <p:oleObj spid="_x0000_s17591" name="Equation" r:id="rId6" imgW="133337" imgH="123689" progId="Equation.DSMT4">
                  <p:embed/>
                </p:oleObj>
              </mc:Choice>
              <mc:Fallback>
                <p:oleObj name="Equation" r:id="rId6" imgW="133337" imgH="123689"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97900" y="2032000"/>
                        <a:ext cx="279400" cy="255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988" name="Text Box 4"/>
          <p:cNvSpPr txBox="1">
            <a:spLocks noChangeArrowheads="1"/>
          </p:cNvSpPr>
          <p:nvPr/>
        </p:nvSpPr>
        <p:spPr bwMode="auto">
          <a:xfrm>
            <a:off x="1854201" y="588963"/>
            <a:ext cx="434816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磁场作用：分子感应磁矩（与磁场方向相反）</a:t>
            </a:r>
          </a:p>
        </p:txBody>
      </p:sp>
      <p:grpSp>
        <p:nvGrpSpPr>
          <p:cNvPr id="41989" name="Group 5"/>
          <p:cNvGrpSpPr>
            <a:grpSpLocks/>
          </p:cNvGrpSpPr>
          <p:nvPr/>
        </p:nvGrpSpPr>
        <p:grpSpPr bwMode="auto">
          <a:xfrm>
            <a:off x="8140700" y="850900"/>
            <a:ext cx="1587500" cy="2628900"/>
            <a:chOff x="4168" y="536"/>
            <a:chExt cx="1000" cy="1656"/>
          </a:xfrm>
        </p:grpSpPr>
        <p:grpSp>
          <p:nvGrpSpPr>
            <p:cNvPr id="42006" name="Group 6"/>
            <p:cNvGrpSpPr>
              <a:grpSpLocks/>
            </p:cNvGrpSpPr>
            <p:nvPr/>
          </p:nvGrpSpPr>
          <p:grpSpPr bwMode="auto">
            <a:xfrm>
              <a:off x="4312" y="1264"/>
              <a:ext cx="680" cy="376"/>
              <a:chOff x="4312" y="1264"/>
              <a:chExt cx="680" cy="376"/>
            </a:xfrm>
          </p:grpSpPr>
          <p:sp>
            <p:nvSpPr>
              <p:cNvPr id="42012" name="Oval 7"/>
              <p:cNvSpPr>
                <a:spLocks noChangeArrowheads="1"/>
              </p:cNvSpPr>
              <p:nvPr/>
            </p:nvSpPr>
            <p:spPr bwMode="auto">
              <a:xfrm rot="1346440">
                <a:off x="4344" y="1264"/>
                <a:ext cx="648" cy="304"/>
              </a:xfrm>
              <a:prstGeom prst="ellipse">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42013" name="Group 8"/>
              <p:cNvGrpSpPr>
                <a:grpSpLocks/>
              </p:cNvGrpSpPr>
              <p:nvPr/>
            </p:nvGrpSpPr>
            <p:grpSpPr bwMode="auto">
              <a:xfrm>
                <a:off x="4312" y="1296"/>
                <a:ext cx="648" cy="344"/>
                <a:chOff x="4312" y="1296"/>
                <a:chExt cx="648" cy="344"/>
              </a:xfrm>
            </p:grpSpPr>
            <p:grpSp>
              <p:nvGrpSpPr>
                <p:cNvPr id="42014" name="Group 9"/>
                <p:cNvGrpSpPr>
                  <a:grpSpLocks/>
                </p:cNvGrpSpPr>
                <p:nvPr/>
              </p:nvGrpSpPr>
              <p:grpSpPr bwMode="auto">
                <a:xfrm>
                  <a:off x="4312" y="1296"/>
                  <a:ext cx="648" cy="320"/>
                  <a:chOff x="4312" y="1296"/>
                  <a:chExt cx="648" cy="320"/>
                </a:xfrm>
              </p:grpSpPr>
              <p:sp>
                <p:nvSpPr>
                  <p:cNvPr id="42016" name="Oval 10"/>
                  <p:cNvSpPr>
                    <a:spLocks noChangeArrowheads="1"/>
                  </p:cNvSpPr>
                  <p:nvPr/>
                </p:nvSpPr>
                <p:spPr bwMode="auto">
                  <a:xfrm rot="1346440">
                    <a:off x="4312" y="1312"/>
                    <a:ext cx="648" cy="304"/>
                  </a:xfrm>
                  <a:prstGeom prst="ellipse">
                    <a:avLst/>
                  </a:prstGeom>
                  <a:noFill/>
                  <a:ln w="12700">
                    <a:solidFill>
                      <a:srgbClr val="FF0000"/>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42017" name="Line 11"/>
                  <p:cNvSpPr>
                    <a:spLocks noChangeShapeType="1"/>
                  </p:cNvSpPr>
                  <p:nvPr/>
                </p:nvSpPr>
                <p:spPr bwMode="auto">
                  <a:xfrm flipH="1" flipV="1">
                    <a:off x="4792" y="1296"/>
                    <a:ext cx="136" cy="112"/>
                  </a:xfrm>
                  <a:prstGeom prst="line">
                    <a:avLst/>
                  </a:prstGeom>
                  <a:noFill/>
                  <a:ln w="12700" cap="sq">
                    <a:solidFill>
                      <a:srgbClr val="0000FF"/>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42015" name="Line 12"/>
                <p:cNvSpPr>
                  <a:spLocks noChangeShapeType="1"/>
                </p:cNvSpPr>
                <p:nvPr/>
              </p:nvSpPr>
              <p:spPr bwMode="auto">
                <a:xfrm flipH="1" flipV="1">
                  <a:off x="4520" y="1576"/>
                  <a:ext cx="144" cy="64"/>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42007" name="Line 13"/>
            <p:cNvSpPr>
              <a:spLocks noChangeShapeType="1"/>
            </p:cNvSpPr>
            <p:nvPr/>
          </p:nvSpPr>
          <p:spPr bwMode="auto">
            <a:xfrm flipH="1" flipV="1">
              <a:off x="4664" y="536"/>
              <a:ext cx="8" cy="1584"/>
            </a:xfrm>
            <a:prstGeom prst="line">
              <a:avLst/>
            </a:prstGeom>
            <a:noFill/>
            <a:ln w="12700">
              <a:solidFill>
                <a:schemeClr val="tx1"/>
              </a:solidFill>
              <a:prstDash val="lgDashDotDot"/>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2008" name="Line 14"/>
            <p:cNvSpPr>
              <a:spLocks noChangeShapeType="1"/>
            </p:cNvSpPr>
            <p:nvPr/>
          </p:nvSpPr>
          <p:spPr bwMode="auto">
            <a:xfrm flipV="1">
              <a:off x="4168" y="848"/>
              <a:ext cx="960" cy="1152"/>
            </a:xfrm>
            <a:prstGeom prst="line">
              <a:avLst/>
            </a:prstGeom>
            <a:noFill/>
            <a:ln w="12700">
              <a:solidFill>
                <a:schemeClr val="accent1"/>
              </a:solidFill>
              <a:prstDash val="lgDashDotDot"/>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009" name="Line 15"/>
            <p:cNvSpPr>
              <a:spLocks noChangeShapeType="1"/>
            </p:cNvSpPr>
            <p:nvPr/>
          </p:nvSpPr>
          <p:spPr bwMode="auto">
            <a:xfrm flipV="1">
              <a:off x="4216" y="872"/>
              <a:ext cx="952" cy="1160"/>
            </a:xfrm>
            <a:prstGeom prst="line">
              <a:avLst/>
            </a:prstGeom>
            <a:noFill/>
            <a:ln w="12700">
              <a:solidFill>
                <a:srgbClr val="FF0000"/>
              </a:solidFill>
              <a:prstDash val="lgDashDotDot"/>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010" name="Oval 16"/>
            <p:cNvSpPr>
              <a:spLocks noChangeArrowheads="1"/>
            </p:cNvSpPr>
            <p:nvPr/>
          </p:nvSpPr>
          <p:spPr bwMode="auto">
            <a:xfrm>
              <a:off x="4224" y="688"/>
              <a:ext cx="872" cy="320"/>
            </a:xfrm>
            <a:prstGeom prst="ellipse">
              <a:avLst/>
            </a:prstGeom>
            <a:noFill/>
            <a:ln w="12700" cap="sq">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42011" name="Oval 17"/>
            <p:cNvSpPr>
              <a:spLocks noChangeArrowheads="1"/>
            </p:cNvSpPr>
            <p:nvPr/>
          </p:nvSpPr>
          <p:spPr bwMode="auto">
            <a:xfrm>
              <a:off x="4232" y="1872"/>
              <a:ext cx="872" cy="32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41990" name="Line 18"/>
          <p:cNvSpPr>
            <a:spLocks noChangeShapeType="1"/>
          </p:cNvSpPr>
          <p:nvPr/>
        </p:nvSpPr>
        <p:spPr bwMode="auto">
          <a:xfrm>
            <a:off x="8928100" y="2286000"/>
            <a:ext cx="469900" cy="190500"/>
          </a:xfrm>
          <a:prstGeom prst="line">
            <a:avLst/>
          </a:prstGeom>
          <a:noFill/>
          <a:ln w="12700" cap="sq">
            <a:solidFill>
              <a:srgbClr val="0000FF"/>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1991" name="Text Box 19"/>
          <p:cNvSpPr txBox="1">
            <a:spLocks noChangeArrowheads="1"/>
          </p:cNvSpPr>
          <p:nvPr/>
        </p:nvSpPr>
        <p:spPr bwMode="auto">
          <a:xfrm>
            <a:off x="9074150" y="2085976"/>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800">
                <a:solidFill>
                  <a:srgbClr val="0000FF"/>
                </a:solidFill>
              </a:rPr>
              <a:t>r</a:t>
            </a:r>
          </a:p>
        </p:txBody>
      </p:sp>
      <p:sp>
        <p:nvSpPr>
          <p:cNvPr id="41992" name="Text Box 20"/>
          <p:cNvSpPr txBox="1">
            <a:spLocks noChangeArrowheads="1"/>
          </p:cNvSpPr>
          <p:nvPr/>
        </p:nvSpPr>
        <p:spPr bwMode="auto">
          <a:xfrm>
            <a:off x="9201150" y="1933576"/>
            <a:ext cx="463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800">
                <a:solidFill>
                  <a:srgbClr val="0000FF"/>
                </a:solidFill>
              </a:rPr>
              <a:t>-e</a:t>
            </a:r>
          </a:p>
        </p:txBody>
      </p:sp>
      <p:sp>
        <p:nvSpPr>
          <p:cNvPr id="41993" name="Text Box 21"/>
          <p:cNvSpPr txBox="1">
            <a:spLocks noChangeArrowheads="1"/>
          </p:cNvSpPr>
          <p:nvPr/>
        </p:nvSpPr>
        <p:spPr bwMode="auto">
          <a:xfrm>
            <a:off x="8540750" y="2466976"/>
            <a:ext cx="463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800">
                <a:solidFill>
                  <a:srgbClr val="FF0000"/>
                </a:solidFill>
              </a:rPr>
              <a:t>-e</a:t>
            </a:r>
          </a:p>
        </p:txBody>
      </p:sp>
      <p:graphicFrame>
        <p:nvGraphicFramePr>
          <p:cNvPr id="41994" name="Object 22"/>
          <p:cNvGraphicFramePr>
            <a:graphicFrameLocks noChangeAspect="1"/>
          </p:cNvGraphicFramePr>
          <p:nvPr/>
        </p:nvGraphicFramePr>
        <p:xfrm>
          <a:off x="9674225" y="908050"/>
          <a:ext cx="209550" cy="395288"/>
        </p:xfrm>
        <a:graphic>
          <a:graphicData uri="http://schemas.openxmlformats.org/presentationml/2006/ole">
            <mc:AlternateContent xmlns:mc="http://schemas.openxmlformats.org/markup-compatibility/2006">
              <mc:Choice xmlns:v="urn:schemas-microsoft-com:vml" Requires="v">
                <p:oleObj spid="_x0000_s17592" name="Equation" r:id="rId8" imgW="95110" imgH="199923" progId="Equation.DSMT4">
                  <p:embed/>
                </p:oleObj>
              </mc:Choice>
              <mc:Fallback>
                <p:oleObj name="Equation" r:id="rId8" imgW="95110" imgH="199923"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674225" y="908050"/>
                        <a:ext cx="209550"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5" name="Object 23"/>
          <p:cNvGraphicFramePr>
            <a:graphicFrameLocks noChangeAspect="1"/>
          </p:cNvGraphicFramePr>
          <p:nvPr/>
        </p:nvGraphicFramePr>
        <p:xfrm>
          <a:off x="9655175" y="1393826"/>
          <a:ext cx="349250" cy="441325"/>
        </p:xfrm>
        <a:graphic>
          <a:graphicData uri="http://schemas.openxmlformats.org/presentationml/2006/ole">
            <mc:AlternateContent xmlns:mc="http://schemas.openxmlformats.org/markup-compatibility/2006">
              <mc:Choice xmlns:v="urn:schemas-microsoft-com:vml" Requires="v">
                <p:oleObj spid="_x0000_s17593" name="Equation" r:id="rId10" imgW="171565" imgH="219211" progId="Equation.DSMT4">
                  <p:embed/>
                </p:oleObj>
              </mc:Choice>
              <mc:Fallback>
                <p:oleObj name="Equation" r:id="rId10" imgW="171565" imgH="219211"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655175" y="1393826"/>
                        <a:ext cx="349250"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6" name="Object 24"/>
          <p:cNvGraphicFramePr>
            <a:graphicFrameLocks noChangeAspect="1"/>
          </p:cNvGraphicFramePr>
          <p:nvPr/>
        </p:nvGraphicFramePr>
        <p:xfrm>
          <a:off x="7750175" y="2941638"/>
          <a:ext cx="349250" cy="419100"/>
        </p:xfrm>
        <a:graphic>
          <a:graphicData uri="http://schemas.openxmlformats.org/presentationml/2006/ole">
            <mc:AlternateContent xmlns:mc="http://schemas.openxmlformats.org/markup-compatibility/2006">
              <mc:Choice xmlns:v="urn:schemas-microsoft-com:vml" Requires="v">
                <p:oleObj spid="_x0000_s17594" name="Equation" r:id="rId12" imgW="171565" imgH="209414" progId="Equation.DSMT4">
                  <p:embed/>
                </p:oleObj>
              </mc:Choice>
              <mc:Fallback>
                <p:oleObj name="Equation" r:id="rId12" imgW="171565" imgH="209414"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50175" y="2941638"/>
                        <a:ext cx="34925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7" name="Object 25"/>
          <p:cNvGraphicFramePr>
            <a:graphicFrameLocks noChangeAspect="1"/>
          </p:cNvGraphicFramePr>
          <p:nvPr/>
        </p:nvGraphicFramePr>
        <p:xfrm>
          <a:off x="8124825" y="3236913"/>
          <a:ext cx="209550" cy="463550"/>
        </p:xfrm>
        <a:graphic>
          <a:graphicData uri="http://schemas.openxmlformats.org/presentationml/2006/ole">
            <mc:AlternateContent xmlns:mc="http://schemas.openxmlformats.org/markup-compatibility/2006">
              <mc:Choice xmlns:v="urn:schemas-microsoft-com:vml" Requires="v">
                <p:oleObj spid="_x0000_s17595" name="Equation" r:id="rId14" imgW="95110" imgH="238193" progId="Equation.DSMT4">
                  <p:embed/>
                </p:oleObj>
              </mc:Choice>
              <mc:Fallback>
                <p:oleObj name="Equation" r:id="rId14" imgW="95110" imgH="238193"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124825" y="3236913"/>
                        <a:ext cx="20955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8" name="Object 26"/>
          <p:cNvGraphicFramePr>
            <a:graphicFrameLocks noChangeAspect="1"/>
          </p:cNvGraphicFramePr>
          <p:nvPr/>
        </p:nvGraphicFramePr>
        <p:xfrm>
          <a:off x="2095501" y="2309814"/>
          <a:ext cx="1579563" cy="720725"/>
        </p:xfrm>
        <a:graphic>
          <a:graphicData uri="http://schemas.openxmlformats.org/presentationml/2006/ole">
            <mc:AlternateContent xmlns:mc="http://schemas.openxmlformats.org/markup-compatibility/2006">
              <mc:Choice xmlns:v="urn:schemas-microsoft-com:vml" Requires="v">
                <p:oleObj spid="_x0000_s17596" name="Equation" r:id="rId16" imgW="847731" imgH="371373" progId="Equation.DSMT4">
                  <p:embed/>
                </p:oleObj>
              </mc:Choice>
              <mc:Fallback>
                <p:oleObj name="Equation" r:id="rId16" imgW="847731" imgH="371373"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95501" y="2309814"/>
                        <a:ext cx="1579563"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9" name="Object 27"/>
          <p:cNvGraphicFramePr>
            <a:graphicFrameLocks noChangeAspect="1"/>
          </p:cNvGraphicFramePr>
          <p:nvPr/>
        </p:nvGraphicFramePr>
        <p:xfrm>
          <a:off x="3975100" y="2274889"/>
          <a:ext cx="1487488" cy="790575"/>
        </p:xfrm>
        <a:graphic>
          <a:graphicData uri="http://schemas.openxmlformats.org/presentationml/2006/ole">
            <mc:AlternateContent xmlns:mc="http://schemas.openxmlformats.org/markup-compatibility/2006">
              <mc:Choice xmlns:v="urn:schemas-microsoft-com:vml" Requires="v">
                <p:oleObj spid="_x0000_s17597" name="Equation" r:id="rId18" imgW="790543" imgH="409643" progId="Equation.DSMT4">
                  <p:embed/>
                </p:oleObj>
              </mc:Choice>
              <mc:Fallback>
                <p:oleObj name="Equation" r:id="rId18" imgW="790543" imgH="409643"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975100" y="2274889"/>
                        <a:ext cx="1487488" cy="79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00" name="Object 28"/>
          <p:cNvGraphicFramePr>
            <a:graphicFrameLocks noChangeAspect="1"/>
          </p:cNvGraphicFramePr>
          <p:nvPr/>
        </p:nvGraphicFramePr>
        <p:xfrm>
          <a:off x="1700213" y="2947989"/>
          <a:ext cx="2417762" cy="790575"/>
        </p:xfrm>
        <a:graphic>
          <a:graphicData uri="http://schemas.openxmlformats.org/presentationml/2006/ole">
            <mc:AlternateContent xmlns:mc="http://schemas.openxmlformats.org/markup-compatibility/2006">
              <mc:Choice xmlns:v="urn:schemas-microsoft-com:vml" Requires="v">
                <p:oleObj spid="_x0000_s17598" name="Equation" r:id="rId20" imgW="1304931" imgH="409643" progId="Equation.DSMT4">
                  <p:embed/>
                </p:oleObj>
              </mc:Choice>
              <mc:Fallback>
                <p:oleObj name="Equation" r:id="rId20" imgW="1304931" imgH="409643"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700213" y="2947989"/>
                        <a:ext cx="2417762" cy="79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01" name="Object 29"/>
          <p:cNvGraphicFramePr>
            <a:graphicFrameLocks noChangeAspect="1"/>
          </p:cNvGraphicFramePr>
          <p:nvPr/>
        </p:nvGraphicFramePr>
        <p:xfrm>
          <a:off x="4214813" y="2949575"/>
          <a:ext cx="3486150" cy="838200"/>
        </p:xfrm>
        <a:graphic>
          <a:graphicData uri="http://schemas.openxmlformats.org/presentationml/2006/ole">
            <mc:AlternateContent xmlns:mc="http://schemas.openxmlformats.org/markup-compatibility/2006">
              <mc:Choice xmlns:v="urn:schemas-microsoft-com:vml" Requires="v">
                <p:oleObj spid="_x0000_s17599" name="Equation" r:id="rId22" imgW="1885988" imgH="438116" progId="Equation.DSMT4">
                  <p:embed/>
                </p:oleObj>
              </mc:Choice>
              <mc:Fallback>
                <p:oleObj name="Equation" r:id="rId22" imgW="1885988" imgH="438116"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214813" y="2949575"/>
                        <a:ext cx="348615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02" name="Object 30"/>
          <p:cNvGraphicFramePr>
            <a:graphicFrameLocks noChangeAspect="1"/>
          </p:cNvGraphicFramePr>
          <p:nvPr/>
        </p:nvGraphicFramePr>
        <p:xfrm>
          <a:off x="1887538" y="3919539"/>
          <a:ext cx="696912" cy="395287"/>
        </p:xfrm>
        <a:graphic>
          <a:graphicData uri="http://schemas.openxmlformats.org/presentationml/2006/ole">
            <mc:AlternateContent xmlns:mc="http://schemas.openxmlformats.org/markup-compatibility/2006">
              <mc:Choice xmlns:v="urn:schemas-microsoft-com:vml" Requires="v">
                <p:oleObj spid="_x0000_s17600" name="Equation" r:id="rId24" imgW="362090" imgH="199923" progId="Equation.DSMT4">
                  <p:embed/>
                </p:oleObj>
              </mc:Choice>
              <mc:Fallback>
                <p:oleObj name="Equation" r:id="rId24" imgW="362090" imgH="199923" progId="Equation.DSMT4">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887538" y="3919539"/>
                        <a:ext cx="696912" cy="395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03" name="Text Box 31"/>
          <p:cNvSpPr txBox="1">
            <a:spLocks noChangeArrowheads="1"/>
          </p:cNvSpPr>
          <p:nvPr/>
        </p:nvSpPr>
        <p:spPr bwMode="auto">
          <a:xfrm>
            <a:off x="2641600" y="3860800"/>
            <a:ext cx="675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L</a:t>
            </a:r>
            <a:r>
              <a:rPr lang="zh-CN" altLang="en-US" sz="2400"/>
              <a:t>不改变</a:t>
            </a:r>
            <a:r>
              <a:rPr lang="en-US" altLang="zh-CN" sz="2400"/>
              <a:t>l </a:t>
            </a:r>
            <a:r>
              <a:rPr lang="zh-CN" altLang="en-US" sz="2400"/>
              <a:t>的大小</a:t>
            </a:r>
            <a:r>
              <a:rPr lang="en-US" altLang="zh-CN" sz="2400"/>
              <a:t>,</a:t>
            </a:r>
            <a:r>
              <a:rPr lang="zh-CN" altLang="en-US" sz="2400"/>
              <a:t>仅改变其方向</a:t>
            </a:r>
            <a:r>
              <a:rPr lang="en-US" altLang="zh-CN" sz="2400"/>
              <a:t>,</a:t>
            </a:r>
            <a:r>
              <a:rPr lang="zh-CN" altLang="en-US" sz="2400"/>
              <a:t>使其绕</a:t>
            </a:r>
            <a:r>
              <a:rPr lang="en-US" altLang="zh-CN" sz="2400"/>
              <a:t>B</a:t>
            </a:r>
            <a:r>
              <a:rPr lang="zh-CN" altLang="en-US" sz="2400"/>
              <a:t>作进动</a:t>
            </a:r>
            <a:r>
              <a:rPr lang="en-US" altLang="zh-CN" sz="2400"/>
              <a:t>.</a:t>
            </a:r>
          </a:p>
        </p:txBody>
      </p:sp>
      <p:sp>
        <p:nvSpPr>
          <p:cNvPr id="42004" name="Text Box 32"/>
          <p:cNvSpPr txBox="1">
            <a:spLocks noChangeArrowheads="1"/>
          </p:cNvSpPr>
          <p:nvPr/>
        </p:nvSpPr>
        <p:spPr bwMode="auto">
          <a:xfrm>
            <a:off x="1841500" y="4597400"/>
            <a:ext cx="1816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进动角速度</a:t>
            </a:r>
            <a:r>
              <a:rPr lang="en-US" altLang="zh-CN" sz="2400"/>
              <a:t>:</a:t>
            </a:r>
          </a:p>
        </p:txBody>
      </p:sp>
      <p:graphicFrame>
        <p:nvGraphicFramePr>
          <p:cNvPr id="42005" name="Object 33"/>
          <p:cNvGraphicFramePr>
            <a:graphicFrameLocks noChangeAspect="1"/>
          </p:cNvGraphicFramePr>
          <p:nvPr/>
        </p:nvGraphicFramePr>
        <p:xfrm>
          <a:off x="3733800" y="5095875"/>
          <a:ext cx="1068388" cy="838200"/>
        </p:xfrm>
        <a:graphic>
          <a:graphicData uri="http://schemas.openxmlformats.org/presentationml/2006/ole">
            <mc:AlternateContent xmlns:mc="http://schemas.openxmlformats.org/markup-compatibility/2006">
              <mc:Choice xmlns:v="urn:schemas-microsoft-com:vml" Requires="v">
                <p:oleObj spid="_x0000_s17601" name="Equation" r:id="rId26" imgW="562096" imgH="438116" progId="Equation.DSMT4">
                  <p:embed/>
                </p:oleObj>
              </mc:Choice>
              <mc:Fallback>
                <p:oleObj name="Equation" r:id="rId26" imgW="562096" imgH="438116" progId="Equation.DSMT4">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733800" y="5095875"/>
                        <a:ext cx="1068388"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1826512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34" name="Object 2"/>
          <p:cNvGraphicFramePr>
            <a:graphicFrameLocks noChangeAspect="1"/>
          </p:cNvGraphicFramePr>
          <p:nvPr/>
        </p:nvGraphicFramePr>
        <p:xfrm>
          <a:off x="8534400" y="2019300"/>
          <a:ext cx="279400" cy="255588"/>
        </p:xfrm>
        <a:graphic>
          <a:graphicData uri="http://schemas.openxmlformats.org/presentationml/2006/ole">
            <mc:AlternateContent xmlns:mc="http://schemas.openxmlformats.org/markup-compatibility/2006">
              <mc:Choice xmlns:v="urn:schemas-microsoft-com:vml" Requires="v">
                <p:oleObj spid="_x0000_s18674" name="Equation" r:id="rId4" imgW="133337" imgH="123689" progId="Equation.DSMT4">
                  <p:embed/>
                </p:oleObj>
              </mc:Choice>
              <mc:Fallback>
                <p:oleObj name="Equation" r:id="rId4" imgW="133337" imgH="123689"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34400" y="2019300"/>
                        <a:ext cx="279400" cy="255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5" name="Line 3"/>
          <p:cNvSpPr>
            <a:spLocks noChangeShapeType="1"/>
          </p:cNvSpPr>
          <p:nvPr/>
        </p:nvSpPr>
        <p:spPr bwMode="auto">
          <a:xfrm flipH="1" flipV="1">
            <a:off x="8928100" y="850900"/>
            <a:ext cx="12700" cy="2514600"/>
          </a:xfrm>
          <a:prstGeom prst="line">
            <a:avLst/>
          </a:prstGeom>
          <a:noFill/>
          <a:ln w="12700">
            <a:solidFill>
              <a:schemeClr val="tx1"/>
            </a:solidFill>
            <a:prstDash val="lgDashDotDot"/>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4036" name="Line 4"/>
          <p:cNvSpPr>
            <a:spLocks noChangeShapeType="1"/>
          </p:cNvSpPr>
          <p:nvPr/>
        </p:nvSpPr>
        <p:spPr bwMode="auto">
          <a:xfrm flipV="1">
            <a:off x="8140700" y="1524000"/>
            <a:ext cx="1333500" cy="1651000"/>
          </a:xfrm>
          <a:prstGeom prst="line">
            <a:avLst/>
          </a:prstGeom>
          <a:noFill/>
          <a:ln w="12700">
            <a:solidFill>
              <a:schemeClr val="accent1"/>
            </a:solidFill>
            <a:prstDash val="lgDashDotDot"/>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37" name="Oval 5"/>
          <p:cNvSpPr>
            <a:spLocks noChangeArrowheads="1"/>
          </p:cNvSpPr>
          <p:nvPr/>
        </p:nvSpPr>
        <p:spPr bwMode="auto">
          <a:xfrm>
            <a:off x="8216900" y="1092200"/>
            <a:ext cx="1422400" cy="508000"/>
          </a:xfrm>
          <a:prstGeom prst="ellipse">
            <a:avLst/>
          </a:prstGeom>
          <a:noFill/>
          <a:ln w="12700" cap="sq">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44038" name="Oval 6"/>
          <p:cNvSpPr>
            <a:spLocks noChangeArrowheads="1"/>
          </p:cNvSpPr>
          <p:nvPr/>
        </p:nvSpPr>
        <p:spPr bwMode="auto">
          <a:xfrm>
            <a:off x="8140700" y="2971800"/>
            <a:ext cx="1485900" cy="50800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44039" name="Object 7"/>
          <p:cNvGraphicFramePr>
            <a:graphicFrameLocks noChangeAspect="1"/>
          </p:cNvGraphicFramePr>
          <p:nvPr/>
        </p:nvGraphicFramePr>
        <p:xfrm>
          <a:off x="9471025" y="1708150"/>
          <a:ext cx="209550" cy="395288"/>
        </p:xfrm>
        <a:graphic>
          <a:graphicData uri="http://schemas.openxmlformats.org/presentationml/2006/ole">
            <mc:AlternateContent xmlns:mc="http://schemas.openxmlformats.org/markup-compatibility/2006">
              <mc:Choice xmlns:v="urn:schemas-microsoft-com:vml" Requires="v">
                <p:oleObj spid="_x0000_s18675" name="Equation" r:id="rId6" imgW="95110" imgH="199923" progId="Equation.DSMT4">
                  <p:embed/>
                </p:oleObj>
              </mc:Choice>
              <mc:Fallback>
                <p:oleObj name="Equation" r:id="rId6" imgW="95110" imgH="19992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71025" y="1708150"/>
                        <a:ext cx="209550"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40" name="Object 8"/>
          <p:cNvGraphicFramePr>
            <a:graphicFrameLocks noChangeAspect="1"/>
          </p:cNvGraphicFramePr>
          <p:nvPr/>
        </p:nvGraphicFramePr>
        <p:xfrm>
          <a:off x="8559800" y="628651"/>
          <a:ext cx="279400" cy="371475"/>
        </p:xfrm>
        <a:graphic>
          <a:graphicData uri="http://schemas.openxmlformats.org/presentationml/2006/ole">
            <mc:AlternateContent xmlns:mc="http://schemas.openxmlformats.org/markup-compatibility/2006">
              <mc:Choice xmlns:v="urn:schemas-microsoft-com:vml" Requires="v">
                <p:oleObj spid="_x0000_s18676" name="Equation" r:id="rId8" imgW="133337" imgH="180941" progId="Equation.DSMT4">
                  <p:embed/>
                </p:oleObj>
              </mc:Choice>
              <mc:Fallback>
                <p:oleObj name="Equation" r:id="rId8" imgW="133337" imgH="180941"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59800" y="628651"/>
                        <a:ext cx="279400"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41" name="Object 9"/>
          <p:cNvGraphicFramePr>
            <a:graphicFrameLocks noChangeAspect="1"/>
          </p:cNvGraphicFramePr>
          <p:nvPr/>
        </p:nvGraphicFramePr>
        <p:xfrm>
          <a:off x="2263776" y="1563688"/>
          <a:ext cx="860425" cy="766762"/>
        </p:xfrm>
        <a:graphic>
          <a:graphicData uri="http://schemas.openxmlformats.org/presentationml/2006/ole">
            <mc:AlternateContent xmlns:mc="http://schemas.openxmlformats.org/markup-compatibility/2006">
              <mc:Choice xmlns:v="urn:schemas-microsoft-com:vml" Requires="v">
                <p:oleObj spid="_x0000_s18677" name="Equation" r:id="rId10" imgW="447720" imgH="400152" progId="Equation.DSMT4">
                  <p:embed/>
                </p:oleObj>
              </mc:Choice>
              <mc:Fallback>
                <p:oleObj name="Equation" r:id="rId10" imgW="447720" imgH="400152"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63776" y="1563688"/>
                        <a:ext cx="860425"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42" name="Text Box 10"/>
          <p:cNvSpPr txBox="1">
            <a:spLocks noChangeArrowheads="1"/>
          </p:cNvSpPr>
          <p:nvPr/>
        </p:nvSpPr>
        <p:spPr bwMode="auto">
          <a:xfrm>
            <a:off x="2133600" y="685800"/>
            <a:ext cx="1816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进动角速度</a:t>
            </a:r>
            <a:r>
              <a:rPr lang="en-US" altLang="zh-CN" sz="2400"/>
              <a:t>:</a:t>
            </a:r>
          </a:p>
        </p:txBody>
      </p:sp>
      <p:graphicFrame>
        <p:nvGraphicFramePr>
          <p:cNvPr id="44043" name="Object 11"/>
          <p:cNvGraphicFramePr>
            <a:graphicFrameLocks noChangeAspect="1"/>
          </p:cNvGraphicFramePr>
          <p:nvPr/>
        </p:nvGraphicFramePr>
        <p:xfrm>
          <a:off x="4102100" y="587375"/>
          <a:ext cx="1068388" cy="838200"/>
        </p:xfrm>
        <a:graphic>
          <a:graphicData uri="http://schemas.openxmlformats.org/presentationml/2006/ole">
            <mc:AlternateContent xmlns:mc="http://schemas.openxmlformats.org/markup-compatibility/2006">
              <mc:Choice xmlns:v="urn:schemas-microsoft-com:vml" Requires="v">
                <p:oleObj spid="_x0000_s18678" name="Equation" r:id="rId12" imgW="562096" imgH="438116" progId="Equation.DSMT4">
                  <p:embed/>
                </p:oleObj>
              </mc:Choice>
              <mc:Fallback>
                <p:oleObj name="Equation" r:id="rId12" imgW="562096" imgH="438116"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02100" y="587375"/>
                        <a:ext cx="1068388"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44" name="Line 12"/>
          <p:cNvSpPr>
            <a:spLocks noChangeShapeType="1"/>
          </p:cNvSpPr>
          <p:nvPr/>
        </p:nvSpPr>
        <p:spPr bwMode="auto">
          <a:xfrm flipH="1">
            <a:off x="8229600" y="1181100"/>
            <a:ext cx="1282700" cy="2184400"/>
          </a:xfrm>
          <a:prstGeom prst="line">
            <a:avLst/>
          </a:prstGeom>
          <a:noFill/>
          <a:ln w="12700" cap="sq">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45" name="Line 13"/>
          <p:cNvSpPr>
            <a:spLocks noChangeShapeType="1"/>
          </p:cNvSpPr>
          <p:nvPr/>
        </p:nvSpPr>
        <p:spPr bwMode="auto">
          <a:xfrm flipV="1">
            <a:off x="8928100" y="1181100"/>
            <a:ext cx="571500" cy="1651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4046" name="Line 14"/>
          <p:cNvSpPr>
            <a:spLocks noChangeShapeType="1"/>
          </p:cNvSpPr>
          <p:nvPr/>
        </p:nvSpPr>
        <p:spPr bwMode="auto">
          <a:xfrm>
            <a:off x="8928100" y="1346200"/>
            <a:ext cx="546100" cy="1778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4047" name="Line 15"/>
          <p:cNvSpPr>
            <a:spLocks noChangeShapeType="1"/>
          </p:cNvSpPr>
          <p:nvPr/>
        </p:nvSpPr>
        <p:spPr bwMode="auto">
          <a:xfrm flipH="1">
            <a:off x="8813800" y="1968500"/>
            <a:ext cx="114300" cy="355600"/>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4048" name="Line 16"/>
          <p:cNvSpPr>
            <a:spLocks noChangeShapeType="1"/>
          </p:cNvSpPr>
          <p:nvPr/>
        </p:nvSpPr>
        <p:spPr bwMode="auto">
          <a:xfrm>
            <a:off x="8928100" y="2019300"/>
            <a:ext cx="76200" cy="381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44049" name="Object 17"/>
          <p:cNvGraphicFramePr>
            <a:graphicFrameLocks noChangeAspect="1"/>
          </p:cNvGraphicFramePr>
          <p:nvPr/>
        </p:nvGraphicFramePr>
        <p:xfrm>
          <a:off x="8940800" y="1617663"/>
          <a:ext cx="279400" cy="373062"/>
        </p:xfrm>
        <a:graphic>
          <a:graphicData uri="http://schemas.openxmlformats.org/presentationml/2006/ole">
            <mc:AlternateContent xmlns:mc="http://schemas.openxmlformats.org/markup-compatibility/2006">
              <mc:Choice xmlns:v="urn:schemas-microsoft-com:vml" Requires="v">
                <p:oleObj spid="_x0000_s18679" name="Equation" r:id="rId14" imgW="133337" imgH="180941" progId="Equation.DSMT4">
                  <p:embed/>
                </p:oleObj>
              </mc:Choice>
              <mc:Fallback>
                <p:oleObj name="Equation" r:id="rId14" imgW="133337" imgH="180941"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940800" y="1617663"/>
                        <a:ext cx="279400" cy="373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50" name="Object 18"/>
          <p:cNvGraphicFramePr>
            <a:graphicFrameLocks noChangeAspect="1"/>
          </p:cNvGraphicFramePr>
          <p:nvPr/>
        </p:nvGraphicFramePr>
        <p:xfrm>
          <a:off x="9669463" y="1149350"/>
          <a:ext cx="373062" cy="395288"/>
        </p:xfrm>
        <a:graphic>
          <a:graphicData uri="http://schemas.openxmlformats.org/presentationml/2006/ole">
            <mc:AlternateContent xmlns:mc="http://schemas.openxmlformats.org/markup-compatibility/2006">
              <mc:Choice xmlns:v="urn:schemas-microsoft-com:vml" Requires="v">
                <p:oleObj spid="_x0000_s18680" name="Equation" r:id="rId16" imgW="181045" imgH="199923" progId="Equation.DSMT4">
                  <p:embed/>
                </p:oleObj>
              </mc:Choice>
              <mc:Fallback>
                <p:oleObj name="Equation" r:id="rId16" imgW="181045" imgH="199923"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669463" y="1149350"/>
                        <a:ext cx="373062"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51" name="Object 19"/>
          <p:cNvGraphicFramePr>
            <a:graphicFrameLocks noChangeAspect="1"/>
          </p:cNvGraphicFramePr>
          <p:nvPr/>
        </p:nvGraphicFramePr>
        <p:xfrm>
          <a:off x="9063038" y="881064"/>
          <a:ext cx="442912" cy="371475"/>
        </p:xfrm>
        <a:graphic>
          <a:graphicData uri="http://schemas.openxmlformats.org/presentationml/2006/ole">
            <mc:AlternateContent xmlns:mc="http://schemas.openxmlformats.org/markup-compatibility/2006">
              <mc:Choice xmlns:v="urn:schemas-microsoft-com:vml" Requires="v">
                <p:oleObj spid="_x0000_s18681" name="Equation" r:id="rId18" imgW="218967" imgH="180941" progId="Equation.DSMT4">
                  <p:embed/>
                </p:oleObj>
              </mc:Choice>
              <mc:Fallback>
                <p:oleObj name="Equation" r:id="rId18" imgW="218967" imgH="180941"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063038" y="881064"/>
                        <a:ext cx="442912"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52" name="Line 20"/>
          <p:cNvSpPr>
            <a:spLocks noChangeShapeType="1"/>
          </p:cNvSpPr>
          <p:nvPr/>
        </p:nvSpPr>
        <p:spPr bwMode="auto">
          <a:xfrm>
            <a:off x="9105900" y="1270000"/>
            <a:ext cx="0" cy="127000"/>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44053" name="Object 21"/>
          <p:cNvGraphicFramePr>
            <a:graphicFrameLocks noChangeAspect="1"/>
          </p:cNvGraphicFramePr>
          <p:nvPr/>
        </p:nvGraphicFramePr>
        <p:xfrm>
          <a:off x="3670301" y="1735138"/>
          <a:ext cx="1882775" cy="373062"/>
        </p:xfrm>
        <a:graphic>
          <a:graphicData uri="http://schemas.openxmlformats.org/presentationml/2006/ole">
            <mc:AlternateContent xmlns:mc="http://schemas.openxmlformats.org/markup-compatibility/2006">
              <mc:Choice xmlns:v="urn:schemas-microsoft-com:vml" Requires="v">
                <p:oleObj spid="_x0000_s18682" name="Equation" r:id="rId20" imgW="1009510" imgH="180941" progId="Equation.DSMT4">
                  <p:embed/>
                </p:oleObj>
              </mc:Choice>
              <mc:Fallback>
                <p:oleObj name="Equation" r:id="rId20" imgW="1009510" imgH="180941"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670301" y="1735138"/>
                        <a:ext cx="1882775" cy="373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54" name="Object 22"/>
          <p:cNvGraphicFramePr>
            <a:graphicFrameLocks noChangeAspect="1"/>
          </p:cNvGraphicFramePr>
          <p:nvPr/>
        </p:nvGraphicFramePr>
        <p:xfrm>
          <a:off x="3421064" y="2362200"/>
          <a:ext cx="3068637" cy="719138"/>
        </p:xfrm>
        <a:graphic>
          <a:graphicData uri="http://schemas.openxmlformats.org/presentationml/2006/ole">
            <mc:AlternateContent xmlns:mc="http://schemas.openxmlformats.org/markup-compatibility/2006">
              <mc:Choice xmlns:v="urn:schemas-microsoft-com:vml" Requires="v">
                <p:oleObj spid="_x0000_s18683" name="Equation" r:id="rId22" imgW="1657235" imgH="371373" progId="Equation.DSMT4">
                  <p:embed/>
                </p:oleObj>
              </mc:Choice>
              <mc:Fallback>
                <p:oleObj name="Equation" r:id="rId22" imgW="1657235" imgH="371373"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421064" y="2362200"/>
                        <a:ext cx="3068637" cy="71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55" name="Object 23"/>
          <p:cNvGraphicFramePr>
            <a:graphicFrameLocks noChangeAspect="1"/>
          </p:cNvGraphicFramePr>
          <p:nvPr/>
        </p:nvGraphicFramePr>
        <p:xfrm>
          <a:off x="3424239" y="3214688"/>
          <a:ext cx="1233487" cy="766762"/>
        </p:xfrm>
        <a:graphic>
          <a:graphicData uri="http://schemas.openxmlformats.org/presentationml/2006/ole">
            <mc:AlternateContent xmlns:mc="http://schemas.openxmlformats.org/markup-compatibility/2006">
              <mc:Choice xmlns:v="urn:schemas-microsoft-com:vml" Requires="v">
                <p:oleObj spid="_x0000_s18684" name="Equation" r:id="rId24" imgW="657206" imgH="400152" progId="Equation.DSMT4">
                  <p:embed/>
                </p:oleObj>
              </mc:Choice>
              <mc:Fallback>
                <p:oleObj name="Equation" r:id="rId24" imgW="657206" imgH="400152" progId="Equation.DSMT4">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424239" y="3214688"/>
                        <a:ext cx="1233487"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56" name="Object 24"/>
          <p:cNvGraphicFramePr>
            <a:graphicFrameLocks noChangeAspect="1"/>
          </p:cNvGraphicFramePr>
          <p:nvPr/>
        </p:nvGraphicFramePr>
        <p:xfrm>
          <a:off x="3087689" y="4068763"/>
          <a:ext cx="3025775" cy="836612"/>
        </p:xfrm>
        <a:graphic>
          <a:graphicData uri="http://schemas.openxmlformats.org/presentationml/2006/ole">
            <mc:AlternateContent xmlns:mc="http://schemas.openxmlformats.org/markup-compatibility/2006">
              <mc:Choice xmlns:v="urn:schemas-microsoft-com:vml" Requires="v">
                <p:oleObj spid="_x0000_s18685" name="Equation" r:id="rId26" imgW="1628794" imgH="438116" progId="Equation.DSMT4">
                  <p:embed/>
                </p:oleObj>
              </mc:Choice>
              <mc:Fallback>
                <p:oleObj name="Equation" r:id="rId26" imgW="1628794" imgH="438116" progId="Equation.DSMT4">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087689" y="4068763"/>
                        <a:ext cx="3025775" cy="836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57" name="Object 25"/>
          <p:cNvGraphicFramePr>
            <a:graphicFrameLocks noChangeAspect="1"/>
          </p:cNvGraphicFramePr>
          <p:nvPr/>
        </p:nvGraphicFramePr>
        <p:xfrm>
          <a:off x="3222625" y="5045075"/>
          <a:ext cx="1257300" cy="788988"/>
        </p:xfrm>
        <a:graphic>
          <a:graphicData uri="http://schemas.openxmlformats.org/presentationml/2006/ole">
            <mc:AlternateContent xmlns:mc="http://schemas.openxmlformats.org/markup-compatibility/2006">
              <mc:Choice xmlns:v="urn:schemas-microsoft-com:vml" Requires="v">
                <p:oleObj spid="_x0000_s18686" name="Equation" r:id="rId28" imgW="666686" imgH="409643" progId="Equation.DSMT4">
                  <p:embed/>
                </p:oleObj>
              </mc:Choice>
              <mc:Fallback>
                <p:oleObj name="Equation" r:id="rId28" imgW="666686" imgH="409643" progId="Equation.DSMT4">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222625" y="5045075"/>
                        <a:ext cx="1257300" cy="788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58" name="Text Box 26"/>
          <p:cNvSpPr txBox="1">
            <a:spLocks noChangeArrowheads="1"/>
          </p:cNvSpPr>
          <p:nvPr/>
        </p:nvSpPr>
        <p:spPr bwMode="auto">
          <a:xfrm>
            <a:off x="6654800" y="3733800"/>
            <a:ext cx="314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进动角速度与</a:t>
            </a:r>
            <a:r>
              <a:rPr lang="en-US" altLang="zh-CN" sz="2400"/>
              <a:t>r, l</a:t>
            </a:r>
            <a:r>
              <a:rPr lang="zh-CN" altLang="en-US" sz="2400"/>
              <a:t>无关</a:t>
            </a:r>
            <a:r>
              <a:rPr lang="en-US" altLang="zh-CN" sz="2400"/>
              <a:t>.</a:t>
            </a:r>
          </a:p>
        </p:txBody>
      </p:sp>
      <p:graphicFrame>
        <p:nvGraphicFramePr>
          <p:cNvPr id="44059" name="Object 27"/>
          <p:cNvGraphicFramePr>
            <a:graphicFrameLocks noChangeAspect="1"/>
          </p:cNvGraphicFramePr>
          <p:nvPr/>
        </p:nvGraphicFramePr>
        <p:xfrm>
          <a:off x="6850064" y="4162425"/>
          <a:ext cx="860425" cy="395288"/>
        </p:xfrm>
        <a:graphic>
          <a:graphicData uri="http://schemas.openxmlformats.org/presentationml/2006/ole">
            <mc:AlternateContent xmlns:mc="http://schemas.openxmlformats.org/markup-compatibility/2006">
              <mc:Choice xmlns:v="urn:schemas-microsoft-com:vml" Requires="v">
                <p:oleObj spid="_x0000_s18687" name="Equation" r:id="rId30" imgW="447720" imgH="199923" progId="Equation.DSMT4">
                  <p:embed/>
                </p:oleObj>
              </mc:Choice>
              <mc:Fallback>
                <p:oleObj name="Equation" r:id="rId30" imgW="447720" imgH="199923" progId="Equation.DSMT4">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850064" y="4162425"/>
                        <a:ext cx="860425"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60" name="Object 28"/>
          <p:cNvGraphicFramePr>
            <a:graphicFrameLocks noChangeAspect="1"/>
          </p:cNvGraphicFramePr>
          <p:nvPr/>
        </p:nvGraphicFramePr>
        <p:xfrm>
          <a:off x="6683375" y="4595813"/>
          <a:ext cx="1347788" cy="417512"/>
        </p:xfrm>
        <a:graphic>
          <a:graphicData uri="http://schemas.openxmlformats.org/presentationml/2006/ole">
            <mc:AlternateContent xmlns:mc="http://schemas.openxmlformats.org/markup-compatibility/2006">
              <mc:Choice xmlns:v="urn:schemas-microsoft-com:vml" Requires="v">
                <p:oleObj spid="_x0000_s18688" name="Equation" r:id="rId32" imgW="714394" imgH="209414" progId="Equation.DSMT4">
                  <p:embed/>
                </p:oleObj>
              </mc:Choice>
              <mc:Fallback>
                <p:oleObj name="Equation" r:id="rId32" imgW="714394" imgH="209414" progId="Equation.DSMT4">
                  <p:embed/>
                  <p:pic>
                    <p:nvPicPr>
                      <p:cNvPr id="0" name=""/>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683375" y="4595813"/>
                        <a:ext cx="1347788"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61" name="Object 29"/>
          <p:cNvGraphicFramePr>
            <a:graphicFrameLocks noChangeAspect="1"/>
          </p:cNvGraphicFramePr>
          <p:nvPr/>
        </p:nvGraphicFramePr>
        <p:xfrm>
          <a:off x="6653213" y="5167313"/>
          <a:ext cx="976312" cy="417512"/>
        </p:xfrm>
        <a:graphic>
          <a:graphicData uri="http://schemas.openxmlformats.org/presentationml/2006/ole">
            <mc:AlternateContent xmlns:mc="http://schemas.openxmlformats.org/markup-compatibility/2006">
              <mc:Choice xmlns:v="urn:schemas-microsoft-com:vml" Requires="v">
                <p:oleObj spid="_x0000_s18689" name="Equation" r:id="rId34" imgW="514388" imgH="209414" progId="Equation.DSMT4">
                  <p:embed/>
                </p:oleObj>
              </mc:Choice>
              <mc:Fallback>
                <p:oleObj name="Equation" r:id="rId34" imgW="514388" imgH="209414" progId="Equation.DSMT4">
                  <p:embed/>
                  <p:pic>
                    <p:nvPicPr>
                      <p:cNvPr id="0" name=""/>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6653213" y="5167313"/>
                        <a:ext cx="976312"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62" name="Text Box 30"/>
          <p:cNvSpPr txBox="1">
            <a:spLocks noChangeArrowheads="1"/>
          </p:cNvSpPr>
          <p:nvPr/>
        </p:nvSpPr>
        <p:spPr bwMode="auto">
          <a:xfrm>
            <a:off x="7975600" y="5130800"/>
            <a:ext cx="2019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方向沿</a:t>
            </a:r>
            <a:r>
              <a:rPr lang="en-US" altLang="zh-CN" sz="2400"/>
              <a:t>B</a:t>
            </a:r>
            <a:r>
              <a:rPr lang="zh-CN" altLang="en-US" sz="2400"/>
              <a:t>方向</a:t>
            </a:r>
          </a:p>
        </p:txBody>
      </p:sp>
      <p:sp>
        <p:nvSpPr>
          <p:cNvPr id="44063" name="Text Box 31"/>
          <p:cNvSpPr txBox="1">
            <a:spLocks noChangeArrowheads="1"/>
          </p:cNvSpPr>
          <p:nvPr/>
        </p:nvSpPr>
        <p:spPr bwMode="auto">
          <a:xfrm>
            <a:off x="1993900" y="5816601"/>
            <a:ext cx="7899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感应磁矩：分子内电子的旋转运动在磁场</a:t>
            </a:r>
            <a:r>
              <a:rPr lang="en-US" altLang="zh-CN" sz="2400"/>
              <a:t>B</a:t>
            </a:r>
            <a:r>
              <a:rPr lang="zh-CN" altLang="en-US" sz="2400"/>
              <a:t>中因进动产生的附加磁矩之和，总是与</a:t>
            </a:r>
            <a:r>
              <a:rPr lang="en-US" altLang="zh-CN" sz="2400"/>
              <a:t>B</a:t>
            </a:r>
            <a:r>
              <a:rPr lang="zh-CN" altLang="en-US" sz="2400"/>
              <a:t>方向相反。</a:t>
            </a:r>
          </a:p>
        </p:txBody>
      </p:sp>
    </p:spTree>
    <p:extLst>
      <p:ext uri="{BB962C8B-B14F-4D97-AF65-F5344CB8AC3E}">
        <p14:creationId xmlns:p14="http://schemas.microsoft.com/office/powerpoint/2010/main" val="31232365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082" name="Object 2"/>
          <p:cNvGraphicFramePr>
            <a:graphicFrameLocks noChangeAspect="1"/>
          </p:cNvGraphicFramePr>
          <p:nvPr/>
        </p:nvGraphicFramePr>
        <p:xfrm>
          <a:off x="8534400" y="2019300"/>
          <a:ext cx="279400" cy="255588"/>
        </p:xfrm>
        <a:graphic>
          <a:graphicData uri="http://schemas.openxmlformats.org/presentationml/2006/ole">
            <mc:AlternateContent xmlns:mc="http://schemas.openxmlformats.org/markup-compatibility/2006">
              <mc:Choice xmlns:v="urn:schemas-microsoft-com:vml" Requires="v">
                <p:oleObj spid="_x0000_s19608" name="Equation" r:id="rId4" imgW="133337" imgH="123689" progId="Equation.DSMT4">
                  <p:embed/>
                </p:oleObj>
              </mc:Choice>
              <mc:Fallback>
                <p:oleObj name="Equation" r:id="rId4" imgW="133337" imgH="123689"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34400" y="2019300"/>
                        <a:ext cx="279400" cy="255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3" name="Line 3"/>
          <p:cNvSpPr>
            <a:spLocks noChangeShapeType="1"/>
          </p:cNvSpPr>
          <p:nvPr/>
        </p:nvSpPr>
        <p:spPr bwMode="auto">
          <a:xfrm flipH="1" flipV="1">
            <a:off x="8928100" y="850900"/>
            <a:ext cx="12700" cy="2514600"/>
          </a:xfrm>
          <a:prstGeom prst="line">
            <a:avLst/>
          </a:prstGeom>
          <a:noFill/>
          <a:ln w="12700">
            <a:solidFill>
              <a:schemeClr val="tx1"/>
            </a:solidFill>
            <a:prstDash val="lgDashDotDot"/>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6084" name="Line 4"/>
          <p:cNvSpPr>
            <a:spLocks noChangeShapeType="1"/>
          </p:cNvSpPr>
          <p:nvPr/>
        </p:nvSpPr>
        <p:spPr bwMode="auto">
          <a:xfrm flipV="1">
            <a:off x="8140700" y="1524000"/>
            <a:ext cx="1333500" cy="1651000"/>
          </a:xfrm>
          <a:prstGeom prst="line">
            <a:avLst/>
          </a:prstGeom>
          <a:noFill/>
          <a:ln w="12700">
            <a:solidFill>
              <a:schemeClr val="accent1"/>
            </a:solidFill>
            <a:prstDash val="lgDashDotDot"/>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085" name="Oval 5"/>
          <p:cNvSpPr>
            <a:spLocks noChangeArrowheads="1"/>
          </p:cNvSpPr>
          <p:nvPr/>
        </p:nvSpPr>
        <p:spPr bwMode="auto">
          <a:xfrm>
            <a:off x="8216900" y="1092200"/>
            <a:ext cx="1422400" cy="508000"/>
          </a:xfrm>
          <a:prstGeom prst="ellipse">
            <a:avLst/>
          </a:prstGeom>
          <a:noFill/>
          <a:ln w="12700" cap="sq">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46086" name="Oval 6"/>
          <p:cNvSpPr>
            <a:spLocks noChangeArrowheads="1"/>
          </p:cNvSpPr>
          <p:nvPr/>
        </p:nvSpPr>
        <p:spPr bwMode="auto">
          <a:xfrm>
            <a:off x="8140700" y="2971800"/>
            <a:ext cx="1485900" cy="508000"/>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46087" name="Object 7"/>
          <p:cNvGraphicFramePr>
            <a:graphicFrameLocks noChangeAspect="1"/>
          </p:cNvGraphicFramePr>
          <p:nvPr/>
        </p:nvGraphicFramePr>
        <p:xfrm>
          <a:off x="9471025" y="1708150"/>
          <a:ext cx="209550" cy="395288"/>
        </p:xfrm>
        <a:graphic>
          <a:graphicData uri="http://schemas.openxmlformats.org/presentationml/2006/ole">
            <mc:AlternateContent xmlns:mc="http://schemas.openxmlformats.org/markup-compatibility/2006">
              <mc:Choice xmlns:v="urn:schemas-microsoft-com:vml" Requires="v">
                <p:oleObj spid="_x0000_s19609" name="Equation" r:id="rId6" imgW="95110" imgH="199923" progId="Equation.DSMT4">
                  <p:embed/>
                </p:oleObj>
              </mc:Choice>
              <mc:Fallback>
                <p:oleObj name="Equation" r:id="rId6" imgW="95110" imgH="19992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71025" y="1708150"/>
                        <a:ext cx="209550"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8" name="Object 8"/>
          <p:cNvGraphicFramePr>
            <a:graphicFrameLocks noChangeAspect="1"/>
          </p:cNvGraphicFramePr>
          <p:nvPr/>
        </p:nvGraphicFramePr>
        <p:xfrm>
          <a:off x="8559800" y="628651"/>
          <a:ext cx="279400" cy="371475"/>
        </p:xfrm>
        <a:graphic>
          <a:graphicData uri="http://schemas.openxmlformats.org/presentationml/2006/ole">
            <mc:AlternateContent xmlns:mc="http://schemas.openxmlformats.org/markup-compatibility/2006">
              <mc:Choice xmlns:v="urn:schemas-microsoft-com:vml" Requires="v">
                <p:oleObj spid="_x0000_s19610" name="Equation" r:id="rId8" imgW="133337" imgH="180941" progId="Equation.DSMT4">
                  <p:embed/>
                </p:oleObj>
              </mc:Choice>
              <mc:Fallback>
                <p:oleObj name="Equation" r:id="rId8" imgW="133337" imgH="180941"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59800" y="628651"/>
                        <a:ext cx="279400"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9" name="Text Box 9"/>
          <p:cNvSpPr txBox="1">
            <a:spLocks noChangeArrowheads="1"/>
          </p:cNvSpPr>
          <p:nvPr/>
        </p:nvSpPr>
        <p:spPr bwMode="auto">
          <a:xfrm>
            <a:off x="2133600" y="692150"/>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dirty="0"/>
              <a:t>进动</a:t>
            </a:r>
          </a:p>
        </p:txBody>
      </p:sp>
      <p:graphicFrame>
        <p:nvGraphicFramePr>
          <p:cNvPr id="46090" name="Object 10"/>
          <p:cNvGraphicFramePr>
            <a:graphicFrameLocks noChangeAspect="1"/>
          </p:cNvGraphicFramePr>
          <p:nvPr/>
        </p:nvGraphicFramePr>
        <p:xfrm>
          <a:off x="2108200" y="1222375"/>
          <a:ext cx="1068388" cy="838200"/>
        </p:xfrm>
        <a:graphic>
          <a:graphicData uri="http://schemas.openxmlformats.org/presentationml/2006/ole">
            <mc:AlternateContent xmlns:mc="http://schemas.openxmlformats.org/markup-compatibility/2006">
              <mc:Choice xmlns:v="urn:schemas-microsoft-com:vml" Requires="v">
                <p:oleObj spid="_x0000_s19611" name="Equation" r:id="rId10" imgW="562096" imgH="438116" progId="Equation.DSMT4">
                  <p:embed/>
                </p:oleObj>
              </mc:Choice>
              <mc:Fallback>
                <p:oleObj name="Equation" r:id="rId10" imgW="562096" imgH="438116"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08200" y="1222375"/>
                        <a:ext cx="1068388"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91" name="Line 11"/>
          <p:cNvSpPr>
            <a:spLocks noChangeShapeType="1"/>
          </p:cNvSpPr>
          <p:nvPr/>
        </p:nvSpPr>
        <p:spPr bwMode="auto">
          <a:xfrm flipH="1">
            <a:off x="8229600" y="1181100"/>
            <a:ext cx="1282700" cy="2184400"/>
          </a:xfrm>
          <a:prstGeom prst="line">
            <a:avLst/>
          </a:prstGeom>
          <a:noFill/>
          <a:ln w="12700" cap="sq">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092" name="Line 12"/>
          <p:cNvSpPr>
            <a:spLocks noChangeShapeType="1"/>
          </p:cNvSpPr>
          <p:nvPr/>
        </p:nvSpPr>
        <p:spPr bwMode="auto">
          <a:xfrm flipV="1">
            <a:off x="8928100" y="1181100"/>
            <a:ext cx="571500" cy="1651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6093" name="Line 13"/>
          <p:cNvSpPr>
            <a:spLocks noChangeShapeType="1"/>
          </p:cNvSpPr>
          <p:nvPr/>
        </p:nvSpPr>
        <p:spPr bwMode="auto">
          <a:xfrm>
            <a:off x="8928100" y="1346200"/>
            <a:ext cx="546100" cy="1778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6094" name="Line 14"/>
          <p:cNvSpPr>
            <a:spLocks noChangeShapeType="1"/>
          </p:cNvSpPr>
          <p:nvPr/>
        </p:nvSpPr>
        <p:spPr bwMode="auto">
          <a:xfrm flipH="1">
            <a:off x="8813800" y="1968500"/>
            <a:ext cx="114300" cy="355600"/>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6095" name="Line 15"/>
          <p:cNvSpPr>
            <a:spLocks noChangeShapeType="1"/>
          </p:cNvSpPr>
          <p:nvPr/>
        </p:nvSpPr>
        <p:spPr bwMode="auto">
          <a:xfrm>
            <a:off x="8928100" y="2019300"/>
            <a:ext cx="76200" cy="381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46096" name="Object 16"/>
          <p:cNvGraphicFramePr>
            <a:graphicFrameLocks noChangeAspect="1"/>
          </p:cNvGraphicFramePr>
          <p:nvPr/>
        </p:nvGraphicFramePr>
        <p:xfrm>
          <a:off x="8940800" y="1617663"/>
          <a:ext cx="279400" cy="373062"/>
        </p:xfrm>
        <a:graphic>
          <a:graphicData uri="http://schemas.openxmlformats.org/presentationml/2006/ole">
            <mc:AlternateContent xmlns:mc="http://schemas.openxmlformats.org/markup-compatibility/2006">
              <mc:Choice xmlns:v="urn:schemas-microsoft-com:vml" Requires="v">
                <p:oleObj spid="_x0000_s19612" name="Equation" r:id="rId12" imgW="133337" imgH="180941" progId="Equation.DSMT4">
                  <p:embed/>
                </p:oleObj>
              </mc:Choice>
              <mc:Fallback>
                <p:oleObj name="Equation" r:id="rId12" imgW="133337" imgH="180941"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940800" y="1617663"/>
                        <a:ext cx="279400" cy="373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97" name="Object 17"/>
          <p:cNvGraphicFramePr>
            <a:graphicFrameLocks noChangeAspect="1"/>
          </p:cNvGraphicFramePr>
          <p:nvPr/>
        </p:nvGraphicFramePr>
        <p:xfrm>
          <a:off x="9669463" y="1149350"/>
          <a:ext cx="373062" cy="395288"/>
        </p:xfrm>
        <a:graphic>
          <a:graphicData uri="http://schemas.openxmlformats.org/presentationml/2006/ole">
            <mc:AlternateContent xmlns:mc="http://schemas.openxmlformats.org/markup-compatibility/2006">
              <mc:Choice xmlns:v="urn:schemas-microsoft-com:vml" Requires="v">
                <p:oleObj spid="_x0000_s19613" name="Equation" r:id="rId14" imgW="181045" imgH="199923" progId="Equation.DSMT4">
                  <p:embed/>
                </p:oleObj>
              </mc:Choice>
              <mc:Fallback>
                <p:oleObj name="Equation" r:id="rId14" imgW="181045" imgH="199923"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669463" y="1149350"/>
                        <a:ext cx="373062"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98" name="Object 18"/>
          <p:cNvGraphicFramePr>
            <a:graphicFrameLocks noChangeAspect="1"/>
          </p:cNvGraphicFramePr>
          <p:nvPr/>
        </p:nvGraphicFramePr>
        <p:xfrm>
          <a:off x="9063038" y="881064"/>
          <a:ext cx="442912" cy="371475"/>
        </p:xfrm>
        <a:graphic>
          <a:graphicData uri="http://schemas.openxmlformats.org/presentationml/2006/ole">
            <mc:AlternateContent xmlns:mc="http://schemas.openxmlformats.org/markup-compatibility/2006">
              <mc:Choice xmlns:v="urn:schemas-microsoft-com:vml" Requires="v">
                <p:oleObj spid="_x0000_s19614" name="Equation" r:id="rId16" imgW="218967" imgH="180941" progId="Equation.DSMT4">
                  <p:embed/>
                </p:oleObj>
              </mc:Choice>
              <mc:Fallback>
                <p:oleObj name="Equation" r:id="rId16" imgW="218967" imgH="180941"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063038" y="881064"/>
                        <a:ext cx="442912"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99" name="Line 19"/>
          <p:cNvSpPr>
            <a:spLocks noChangeShapeType="1"/>
          </p:cNvSpPr>
          <p:nvPr/>
        </p:nvSpPr>
        <p:spPr bwMode="auto">
          <a:xfrm>
            <a:off x="9105900" y="1270000"/>
            <a:ext cx="0" cy="127000"/>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6100" name="Text Box 20"/>
          <p:cNvSpPr txBox="1">
            <a:spLocks noChangeArrowheads="1"/>
          </p:cNvSpPr>
          <p:nvPr/>
        </p:nvSpPr>
        <p:spPr bwMode="auto">
          <a:xfrm>
            <a:off x="4102100" y="692150"/>
            <a:ext cx="154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感应磁矩</a:t>
            </a:r>
          </a:p>
        </p:txBody>
      </p:sp>
      <p:sp>
        <p:nvSpPr>
          <p:cNvPr id="46101" name="Text Box 21"/>
          <p:cNvSpPr txBox="1">
            <a:spLocks noChangeArrowheads="1"/>
          </p:cNvSpPr>
          <p:nvPr/>
        </p:nvSpPr>
        <p:spPr bwMode="auto">
          <a:xfrm>
            <a:off x="6604000" y="711200"/>
            <a:ext cx="154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抗磁性</a:t>
            </a:r>
          </a:p>
        </p:txBody>
      </p:sp>
      <p:sp>
        <p:nvSpPr>
          <p:cNvPr id="46102" name="AutoShape 22"/>
          <p:cNvSpPr>
            <a:spLocks noChangeArrowheads="1"/>
          </p:cNvSpPr>
          <p:nvPr/>
        </p:nvSpPr>
        <p:spPr bwMode="auto">
          <a:xfrm>
            <a:off x="3048000" y="869950"/>
            <a:ext cx="863600" cy="165100"/>
          </a:xfrm>
          <a:prstGeom prst="rightArrow">
            <a:avLst>
              <a:gd name="adj1" fmla="val 50000"/>
              <a:gd name="adj2" fmla="val 130769"/>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46103" name="AutoShape 23"/>
          <p:cNvSpPr>
            <a:spLocks noChangeArrowheads="1"/>
          </p:cNvSpPr>
          <p:nvPr/>
        </p:nvSpPr>
        <p:spPr bwMode="auto">
          <a:xfrm>
            <a:off x="5651500" y="876300"/>
            <a:ext cx="863600" cy="165100"/>
          </a:xfrm>
          <a:prstGeom prst="rightArrow">
            <a:avLst>
              <a:gd name="adj1" fmla="val 50000"/>
              <a:gd name="adj2" fmla="val 130769"/>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46104" name="Text Box 24"/>
          <p:cNvSpPr txBox="1">
            <a:spLocks noChangeArrowheads="1"/>
          </p:cNvSpPr>
          <p:nvPr/>
        </p:nvSpPr>
        <p:spPr bwMode="auto">
          <a:xfrm>
            <a:off x="2895600" y="2209800"/>
            <a:ext cx="3263900" cy="469900"/>
          </a:xfrm>
          <a:prstGeom prst="rect">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感应磁矩是抗磁性之源</a:t>
            </a:r>
          </a:p>
        </p:txBody>
      </p:sp>
      <p:graphicFrame>
        <p:nvGraphicFramePr>
          <p:cNvPr id="46105" name="Object 25"/>
          <p:cNvGraphicFramePr>
            <a:graphicFrameLocks noChangeAspect="1"/>
          </p:cNvGraphicFramePr>
          <p:nvPr/>
        </p:nvGraphicFramePr>
        <p:xfrm>
          <a:off x="2819401" y="3055939"/>
          <a:ext cx="2949575" cy="396875"/>
        </p:xfrm>
        <a:graphic>
          <a:graphicData uri="http://schemas.openxmlformats.org/presentationml/2006/ole">
            <mc:AlternateContent xmlns:mc="http://schemas.openxmlformats.org/markup-compatibility/2006">
              <mc:Choice xmlns:v="urn:schemas-microsoft-com:vml" Requires="v">
                <p:oleObj spid="_x0000_s19615" name="Equation" r:id="rId18" imgW="1590567" imgH="199923" progId="Equation.DSMT4">
                  <p:embed/>
                </p:oleObj>
              </mc:Choice>
              <mc:Fallback>
                <p:oleObj name="Equation" r:id="rId18" imgW="1590567" imgH="199923"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819401" y="3055939"/>
                        <a:ext cx="294957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06" name="Text Box 26"/>
          <p:cNvSpPr txBox="1">
            <a:spLocks noChangeArrowheads="1"/>
          </p:cNvSpPr>
          <p:nvPr/>
        </p:nvSpPr>
        <p:spPr bwMode="auto">
          <a:xfrm>
            <a:off x="2832100" y="3619500"/>
            <a:ext cx="5283200" cy="469900"/>
          </a:xfrm>
          <a:prstGeom prst="rect">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感应磁矩远小于顺磁性介质固有磁矩</a:t>
            </a:r>
          </a:p>
        </p:txBody>
      </p:sp>
      <p:graphicFrame>
        <p:nvGraphicFramePr>
          <p:cNvPr id="46107" name="Object 27"/>
          <p:cNvGraphicFramePr>
            <a:graphicFrameLocks noChangeAspect="1"/>
          </p:cNvGraphicFramePr>
          <p:nvPr/>
        </p:nvGraphicFramePr>
        <p:xfrm>
          <a:off x="2932113" y="4518025"/>
          <a:ext cx="2927350" cy="420688"/>
        </p:xfrm>
        <a:graphic>
          <a:graphicData uri="http://schemas.openxmlformats.org/presentationml/2006/ole">
            <mc:AlternateContent xmlns:mc="http://schemas.openxmlformats.org/markup-compatibility/2006">
              <mc:Choice xmlns:v="urn:schemas-microsoft-com:vml" Requires="v">
                <p:oleObj spid="_x0000_s19616" name="Equation" r:id="rId20" imgW="1581086" imgH="209414" progId="Equation.DSMT4">
                  <p:embed/>
                </p:oleObj>
              </mc:Choice>
              <mc:Fallback>
                <p:oleObj name="Equation" r:id="rId20" imgW="1581086" imgH="209414"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932113" y="4518025"/>
                        <a:ext cx="2927350"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08" name="Text Box 28"/>
          <p:cNvSpPr txBox="1">
            <a:spLocks noChangeArrowheads="1"/>
          </p:cNvSpPr>
          <p:nvPr/>
        </p:nvSpPr>
        <p:spPr bwMode="auto">
          <a:xfrm>
            <a:off x="2063751" y="5041900"/>
            <a:ext cx="4803775" cy="469900"/>
          </a:xfrm>
          <a:prstGeom prst="rect">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抗磁性介质磁化率不随温度变化</a:t>
            </a:r>
          </a:p>
        </p:txBody>
      </p:sp>
      <p:sp>
        <p:nvSpPr>
          <p:cNvPr id="46109" name="Text Box 29"/>
          <p:cNvSpPr txBox="1">
            <a:spLocks noChangeArrowheads="1"/>
          </p:cNvSpPr>
          <p:nvPr/>
        </p:nvSpPr>
        <p:spPr bwMode="auto">
          <a:xfrm>
            <a:off x="2020888" y="5680075"/>
            <a:ext cx="5226050" cy="469900"/>
          </a:xfrm>
          <a:prstGeom prst="rect">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顺磁性介质磁化率随温度降低而增加</a:t>
            </a:r>
          </a:p>
        </p:txBody>
      </p:sp>
      <p:graphicFrame>
        <p:nvGraphicFramePr>
          <p:cNvPr id="46110" name="Object 30"/>
          <p:cNvGraphicFramePr>
            <a:graphicFrameLocks noChangeAspect="1"/>
          </p:cNvGraphicFramePr>
          <p:nvPr/>
        </p:nvGraphicFramePr>
        <p:xfrm>
          <a:off x="7902576" y="5592764"/>
          <a:ext cx="1230313" cy="420687"/>
        </p:xfrm>
        <a:graphic>
          <a:graphicData uri="http://schemas.openxmlformats.org/presentationml/2006/ole">
            <mc:AlternateContent xmlns:mc="http://schemas.openxmlformats.org/markup-compatibility/2006">
              <mc:Choice xmlns:v="urn:schemas-microsoft-com:vml" Requires="v">
                <p:oleObj spid="_x0000_s19617" name="Equation" r:id="rId22" imgW="657206" imgH="209414" progId="Equation.DSMT4">
                  <p:embed/>
                </p:oleObj>
              </mc:Choice>
              <mc:Fallback>
                <p:oleObj name="Equation" r:id="rId22" imgW="657206" imgH="209414"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902576" y="5592764"/>
                        <a:ext cx="1230313"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11" name="Text Box 31"/>
          <p:cNvSpPr txBox="1">
            <a:spLocks noChangeArrowheads="1"/>
          </p:cNvSpPr>
          <p:nvPr/>
        </p:nvSpPr>
        <p:spPr bwMode="auto">
          <a:xfrm>
            <a:off x="7956550" y="4897438"/>
            <a:ext cx="2205038" cy="469900"/>
          </a:xfrm>
          <a:prstGeom prst="rect">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 </a:t>
            </a:r>
            <a:r>
              <a:rPr lang="zh-CN" altLang="en-US" sz="2400"/>
              <a:t>居里定律：</a:t>
            </a:r>
          </a:p>
        </p:txBody>
      </p:sp>
      <p:sp>
        <p:nvSpPr>
          <p:cNvPr id="46112" name="Text Box 32"/>
          <p:cNvSpPr txBox="1">
            <a:spLocks noChangeArrowheads="1"/>
          </p:cNvSpPr>
          <p:nvPr/>
        </p:nvSpPr>
        <p:spPr bwMode="auto">
          <a:xfrm>
            <a:off x="7970839" y="6072188"/>
            <a:ext cx="2205037" cy="469900"/>
          </a:xfrm>
          <a:prstGeom prst="rect">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 C</a:t>
            </a:r>
            <a:r>
              <a:rPr lang="zh-CN" altLang="en-US" sz="2400"/>
              <a:t>：居里常量</a:t>
            </a:r>
          </a:p>
        </p:txBody>
      </p:sp>
    </p:spTree>
    <p:extLst>
      <p:ext uri="{BB962C8B-B14F-4D97-AF65-F5344CB8AC3E}">
        <p14:creationId xmlns:p14="http://schemas.microsoft.com/office/powerpoint/2010/main" val="16985358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2171700" y="609600"/>
            <a:ext cx="3111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FF0000"/>
                </a:solidFill>
              </a:rPr>
              <a:t>超导的完全抗磁性</a:t>
            </a:r>
          </a:p>
        </p:txBody>
      </p:sp>
      <p:sp>
        <p:nvSpPr>
          <p:cNvPr id="48131" name="Text Box 3"/>
          <p:cNvSpPr txBox="1">
            <a:spLocks noChangeArrowheads="1"/>
          </p:cNvSpPr>
          <p:nvPr/>
        </p:nvSpPr>
        <p:spPr bwMode="auto">
          <a:xfrm>
            <a:off x="3975100" y="1143000"/>
            <a:ext cx="3263900" cy="469900"/>
          </a:xfrm>
          <a:prstGeom prst="rect">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维持电流不需电场</a:t>
            </a:r>
            <a:r>
              <a:rPr lang="en-US" altLang="zh-CN" sz="2400"/>
              <a:t>E=0</a:t>
            </a:r>
          </a:p>
        </p:txBody>
      </p:sp>
      <p:graphicFrame>
        <p:nvGraphicFramePr>
          <p:cNvPr id="48132" name="Object 4"/>
          <p:cNvGraphicFramePr>
            <a:graphicFrameLocks noChangeAspect="1"/>
          </p:cNvGraphicFramePr>
          <p:nvPr/>
        </p:nvGraphicFramePr>
        <p:xfrm>
          <a:off x="2579688" y="2570164"/>
          <a:ext cx="3530600" cy="327025"/>
        </p:xfrm>
        <a:graphic>
          <a:graphicData uri="http://schemas.openxmlformats.org/presentationml/2006/ole">
            <mc:AlternateContent xmlns:mc="http://schemas.openxmlformats.org/markup-compatibility/2006">
              <mc:Choice xmlns:v="urn:schemas-microsoft-com:vml" Requires="v">
                <p:oleObj spid="_x0000_s20527" name="Equation" r:id="rId4" imgW="1914429" imgH="161959" progId="Equation.DSMT4">
                  <p:embed/>
                </p:oleObj>
              </mc:Choice>
              <mc:Fallback>
                <p:oleObj name="Equation" r:id="rId4" imgW="1914429" imgH="161959"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9688" y="2570164"/>
                        <a:ext cx="3530600" cy="327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3" name="Text Box 5"/>
          <p:cNvSpPr txBox="1">
            <a:spLocks noChangeArrowheads="1"/>
          </p:cNvSpPr>
          <p:nvPr/>
        </p:nvSpPr>
        <p:spPr bwMode="auto">
          <a:xfrm>
            <a:off x="2425700" y="1841500"/>
            <a:ext cx="2120900" cy="469900"/>
          </a:xfrm>
          <a:prstGeom prst="rect">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电磁感应定律</a:t>
            </a:r>
            <a:r>
              <a:rPr lang="en-US" altLang="zh-CN" sz="2400"/>
              <a:t>:</a:t>
            </a:r>
          </a:p>
        </p:txBody>
      </p:sp>
      <p:graphicFrame>
        <p:nvGraphicFramePr>
          <p:cNvPr id="48134" name="Object 6"/>
          <p:cNvGraphicFramePr>
            <a:graphicFrameLocks noChangeAspect="1"/>
          </p:cNvGraphicFramePr>
          <p:nvPr/>
        </p:nvGraphicFramePr>
        <p:xfrm>
          <a:off x="2509838" y="1236664"/>
          <a:ext cx="696912" cy="325437"/>
        </p:xfrm>
        <a:graphic>
          <a:graphicData uri="http://schemas.openxmlformats.org/presentationml/2006/ole">
            <mc:AlternateContent xmlns:mc="http://schemas.openxmlformats.org/markup-compatibility/2006">
              <mc:Choice xmlns:v="urn:schemas-microsoft-com:vml" Requires="v">
                <p:oleObj spid="_x0000_s20528" name="Equation" r:id="rId6" imgW="362090" imgH="161959" progId="Equation.DSMT4">
                  <p:embed/>
                </p:oleObj>
              </mc:Choice>
              <mc:Fallback>
                <p:oleObj name="Equation" r:id="rId6" imgW="362090" imgH="161959"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09838" y="1236664"/>
                        <a:ext cx="696912" cy="325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5" name="Line 7"/>
          <p:cNvSpPr>
            <a:spLocks noChangeShapeType="1"/>
          </p:cNvSpPr>
          <p:nvPr/>
        </p:nvSpPr>
        <p:spPr bwMode="auto">
          <a:xfrm>
            <a:off x="3340100" y="1371600"/>
            <a:ext cx="622300" cy="0"/>
          </a:xfrm>
          <a:prstGeom prst="line">
            <a:avLst/>
          </a:prstGeom>
          <a:noFill/>
          <a:ln w="76200" cap="sq">
            <a:solidFill>
              <a:srgbClr val="0000FF"/>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48136" name="Object 8"/>
          <p:cNvGraphicFramePr>
            <a:graphicFrameLocks noChangeAspect="1"/>
          </p:cNvGraphicFramePr>
          <p:nvPr/>
        </p:nvGraphicFramePr>
        <p:xfrm>
          <a:off x="4918075" y="1736725"/>
          <a:ext cx="1138238" cy="723900"/>
        </p:xfrm>
        <a:graphic>
          <a:graphicData uri="http://schemas.openxmlformats.org/presentationml/2006/ole">
            <mc:AlternateContent xmlns:mc="http://schemas.openxmlformats.org/markup-compatibility/2006">
              <mc:Choice xmlns:v="urn:schemas-microsoft-com:vml" Requires="v">
                <p:oleObj spid="_x0000_s20529" name="Equation" r:id="rId8" imgW="600018" imgH="371373" progId="Equation.DSMT4">
                  <p:embed/>
                </p:oleObj>
              </mc:Choice>
              <mc:Fallback>
                <p:oleObj name="Equation" r:id="rId8" imgW="600018" imgH="371373"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18075" y="1736725"/>
                        <a:ext cx="1138238"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7" name="Text Box 9"/>
          <p:cNvSpPr txBox="1">
            <a:spLocks noChangeArrowheads="1"/>
          </p:cNvSpPr>
          <p:nvPr/>
        </p:nvSpPr>
        <p:spPr bwMode="auto">
          <a:xfrm>
            <a:off x="2032000" y="3124201"/>
            <a:ext cx="3670300" cy="835025"/>
          </a:xfrm>
          <a:prstGeom prst="rect">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FF0000"/>
                </a:solidFill>
              </a:rPr>
              <a:t>在外磁场中的超导体</a:t>
            </a:r>
            <a:r>
              <a:rPr lang="en-US" altLang="zh-CN" sz="2400">
                <a:solidFill>
                  <a:srgbClr val="FF0000"/>
                </a:solidFill>
              </a:rPr>
              <a:t>,</a:t>
            </a:r>
            <a:r>
              <a:rPr lang="zh-CN" altLang="en-US" sz="2400">
                <a:solidFill>
                  <a:srgbClr val="FF0000"/>
                </a:solidFill>
              </a:rPr>
              <a:t>不让磁感应曲线进入超导体内</a:t>
            </a:r>
            <a:r>
              <a:rPr lang="en-US" altLang="zh-CN" sz="2400">
                <a:solidFill>
                  <a:srgbClr val="FF0000"/>
                </a:solidFill>
              </a:rPr>
              <a:t>.</a:t>
            </a:r>
          </a:p>
        </p:txBody>
      </p:sp>
      <p:sp>
        <p:nvSpPr>
          <p:cNvPr id="48138" name="Text Box 10"/>
          <p:cNvSpPr txBox="1">
            <a:spLocks noChangeArrowheads="1"/>
          </p:cNvSpPr>
          <p:nvPr/>
        </p:nvSpPr>
        <p:spPr bwMode="auto">
          <a:xfrm>
            <a:off x="6642100" y="3276600"/>
            <a:ext cx="787400" cy="469900"/>
          </a:xfrm>
          <a:prstGeom prst="rect">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solidFill>
                  <a:srgbClr val="FF0000"/>
                </a:solidFill>
              </a:rPr>
              <a:t>B</a:t>
            </a:r>
            <a:r>
              <a:rPr lang="en-US" altLang="zh-CN" sz="2400">
                <a:solidFill>
                  <a:srgbClr val="FF0000"/>
                </a:solidFill>
              </a:rPr>
              <a:t>=0</a:t>
            </a:r>
          </a:p>
        </p:txBody>
      </p:sp>
      <p:sp>
        <p:nvSpPr>
          <p:cNvPr id="48139" name="AutoShape 11"/>
          <p:cNvSpPr>
            <a:spLocks noChangeArrowheads="1"/>
          </p:cNvSpPr>
          <p:nvPr/>
        </p:nvSpPr>
        <p:spPr bwMode="auto">
          <a:xfrm>
            <a:off x="5880100" y="3340100"/>
            <a:ext cx="673100" cy="330200"/>
          </a:xfrm>
          <a:prstGeom prst="rightArrow">
            <a:avLst>
              <a:gd name="adj1" fmla="val 50000"/>
              <a:gd name="adj2" fmla="val 50962"/>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48140" name="Text Box 12"/>
          <p:cNvSpPr txBox="1">
            <a:spLocks noChangeArrowheads="1"/>
          </p:cNvSpPr>
          <p:nvPr/>
        </p:nvSpPr>
        <p:spPr bwMode="auto">
          <a:xfrm>
            <a:off x="1981200" y="4102101"/>
            <a:ext cx="2336800" cy="1565275"/>
          </a:xfrm>
          <a:prstGeom prst="rect">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FF0000"/>
                </a:solidFill>
              </a:rPr>
              <a:t>超导体进入磁场</a:t>
            </a:r>
            <a:r>
              <a:rPr lang="en-US" altLang="zh-CN" sz="2400">
                <a:solidFill>
                  <a:srgbClr val="FF0000"/>
                </a:solidFill>
              </a:rPr>
              <a:t>,</a:t>
            </a:r>
            <a:r>
              <a:rPr lang="zh-CN" altLang="en-US" sz="2400">
                <a:solidFill>
                  <a:srgbClr val="FF0000"/>
                </a:solidFill>
              </a:rPr>
              <a:t>由于磁场感应</a:t>
            </a:r>
            <a:r>
              <a:rPr lang="en-US" altLang="zh-CN" sz="2400">
                <a:solidFill>
                  <a:srgbClr val="FF0000"/>
                </a:solidFill>
              </a:rPr>
              <a:t>,</a:t>
            </a:r>
            <a:r>
              <a:rPr lang="zh-CN" altLang="en-US" sz="2400">
                <a:solidFill>
                  <a:srgbClr val="FF0000"/>
                </a:solidFill>
              </a:rPr>
              <a:t>在超导体表面出现感应面电流</a:t>
            </a:r>
            <a:r>
              <a:rPr lang="en-US" altLang="zh-CN" sz="2400">
                <a:solidFill>
                  <a:srgbClr val="FF0000"/>
                </a:solidFill>
              </a:rPr>
              <a:t>.</a:t>
            </a:r>
          </a:p>
        </p:txBody>
      </p:sp>
      <p:sp>
        <p:nvSpPr>
          <p:cNvPr id="48141" name="Text Box 13"/>
          <p:cNvSpPr txBox="1">
            <a:spLocks noChangeArrowheads="1"/>
          </p:cNvSpPr>
          <p:nvPr/>
        </p:nvSpPr>
        <p:spPr bwMode="auto">
          <a:xfrm>
            <a:off x="5092700" y="4267200"/>
            <a:ext cx="2336800" cy="1200150"/>
          </a:xfrm>
          <a:prstGeom prst="rect">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0000FF"/>
                </a:solidFill>
              </a:rPr>
              <a:t>面电流在超导体内产生</a:t>
            </a:r>
            <a:r>
              <a:rPr lang="en-US" altLang="zh-CN" sz="2400">
                <a:solidFill>
                  <a:srgbClr val="0000FF"/>
                </a:solidFill>
              </a:rPr>
              <a:t>B’</a:t>
            </a:r>
            <a:r>
              <a:rPr lang="zh-CN" altLang="en-US" sz="2400">
                <a:solidFill>
                  <a:srgbClr val="0000FF"/>
                </a:solidFill>
              </a:rPr>
              <a:t>抵消外磁场</a:t>
            </a:r>
            <a:r>
              <a:rPr lang="en-US" altLang="zh-CN" sz="2400">
                <a:solidFill>
                  <a:srgbClr val="0000FF"/>
                </a:solidFill>
              </a:rPr>
              <a:t>B.</a:t>
            </a:r>
          </a:p>
        </p:txBody>
      </p:sp>
      <p:sp>
        <p:nvSpPr>
          <p:cNvPr id="48142" name="Text Box 14"/>
          <p:cNvSpPr txBox="1">
            <a:spLocks noChangeArrowheads="1"/>
          </p:cNvSpPr>
          <p:nvPr/>
        </p:nvSpPr>
        <p:spPr bwMode="auto">
          <a:xfrm>
            <a:off x="8191500" y="4495800"/>
            <a:ext cx="1117600" cy="469900"/>
          </a:xfrm>
          <a:prstGeom prst="rect">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solidFill>
                  <a:srgbClr val="FF0000"/>
                </a:solidFill>
              </a:rPr>
              <a:t>B</a:t>
            </a:r>
            <a:r>
              <a:rPr lang="zh-CN" altLang="en-US" sz="2400" b="1" baseline="-25000">
                <a:solidFill>
                  <a:srgbClr val="FF0000"/>
                </a:solidFill>
              </a:rPr>
              <a:t>总</a:t>
            </a:r>
            <a:r>
              <a:rPr lang="en-US" altLang="zh-CN" sz="2400">
                <a:solidFill>
                  <a:srgbClr val="FF0000"/>
                </a:solidFill>
              </a:rPr>
              <a:t>=0</a:t>
            </a:r>
          </a:p>
        </p:txBody>
      </p:sp>
      <p:sp>
        <p:nvSpPr>
          <p:cNvPr id="48143" name="AutoShape 15"/>
          <p:cNvSpPr>
            <a:spLocks noChangeArrowheads="1"/>
          </p:cNvSpPr>
          <p:nvPr/>
        </p:nvSpPr>
        <p:spPr bwMode="auto">
          <a:xfrm>
            <a:off x="4419600" y="4686300"/>
            <a:ext cx="673100" cy="330200"/>
          </a:xfrm>
          <a:prstGeom prst="rightArrow">
            <a:avLst>
              <a:gd name="adj1" fmla="val 50000"/>
              <a:gd name="adj2" fmla="val 50962"/>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48144" name="AutoShape 16"/>
          <p:cNvSpPr>
            <a:spLocks noChangeArrowheads="1"/>
          </p:cNvSpPr>
          <p:nvPr/>
        </p:nvSpPr>
        <p:spPr bwMode="auto">
          <a:xfrm>
            <a:off x="7480300" y="4648200"/>
            <a:ext cx="673100" cy="330200"/>
          </a:xfrm>
          <a:prstGeom prst="rightArrow">
            <a:avLst>
              <a:gd name="adj1" fmla="val 50000"/>
              <a:gd name="adj2" fmla="val 50962"/>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48145" name="Text Box 17"/>
          <p:cNvSpPr txBox="1">
            <a:spLocks noChangeArrowheads="1"/>
          </p:cNvSpPr>
          <p:nvPr/>
        </p:nvSpPr>
        <p:spPr bwMode="auto">
          <a:xfrm>
            <a:off x="2667000" y="5934075"/>
            <a:ext cx="4991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0000FF"/>
                </a:solidFill>
              </a:rPr>
              <a:t>超导体表面外磁场弯曲绕过超导体</a:t>
            </a:r>
            <a:r>
              <a:rPr lang="en-US" altLang="zh-CN" sz="2400">
                <a:solidFill>
                  <a:srgbClr val="0000FF"/>
                </a:solidFill>
              </a:rPr>
              <a:t>.</a:t>
            </a:r>
          </a:p>
        </p:txBody>
      </p:sp>
      <p:sp>
        <p:nvSpPr>
          <p:cNvPr id="48146" name="AutoShape 18"/>
          <p:cNvSpPr>
            <a:spLocks noChangeArrowheads="1"/>
          </p:cNvSpPr>
          <p:nvPr/>
        </p:nvSpPr>
        <p:spPr bwMode="auto">
          <a:xfrm>
            <a:off x="8826500" y="1371600"/>
            <a:ext cx="482600" cy="1993900"/>
          </a:xfrm>
          <a:prstGeom prst="can">
            <a:avLst>
              <a:gd name="adj" fmla="val 34870"/>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48147" name="Group 19"/>
          <p:cNvGrpSpPr>
            <a:grpSpLocks/>
          </p:cNvGrpSpPr>
          <p:nvPr/>
        </p:nvGrpSpPr>
        <p:grpSpPr bwMode="auto">
          <a:xfrm>
            <a:off x="8826500" y="1778000"/>
            <a:ext cx="482600" cy="215900"/>
            <a:chOff x="4600" y="1120"/>
            <a:chExt cx="304" cy="136"/>
          </a:xfrm>
        </p:grpSpPr>
        <p:sp>
          <p:nvSpPr>
            <p:cNvPr id="48176" name="Oval 20"/>
            <p:cNvSpPr>
              <a:spLocks noChangeArrowheads="1"/>
            </p:cNvSpPr>
            <p:nvPr/>
          </p:nvSpPr>
          <p:spPr bwMode="auto">
            <a:xfrm>
              <a:off x="4600" y="1120"/>
              <a:ext cx="304" cy="136"/>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48177" name="Line 21"/>
            <p:cNvSpPr>
              <a:spLocks noChangeShapeType="1"/>
            </p:cNvSpPr>
            <p:nvPr/>
          </p:nvSpPr>
          <p:spPr bwMode="auto">
            <a:xfrm>
              <a:off x="4656" y="1240"/>
              <a:ext cx="72" cy="16"/>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8148" name="Group 22"/>
          <p:cNvGrpSpPr>
            <a:grpSpLocks/>
          </p:cNvGrpSpPr>
          <p:nvPr/>
        </p:nvGrpSpPr>
        <p:grpSpPr bwMode="auto">
          <a:xfrm>
            <a:off x="8813800" y="2082800"/>
            <a:ext cx="482600" cy="215900"/>
            <a:chOff x="4600" y="1120"/>
            <a:chExt cx="304" cy="136"/>
          </a:xfrm>
        </p:grpSpPr>
        <p:sp>
          <p:nvSpPr>
            <p:cNvPr id="48174" name="Oval 23"/>
            <p:cNvSpPr>
              <a:spLocks noChangeArrowheads="1"/>
            </p:cNvSpPr>
            <p:nvPr/>
          </p:nvSpPr>
          <p:spPr bwMode="auto">
            <a:xfrm>
              <a:off x="4600" y="1120"/>
              <a:ext cx="304" cy="136"/>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48175" name="Line 24"/>
            <p:cNvSpPr>
              <a:spLocks noChangeShapeType="1"/>
            </p:cNvSpPr>
            <p:nvPr/>
          </p:nvSpPr>
          <p:spPr bwMode="auto">
            <a:xfrm>
              <a:off x="4656" y="1240"/>
              <a:ext cx="72" cy="16"/>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8149" name="Group 25"/>
          <p:cNvGrpSpPr>
            <a:grpSpLocks/>
          </p:cNvGrpSpPr>
          <p:nvPr/>
        </p:nvGrpSpPr>
        <p:grpSpPr bwMode="auto">
          <a:xfrm>
            <a:off x="8826500" y="2425700"/>
            <a:ext cx="482600" cy="215900"/>
            <a:chOff x="4600" y="1120"/>
            <a:chExt cx="304" cy="136"/>
          </a:xfrm>
        </p:grpSpPr>
        <p:sp>
          <p:nvSpPr>
            <p:cNvPr id="48172" name="Oval 26"/>
            <p:cNvSpPr>
              <a:spLocks noChangeArrowheads="1"/>
            </p:cNvSpPr>
            <p:nvPr/>
          </p:nvSpPr>
          <p:spPr bwMode="auto">
            <a:xfrm>
              <a:off x="4600" y="1120"/>
              <a:ext cx="304" cy="136"/>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48173" name="Line 27"/>
            <p:cNvSpPr>
              <a:spLocks noChangeShapeType="1"/>
            </p:cNvSpPr>
            <p:nvPr/>
          </p:nvSpPr>
          <p:spPr bwMode="auto">
            <a:xfrm>
              <a:off x="4656" y="1240"/>
              <a:ext cx="72" cy="16"/>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8150" name="Group 28"/>
          <p:cNvGrpSpPr>
            <a:grpSpLocks/>
          </p:cNvGrpSpPr>
          <p:nvPr/>
        </p:nvGrpSpPr>
        <p:grpSpPr bwMode="auto">
          <a:xfrm>
            <a:off x="8813800" y="2730500"/>
            <a:ext cx="482600" cy="215900"/>
            <a:chOff x="4600" y="1120"/>
            <a:chExt cx="304" cy="136"/>
          </a:xfrm>
        </p:grpSpPr>
        <p:sp>
          <p:nvSpPr>
            <p:cNvPr id="48170" name="Oval 29"/>
            <p:cNvSpPr>
              <a:spLocks noChangeArrowheads="1"/>
            </p:cNvSpPr>
            <p:nvPr/>
          </p:nvSpPr>
          <p:spPr bwMode="auto">
            <a:xfrm>
              <a:off x="4600" y="1120"/>
              <a:ext cx="304" cy="136"/>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48171" name="Line 30"/>
            <p:cNvSpPr>
              <a:spLocks noChangeShapeType="1"/>
            </p:cNvSpPr>
            <p:nvPr/>
          </p:nvSpPr>
          <p:spPr bwMode="auto">
            <a:xfrm>
              <a:off x="4656" y="1240"/>
              <a:ext cx="72" cy="16"/>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8151" name="Group 31"/>
          <p:cNvGrpSpPr>
            <a:grpSpLocks/>
          </p:cNvGrpSpPr>
          <p:nvPr/>
        </p:nvGrpSpPr>
        <p:grpSpPr bwMode="auto">
          <a:xfrm>
            <a:off x="8712200" y="596900"/>
            <a:ext cx="228600" cy="2705100"/>
            <a:chOff x="4528" y="376"/>
            <a:chExt cx="144" cy="1704"/>
          </a:xfrm>
        </p:grpSpPr>
        <p:sp>
          <p:nvSpPr>
            <p:cNvPr id="48167" name="Line 32"/>
            <p:cNvSpPr>
              <a:spLocks noChangeShapeType="1"/>
            </p:cNvSpPr>
            <p:nvPr/>
          </p:nvSpPr>
          <p:spPr bwMode="auto">
            <a:xfrm>
              <a:off x="4528" y="888"/>
              <a:ext cx="0" cy="1192"/>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8168" name="Line 33"/>
            <p:cNvSpPr>
              <a:spLocks noChangeShapeType="1"/>
            </p:cNvSpPr>
            <p:nvPr/>
          </p:nvSpPr>
          <p:spPr bwMode="auto">
            <a:xfrm>
              <a:off x="4664" y="376"/>
              <a:ext cx="0" cy="312"/>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8169" name="Arc 34"/>
            <p:cNvSpPr>
              <a:spLocks/>
            </p:cNvSpPr>
            <p:nvPr/>
          </p:nvSpPr>
          <p:spPr bwMode="auto">
            <a:xfrm flipV="1">
              <a:off x="4528" y="696"/>
              <a:ext cx="144" cy="192"/>
            </a:xfrm>
            <a:custGeom>
              <a:avLst/>
              <a:gdLst>
                <a:gd name="T0" fmla="*/ 0 w 21600"/>
                <a:gd name="T1" fmla="*/ 0 h 21588"/>
                <a:gd name="T2" fmla="*/ 0 w 21600"/>
                <a:gd name="T3" fmla="*/ 0 h 21588"/>
                <a:gd name="T4" fmla="*/ 0 w 21600"/>
                <a:gd name="T5" fmla="*/ 0 h 21588"/>
                <a:gd name="T6" fmla="*/ 0 60000 65536"/>
                <a:gd name="T7" fmla="*/ 0 60000 65536"/>
                <a:gd name="T8" fmla="*/ 0 60000 65536"/>
                <a:gd name="T9" fmla="*/ 0 w 21600"/>
                <a:gd name="T10" fmla="*/ 0 h 21588"/>
                <a:gd name="T11" fmla="*/ 21600 w 21600"/>
                <a:gd name="T12" fmla="*/ 21588 h 21588"/>
              </a:gdLst>
              <a:ahLst/>
              <a:cxnLst>
                <a:cxn ang="T6">
                  <a:pos x="T0" y="T1"/>
                </a:cxn>
                <a:cxn ang="T7">
                  <a:pos x="T2" y="T3"/>
                </a:cxn>
                <a:cxn ang="T8">
                  <a:pos x="T4" y="T5"/>
                </a:cxn>
              </a:cxnLst>
              <a:rect l="T9" t="T10" r="T11" b="T12"/>
              <a:pathLst>
                <a:path w="21600" h="21588" fill="none" extrusionOk="0">
                  <a:moveTo>
                    <a:pt x="719" y="0"/>
                  </a:moveTo>
                  <a:cubicBezTo>
                    <a:pt x="12362" y="388"/>
                    <a:pt x="21600" y="9938"/>
                    <a:pt x="21600" y="21588"/>
                  </a:cubicBezTo>
                </a:path>
                <a:path w="21600" h="21588" stroke="0" extrusionOk="0">
                  <a:moveTo>
                    <a:pt x="719" y="0"/>
                  </a:moveTo>
                  <a:cubicBezTo>
                    <a:pt x="12362" y="388"/>
                    <a:pt x="21600" y="9938"/>
                    <a:pt x="21600" y="21588"/>
                  </a:cubicBezTo>
                  <a:lnTo>
                    <a:pt x="0" y="21588"/>
                  </a:lnTo>
                  <a:lnTo>
                    <a:pt x="719" y="0"/>
                  </a:lnTo>
                  <a:close/>
                </a:path>
              </a:pathLst>
            </a:cu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48152" name="Group 35"/>
          <p:cNvGrpSpPr>
            <a:grpSpLocks/>
          </p:cNvGrpSpPr>
          <p:nvPr/>
        </p:nvGrpSpPr>
        <p:grpSpPr bwMode="auto">
          <a:xfrm flipH="1">
            <a:off x="9220200" y="596900"/>
            <a:ext cx="228600" cy="2705100"/>
            <a:chOff x="4528" y="376"/>
            <a:chExt cx="144" cy="1704"/>
          </a:xfrm>
        </p:grpSpPr>
        <p:sp>
          <p:nvSpPr>
            <p:cNvPr id="48164" name="Line 36"/>
            <p:cNvSpPr>
              <a:spLocks noChangeShapeType="1"/>
            </p:cNvSpPr>
            <p:nvPr/>
          </p:nvSpPr>
          <p:spPr bwMode="auto">
            <a:xfrm>
              <a:off x="4528" y="888"/>
              <a:ext cx="0" cy="1192"/>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8165" name="Line 37"/>
            <p:cNvSpPr>
              <a:spLocks noChangeShapeType="1"/>
            </p:cNvSpPr>
            <p:nvPr/>
          </p:nvSpPr>
          <p:spPr bwMode="auto">
            <a:xfrm>
              <a:off x="4664" y="376"/>
              <a:ext cx="0" cy="312"/>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8166" name="Arc 38"/>
            <p:cNvSpPr>
              <a:spLocks/>
            </p:cNvSpPr>
            <p:nvPr/>
          </p:nvSpPr>
          <p:spPr bwMode="auto">
            <a:xfrm flipV="1">
              <a:off x="4528" y="696"/>
              <a:ext cx="144" cy="192"/>
            </a:xfrm>
            <a:custGeom>
              <a:avLst/>
              <a:gdLst>
                <a:gd name="T0" fmla="*/ 0 w 21600"/>
                <a:gd name="T1" fmla="*/ 0 h 21588"/>
                <a:gd name="T2" fmla="*/ 0 w 21600"/>
                <a:gd name="T3" fmla="*/ 0 h 21588"/>
                <a:gd name="T4" fmla="*/ 0 w 21600"/>
                <a:gd name="T5" fmla="*/ 0 h 21588"/>
                <a:gd name="T6" fmla="*/ 0 60000 65536"/>
                <a:gd name="T7" fmla="*/ 0 60000 65536"/>
                <a:gd name="T8" fmla="*/ 0 60000 65536"/>
                <a:gd name="T9" fmla="*/ 0 w 21600"/>
                <a:gd name="T10" fmla="*/ 0 h 21588"/>
                <a:gd name="T11" fmla="*/ 21600 w 21600"/>
                <a:gd name="T12" fmla="*/ 21588 h 21588"/>
              </a:gdLst>
              <a:ahLst/>
              <a:cxnLst>
                <a:cxn ang="T6">
                  <a:pos x="T0" y="T1"/>
                </a:cxn>
                <a:cxn ang="T7">
                  <a:pos x="T2" y="T3"/>
                </a:cxn>
                <a:cxn ang="T8">
                  <a:pos x="T4" y="T5"/>
                </a:cxn>
              </a:cxnLst>
              <a:rect l="T9" t="T10" r="T11" b="T12"/>
              <a:pathLst>
                <a:path w="21600" h="21588" fill="none" extrusionOk="0">
                  <a:moveTo>
                    <a:pt x="719" y="0"/>
                  </a:moveTo>
                  <a:cubicBezTo>
                    <a:pt x="12362" y="388"/>
                    <a:pt x="21600" y="9938"/>
                    <a:pt x="21600" y="21588"/>
                  </a:cubicBezTo>
                </a:path>
                <a:path w="21600" h="21588" stroke="0" extrusionOk="0">
                  <a:moveTo>
                    <a:pt x="719" y="0"/>
                  </a:moveTo>
                  <a:cubicBezTo>
                    <a:pt x="12362" y="388"/>
                    <a:pt x="21600" y="9938"/>
                    <a:pt x="21600" y="21588"/>
                  </a:cubicBezTo>
                  <a:lnTo>
                    <a:pt x="0" y="21588"/>
                  </a:lnTo>
                  <a:lnTo>
                    <a:pt x="719" y="0"/>
                  </a:lnTo>
                  <a:close/>
                </a:path>
              </a:pathLst>
            </a:cu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48153" name="Line 39"/>
          <p:cNvSpPr>
            <a:spLocks noChangeShapeType="1"/>
          </p:cNvSpPr>
          <p:nvPr/>
        </p:nvSpPr>
        <p:spPr bwMode="auto">
          <a:xfrm>
            <a:off x="8724900" y="3314700"/>
            <a:ext cx="228600" cy="3175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8154" name="Line 40"/>
          <p:cNvSpPr>
            <a:spLocks noChangeShapeType="1"/>
          </p:cNvSpPr>
          <p:nvPr/>
        </p:nvSpPr>
        <p:spPr bwMode="auto">
          <a:xfrm flipH="1">
            <a:off x="9194800" y="3302000"/>
            <a:ext cx="254000" cy="3048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nvGrpSpPr>
          <p:cNvPr id="48155" name="Group 41"/>
          <p:cNvGrpSpPr>
            <a:grpSpLocks/>
          </p:cNvGrpSpPr>
          <p:nvPr/>
        </p:nvGrpSpPr>
        <p:grpSpPr bwMode="auto">
          <a:xfrm>
            <a:off x="8437564" y="609600"/>
            <a:ext cx="276225" cy="3124200"/>
            <a:chOff x="4355" y="384"/>
            <a:chExt cx="174" cy="1968"/>
          </a:xfrm>
        </p:grpSpPr>
        <p:sp>
          <p:nvSpPr>
            <p:cNvPr id="48162" name="Freeform 42"/>
            <p:cNvSpPr>
              <a:spLocks/>
            </p:cNvSpPr>
            <p:nvPr/>
          </p:nvSpPr>
          <p:spPr bwMode="auto">
            <a:xfrm>
              <a:off x="4355" y="384"/>
              <a:ext cx="174" cy="1656"/>
            </a:xfrm>
            <a:custGeom>
              <a:avLst/>
              <a:gdLst>
                <a:gd name="T0" fmla="*/ 173 w 174"/>
                <a:gd name="T1" fmla="*/ 0 h 1936"/>
                <a:gd name="T2" fmla="*/ 149 w 174"/>
                <a:gd name="T3" fmla="*/ 104 h 1936"/>
                <a:gd name="T4" fmla="*/ 21 w 174"/>
                <a:gd name="T5" fmla="*/ 185 h 1936"/>
                <a:gd name="T6" fmla="*/ 21 w 174"/>
                <a:gd name="T7" fmla="*/ 686 h 1936"/>
                <a:gd name="T8" fmla="*/ 21 w 174"/>
                <a:gd name="T9" fmla="*/ 617 h 1936"/>
                <a:gd name="T10" fmla="*/ 0 60000 65536"/>
                <a:gd name="T11" fmla="*/ 0 60000 65536"/>
                <a:gd name="T12" fmla="*/ 0 60000 65536"/>
                <a:gd name="T13" fmla="*/ 0 60000 65536"/>
                <a:gd name="T14" fmla="*/ 0 60000 65536"/>
                <a:gd name="T15" fmla="*/ 0 w 174"/>
                <a:gd name="T16" fmla="*/ 0 h 1936"/>
                <a:gd name="T17" fmla="*/ 174 w 174"/>
                <a:gd name="T18" fmla="*/ 1936 h 1936"/>
              </a:gdLst>
              <a:ahLst/>
              <a:cxnLst>
                <a:cxn ang="T10">
                  <a:pos x="T0" y="T1"/>
                </a:cxn>
                <a:cxn ang="T11">
                  <a:pos x="T2" y="T3"/>
                </a:cxn>
                <a:cxn ang="T12">
                  <a:pos x="T4" y="T5"/>
                </a:cxn>
                <a:cxn ang="T13">
                  <a:pos x="T6" y="T7"/>
                </a:cxn>
                <a:cxn ang="T14">
                  <a:pos x="T8" y="T9"/>
                </a:cxn>
              </a:cxnLst>
              <a:rect l="T15" t="T16" r="T17" b="T18"/>
              <a:pathLst>
                <a:path w="174" h="1936">
                  <a:moveTo>
                    <a:pt x="173" y="0"/>
                  </a:moveTo>
                  <a:cubicBezTo>
                    <a:pt x="173" y="92"/>
                    <a:pt x="174" y="185"/>
                    <a:pt x="149" y="264"/>
                  </a:cubicBezTo>
                  <a:cubicBezTo>
                    <a:pt x="124" y="343"/>
                    <a:pt x="42" y="224"/>
                    <a:pt x="21" y="472"/>
                  </a:cubicBezTo>
                  <a:cubicBezTo>
                    <a:pt x="0" y="720"/>
                    <a:pt x="21" y="1568"/>
                    <a:pt x="21" y="1752"/>
                  </a:cubicBezTo>
                  <a:cubicBezTo>
                    <a:pt x="21" y="1936"/>
                    <a:pt x="21" y="1756"/>
                    <a:pt x="21" y="1576"/>
                  </a:cubicBezTo>
                </a:path>
              </a:pathLst>
            </a:cu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8163" name="Line 43"/>
            <p:cNvSpPr>
              <a:spLocks noChangeShapeType="1"/>
            </p:cNvSpPr>
            <p:nvPr/>
          </p:nvSpPr>
          <p:spPr bwMode="auto">
            <a:xfrm>
              <a:off x="4368" y="1936"/>
              <a:ext cx="160" cy="416"/>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8156" name="Group 44"/>
          <p:cNvGrpSpPr>
            <a:grpSpLocks/>
          </p:cNvGrpSpPr>
          <p:nvPr/>
        </p:nvGrpSpPr>
        <p:grpSpPr bwMode="auto">
          <a:xfrm flipH="1">
            <a:off x="9390064" y="660400"/>
            <a:ext cx="276225" cy="3124200"/>
            <a:chOff x="4355" y="384"/>
            <a:chExt cx="174" cy="1968"/>
          </a:xfrm>
        </p:grpSpPr>
        <p:sp>
          <p:nvSpPr>
            <p:cNvPr id="48160" name="Freeform 45"/>
            <p:cNvSpPr>
              <a:spLocks/>
            </p:cNvSpPr>
            <p:nvPr/>
          </p:nvSpPr>
          <p:spPr bwMode="auto">
            <a:xfrm>
              <a:off x="4355" y="384"/>
              <a:ext cx="174" cy="1656"/>
            </a:xfrm>
            <a:custGeom>
              <a:avLst/>
              <a:gdLst>
                <a:gd name="T0" fmla="*/ 173 w 174"/>
                <a:gd name="T1" fmla="*/ 0 h 1936"/>
                <a:gd name="T2" fmla="*/ 149 w 174"/>
                <a:gd name="T3" fmla="*/ 104 h 1936"/>
                <a:gd name="T4" fmla="*/ 21 w 174"/>
                <a:gd name="T5" fmla="*/ 185 h 1936"/>
                <a:gd name="T6" fmla="*/ 21 w 174"/>
                <a:gd name="T7" fmla="*/ 686 h 1936"/>
                <a:gd name="T8" fmla="*/ 21 w 174"/>
                <a:gd name="T9" fmla="*/ 617 h 1936"/>
                <a:gd name="T10" fmla="*/ 0 60000 65536"/>
                <a:gd name="T11" fmla="*/ 0 60000 65536"/>
                <a:gd name="T12" fmla="*/ 0 60000 65536"/>
                <a:gd name="T13" fmla="*/ 0 60000 65536"/>
                <a:gd name="T14" fmla="*/ 0 60000 65536"/>
                <a:gd name="T15" fmla="*/ 0 w 174"/>
                <a:gd name="T16" fmla="*/ 0 h 1936"/>
                <a:gd name="T17" fmla="*/ 174 w 174"/>
                <a:gd name="T18" fmla="*/ 1936 h 1936"/>
              </a:gdLst>
              <a:ahLst/>
              <a:cxnLst>
                <a:cxn ang="T10">
                  <a:pos x="T0" y="T1"/>
                </a:cxn>
                <a:cxn ang="T11">
                  <a:pos x="T2" y="T3"/>
                </a:cxn>
                <a:cxn ang="T12">
                  <a:pos x="T4" y="T5"/>
                </a:cxn>
                <a:cxn ang="T13">
                  <a:pos x="T6" y="T7"/>
                </a:cxn>
                <a:cxn ang="T14">
                  <a:pos x="T8" y="T9"/>
                </a:cxn>
              </a:cxnLst>
              <a:rect l="T15" t="T16" r="T17" b="T18"/>
              <a:pathLst>
                <a:path w="174" h="1936">
                  <a:moveTo>
                    <a:pt x="173" y="0"/>
                  </a:moveTo>
                  <a:cubicBezTo>
                    <a:pt x="173" y="92"/>
                    <a:pt x="174" y="185"/>
                    <a:pt x="149" y="264"/>
                  </a:cubicBezTo>
                  <a:cubicBezTo>
                    <a:pt x="124" y="343"/>
                    <a:pt x="42" y="224"/>
                    <a:pt x="21" y="472"/>
                  </a:cubicBezTo>
                  <a:cubicBezTo>
                    <a:pt x="0" y="720"/>
                    <a:pt x="21" y="1568"/>
                    <a:pt x="21" y="1752"/>
                  </a:cubicBezTo>
                  <a:cubicBezTo>
                    <a:pt x="21" y="1936"/>
                    <a:pt x="21" y="1756"/>
                    <a:pt x="21" y="1576"/>
                  </a:cubicBezTo>
                </a:path>
              </a:pathLst>
            </a:cu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8161" name="Line 46"/>
            <p:cNvSpPr>
              <a:spLocks noChangeShapeType="1"/>
            </p:cNvSpPr>
            <p:nvPr/>
          </p:nvSpPr>
          <p:spPr bwMode="auto">
            <a:xfrm>
              <a:off x="4368" y="1936"/>
              <a:ext cx="160" cy="416"/>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48157" name="Line 47"/>
          <p:cNvSpPr>
            <a:spLocks noChangeShapeType="1"/>
          </p:cNvSpPr>
          <p:nvPr/>
        </p:nvSpPr>
        <p:spPr bwMode="auto">
          <a:xfrm>
            <a:off x="8280400" y="939800"/>
            <a:ext cx="0" cy="27686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8158" name="Line 48"/>
          <p:cNvSpPr>
            <a:spLocks noChangeShapeType="1"/>
          </p:cNvSpPr>
          <p:nvPr/>
        </p:nvSpPr>
        <p:spPr bwMode="auto">
          <a:xfrm>
            <a:off x="9931400" y="889000"/>
            <a:ext cx="0" cy="27686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8159" name="Rectangle 49"/>
          <p:cNvSpPr>
            <a:spLocks noChangeArrowheads="1"/>
          </p:cNvSpPr>
          <p:nvPr/>
        </p:nvSpPr>
        <p:spPr bwMode="auto">
          <a:xfrm>
            <a:off x="10020300" y="21082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a:solidFill>
                  <a:srgbClr val="FF0000"/>
                </a:solidFill>
              </a:rPr>
              <a:t>B</a:t>
            </a:r>
          </a:p>
        </p:txBody>
      </p:sp>
    </p:spTree>
    <p:extLst>
      <p:ext uri="{BB962C8B-B14F-4D97-AF65-F5344CB8AC3E}">
        <p14:creationId xmlns:p14="http://schemas.microsoft.com/office/powerpoint/2010/main" val="35860351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2171700" y="60960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FF0000"/>
                </a:solidFill>
              </a:rPr>
              <a:t>迈斯纳效应</a:t>
            </a:r>
            <a:r>
              <a:rPr lang="en-US" altLang="zh-CN" sz="2400">
                <a:solidFill>
                  <a:srgbClr val="FF0000"/>
                </a:solidFill>
              </a:rPr>
              <a:t>:</a:t>
            </a:r>
          </a:p>
        </p:txBody>
      </p:sp>
      <p:sp>
        <p:nvSpPr>
          <p:cNvPr id="50179" name="Text Box 3"/>
          <p:cNvSpPr txBox="1">
            <a:spLocks noChangeArrowheads="1"/>
          </p:cNvSpPr>
          <p:nvPr/>
        </p:nvSpPr>
        <p:spPr bwMode="auto">
          <a:xfrm>
            <a:off x="2374900" y="1079501"/>
            <a:ext cx="5270500" cy="835025"/>
          </a:xfrm>
          <a:prstGeom prst="rect">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超导体通过表面产生感应电流的方式排除其体内的磁场现象</a:t>
            </a:r>
            <a:r>
              <a:rPr lang="en-US" altLang="zh-CN" sz="2400"/>
              <a:t>.</a:t>
            </a:r>
          </a:p>
        </p:txBody>
      </p:sp>
      <p:sp>
        <p:nvSpPr>
          <p:cNvPr id="50180" name="Text Box 4"/>
          <p:cNvSpPr txBox="1">
            <a:spLocks noChangeArrowheads="1"/>
          </p:cNvSpPr>
          <p:nvPr/>
        </p:nvSpPr>
        <p:spPr bwMode="auto">
          <a:xfrm>
            <a:off x="2260600" y="2400300"/>
            <a:ext cx="3670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FF0000"/>
                </a:solidFill>
              </a:rPr>
              <a:t>对于普通抗磁体</a:t>
            </a:r>
            <a:r>
              <a:rPr lang="en-US" altLang="zh-CN" sz="2400">
                <a:solidFill>
                  <a:srgbClr val="FF0000"/>
                </a:solidFill>
              </a:rPr>
              <a:t>:</a:t>
            </a:r>
          </a:p>
        </p:txBody>
      </p:sp>
      <p:sp>
        <p:nvSpPr>
          <p:cNvPr id="50181" name="Text Box 5"/>
          <p:cNvSpPr txBox="1">
            <a:spLocks noChangeArrowheads="1"/>
          </p:cNvSpPr>
          <p:nvPr/>
        </p:nvSpPr>
        <p:spPr bwMode="auto">
          <a:xfrm>
            <a:off x="2692400" y="3162300"/>
            <a:ext cx="3302000" cy="469900"/>
          </a:xfrm>
          <a:prstGeom prst="rect">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solidFill>
                  <a:srgbClr val="FF0000"/>
                </a:solidFill>
              </a:rPr>
              <a:t>M</a:t>
            </a:r>
            <a:r>
              <a:rPr lang="zh-CN" altLang="en-US" sz="2400" b="1">
                <a:solidFill>
                  <a:srgbClr val="FF0000"/>
                </a:solidFill>
              </a:rPr>
              <a:t>的方向与</a:t>
            </a:r>
            <a:r>
              <a:rPr lang="en-US" altLang="zh-CN" sz="2400" b="1">
                <a:solidFill>
                  <a:srgbClr val="FF0000"/>
                </a:solidFill>
              </a:rPr>
              <a:t>H</a:t>
            </a:r>
            <a:r>
              <a:rPr lang="zh-CN" altLang="en-US" sz="2400" b="1">
                <a:solidFill>
                  <a:srgbClr val="FF0000"/>
                </a:solidFill>
              </a:rPr>
              <a:t>相反</a:t>
            </a:r>
            <a:endParaRPr lang="zh-CN" altLang="en-US" sz="2400">
              <a:solidFill>
                <a:srgbClr val="FF0000"/>
              </a:solidFill>
            </a:endParaRPr>
          </a:p>
        </p:txBody>
      </p:sp>
      <p:sp>
        <p:nvSpPr>
          <p:cNvPr id="50182" name="AutoShape 6"/>
          <p:cNvSpPr>
            <a:spLocks noChangeArrowheads="1"/>
          </p:cNvSpPr>
          <p:nvPr/>
        </p:nvSpPr>
        <p:spPr bwMode="auto">
          <a:xfrm>
            <a:off x="8826500" y="1371600"/>
            <a:ext cx="482600" cy="1993900"/>
          </a:xfrm>
          <a:prstGeom prst="can">
            <a:avLst>
              <a:gd name="adj" fmla="val 34870"/>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50183" name="Group 7"/>
          <p:cNvGrpSpPr>
            <a:grpSpLocks/>
          </p:cNvGrpSpPr>
          <p:nvPr/>
        </p:nvGrpSpPr>
        <p:grpSpPr bwMode="auto">
          <a:xfrm>
            <a:off x="8826500" y="1778000"/>
            <a:ext cx="482600" cy="215900"/>
            <a:chOff x="4600" y="1120"/>
            <a:chExt cx="304" cy="136"/>
          </a:xfrm>
        </p:grpSpPr>
        <p:sp>
          <p:nvSpPr>
            <p:cNvPr id="50223" name="Oval 8"/>
            <p:cNvSpPr>
              <a:spLocks noChangeArrowheads="1"/>
            </p:cNvSpPr>
            <p:nvPr/>
          </p:nvSpPr>
          <p:spPr bwMode="auto">
            <a:xfrm>
              <a:off x="4600" y="1120"/>
              <a:ext cx="304" cy="136"/>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50224" name="Line 9"/>
            <p:cNvSpPr>
              <a:spLocks noChangeShapeType="1"/>
            </p:cNvSpPr>
            <p:nvPr/>
          </p:nvSpPr>
          <p:spPr bwMode="auto">
            <a:xfrm>
              <a:off x="4656" y="1240"/>
              <a:ext cx="72" cy="16"/>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0184" name="Group 10"/>
          <p:cNvGrpSpPr>
            <a:grpSpLocks/>
          </p:cNvGrpSpPr>
          <p:nvPr/>
        </p:nvGrpSpPr>
        <p:grpSpPr bwMode="auto">
          <a:xfrm>
            <a:off x="8813800" y="2082800"/>
            <a:ext cx="482600" cy="215900"/>
            <a:chOff x="4600" y="1120"/>
            <a:chExt cx="304" cy="136"/>
          </a:xfrm>
        </p:grpSpPr>
        <p:sp>
          <p:nvSpPr>
            <p:cNvPr id="50221" name="Oval 11"/>
            <p:cNvSpPr>
              <a:spLocks noChangeArrowheads="1"/>
            </p:cNvSpPr>
            <p:nvPr/>
          </p:nvSpPr>
          <p:spPr bwMode="auto">
            <a:xfrm>
              <a:off x="4600" y="1120"/>
              <a:ext cx="304" cy="136"/>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50222" name="Line 12"/>
            <p:cNvSpPr>
              <a:spLocks noChangeShapeType="1"/>
            </p:cNvSpPr>
            <p:nvPr/>
          </p:nvSpPr>
          <p:spPr bwMode="auto">
            <a:xfrm>
              <a:off x="4656" y="1240"/>
              <a:ext cx="72" cy="16"/>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0185" name="Group 13"/>
          <p:cNvGrpSpPr>
            <a:grpSpLocks/>
          </p:cNvGrpSpPr>
          <p:nvPr/>
        </p:nvGrpSpPr>
        <p:grpSpPr bwMode="auto">
          <a:xfrm>
            <a:off x="8826500" y="2425700"/>
            <a:ext cx="482600" cy="215900"/>
            <a:chOff x="4600" y="1120"/>
            <a:chExt cx="304" cy="136"/>
          </a:xfrm>
        </p:grpSpPr>
        <p:sp>
          <p:nvSpPr>
            <p:cNvPr id="50219" name="Oval 14"/>
            <p:cNvSpPr>
              <a:spLocks noChangeArrowheads="1"/>
            </p:cNvSpPr>
            <p:nvPr/>
          </p:nvSpPr>
          <p:spPr bwMode="auto">
            <a:xfrm>
              <a:off x="4600" y="1120"/>
              <a:ext cx="304" cy="136"/>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50220" name="Line 15"/>
            <p:cNvSpPr>
              <a:spLocks noChangeShapeType="1"/>
            </p:cNvSpPr>
            <p:nvPr/>
          </p:nvSpPr>
          <p:spPr bwMode="auto">
            <a:xfrm>
              <a:off x="4656" y="1240"/>
              <a:ext cx="72" cy="16"/>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0186" name="Group 16"/>
          <p:cNvGrpSpPr>
            <a:grpSpLocks/>
          </p:cNvGrpSpPr>
          <p:nvPr/>
        </p:nvGrpSpPr>
        <p:grpSpPr bwMode="auto">
          <a:xfrm>
            <a:off x="8813800" y="2730500"/>
            <a:ext cx="482600" cy="215900"/>
            <a:chOff x="4600" y="1120"/>
            <a:chExt cx="304" cy="136"/>
          </a:xfrm>
        </p:grpSpPr>
        <p:sp>
          <p:nvSpPr>
            <p:cNvPr id="50217" name="Oval 17"/>
            <p:cNvSpPr>
              <a:spLocks noChangeArrowheads="1"/>
            </p:cNvSpPr>
            <p:nvPr/>
          </p:nvSpPr>
          <p:spPr bwMode="auto">
            <a:xfrm>
              <a:off x="4600" y="1120"/>
              <a:ext cx="304" cy="136"/>
            </a:xfrm>
            <a:prstGeom prst="ellipse">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50218" name="Line 18"/>
            <p:cNvSpPr>
              <a:spLocks noChangeShapeType="1"/>
            </p:cNvSpPr>
            <p:nvPr/>
          </p:nvSpPr>
          <p:spPr bwMode="auto">
            <a:xfrm>
              <a:off x="4656" y="1240"/>
              <a:ext cx="72" cy="16"/>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0187" name="Group 19"/>
          <p:cNvGrpSpPr>
            <a:grpSpLocks/>
          </p:cNvGrpSpPr>
          <p:nvPr/>
        </p:nvGrpSpPr>
        <p:grpSpPr bwMode="auto">
          <a:xfrm>
            <a:off x="8712200" y="596900"/>
            <a:ext cx="228600" cy="2705100"/>
            <a:chOff x="4528" y="376"/>
            <a:chExt cx="144" cy="1704"/>
          </a:xfrm>
        </p:grpSpPr>
        <p:sp>
          <p:nvSpPr>
            <p:cNvPr id="50214" name="Line 20"/>
            <p:cNvSpPr>
              <a:spLocks noChangeShapeType="1"/>
            </p:cNvSpPr>
            <p:nvPr/>
          </p:nvSpPr>
          <p:spPr bwMode="auto">
            <a:xfrm>
              <a:off x="4528" y="888"/>
              <a:ext cx="0" cy="1192"/>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15" name="Line 21"/>
            <p:cNvSpPr>
              <a:spLocks noChangeShapeType="1"/>
            </p:cNvSpPr>
            <p:nvPr/>
          </p:nvSpPr>
          <p:spPr bwMode="auto">
            <a:xfrm>
              <a:off x="4664" y="376"/>
              <a:ext cx="0" cy="312"/>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16" name="Arc 22"/>
            <p:cNvSpPr>
              <a:spLocks/>
            </p:cNvSpPr>
            <p:nvPr/>
          </p:nvSpPr>
          <p:spPr bwMode="auto">
            <a:xfrm flipV="1">
              <a:off x="4528" y="696"/>
              <a:ext cx="144" cy="192"/>
            </a:xfrm>
            <a:custGeom>
              <a:avLst/>
              <a:gdLst>
                <a:gd name="T0" fmla="*/ 0 w 21600"/>
                <a:gd name="T1" fmla="*/ 0 h 21588"/>
                <a:gd name="T2" fmla="*/ 0 w 21600"/>
                <a:gd name="T3" fmla="*/ 0 h 21588"/>
                <a:gd name="T4" fmla="*/ 0 w 21600"/>
                <a:gd name="T5" fmla="*/ 0 h 21588"/>
                <a:gd name="T6" fmla="*/ 0 60000 65536"/>
                <a:gd name="T7" fmla="*/ 0 60000 65536"/>
                <a:gd name="T8" fmla="*/ 0 60000 65536"/>
                <a:gd name="T9" fmla="*/ 0 w 21600"/>
                <a:gd name="T10" fmla="*/ 0 h 21588"/>
                <a:gd name="T11" fmla="*/ 21600 w 21600"/>
                <a:gd name="T12" fmla="*/ 21588 h 21588"/>
              </a:gdLst>
              <a:ahLst/>
              <a:cxnLst>
                <a:cxn ang="T6">
                  <a:pos x="T0" y="T1"/>
                </a:cxn>
                <a:cxn ang="T7">
                  <a:pos x="T2" y="T3"/>
                </a:cxn>
                <a:cxn ang="T8">
                  <a:pos x="T4" y="T5"/>
                </a:cxn>
              </a:cxnLst>
              <a:rect l="T9" t="T10" r="T11" b="T12"/>
              <a:pathLst>
                <a:path w="21600" h="21588" fill="none" extrusionOk="0">
                  <a:moveTo>
                    <a:pt x="719" y="0"/>
                  </a:moveTo>
                  <a:cubicBezTo>
                    <a:pt x="12362" y="388"/>
                    <a:pt x="21600" y="9938"/>
                    <a:pt x="21600" y="21588"/>
                  </a:cubicBezTo>
                </a:path>
                <a:path w="21600" h="21588" stroke="0" extrusionOk="0">
                  <a:moveTo>
                    <a:pt x="719" y="0"/>
                  </a:moveTo>
                  <a:cubicBezTo>
                    <a:pt x="12362" y="388"/>
                    <a:pt x="21600" y="9938"/>
                    <a:pt x="21600" y="21588"/>
                  </a:cubicBezTo>
                  <a:lnTo>
                    <a:pt x="0" y="21588"/>
                  </a:lnTo>
                  <a:lnTo>
                    <a:pt x="719" y="0"/>
                  </a:lnTo>
                  <a:close/>
                </a:path>
              </a:pathLst>
            </a:cu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0188" name="Group 23"/>
          <p:cNvGrpSpPr>
            <a:grpSpLocks/>
          </p:cNvGrpSpPr>
          <p:nvPr/>
        </p:nvGrpSpPr>
        <p:grpSpPr bwMode="auto">
          <a:xfrm flipH="1">
            <a:off x="9220200" y="596900"/>
            <a:ext cx="228600" cy="2705100"/>
            <a:chOff x="4528" y="376"/>
            <a:chExt cx="144" cy="1704"/>
          </a:xfrm>
        </p:grpSpPr>
        <p:sp>
          <p:nvSpPr>
            <p:cNvPr id="50211" name="Line 24"/>
            <p:cNvSpPr>
              <a:spLocks noChangeShapeType="1"/>
            </p:cNvSpPr>
            <p:nvPr/>
          </p:nvSpPr>
          <p:spPr bwMode="auto">
            <a:xfrm>
              <a:off x="4528" y="888"/>
              <a:ext cx="0" cy="1192"/>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12" name="Line 25"/>
            <p:cNvSpPr>
              <a:spLocks noChangeShapeType="1"/>
            </p:cNvSpPr>
            <p:nvPr/>
          </p:nvSpPr>
          <p:spPr bwMode="auto">
            <a:xfrm>
              <a:off x="4664" y="376"/>
              <a:ext cx="0" cy="312"/>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13" name="Arc 26"/>
            <p:cNvSpPr>
              <a:spLocks/>
            </p:cNvSpPr>
            <p:nvPr/>
          </p:nvSpPr>
          <p:spPr bwMode="auto">
            <a:xfrm flipV="1">
              <a:off x="4528" y="696"/>
              <a:ext cx="144" cy="192"/>
            </a:xfrm>
            <a:custGeom>
              <a:avLst/>
              <a:gdLst>
                <a:gd name="T0" fmla="*/ 0 w 21600"/>
                <a:gd name="T1" fmla="*/ 0 h 21588"/>
                <a:gd name="T2" fmla="*/ 0 w 21600"/>
                <a:gd name="T3" fmla="*/ 0 h 21588"/>
                <a:gd name="T4" fmla="*/ 0 w 21600"/>
                <a:gd name="T5" fmla="*/ 0 h 21588"/>
                <a:gd name="T6" fmla="*/ 0 60000 65536"/>
                <a:gd name="T7" fmla="*/ 0 60000 65536"/>
                <a:gd name="T8" fmla="*/ 0 60000 65536"/>
                <a:gd name="T9" fmla="*/ 0 w 21600"/>
                <a:gd name="T10" fmla="*/ 0 h 21588"/>
                <a:gd name="T11" fmla="*/ 21600 w 21600"/>
                <a:gd name="T12" fmla="*/ 21588 h 21588"/>
              </a:gdLst>
              <a:ahLst/>
              <a:cxnLst>
                <a:cxn ang="T6">
                  <a:pos x="T0" y="T1"/>
                </a:cxn>
                <a:cxn ang="T7">
                  <a:pos x="T2" y="T3"/>
                </a:cxn>
                <a:cxn ang="T8">
                  <a:pos x="T4" y="T5"/>
                </a:cxn>
              </a:cxnLst>
              <a:rect l="T9" t="T10" r="T11" b="T12"/>
              <a:pathLst>
                <a:path w="21600" h="21588" fill="none" extrusionOk="0">
                  <a:moveTo>
                    <a:pt x="719" y="0"/>
                  </a:moveTo>
                  <a:cubicBezTo>
                    <a:pt x="12362" y="388"/>
                    <a:pt x="21600" y="9938"/>
                    <a:pt x="21600" y="21588"/>
                  </a:cubicBezTo>
                </a:path>
                <a:path w="21600" h="21588" stroke="0" extrusionOk="0">
                  <a:moveTo>
                    <a:pt x="719" y="0"/>
                  </a:moveTo>
                  <a:cubicBezTo>
                    <a:pt x="12362" y="388"/>
                    <a:pt x="21600" y="9938"/>
                    <a:pt x="21600" y="21588"/>
                  </a:cubicBezTo>
                  <a:lnTo>
                    <a:pt x="0" y="21588"/>
                  </a:lnTo>
                  <a:lnTo>
                    <a:pt x="719" y="0"/>
                  </a:lnTo>
                  <a:close/>
                </a:path>
              </a:pathLst>
            </a:cu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50189" name="Line 27"/>
          <p:cNvSpPr>
            <a:spLocks noChangeShapeType="1"/>
          </p:cNvSpPr>
          <p:nvPr/>
        </p:nvSpPr>
        <p:spPr bwMode="auto">
          <a:xfrm>
            <a:off x="8724900" y="3314700"/>
            <a:ext cx="228600" cy="3175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190" name="Line 28"/>
          <p:cNvSpPr>
            <a:spLocks noChangeShapeType="1"/>
          </p:cNvSpPr>
          <p:nvPr/>
        </p:nvSpPr>
        <p:spPr bwMode="auto">
          <a:xfrm flipH="1">
            <a:off x="9194800" y="3302000"/>
            <a:ext cx="254000" cy="3048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nvGrpSpPr>
          <p:cNvPr id="50191" name="Group 29"/>
          <p:cNvGrpSpPr>
            <a:grpSpLocks/>
          </p:cNvGrpSpPr>
          <p:nvPr/>
        </p:nvGrpSpPr>
        <p:grpSpPr bwMode="auto">
          <a:xfrm>
            <a:off x="8437564" y="609600"/>
            <a:ext cx="276225" cy="3124200"/>
            <a:chOff x="4355" y="384"/>
            <a:chExt cx="174" cy="1968"/>
          </a:xfrm>
        </p:grpSpPr>
        <p:sp>
          <p:nvSpPr>
            <p:cNvPr id="50209" name="Freeform 30"/>
            <p:cNvSpPr>
              <a:spLocks/>
            </p:cNvSpPr>
            <p:nvPr/>
          </p:nvSpPr>
          <p:spPr bwMode="auto">
            <a:xfrm>
              <a:off x="4355" y="384"/>
              <a:ext cx="174" cy="1656"/>
            </a:xfrm>
            <a:custGeom>
              <a:avLst/>
              <a:gdLst>
                <a:gd name="T0" fmla="*/ 173 w 174"/>
                <a:gd name="T1" fmla="*/ 0 h 1936"/>
                <a:gd name="T2" fmla="*/ 149 w 174"/>
                <a:gd name="T3" fmla="*/ 104 h 1936"/>
                <a:gd name="T4" fmla="*/ 21 w 174"/>
                <a:gd name="T5" fmla="*/ 185 h 1936"/>
                <a:gd name="T6" fmla="*/ 21 w 174"/>
                <a:gd name="T7" fmla="*/ 686 h 1936"/>
                <a:gd name="T8" fmla="*/ 21 w 174"/>
                <a:gd name="T9" fmla="*/ 617 h 1936"/>
                <a:gd name="T10" fmla="*/ 0 60000 65536"/>
                <a:gd name="T11" fmla="*/ 0 60000 65536"/>
                <a:gd name="T12" fmla="*/ 0 60000 65536"/>
                <a:gd name="T13" fmla="*/ 0 60000 65536"/>
                <a:gd name="T14" fmla="*/ 0 60000 65536"/>
                <a:gd name="T15" fmla="*/ 0 w 174"/>
                <a:gd name="T16" fmla="*/ 0 h 1936"/>
                <a:gd name="T17" fmla="*/ 174 w 174"/>
                <a:gd name="T18" fmla="*/ 1936 h 1936"/>
              </a:gdLst>
              <a:ahLst/>
              <a:cxnLst>
                <a:cxn ang="T10">
                  <a:pos x="T0" y="T1"/>
                </a:cxn>
                <a:cxn ang="T11">
                  <a:pos x="T2" y="T3"/>
                </a:cxn>
                <a:cxn ang="T12">
                  <a:pos x="T4" y="T5"/>
                </a:cxn>
                <a:cxn ang="T13">
                  <a:pos x="T6" y="T7"/>
                </a:cxn>
                <a:cxn ang="T14">
                  <a:pos x="T8" y="T9"/>
                </a:cxn>
              </a:cxnLst>
              <a:rect l="T15" t="T16" r="T17" b="T18"/>
              <a:pathLst>
                <a:path w="174" h="1936">
                  <a:moveTo>
                    <a:pt x="173" y="0"/>
                  </a:moveTo>
                  <a:cubicBezTo>
                    <a:pt x="173" y="92"/>
                    <a:pt x="174" y="185"/>
                    <a:pt x="149" y="264"/>
                  </a:cubicBezTo>
                  <a:cubicBezTo>
                    <a:pt x="124" y="343"/>
                    <a:pt x="42" y="224"/>
                    <a:pt x="21" y="472"/>
                  </a:cubicBezTo>
                  <a:cubicBezTo>
                    <a:pt x="0" y="720"/>
                    <a:pt x="21" y="1568"/>
                    <a:pt x="21" y="1752"/>
                  </a:cubicBezTo>
                  <a:cubicBezTo>
                    <a:pt x="21" y="1936"/>
                    <a:pt x="21" y="1756"/>
                    <a:pt x="21" y="1576"/>
                  </a:cubicBezTo>
                </a:path>
              </a:pathLst>
            </a:cu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50210" name="Line 31"/>
            <p:cNvSpPr>
              <a:spLocks noChangeShapeType="1"/>
            </p:cNvSpPr>
            <p:nvPr/>
          </p:nvSpPr>
          <p:spPr bwMode="auto">
            <a:xfrm>
              <a:off x="4368" y="1936"/>
              <a:ext cx="160" cy="416"/>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0192" name="Group 32"/>
          <p:cNvGrpSpPr>
            <a:grpSpLocks/>
          </p:cNvGrpSpPr>
          <p:nvPr/>
        </p:nvGrpSpPr>
        <p:grpSpPr bwMode="auto">
          <a:xfrm flipH="1">
            <a:off x="9390064" y="660400"/>
            <a:ext cx="276225" cy="3124200"/>
            <a:chOff x="4355" y="384"/>
            <a:chExt cx="174" cy="1968"/>
          </a:xfrm>
        </p:grpSpPr>
        <p:sp>
          <p:nvSpPr>
            <p:cNvPr id="50207" name="Freeform 33"/>
            <p:cNvSpPr>
              <a:spLocks/>
            </p:cNvSpPr>
            <p:nvPr/>
          </p:nvSpPr>
          <p:spPr bwMode="auto">
            <a:xfrm>
              <a:off x="4355" y="384"/>
              <a:ext cx="174" cy="1656"/>
            </a:xfrm>
            <a:custGeom>
              <a:avLst/>
              <a:gdLst>
                <a:gd name="T0" fmla="*/ 173 w 174"/>
                <a:gd name="T1" fmla="*/ 0 h 1936"/>
                <a:gd name="T2" fmla="*/ 149 w 174"/>
                <a:gd name="T3" fmla="*/ 104 h 1936"/>
                <a:gd name="T4" fmla="*/ 21 w 174"/>
                <a:gd name="T5" fmla="*/ 185 h 1936"/>
                <a:gd name="T6" fmla="*/ 21 w 174"/>
                <a:gd name="T7" fmla="*/ 686 h 1936"/>
                <a:gd name="T8" fmla="*/ 21 w 174"/>
                <a:gd name="T9" fmla="*/ 617 h 1936"/>
                <a:gd name="T10" fmla="*/ 0 60000 65536"/>
                <a:gd name="T11" fmla="*/ 0 60000 65536"/>
                <a:gd name="T12" fmla="*/ 0 60000 65536"/>
                <a:gd name="T13" fmla="*/ 0 60000 65536"/>
                <a:gd name="T14" fmla="*/ 0 60000 65536"/>
                <a:gd name="T15" fmla="*/ 0 w 174"/>
                <a:gd name="T16" fmla="*/ 0 h 1936"/>
                <a:gd name="T17" fmla="*/ 174 w 174"/>
                <a:gd name="T18" fmla="*/ 1936 h 1936"/>
              </a:gdLst>
              <a:ahLst/>
              <a:cxnLst>
                <a:cxn ang="T10">
                  <a:pos x="T0" y="T1"/>
                </a:cxn>
                <a:cxn ang="T11">
                  <a:pos x="T2" y="T3"/>
                </a:cxn>
                <a:cxn ang="T12">
                  <a:pos x="T4" y="T5"/>
                </a:cxn>
                <a:cxn ang="T13">
                  <a:pos x="T6" y="T7"/>
                </a:cxn>
                <a:cxn ang="T14">
                  <a:pos x="T8" y="T9"/>
                </a:cxn>
              </a:cxnLst>
              <a:rect l="T15" t="T16" r="T17" b="T18"/>
              <a:pathLst>
                <a:path w="174" h="1936">
                  <a:moveTo>
                    <a:pt x="173" y="0"/>
                  </a:moveTo>
                  <a:cubicBezTo>
                    <a:pt x="173" y="92"/>
                    <a:pt x="174" y="185"/>
                    <a:pt x="149" y="264"/>
                  </a:cubicBezTo>
                  <a:cubicBezTo>
                    <a:pt x="124" y="343"/>
                    <a:pt x="42" y="224"/>
                    <a:pt x="21" y="472"/>
                  </a:cubicBezTo>
                  <a:cubicBezTo>
                    <a:pt x="0" y="720"/>
                    <a:pt x="21" y="1568"/>
                    <a:pt x="21" y="1752"/>
                  </a:cubicBezTo>
                  <a:cubicBezTo>
                    <a:pt x="21" y="1936"/>
                    <a:pt x="21" y="1756"/>
                    <a:pt x="21" y="1576"/>
                  </a:cubicBezTo>
                </a:path>
              </a:pathLst>
            </a:cu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50208" name="Line 34"/>
            <p:cNvSpPr>
              <a:spLocks noChangeShapeType="1"/>
            </p:cNvSpPr>
            <p:nvPr/>
          </p:nvSpPr>
          <p:spPr bwMode="auto">
            <a:xfrm>
              <a:off x="4368" y="1936"/>
              <a:ext cx="160" cy="416"/>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50193" name="Line 35"/>
          <p:cNvSpPr>
            <a:spLocks noChangeShapeType="1"/>
          </p:cNvSpPr>
          <p:nvPr/>
        </p:nvSpPr>
        <p:spPr bwMode="auto">
          <a:xfrm>
            <a:off x="8280400" y="939800"/>
            <a:ext cx="0" cy="27686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194" name="Line 36"/>
          <p:cNvSpPr>
            <a:spLocks noChangeShapeType="1"/>
          </p:cNvSpPr>
          <p:nvPr/>
        </p:nvSpPr>
        <p:spPr bwMode="auto">
          <a:xfrm>
            <a:off x="9931400" y="889000"/>
            <a:ext cx="0" cy="27686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195" name="Rectangle 37"/>
          <p:cNvSpPr>
            <a:spLocks noChangeArrowheads="1"/>
          </p:cNvSpPr>
          <p:nvPr/>
        </p:nvSpPr>
        <p:spPr bwMode="auto">
          <a:xfrm>
            <a:off x="10020300" y="21082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a:solidFill>
                  <a:srgbClr val="FF0000"/>
                </a:solidFill>
              </a:rPr>
              <a:t>B</a:t>
            </a:r>
          </a:p>
        </p:txBody>
      </p:sp>
      <p:sp>
        <p:nvSpPr>
          <p:cNvPr id="50196" name="AutoShape 38"/>
          <p:cNvSpPr>
            <a:spLocks noChangeArrowheads="1"/>
          </p:cNvSpPr>
          <p:nvPr/>
        </p:nvSpPr>
        <p:spPr bwMode="auto">
          <a:xfrm>
            <a:off x="6883400" y="3937000"/>
            <a:ext cx="482600" cy="1993900"/>
          </a:xfrm>
          <a:prstGeom prst="can">
            <a:avLst>
              <a:gd name="adj" fmla="val 34870"/>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50197" name="Line 39"/>
          <p:cNvSpPr>
            <a:spLocks noChangeShapeType="1"/>
          </p:cNvSpPr>
          <p:nvPr/>
        </p:nvSpPr>
        <p:spPr bwMode="auto">
          <a:xfrm>
            <a:off x="6337300" y="3505200"/>
            <a:ext cx="0" cy="27686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198" name="Line 40"/>
          <p:cNvSpPr>
            <a:spLocks noChangeShapeType="1"/>
          </p:cNvSpPr>
          <p:nvPr/>
        </p:nvSpPr>
        <p:spPr bwMode="auto">
          <a:xfrm>
            <a:off x="7988300" y="3454400"/>
            <a:ext cx="0" cy="27686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199" name="Line 41"/>
          <p:cNvSpPr>
            <a:spLocks noChangeShapeType="1"/>
          </p:cNvSpPr>
          <p:nvPr/>
        </p:nvSpPr>
        <p:spPr bwMode="auto">
          <a:xfrm>
            <a:off x="6629400" y="3505200"/>
            <a:ext cx="0" cy="27686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00" name="Line 42"/>
          <p:cNvSpPr>
            <a:spLocks noChangeShapeType="1"/>
          </p:cNvSpPr>
          <p:nvPr/>
        </p:nvSpPr>
        <p:spPr bwMode="auto">
          <a:xfrm>
            <a:off x="7620000" y="3556000"/>
            <a:ext cx="0" cy="27686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01" name="Line 43"/>
          <p:cNvSpPr>
            <a:spLocks noChangeShapeType="1"/>
          </p:cNvSpPr>
          <p:nvPr/>
        </p:nvSpPr>
        <p:spPr bwMode="auto">
          <a:xfrm>
            <a:off x="7048500" y="4152900"/>
            <a:ext cx="0" cy="165100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02" name="Line 44"/>
          <p:cNvSpPr>
            <a:spLocks noChangeShapeType="1"/>
          </p:cNvSpPr>
          <p:nvPr/>
        </p:nvSpPr>
        <p:spPr bwMode="auto">
          <a:xfrm>
            <a:off x="7213600" y="4152900"/>
            <a:ext cx="0" cy="165100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03" name="Line 45"/>
          <p:cNvSpPr>
            <a:spLocks noChangeShapeType="1"/>
          </p:cNvSpPr>
          <p:nvPr/>
        </p:nvSpPr>
        <p:spPr bwMode="auto">
          <a:xfrm>
            <a:off x="7048500" y="5803900"/>
            <a:ext cx="0" cy="5969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04" name="Line 46"/>
          <p:cNvSpPr>
            <a:spLocks noChangeShapeType="1"/>
          </p:cNvSpPr>
          <p:nvPr/>
        </p:nvSpPr>
        <p:spPr bwMode="auto">
          <a:xfrm>
            <a:off x="7213600" y="5803900"/>
            <a:ext cx="0" cy="5969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05" name="Line 47"/>
          <p:cNvSpPr>
            <a:spLocks noChangeShapeType="1"/>
          </p:cNvSpPr>
          <p:nvPr/>
        </p:nvSpPr>
        <p:spPr bwMode="auto">
          <a:xfrm>
            <a:off x="7048500" y="3543300"/>
            <a:ext cx="0" cy="5842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0206" name="Line 48"/>
          <p:cNvSpPr>
            <a:spLocks noChangeShapeType="1"/>
          </p:cNvSpPr>
          <p:nvPr/>
        </p:nvSpPr>
        <p:spPr bwMode="auto">
          <a:xfrm>
            <a:off x="7213600" y="3581400"/>
            <a:ext cx="0" cy="5842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Tree>
    <p:extLst>
      <p:ext uri="{BB962C8B-B14F-4D97-AF65-F5344CB8AC3E}">
        <p14:creationId xmlns:p14="http://schemas.microsoft.com/office/powerpoint/2010/main" val="1593758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ChangeArrowheads="1"/>
          </p:cNvSpPr>
          <p:nvPr/>
        </p:nvSpPr>
        <p:spPr bwMode="auto">
          <a:xfrm>
            <a:off x="1765300" y="723900"/>
            <a:ext cx="8394700" cy="571500"/>
          </a:xfrm>
          <a:prstGeom prst="rect">
            <a:avLst/>
          </a:prstGeom>
          <a:noFill/>
          <a:ln w="9525">
            <a:noFill/>
            <a:miter lim="800000"/>
            <a:headEnd/>
            <a:tailEnd/>
          </a:ln>
          <a:effectLst/>
        </p:spPr>
        <p:txBody>
          <a:bodyPr lIns="92075" tIns="46038" rIns="92075" bIns="46038" anchor="ctr"/>
          <a:lstStyle/>
          <a:p>
            <a:pPr algn="ctr" eaLnBrk="1" hangingPunct="1">
              <a:defRPr/>
            </a:pPr>
            <a:r>
              <a:rPr lang="zh-CN" altLang="en-US" sz="3200">
                <a:solidFill>
                  <a:srgbClr val="FF0000"/>
                </a:solidFill>
                <a:effectLst>
                  <a:outerShdw blurRad="38100" dist="38100" dir="2700000" algn="tl">
                    <a:srgbClr val="C0C0C0"/>
                  </a:outerShdw>
                </a:effectLst>
                <a:latin typeface="宋体" pitchFamily="2" charset="-122"/>
              </a:rPr>
              <a:t>铁磁质</a:t>
            </a:r>
            <a:r>
              <a:rPr lang="en-US" altLang="zh-CN" sz="3200">
                <a:solidFill>
                  <a:srgbClr val="FF0000"/>
                </a:solidFill>
                <a:effectLst>
                  <a:outerShdw blurRad="38100" dist="38100" dir="2700000" algn="tl">
                    <a:srgbClr val="C0C0C0"/>
                  </a:outerShdw>
                </a:effectLst>
                <a:latin typeface="宋体" pitchFamily="2" charset="-122"/>
              </a:rPr>
              <a:t>:</a:t>
            </a:r>
            <a:r>
              <a:rPr lang="zh-CN" altLang="en-US" sz="3200">
                <a:solidFill>
                  <a:srgbClr val="FF0000"/>
                </a:solidFill>
                <a:effectLst>
                  <a:outerShdw blurRad="38100" dist="38100" dir="2700000" algn="tl">
                    <a:srgbClr val="C0C0C0"/>
                  </a:outerShdw>
                </a:effectLst>
                <a:latin typeface="宋体" pitchFamily="2" charset="-122"/>
              </a:rPr>
              <a:t>铁</a:t>
            </a:r>
            <a:r>
              <a:rPr lang="en-US" altLang="zh-CN" sz="3200">
                <a:solidFill>
                  <a:srgbClr val="FF0000"/>
                </a:solidFill>
                <a:effectLst>
                  <a:outerShdw blurRad="38100" dist="38100" dir="2700000" algn="tl">
                    <a:srgbClr val="C0C0C0"/>
                  </a:outerShdw>
                </a:effectLst>
                <a:latin typeface="宋体" pitchFamily="2" charset="-122"/>
              </a:rPr>
              <a:t>,</a:t>
            </a:r>
            <a:r>
              <a:rPr lang="zh-CN" altLang="en-US" sz="3200">
                <a:solidFill>
                  <a:srgbClr val="FF0000"/>
                </a:solidFill>
                <a:effectLst>
                  <a:outerShdw blurRad="38100" dist="38100" dir="2700000" algn="tl">
                    <a:srgbClr val="C0C0C0"/>
                  </a:outerShdw>
                </a:effectLst>
                <a:latin typeface="宋体" pitchFamily="2" charset="-122"/>
              </a:rPr>
              <a:t>钴</a:t>
            </a:r>
            <a:r>
              <a:rPr lang="en-US" altLang="zh-CN" sz="3200">
                <a:solidFill>
                  <a:srgbClr val="FF0000"/>
                </a:solidFill>
                <a:effectLst>
                  <a:outerShdw blurRad="38100" dist="38100" dir="2700000" algn="tl">
                    <a:srgbClr val="C0C0C0"/>
                  </a:outerShdw>
                </a:effectLst>
                <a:latin typeface="宋体" pitchFamily="2" charset="-122"/>
              </a:rPr>
              <a:t>,</a:t>
            </a:r>
            <a:r>
              <a:rPr lang="zh-CN" altLang="en-US" sz="3200">
                <a:solidFill>
                  <a:srgbClr val="FF0000"/>
                </a:solidFill>
                <a:effectLst>
                  <a:outerShdw blurRad="38100" dist="38100" dir="2700000" algn="tl">
                    <a:srgbClr val="C0C0C0"/>
                  </a:outerShdw>
                </a:effectLst>
                <a:latin typeface="宋体" pitchFamily="2" charset="-122"/>
              </a:rPr>
              <a:t>镍及其合金</a:t>
            </a:r>
            <a:r>
              <a:rPr lang="en-US" altLang="zh-CN" sz="3200">
                <a:solidFill>
                  <a:srgbClr val="FF0000"/>
                </a:solidFill>
                <a:effectLst>
                  <a:outerShdw blurRad="38100" dist="38100" dir="2700000" algn="tl">
                    <a:srgbClr val="C0C0C0"/>
                  </a:outerShdw>
                </a:effectLst>
                <a:latin typeface="宋体" pitchFamily="2" charset="-122"/>
              </a:rPr>
              <a:t>,</a:t>
            </a:r>
            <a:r>
              <a:rPr lang="zh-CN" altLang="en-US" sz="3200">
                <a:solidFill>
                  <a:srgbClr val="FF0000"/>
                </a:solidFill>
                <a:effectLst>
                  <a:outerShdw blurRad="38100" dist="38100" dir="2700000" algn="tl">
                    <a:srgbClr val="C0C0C0"/>
                  </a:outerShdw>
                </a:effectLst>
                <a:latin typeface="宋体" pitchFamily="2" charset="-122"/>
              </a:rPr>
              <a:t>氧化物</a:t>
            </a:r>
            <a:r>
              <a:rPr lang="en-US" altLang="zh-CN" sz="3200">
                <a:solidFill>
                  <a:srgbClr val="FF0000"/>
                </a:solidFill>
                <a:effectLst>
                  <a:outerShdw blurRad="38100" dist="38100" dir="2700000" algn="tl">
                    <a:srgbClr val="C0C0C0"/>
                  </a:outerShdw>
                </a:effectLst>
                <a:latin typeface="宋体" pitchFamily="2" charset="-122"/>
              </a:rPr>
              <a:t>(</a:t>
            </a:r>
            <a:r>
              <a:rPr lang="zh-CN" altLang="en-US" sz="3200">
                <a:solidFill>
                  <a:srgbClr val="FF0000"/>
                </a:solidFill>
                <a:effectLst>
                  <a:outerShdw blurRad="38100" dist="38100" dir="2700000" algn="tl">
                    <a:srgbClr val="C0C0C0"/>
                  </a:outerShdw>
                </a:effectLst>
                <a:latin typeface="宋体" pitchFamily="2" charset="-122"/>
              </a:rPr>
              <a:t>铁氧体</a:t>
            </a:r>
            <a:r>
              <a:rPr lang="en-US" altLang="zh-CN" sz="3200">
                <a:solidFill>
                  <a:srgbClr val="FF0000"/>
                </a:solidFill>
                <a:effectLst>
                  <a:outerShdw blurRad="38100" dist="38100" dir="2700000" algn="tl">
                    <a:srgbClr val="C0C0C0"/>
                  </a:outerShdw>
                </a:effectLst>
                <a:latin typeface="宋体" pitchFamily="2" charset="-122"/>
              </a:rPr>
              <a:t>)</a:t>
            </a:r>
          </a:p>
        </p:txBody>
      </p:sp>
      <p:sp>
        <p:nvSpPr>
          <p:cNvPr id="52227" name="Text Box 3"/>
          <p:cNvSpPr txBox="1">
            <a:spLocks noChangeArrowheads="1"/>
          </p:cNvSpPr>
          <p:nvPr/>
        </p:nvSpPr>
        <p:spPr bwMode="auto">
          <a:xfrm>
            <a:off x="2133600" y="1465264"/>
            <a:ext cx="52451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a:solidFill>
                  <a:srgbClr val="0000FF"/>
                </a:solidFill>
              </a:rPr>
              <a:t>一、铁磁质的特征</a:t>
            </a:r>
          </a:p>
        </p:txBody>
      </p:sp>
      <p:sp>
        <p:nvSpPr>
          <p:cNvPr id="52228" name="Text Box 4"/>
          <p:cNvSpPr txBox="1">
            <a:spLocks noChangeArrowheads="1"/>
          </p:cNvSpPr>
          <p:nvPr/>
        </p:nvSpPr>
        <p:spPr bwMode="auto">
          <a:xfrm>
            <a:off x="587388" y="2135644"/>
            <a:ext cx="11017224"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dirty="0">
                <a:solidFill>
                  <a:srgbClr val="0000FF"/>
                </a:solidFill>
              </a:rPr>
              <a:t>1. </a:t>
            </a:r>
            <a:r>
              <a:rPr lang="en-US" altLang="zh-CN" sz="2800" i="1" dirty="0">
                <a:solidFill>
                  <a:srgbClr val="0000FF"/>
                </a:solidFill>
                <a:sym typeface="Symbol" panose="05050102010706020507" pitchFamily="18" charset="2"/>
              </a:rPr>
              <a:t></a:t>
            </a:r>
            <a:r>
              <a:rPr lang="en-US" altLang="zh-CN" sz="2800" i="1" baseline="-25000" dirty="0">
                <a:solidFill>
                  <a:srgbClr val="0000FF"/>
                </a:solidFill>
                <a:sym typeface="Symbol" panose="05050102010706020507" pitchFamily="18" charset="2"/>
              </a:rPr>
              <a:t>r </a:t>
            </a:r>
            <a:r>
              <a:rPr lang="en-US" altLang="zh-CN" sz="2800" dirty="0">
                <a:solidFill>
                  <a:srgbClr val="0000FF"/>
                </a:solidFill>
                <a:sym typeface="Symbol" panose="05050102010706020507" pitchFamily="18" charset="2"/>
              </a:rPr>
              <a:t>&gt;&gt;1</a:t>
            </a:r>
            <a:r>
              <a:rPr lang="zh-CN" altLang="en-US" sz="2800" dirty="0">
                <a:solidFill>
                  <a:srgbClr val="0000FF"/>
                </a:solidFill>
                <a:sym typeface="Symbol" panose="05050102010706020507" pitchFamily="18" charset="2"/>
              </a:rPr>
              <a:t>，</a:t>
            </a:r>
            <a:r>
              <a:rPr lang="zh-CN" altLang="zh-CN" sz="2800" dirty="0">
                <a:solidFill>
                  <a:srgbClr val="0000FF"/>
                </a:solidFill>
                <a:sym typeface="Symbol" panose="05050102010706020507" pitchFamily="18" charset="2"/>
              </a:rPr>
              <a:t>产生特强附加磁场</a:t>
            </a:r>
            <a:r>
              <a:rPr lang="en-US" altLang="zh-CN" sz="2800" dirty="0">
                <a:solidFill>
                  <a:srgbClr val="0000FF"/>
                </a:solidFill>
                <a:sym typeface="Symbol" panose="05050102010706020507" pitchFamily="18" charset="2"/>
              </a:rPr>
              <a:t>B</a:t>
            </a:r>
            <a:endParaRPr lang="en-US" altLang="zh-CN" sz="2800" dirty="0">
              <a:solidFill>
                <a:srgbClr val="0000FF"/>
              </a:solidFill>
            </a:endParaRPr>
          </a:p>
          <a:p>
            <a:pPr eaLnBrk="1" hangingPunct="1">
              <a:spcBef>
                <a:spcPct val="0"/>
              </a:spcBef>
              <a:buFontTx/>
              <a:buNone/>
            </a:pPr>
            <a:r>
              <a:rPr lang="en-US" altLang="zh-CN" sz="2800" dirty="0">
                <a:solidFill>
                  <a:srgbClr val="0000FF"/>
                </a:solidFill>
              </a:rPr>
              <a:t>2. </a:t>
            </a:r>
            <a:r>
              <a:rPr lang="en-US" altLang="zh-CN" sz="2800" i="1" dirty="0">
                <a:solidFill>
                  <a:srgbClr val="0000FF"/>
                </a:solidFill>
                <a:sym typeface="Symbol" panose="05050102010706020507" pitchFamily="18" charset="2"/>
              </a:rPr>
              <a:t></a:t>
            </a:r>
            <a:r>
              <a:rPr lang="en-US" altLang="zh-CN" sz="2800" i="1" baseline="-25000" dirty="0">
                <a:solidFill>
                  <a:srgbClr val="0000FF"/>
                </a:solidFill>
                <a:sym typeface="Symbol" panose="05050102010706020507" pitchFamily="18" charset="2"/>
              </a:rPr>
              <a:t>r</a:t>
            </a:r>
            <a:r>
              <a:rPr lang="zh-CN" altLang="en-US" sz="2800" dirty="0">
                <a:solidFill>
                  <a:srgbClr val="0000FF"/>
                </a:solidFill>
              </a:rPr>
              <a:t>与磁化的过程有关，</a:t>
            </a:r>
            <a:r>
              <a:rPr lang="en-US" altLang="zh-CN" sz="2800" dirty="0">
                <a:solidFill>
                  <a:srgbClr val="0000FF"/>
                </a:solidFill>
              </a:rPr>
              <a:t>B</a:t>
            </a:r>
            <a:r>
              <a:rPr lang="zh-CN" altLang="zh-CN" sz="2800" dirty="0">
                <a:solidFill>
                  <a:srgbClr val="0000FF"/>
                </a:solidFill>
              </a:rPr>
              <a:t>与</a:t>
            </a:r>
            <a:r>
              <a:rPr lang="en-US" altLang="zh-CN" sz="2800" dirty="0">
                <a:solidFill>
                  <a:srgbClr val="0000FF"/>
                </a:solidFill>
              </a:rPr>
              <a:t>H</a:t>
            </a:r>
            <a:r>
              <a:rPr lang="zh-CN" altLang="zh-CN" sz="2800" dirty="0">
                <a:solidFill>
                  <a:srgbClr val="0000FF"/>
                </a:solidFill>
              </a:rPr>
              <a:t>非线性</a:t>
            </a:r>
            <a:endParaRPr lang="zh-CN" altLang="en-US" sz="2800" dirty="0">
              <a:solidFill>
                <a:srgbClr val="0000FF"/>
              </a:solidFill>
            </a:endParaRPr>
          </a:p>
          <a:p>
            <a:pPr eaLnBrk="1" hangingPunct="1">
              <a:spcBef>
                <a:spcPct val="0"/>
              </a:spcBef>
              <a:buFontTx/>
              <a:buNone/>
            </a:pPr>
            <a:r>
              <a:rPr lang="en-US" altLang="zh-CN" sz="2800" dirty="0">
                <a:solidFill>
                  <a:srgbClr val="0000FF"/>
                </a:solidFill>
              </a:rPr>
              <a:t>3. </a:t>
            </a:r>
            <a:r>
              <a:rPr lang="zh-CN" altLang="en-US" sz="2800" dirty="0">
                <a:solidFill>
                  <a:srgbClr val="0000FF"/>
                </a:solidFill>
              </a:rPr>
              <a:t>磁滞现象，</a:t>
            </a:r>
            <a:r>
              <a:rPr lang="en-US" altLang="zh-CN" sz="2800" dirty="0">
                <a:solidFill>
                  <a:srgbClr val="0000FF"/>
                </a:solidFill>
              </a:rPr>
              <a:t>B</a:t>
            </a:r>
            <a:r>
              <a:rPr lang="zh-CN" altLang="en-US" sz="2800" dirty="0">
                <a:solidFill>
                  <a:srgbClr val="0000FF"/>
                </a:solidFill>
              </a:rPr>
              <a:t>变化落后于外磁场</a:t>
            </a:r>
            <a:r>
              <a:rPr lang="en-US" altLang="zh-CN" sz="2800" dirty="0">
                <a:solidFill>
                  <a:srgbClr val="0000FF"/>
                </a:solidFill>
              </a:rPr>
              <a:t>H</a:t>
            </a:r>
          </a:p>
          <a:p>
            <a:pPr eaLnBrk="1" hangingPunct="1">
              <a:spcBef>
                <a:spcPct val="0"/>
              </a:spcBef>
              <a:buFontTx/>
              <a:buNone/>
            </a:pPr>
            <a:r>
              <a:rPr lang="en-US" altLang="zh-CN" sz="2800" dirty="0">
                <a:solidFill>
                  <a:srgbClr val="0000FF"/>
                </a:solidFill>
              </a:rPr>
              <a:t>4. </a:t>
            </a:r>
            <a:r>
              <a:rPr lang="zh-CN" altLang="en-US" sz="2800" dirty="0">
                <a:solidFill>
                  <a:srgbClr val="0000FF"/>
                </a:solidFill>
              </a:rPr>
              <a:t>居里温度，一定的铁磁材料存在一特定的临界温度，称为居里点，当温度在居里点以上时，它们的磁导率和磁场强度</a:t>
            </a:r>
            <a:r>
              <a:rPr lang="en-US" altLang="zh-CN" sz="2800" dirty="0">
                <a:solidFill>
                  <a:srgbClr val="0000FF"/>
                </a:solidFill>
              </a:rPr>
              <a:t>H</a:t>
            </a:r>
            <a:r>
              <a:rPr lang="zh-CN" altLang="en-US" sz="2800" dirty="0">
                <a:solidFill>
                  <a:srgbClr val="0000FF"/>
                </a:solidFill>
              </a:rPr>
              <a:t>无关，这时铁磁质转化为顺磁质</a:t>
            </a:r>
          </a:p>
        </p:txBody>
      </p:sp>
    </p:spTree>
    <p:extLst>
      <p:ext uri="{BB962C8B-B14F-4D97-AF65-F5344CB8AC3E}">
        <p14:creationId xmlns:p14="http://schemas.microsoft.com/office/powerpoint/2010/main" val="2984439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2092326" y="639764"/>
            <a:ext cx="26320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二、磁滞回线</a:t>
            </a:r>
          </a:p>
        </p:txBody>
      </p:sp>
      <p:sp>
        <p:nvSpPr>
          <p:cNvPr id="54275" name="Rectangle 3"/>
          <p:cNvSpPr>
            <a:spLocks noChangeArrowheads="1"/>
          </p:cNvSpPr>
          <p:nvPr/>
        </p:nvSpPr>
        <p:spPr bwMode="auto">
          <a:xfrm>
            <a:off x="2333626" y="1949451"/>
            <a:ext cx="1323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FontTx/>
              <a:buNone/>
            </a:pPr>
            <a:r>
              <a:rPr lang="zh-CN" altLang="en-US" sz="2800">
                <a:solidFill>
                  <a:srgbClr val="0000FF"/>
                </a:solidFill>
                <a:latin typeface="宋体" panose="02010600030101010101" pitchFamily="2" charset="-122"/>
              </a:rPr>
              <a:t>特点：</a:t>
            </a:r>
          </a:p>
        </p:txBody>
      </p:sp>
      <p:sp>
        <p:nvSpPr>
          <p:cNvPr id="54276" name="Text Box 4"/>
          <p:cNvSpPr txBox="1">
            <a:spLocks noChangeArrowheads="1"/>
          </p:cNvSpPr>
          <p:nvPr/>
        </p:nvSpPr>
        <p:spPr bwMode="auto">
          <a:xfrm>
            <a:off x="2286000" y="1416051"/>
            <a:ext cx="320040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004" tIns="39001" rIns="78004" bIns="39001">
            <a:spAutoFit/>
          </a:bodyPr>
          <a:lstStyle>
            <a:lvl1pPr defTabSz="78105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7810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78105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8105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8105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8105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8105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8105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8105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800">
                <a:solidFill>
                  <a:srgbClr val="0000FF"/>
                </a:solidFill>
                <a:latin typeface="宋体" panose="02010600030101010101" pitchFamily="2" charset="-122"/>
              </a:rPr>
              <a:t>1. </a:t>
            </a:r>
            <a:r>
              <a:rPr lang="zh-CN" altLang="en-US" sz="2800">
                <a:solidFill>
                  <a:srgbClr val="0000FF"/>
                </a:solidFill>
                <a:latin typeface="宋体" panose="02010600030101010101" pitchFamily="2" charset="-122"/>
              </a:rPr>
              <a:t>起始磁化曲线</a:t>
            </a:r>
            <a:endParaRPr lang="zh-CN" altLang="en-US" sz="2800" baseline="-25000">
              <a:solidFill>
                <a:srgbClr val="0000FF"/>
              </a:solidFill>
              <a:latin typeface="宋体" panose="02010600030101010101" pitchFamily="2" charset="-122"/>
              <a:sym typeface="Symbol" panose="05050102010706020507" pitchFamily="18" charset="2"/>
            </a:endParaRPr>
          </a:p>
        </p:txBody>
      </p:sp>
      <p:sp>
        <p:nvSpPr>
          <p:cNvPr id="54277" name="Rectangle 5"/>
          <p:cNvSpPr>
            <a:spLocks noChangeArrowheads="1"/>
          </p:cNvSpPr>
          <p:nvPr/>
        </p:nvSpPr>
        <p:spPr bwMode="auto">
          <a:xfrm>
            <a:off x="2667000" y="2493963"/>
            <a:ext cx="3276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pPr>
            <a:r>
              <a:rPr lang="zh-CN" altLang="en-US" sz="2800">
                <a:solidFill>
                  <a:srgbClr val="0000FF"/>
                </a:solidFill>
                <a:latin typeface="宋体" panose="02010600030101010101" pitchFamily="2" charset="-122"/>
              </a:rPr>
              <a:t>非线性（</a:t>
            </a:r>
            <a:r>
              <a:rPr lang="en-US" altLang="zh-CN" sz="2800" i="1">
                <a:solidFill>
                  <a:srgbClr val="0000FF"/>
                </a:solidFill>
                <a:latin typeface="宋体" panose="02010600030101010101" pitchFamily="2" charset="-122"/>
              </a:rPr>
              <a:t>H</a:t>
            </a:r>
            <a:r>
              <a:rPr lang="zh-CN" altLang="en-US" sz="2800">
                <a:solidFill>
                  <a:srgbClr val="0000FF"/>
                </a:solidFill>
                <a:latin typeface="宋体" panose="02010600030101010101" pitchFamily="2" charset="-122"/>
              </a:rPr>
              <a:t>～</a:t>
            </a:r>
            <a:r>
              <a:rPr lang="en-US" altLang="zh-CN" sz="2800" i="1">
                <a:solidFill>
                  <a:srgbClr val="0000FF"/>
                </a:solidFill>
                <a:latin typeface="宋体" panose="02010600030101010101" pitchFamily="2" charset="-122"/>
              </a:rPr>
              <a:t>B</a:t>
            </a:r>
            <a:r>
              <a:rPr lang="zh-CN" altLang="en-US" sz="2800">
                <a:solidFill>
                  <a:srgbClr val="0000FF"/>
                </a:solidFill>
                <a:latin typeface="宋体" panose="02010600030101010101" pitchFamily="2" charset="-122"/>
              </a:rPr>
              <a:t>）</a:t>
            </a:r>
          </a:p>
          <a:p>
            <a:pPr algn="just">
              <a:spcBef>
                <a:spcPct val="0"/>
              </a:spcBef>
            </a:pPr>
            <a:r>
              <a:rPr lang="zh-CN" altLang="en-US" sz="2800">
                <a:solidFill>
                  <a:srgbClr val="0000FF"/>
                </a:solidFill>
                <a:latin typeface="宋体" panose="02010600030101010101" pitchFamily="2" charset="-122"/>
              </a:rPr>
              <a:t>随</a:t>
            </a:r>
            <a:r>
              <a:rPr lang="en-US" altLang="zh-CN" sz="2800" i="1">
                <a:solidFill>
                  <a:srgbClr val="0000FF"/>
                </a:solidFill>
                <a:latin typeface="宋体" panose="02010600030101010101" pitchFamily="2" charset="-122"/>
              </a:rPr>
              <a:t>H</a:t>
            </a:r>
            <a:r>
              <a:rPr lang="zh-CN" altLang="en-US" sz="2800">
                <a:solidFill>
                  <a:srgbClr val="0000FF"/>
                </a:solidFill>
                <a:latin typeface="宋体" panose="02010600030101010101" pitchFamily="2" charset="-122"/>
              </a:rPr>
              <a:t>变化</a:t>
            </a:r>
          </a:p>
        </p:txBody>
      </p:sp>
      <p:sp>
        <p:nvSpPr>
          <p:cNvPr id="54278" name="Rectangle 6"/>
          <p:cNvSpPr>
            <a:spLocks noChangeArrowheads="1"/>
          </p:cNvSpPr>
          <p:nvPr/>
        </p:nvSpPr>
        <p:spPr bwMode="auto">
          <a:xfrm>
            <a:off x="2286001" y="3424238"/>
            <a:ext cx="3762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FontTx/>
              <a:buNone/>
            </a:pPr>
            <a:r>
              <a:rPr lang="zh-CN" altLang="en-US" sz="2800">
                <a:solidFill>
                  <a:srgbClr val="0000FF"/>
                </a:solidFill>
                <a:latin typeface="宋体" panose="02010600030101010101" pitchFamily="2" charset="-122"/>
              </a:rPr>
              <a:t>实验测量：</a:t>
            </a:r>
          </a:p>
        </p:txBody>
      </p:sp>
      <p:sp>
        <p:nvSpPr>
          <p:cNvPr id="54279" name="Rectangle 7"/>
          <p:cNvSpPr>
            <a:spLocks noChangeArrowheads="1"/>
          </p:cNvSpPr>
          <p:nvPr/>
        </p:nvSpPr>
        <p:spPr bwMode="auto">
          <a:xfrm>
            <a:off x="2362200" y="3930650"/>
            <a:ext cx="4343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FontTx/>
              <a:buNone/>
            </a:pPr>
            <a:r>
              <a:rPr lang="zh-CN" altLang="en-US" sz="2800">
                <a:solidFill>
                  <a:srgbClr val="0000FF"/>
                </a:solidFill>
                <a:latin typeface="宋体" panose="02010600030101010101" pitchFamily="2" charset="-122"/>
              </a:rPr>
              <a:t>通常把铁磁质试样做成环状，外面绕上若干线圈</a:t>
            </a:r>
          </a:p>
        </p:txBody>
      </p:sp>
      <p:grpSp>
        <p:nvGrpSpPr>
          <p:cNvPr id="54280" name="Group 8"/>
          <p:cNvGrpSpPr>
            <a:grpSpLocks/>
          </p:cNvGrpSpPr>
          <p:nvPr/>
        </p:nvGrpSpPr>
        <p:grpSpPr bwMode="auto">
          <a:xfrm>
            <a:off x="7010400" y="1143000"/>
            <a:ext cx="2819400" cy="2216150"/>
            <a:chOff x="3024" y="480"/>
            <a:chExt cx="1776" cy="1396"/>
          </a:xfrm>
        </p:grpSpPr>
        <p:sp>
          <p:nvSpPr>
            <p:cNvPr id="54310" name="Freeform 9"/>
            <p:cNvSpPr>
              <a:spLocks/>
            </p:cNvSpPr>
            <p:nvPr/>
          </p:nvSpPr>
          <p:spPr bwMode="auto">
            <a:xfrm>
              <a:off x="3264" y="629"/>
              <a:ext cx="1344" cy="874"/>
            </a:xfrm>
            <a:custGeom>
              <a:avLst/>
              <a:gdLst>
                <a:gd name="T0" fmla="*/ 0 w 1344"/>
                <a:gd name="T1" fmla="*/ 859 h 874"/>
                <a:gd name="T2" fmla="*/ 106 w 1344"/>
                <a:gd name="T3" fmla="*/ 739 h 874"/>
                <a:gd name="T4" fmla="*/ 206 w 1344"/>
                <a:gd name="T5" fmla="*/ 48 h 874"/>
                <a:gd name="T6" fmla="*/ 437 w 1344"/>
                <a:gd name="T7" fmla="*/ 451 h 874"/>
                <a:gd name="T8" fmla="*/ 696 w 1344"/>
                <a:gd name="T9" fmla="*/ 653 h 874"/>
                <a:gd name="T10" fmla="*/ 854 w 1344"/>
                <a:gd name="T11" fmla="*/ 725 h 874"/>
                <a:gd name="T12" fmla="*/ 1344 w 1344"/>
                <a:gd name="T13" fmla="*/ 859 h 874"/>
                <a:gd name="T14" fmla="*/ 0 60000 65536"/>
                <a:gd name="T15" fmla="*/ 0 60000 65536"/>
                <a:gd name="T16" fmla="*/ 0 60000 65536"/>
                <a:gd name="T17" fmla="*/ 0 60000 65536"/>
                <a:gd name="T18" fmla="*/ 0 60000 65536"/>
                <a:gd name="T19" fmla="*/ 0 60000 65536"/>
                <a:gd name="T20" fmla="*/ 0 60000 65536"/>
                <a:gd name="T21" fmla="*/ 0 w 1344"/>
                <a:gd name="T22" fmla="*/ 0 h 874"/>
                <a:gd name="T23" fmla="*/ 1344 w 1344"/>
                <a:gd name="T24" fmla="*/ 874 h 8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44" h="874">
                  <a:moveTo>
                    <a:pt x="0" y="859"/>
                  </a:moveTo>
                  <a:cubicBezTo>
                    <a:pt x="18" y="839"/>
                    <a:pt x="72" y="874"/>
                    <a:pt x="106" y="739"/>
                  </a:cubicBezTo>
                  <a:cubicBezTo>
                    <a:pt x="140" y="604"/>
                    <a:pt x="151" y="96"/>
                    <a:pt x="206" y="48"/>
                  </a:cubicBezTo>
                  <a:cubicBezTo>
                    <a:pt x="261" y="0"/>
                    <a:pt x="355" y="350"/>
                    <a:pt x="437" y="451"/>
                  </a:cubicBezTo>
                  <a:cubicBezTo>
                    <a:pt x="519" y="552"/>
                    <a:pt x="626" y="607"/>
                    <a:pt x="696" y="653"/>
                  </a:cubicBezTo>
                  <a:cubicBezTo>
                    <a:pt x="766" y="699"/>
                    <a:pt x="746" y="691"/>
                    <a:pt x="854" y="725"/>
                  </a:cubicBezTo>
                  <a:cubicBezTo>
                    <a:pt x="962" y="759"/>
                    <a:pt x="1242" y="831"/>
                    <a:pt x="1344" y="859"/>
                  </a:cubicBezTo>
                </a:path>
              </a:pathLst>
            </a:custGeom>
            <a:noFill/>
            <a:ln w="38100">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11" name="Freeform 10"/>
            <p:cNvSpPr>
              <a:spLocks/>
            </p:cNvSpPr>
            <p:nvPr/>
          </p:nvSpPr>
          <p:spPr bwMode="auto">
            <a:xfrm flipV="1">
              <a:off x="3250" y="1598"/>
              <a:ext cx="1536" cy="1"/>
            </a:xfrm>
            <a:custGeom>
              <a:avLst/>
              <a:gdLst>
                <a:gd name="T0" fmla="*/ 0 w 1779"/>
                <a:gd name="T1" fmla="*/ 0 h 10"/>
                <a:gd name="T2" fmla="*/ 737 w 1779"/>
                <a:gd name="T3" fmla="*/ 0 h 10"/>
                <a:gd name="T4" fmla="*/ 0 60000 65536"/>
                <a:gd name="T5" fmla="*/ 0 60000 65536"/>
                <a:gd name="T6" fmla="*/ 0 w 1779"/>
                <a:gd name="T7" fmla="*/ 0 h 10"/>
                <a:gd name="T8" fmla="*/ 1779 w 1779"/>
                <a:gd name="T9" fmla="*/ 10 h 10"/>
              </a:gdLst>
              <a:ahLst/>
              <a:cxnLst>
                <a:cxn ang="T4">
                  <a:pos x="T0" y="T1"/>
                </a:cxn>
                <a:cxn ang="T5">
                  <a:pos x="T2" y="T3"/>
                </a:cxn>
              </a:cxnLst>
              <a:rect l="T6" t="T7" r="T8" b="T9"/>
              <a:pathLst>
                <a:path w="1779" h="10">
                  <a:moveTo>
                    <a:pt x="0" y="10"/>
                  </a:moveTo>
                  <a:lnTo>
                    <a:pt x="1779" y="0"/>
                  </a:lnTo>
                </a:path>
              </a:pathLst>
            </a:custGeom>
            <a:noFill/>
            <a:ln w="12700">
              <a:solidFill>
                <a:schemeClr val="tx1"/>
              </a:solidFill>
              <a:round/>
              <a:headEnd type="none" w="sm" len="sm"/>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4312" name="Freeform 11"/>
            <p:cNvSpPr>
              <a:spLocks/>
            </p:cNvSpPr>
            <p:nvPr/>
          </p:nvSpPr>
          <p:spPr bwMode="auto">
            <a:xfrm>
              <a:off x="3264" y="480"/>
              <a:ext cx="1" cy="1133"/>
            </a:xfrm>
            <a:custGeom>
              <a:avLst/>
              <a:gdLst>
                <a:gd name="T0" fmla="*/ 0 w 48"/>
                <a:gd name="T1" fmla="*/ 0 h 1133"/>
                <a:gd name="T2" fmla="*/ 0 w 48"/>
                <a:gd name="T3" fmla="*/ 1133 h 1133"/>
                <a:gd name="T4" fmla="*/ 0 60000 65536"/>
                <a:gd name="T5" fmla="*/ 0 60000 65536"/>
                <a:gd name="T6" fmla="*/ 0 w 48"/>
                <a:gd name="T7" fmla="*/ 0 h 1133"/>
                <a:gd name="T8" fmla="*/ 48 w 48"/>
                <a:gd name="T9" fmla="*/ 1133 h 1133"/>
              </a:gdLst>
              <a:ahLst/>
              <a:cxnLst>
                <a:cxn ang="T4">
                  <a:pos x="T0" y="T1"/>
                </a:cxn>
                <a:cxn ang="T5">
                  <a:pos x="T2" y="T3"/>
                </a:cxn>
              </a:cxnLst>
              <a:rect l="T6" t="T7" r="T8" b="T9"/>
              <a:pathLst>
                <a:path w="48" h="1133">
                  <a:moveTo>
                    <a:pt x="0" y="0"/>
                  </a:moveTo>
                  <a:lnTo>
                    <a:pt x="48" y="1133"/>
                  </a:lnTo>
                </a:path>
              </a:pathLst>
            </a:custGeom>
            <a:noFill/>
            <a:ln w="12700">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4313" name="Rectangle 12"/>
            <p:cNvSpPr>
              <a:spLocks noChangeArrowheads="1"/>
            </p:cNvSpPr>
            <p:nvPr/>
          </p:nvSpPr>
          <p:spPr bwMode="auto">
            <a:xfrm>
              <a:off x="4512" y="1626"/>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rgbClr val="0000FF"/>
                  </a:solidFill>
                  <a:ea typeface="楷体_GB2312"/>
                  <a:cs typeface="楷体_GB2312"/>
                </a:rPr>
                <a:t>H</a:t>
              </a:r>
            </a:p>
          </p:txBody>
        </p:sp>
        <p:sp>
          <p:nvSpPr>
            <p:cNvPr id="54314" name="Rectangle 13"/>
            <p:cNvSpPr>
              <a:spLocks noChangeArrowheads="1"/>
            </p:cNvSpPr>
            <p:nvPr/>
          </p:nvSpPr>
          <p:spPr bwMode="auto">
            <a:xfrm>
              <a:off x="3024" y="480"/>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rgbClr val="0000FF"/>
                  </a:solidFill>
                  <a:ea typeface="楷体_GB2312"/>
                  <a:cs typeface="楷体_GB2312"/>
                </a:rPr>
                <a:t>B</a:t>
              </a:r>
            </a:p>
          </p:txBody>
        </p:sp>
        <p:sp>
          <p:nvSpPr>
            <p:cNvPr id="54315" name="Freeform 14"/>
            <p:cNvSpPr>
              <a:spLocks/>
            </p:cNvSpPr>
            <p:nvPr/>
          </p:nvSpPr>
          <p:spPr bwMode="auto">
            <a:xfrm>
              <a:off x="3278" y="662"/>
              <a:ext cx="1272" cy="924"/>
            </a:xfrm>
            <a:custGeom>
              <a:avLst/>
              <a:gdLst>
                <a:gd name="T0" fmla="*/ 0 w 1272"/>
                <a:gd name="T1" fmla="*/ 924 h 924"/>
                <a:gd name="T2" fmla="*/ 120 w 1272"/>
                <a:gd name="T3" fmla="*/ 792 h 924"/>
                <a:gd name="T4" fmla="*/ 207 w 1272"/>
                <a:gd name="T5" fmla="*/ 432 h 924"/>
                <a:gd name="T6" fmla="*/ 408 w 1272"/>
                <a:gd name="T7" fmla="*/ 173 h 924"/>
                <a:gd name="T8" fmla="*/ 855 w 1272"/>
                <a:gd name="T9" fmla="*/ 44 h 924"/>
                <a:gd name="T10" fmla="*/ 1272 w 1272"/>
                <a:gd name="T11" fmla="*/ 0 h 924"/>
                <a:gd name="T12" fmla="*/ 0 60000 65536"/>
                <a:gd name="T13" fmla="*/ 0 60000 65536"/>
                <a:gd name="T14" fmla="*/ 0 60000 65536"/>
                <a:gd name="T15" fmla="*/ 0 60000 65536"/>
                <a:gd name="T16" fmla="*/ 0 60000 65536"/>
                <a:gd name="T17" fmla="*/ 0 60000 65536"/>
                <a:gd name="T18" fmla="*/ 0 w 1272"/>
                <a:gd name="T19" fmla="*/ 0 h 924"/>
                <a:gd name="T20" fmla="*/ 1272 w 1272"/>
                <a:gd name="T21" fmla="*/ 924 h 924"/>
              </a:gdLst>
              <a:ahLst/>
              <a:cxnLst>
                <a:cxn ang="T12">
                  <a:pos x="T0" y="T1"/>
                </a:cxn>
                <a:cxn ang="T13">
                  <a:pos x="T2" y="T3"/>
                </a:cxn>
                <a:cxn ang="T14">
                  <a:pos x="T4" y="T5"/>
                </a:cxn>
                <a:cxn ang="T15">
                  <a:pos x="T6" y="T7"/>
                </a:cxn>
                <a:cxn ang="T16">
                  <a:pos x="T8" y="T9"/>
                </a:cxn>
                <a:cxn ang="T17">
                  <a:pos x="T10" y="T11"/>
                </a:cxn>
              </a:cxnLst>
              <a:rect l="T18" t="T19" r="T20" b="T21"/>
              <a:pathLst>
                <a:path w="1272" h="924">
                  <a:moveTo>
                    <a:pt x="0" y="924"/>
                  </a:moveTo>
                  <a:cubicBezTo>
                    <a:pt x="20" y="902"/>
                    <a:pt x="86" y="874"/>
                    <a:pt x="120" y="792"/>
                  </a:cubicBezTo>
                  <a:cubicBezTo>
                    <a:pt x="154" y="710"/>
                    <a:pt x="159" y="535"/>
                    <a:pt x="207" y="432"/>
                  </a:cubicBezTo>
                  <a:cubicBezTo>
                    <a:pt x="255" y="329"/>
                    <a:pt x="300" y="238"/>
                    <a:pt x="408" y="173"/>
                  </a:cubicBezTo>
                  <a:cubicBezTo>
                    <a:pt x="516" y="108"/>
                    <a:pt x="711" y="73"/>
                    <a:pt x="855" y="44"/>
                  </a:cubicBezTo>
                  <a:cubicBezTo>
                    <a:pt x="999" y="15"/>
                    <a:pt x="1185" y="9"/>
                    <a:pt x="1272" y="0"/>
                  </a:cubicBezTo>
                </a:path>
              </a:pathLst>
            </a:custGeom>
            <a:noFill/>
            <a:ln w="38100" cap="rnd">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16" name="Rectangle 15"/>
            <p:cNvSpPr>
              <a:spLocks noChangeArrowheads="1"/>
            </p:cNvSpPr>
            <p:nvPr/>
          </p:nvSpPr>
          <p:spPr bwMode="auto">
            <a:xfrm>
              <a:off x="3028" y="1584"/>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rgbClr val="0000FF"/>
                  </a:solidFill>
                  <a:ea typeface="楷体_GB2312"/>
                  <a:cs typeface="楷体_GB2312"/>
                </a:rPr>
                <a:t>O</a:t>
              </a:r>
            </a:p>
          </p:txBody>
        </p:sp>
        <p:sp>
          <p:nvSpPr>
            <p:cNvPr id="54317" name="Line 16"/>
            <p:cNvSpPr>
              <a:spLocks noChangeShapeType="1"/>
            </p:cNvSpPr>
            <p:nvPr/>
          </p:nvSpPr>
          <p:spPr bwMode="auto">
            <a:xfrm>
              <a:off x="3264" y="624"/>
              <a:ext cx="1536"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18" name="Rectangle 17"/>
            <p:cNvSpPr>
              <a:spLocks noChangeArrowheads="1"/>
            </p:cNvSpPr>
            <p:nvPr/>
          </p:nvSpPr>
          <p:spPr bwMode="auto">
            <a:xfrm>
              <a:off x="4128" y="672"/>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i="1">
                  <a:solidFill>
                    <a:srgbClr val="0000FF"/>
                  </a:solidFill>
                  <a:ea typeface="楷体_GB2312"/>
                  <a:cs typeface="楷体_GB2312"/>
                </a:rPr>
                <a:t>B</a:t>
              </a:r>
              <a:r>
                <a:rPr lang="zh-CN" altLang="en-US" sz="2400" b="1">
                  <a:solidFill>
                    <a:srgbClr val="0000FF"/>
                  </a:solidFill>
                  <a:ea typeface="楷体_GB2312"/>
                  <a:cs typeface="楷体_GB2312"/>
                </a:rPr>
                <a:t>～</a:t>
              </a:r>
              <a:r>
                <a:rPr lang="en-US" altLang="zh-CN" sz="2400" b="1" i="1">
                  <a:solidFill>
                    <a:srgbClr val="0000FF"/>
                  </a:solidFill>
                  <a:ea typeface="楷体_GB2312"/>
                  <a:cs typeface="楷体_GB2312"/>
                </a:rPr>
                <a:t>H</a:t>
              </a:r>
            </a:p>
          </p:txBody>
        </p:sp>
        <p:sp>
          <p:nvSpPr>
            <p:cNvPr id="54319" name="Rectangle 18"/>
            <p:cNvSpPr>
              <a:spLocks noChangeArrowheads="1"/>
            </p:cNvSpPr>
            <p:nvPr/>
          </p:nvSpPr>
          <p:spPr bwMode="auto">
            <a:xfrm>
              <a:off x="3648" y="1330"/>
              <a:ext cx="8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solidFill>
                    <a:srgbClr val="0000FF"/>
                  </a:solidFill>
                  <a:ea typeface="楷体_GB2312"/>
                  <a:cs typeface="楷体_GB2312"/>
                  <a:sym typeface="Symbol" panose="05050102010706020507" pitchFamily="18" charset="2"/>
                </a:rPr>
                <a:t></a:t>
              </a:r>
              <a:r>
                <a:rPr lang="en-US" altLang="zh-CN" sz="2400" b="1" baseline="-25000">
                  <a:solidFill>
                    <a:srgbClr val="0000FF"/>
                  </a:solidFill>
                  <a:ea typeface="楷体_GB2312"/>
                  <a:cs typeface="楷体_GB2312"/>
                  <a:sym typeface="Symbol" panose="05050102010706020507" pitchFamily="18" charset="2"/>
                </a:rPr>
                <a:t>r</a:t>
              </a:r>
              <a:r>
                <a:rPr lang="zh-CN" altLang="en-US" sz="2400" b="1">
                  <a:solidFill>
                    <a:srgbClr val="0000FF"/>
                  </a:solidFill>
                  <a:ea typeface="楷体_GB2312"/>
                  <a:cs typeface="楷体_GB2312"/>
                </a:rPr>
                <a:t>～</a:t>
              </a:r>
              <a:r>
                <a:rPr lang="en-US" altLang="zh-CN" sz="2400" b="1" i="1">
                  <a:solidFill>
                    <a:srgbClr val="0000FF"/>
                  </a:solidFill>
                  <a:ea typeface="楷体_GB2312"/>
                  <a:cs typeface="楷体_GB2312"/>
                </a:rPr>
                <a:t>H</a:t>
              </a:r>
            </a:p>
          </p:txBody>
        </p:sp>
      </p:grpSp>
      <p:grpSp>
        <p:nvGrpSpPr>
          <p:cNvPr id="54281" name="Group 19"/>
          <p:cNvGrpSpPr>
            <a:grpSpLocks/>
          </p:cNvGrpSpPr>
          <p:nvPr/>
        </p:nvGrpSpPr>
        <p:grpSpPr bwMode="auto">
          <a:xfrm>
            <a:off x="7467600" y="3733800"/>
            <a:ext cx="2286000" cy="2438400"/>
            <a:chOff x="2976" y="1776"/>
            <a:chExt cx="1440" cy="1615"/>
          </a:xfrm>
        </p:grpSpPr>
        <p:grpSp>
          <p:nvGrpSpPr>
            <p:cNvPr id="54284" name="Group 20"/>
            <p:cNvGrpSpPr>
              <a:grpSpLocks/>
            </p:cNvGrpSpPr>
            <p:nvPr/>
          </p:nvGrpSpPr>
          <p:grpSpPr bwMode="auto">
            <a:xfrm>
              <a:off x="3044" y="1879"/>
              <a:ext cx="1298" cy="1406"/>
              <a:chOff x="2832" y="1440"/>
              <a:chExt cx="1728" cy="1728"/>
            </a:xfrm>
          </p:grpSpPr>
          <p:sp>
            <p:nvSpPr>
              <p:cNvPr id="54307" name="Oval 21"/>
              <p:cNvSpPr>
                <a:spLocks noChangeArrowheads="1"/>
              </p:cNvSpPr>
              <p:nvPr/>
            </p:nvSpPr>
            <p:spPr bwMode="auto">
              <a:xfrm>
                <a:off x="3042" y="1650"/>
                <a:ext cx="1308" cy="1308"/>
              </a:xfrm>
              <a:prstGeom prst="ellipse">
                <a:avLst/>
              </a:prstGeom>
              <a:noFill/>
              <a:ln w="38100" cap="rnd">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54308" name="Oval 22"/>
              <p:cNvSpPr>
                <a:spLocks noChangeArrowheads="1"/>
              </p:cNvSpPr>
              <p:nvPr/>
            </p:nvSpPr>
            <p:spPr bwMode="auto">
              <a:xfrm>
                <a:off x="2916" y="1524"/>
                <a:ext cx="1560" cy="1560"/>
              </a:xfrm>
              <a:prstGeom prst="ellipse">
                <a:avLst/>
              </a:prstGeom>
              <a:noFill/>
              <a:ln w="9525">
                <a:solidFill>
                  <a:srgbClr val="FF9900"/>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54309" name="Oval 23"/>
              <p:cNvSpPr>
                <a:spLocks noChangeArrowheads="1"/>
              </p:cNvSpPr>
              <p:nvPr/>
            </p:nvSpPr>
            <p:spPr bwMode="auto">
              <a:xfrm>
                <a:off x="2832" y="1440"/>
                <a:ext cx="1728" cy="1728"/>
              </a:xfrm>
              <a:prstGeom prst="ellipse">
                <a:avLst/>
              </a:prstGeom>
              <a:noFill/>
              <a:ln w="38100" cap="rnd">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54285" name="Freeform 24"/>
            <p:cNvSpPr>
              <a:spLocks/>
            </p:cNvSpPr>
            <p:nvPr/>
          </p:nvSpPr>
          <p:spPr bwMode="auto">
            <a:xfrm>
              <a:off x="3585" y="1776"/>
              <a:ext cx="147" cy="357"/>
            </a:xfrm>
            <a:custGeom>
              <a:avLst/>
              <a:gdLst>
                <a:gd name="T0" fmla="*/ 35 w 196"/>
                <a:gd name="T1" fmla="*/ 104 h 439"/>
                <a:gd name="T2" fmla="*/ 23 w 196"/>
                <a:gd name="T3" fmla="*/ 111 h 439"/>
                <a:gd name="T4" fmla="*/ 15 w 196"/>
                <a:gd name="T5" fmla="*/ 12 h 439"/>
                <a:gd name="T6" fmla="*/ 0 w 196"/>
                <a:gd name="T7" fmla="*/ 36 h 439"/>
                <a:gd name="T8" fmla="*/ 0 60000 65536"/>
                <a:gd name="T9" fmla="*/ 0 60000 65536"/>
                <a:gd name="T10" fmla="*/ 0 60000 65536"/>
                <a:gd name="T11" fmla="*/ 0 60000 65536"/>
                <a:gd name="T12" fmla="*/ 0 w 196"/>
                <a:gd name="T13" fmla="*/ 0 h 439"/>
                <a:gd name="T14" fmla="*/ 196 w 196"/>
                <a:gd name="T15" fmla="*/ 439 h 439"/>
              </a:gdLst>
              <a:ahLst/>
              <a:cxnLst>
                <a:cxn ang="T8">
                  <a:pos x="T0" y="T1"/>
                </a:cxn>
                <a:cxn ang="T9">
                  <a:pos x="T2" y="T3"/>
                </a:cxn>
                <a:cxn ang="T10">
                  <a:pos x="T4" y="T5"/>
                </a:cxn>
                <a:cxn ang="T11">
                  <a:pos x="T6" y="T7"/>
                </a:cxn>
              </a:cxnLst>
              <a:rect l="T12" t="T13" r="T14" b="T15"/>
              <a:pathLst>
                <a:path w="196" h="439">
                  <a:moveTo>
                    <a:pt x="196" y="359"/>
                  </a:moveTo>
                  <a:cubicBezTo>
                    <a:pt x="185" y="364"/>
                    <a:pt x="147" y="439"/>
                    <a:pt x="128" y="386"/>
                  </a:cubicBezTo>
                  <a:cubicBezTo>
                    <a:pt x="109" y="333"/>
                    <a:pt x="101" y="86"/>
                    <a:pt x="80" y="43"/>
                  </a:cubicBezTo>
                  <a:cubicBezTo>
                    <a:pt x="59" y="0"/>
                    <a:pt x="17" y="109"/>
                    <a:pt x="0" y="126"/>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86" name="Freeform 25"/>
            <p:cNvSpPr>
              <a:spLocks/>
            </p:cNvSpPr>
            <p:nvPr/>
          </p:nvSpPr>
          <p:spPr bwMode="auto">
            <a:xfrm>
              <a:off x="3420" y="1813"/>
              <a:ext cx="201" cy="335"/>
            </a:xfrm>
            <a:custGeom>
              <a:avLst/>
              <a:gdLst>
                <a:gd name="T0" fmla="*/ 48 w 268"/>
                <a:gd name="T1" fmla="*/ 92 h 411"/>
                <a:gd name="T2" fmla="*/ 35 w 268"/>
                <a:gd name="T3" fmla="*/ 107 h 411"/>
                <a:gd name="T4" fmla="*/ 14 w 268"/>
                <a:gd name="T5" fmla="*/ 11 h 411"/>
                <a:gd name="T6" fmla="*/ 0 w 268"/>
                <a:gd name="T7" fmla="*/ 42 h 411"/>
                <a:gd name="T8" fmla="*/ 0 60000 65536"/>
                <a:gd name="T9" fmla="*/ 0 60000 65536"/>
                <a:gd name="T10" fmla="*/ 0 60000 65536"/>
                <a:gd name="T11" fmla="*/ 0 60000 65536"/>
                <a:gd name="T12" fmla="*/ 0 w 268"/>
                <a:gd name="T13" fmla="*/ 0 h 411"/>
                <a:gd name="T14" fmla="*/ 268 w 268"/>
                <a:gd name="T15" fmla="*/ 411 h 411"/>
              </a:gdLst>
              <a:ahLst/>
              <a:cxnLst>
                <a:cxn ang="T8">
                  <a:pos x="T0" y="T1"/>
                </a:cxn>
                <a:cxn ang="T9">
                  <a:pos x="T2" y="T3"/>
                </a:cxn>
                <a:cxn ang="T10">
                  <a:pos x="T4" y="T5"/>
                </a:cxn>
                <a:cxn ang="T11">
                  <a:pos x="T6" y="T7"/>
                </a:cxn>
              </a:cxnLst>
              <a:rect l="T12" t="T13" r="T14" b="T15"/>
              <a:pathLst>
                <a:path w="268" h="411">
                  <a:moveTo>
                    <a:pt x="268" y="313"/>
                  </a:moveTo>
                  <a:cubicBezTo>
                    <a:pt x="257" y="322"/>
                    <a:pt x="232" y="411"/>
                    <a:pt x="200" y="365"/>
                  </a:cubicBezTo>
                  <a:cubicBezTo>
                    <a:pt x="168" y="319"/>
                    <a:pt x="109" y="74"/>
                    <a:pt x="76" y="37"/>
                  </a:cubicBezTo>
                  <a:cubicBezTo>
                    <a:pt x="43" y="0"/>
                    <a:pt x="16" y="119"/>
                    <a:pt x="0" y="141"/>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87" name="Freeform 26"/>
            <p:cNvSpPr>
              <a:spLocks/>
            </p:cNvSpPr>
            <p:nvPr/>
          </p:nvSpPr>
          <p:spPr bwMode="auto">
            <a:xfrm>
              <a:off x="3152" y="2033"/>
              <a:ext cx="247" cy="251"/>
            </a:xfrm>
            <a:custGeom>
              <a:avLst/>
              <a:gdLst>
                <a:gd name="T0" fmla="*/ 56 w 329"/>
                <a:gd name="T1" fmla="*/ 57 h 308"/>
                <a:gd name="T2" fmla="*/ 51 w 329"/>
                <a:gd name="T3" fmla="*/ 81 h 308"/>
                <a:gd name="T4" fmla="*/ 8 w 329"/>
                <a:gd name="T5" fmla="*/ 7 h 308"/>
                <a:gd name="T6" fmla="*/ 4 w 329"/>
                <a:gd name="T7" fmla="*/ 41 h 308"/>
                <a:gd name="T8" fmla="*/ 0 60000 65536"/>
                <a:gd name="T9" fmla="*/ 0 60000 65536"/>
                <a:gd name="T10" fmla="*/ 0 60000 65536"/>
                <a:gd name="T11" fmla="*/ 0 60000 65536"/>
                <a:gd name="T12" fmla="*/ 0 w 329"/>
                <a:gd name="T13" fmla="*/ 0 h 308"/>
                <a:gd name="T14" fmla="*/ 329 w 329"/>
                <a:gd name="T15" fmla="*/ 308 h 308"/>
              </a:gdLst>
              <a:ahLst/>
              <a:cxnLst>
                <a:cxn ang="T8">
                  <a:pos x="T0" y="T1"/>
                </a:cxn>
                <a:cxn ang="T9">
                  <a:pos x="T2" y="T3"/>
                </a:cxn>
                <a:cxn ang="T10">
                  <a:pos x="T4" y="T5"/>
                </a:cxn>
                <a:cxn ang="T11">
                  <a:pos x="T6" y="T7"/>
                </a:cxn>
              </a:cxnLst>
              <a:rect l="T12" t="T13" r="T14" b="T15"/>
              <a:pathLst>
                <a:path w="329" h="308">
                  <a:moveTo>
                    <a:pt x="309" y="195"/>
                  </a:moveTo>
                  <a:cubicBezTo>
                    <a:pt x="306" y="210"/>
                    <a:pt x="329" y="308"/>
                    <a:pt x="285" y="279"/>
                  </a:cubicBezTo>
                  <a:cubicBezTo>
                    <a:pt x="241" y="250"/>
                    <a:pt x="90" y="46"/>
                    <a:pt x="45" y="23"/>
                  </a:cubicBezTo>
                  <a:cubicBezTo>
                    <a:pt x="0" y="0"/>
                    <a:pt x="23" y="115"/>
                    <a:pt x="17" y="139"/>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88" name="Freeform 27"/>
            <p:cNvSpPr>
              <a:spLocks/>
            </p:cNvSpPr>
            <p:nvPr/>
          </p:nvSpPr>
          <p:spPr bwMode="auto">
            <a:xfrm>
              <a:off x="3041" y="2214"/>
              <a:ext cx="293" cy="171"/>
            </a:xfrm>
            <a:custGeom>
              <a:avLst/>
              <a:gdLst>
                <a:gd name="T0" fmla="*/ 62 w 390"/>
                <a:gd name="T1" fmla="*/ 24 h 210"/>
                <a:gd name="T2" fmla="*/ 61 w 390"/>
                <a:gd name="T3" fmla="*/ 57 h 210"/>
                <a:gd name="T4" fmla="*/ 8 w 390"/>
                <a:gd name="T5" fmla="*/ 2 h 210"/>
                <a:gd name="T6" fmla="*/ 10 w 390"/>
                <a:gd name="T7" fmla="*/ 42 h 210"/>
                <a:gd name="T8" fmla="*/ 0 60000 65536"/>
                <a:gd name="T9" fmla="*/ 0 60000 65536"/>
                <a:gd name="T10" fmla="*/ 0 60000 65536"/>
                <a:gd name="T11" fmla="*/ 0 60000 65536"/>
                <a:gd name="T12" fmla="*/ 0 w 390"/>
                <a:gd name="T13" fmla="*/ 0 h 210"/>
                <a:gd name="T14" fmla="*/ 390 w 390"/>
                <a:gd name="T15" fmla="*/ 210 h 210"/>
              </a:gdLst>
              <a:ahLst/>
              <a:cxnLst>
                <a:cxn ang="T8">
                  <a:pos x="T0" y="T1"/>
                </a:cxn>
                <a:cxn ang="T9">
                  <a:pos x="T2" y="T3"/>
                </a:cxn>
                <a:cxn ang="T10">
                  <a:pos x="T4" y="T5"/>
                </a:cxn>
                <a:cxn ang="T11">
                  <a:pos x="T6" y="T7"/>
                </a:cxn>
              </a:cxnLst>
              <a:rect l="T12" t="T13" r="T14" b="T15"/>
              <a:pathLst>
                <a:path w="390" h="210">
                  <a:moveTo>
                    <a:pt x="348" y="85"/>
                  </a:moveTo>
                  <a:cubicBezTo>
                    <a:pt x="347" y="104"/>
                    <a:pt x="390" y="210"/>
                    <a:pt x="340" y="197"/>
                  </a:cubicBezTo>
                  <a:cubicBezTo>
                    <a:pt x="290" y="184"/>
                    <a:pt x="96" y="18"/>
                    <a:pt x="48" y="9"/>
                  </a:cubicBezTo>
                  <a:cubicBezTo>
                    <a:pt x="0" y="0"/>
                    <a:pt x="51" y="114"/>
                    <a:pt x="52" y="141"/>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89" name="Freeform 28"/>
            <p:cNvSpPr>
              <a:spLocks/>
            </p:cNvSpPr>
            <p:nvPr/>
          </p:nvSpPr>
          <p:spPr bwMode="auto">
            <a:xfrm>
              <a:off x="2982" y="2436"/>
              <a:ext cx="303" cy="97"/>
            </a:xfrm>
            <a:custGeom>
              <a:avLst/>
              <a:gdLst>
                <a:gd name="T0" fmla="*/ 60 w 404"/>
                <a:gd name="T1" fmla="*/ 0 h 119"/>
                <a:gd name="T2" fmla="*/ 64 w 404"/>
                <a:gd name="T3" fmla="*/ 34 h 119"/>
                <a:gd name="T4" fmla="*/ 8 w 404"/>
                <a:gd name="T5" fmla="*/ 5 h 119"/>
                <a:gd name="T6" fmla="*/ 13 w 404"/>
                <a:gd name="T7" fmla="*/ 34 h 119"/>
                <a:gd name="T8" fmla="*/ 0 60000 65536"/>
                <a:gd name="T9" fmla="*/ 0 60000 65536"/>
                <a:gd name="T10" fmla="*/ 0 60000 65536"/>
                <a:gd name="T11" fmla="*/ 0 60000 65536"/>
                <a:gd name="T12" fmla="*/ 0 w 404"/>
                <a:gd name="T13" fmla="*/ 0 h 119"/>
                <a:gd name="T14" fmla="*/ 404 w 404"/>
                <a:gd name="T15" fmla="*/ 119 h 119"/>
              </a:gdLst>
              <a:ahLst/>
              <a:cxnLst>
                <a:cxn ang="T8">
                  <a:pos x="T0" y="T1"/>
                </a:cxn>
                <a:cxn ang="T9">
                  <a:pos x="T2" y="T3"/>
                </a:cxn>
                <a:cxn ang="T10">
                  <a:pos x="T4" y="T5"/>
                </a:cxn>
                <a:cxn ang="T11">
                  <a:pos x="T6" y="T7"/>
                </a:cxn>
              </a:cxnLst>
              <a:rect l="T12" t="T13" r="T14" b="T15"/>
              <a:pathLst>
                <a:path w="404" h="119">
                  <a:moveTo>
                    <a:pt x="339" y="0"/>
                  </a:moveTo>
                  <a:cubicBezTo>
                    <a:pt x="342" y="20"/>
                    <a:pt x="404" y="113"/>
                    <a:pt x="355" y="116"/>
                  </a:cubicBezTo>
                  <a:cubicBezTo>
                    <a:pt x="306" y="119"/>
                    <a:pt x="94" y="16"/>
                    <a:pt x="47" y="16"/>
                  </a:cubicBezTo>
                  <a:cubicBezTo>
                    <a:pt x="0" y="16"/>
                    <a:pt x="67" y="99"/>
                    <a:pt x="71" y="116"/>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90" name="Freeform 29"/>
            <p:cNvSpPr>
              <a:spLocks/>
            </p:cNvSpPr>
            <p:nvPr/>
          </p:nvSpPr>
          <p:spPr bwMode="auto">
            <a:xfrm>
              <a:off x="3281" y="1900"/>
              <a:ext cx="211" cy="298"/>
            </a:xfrm>
            <a:custGeom>
              <a:avLst/>
              <a:gdLst>
                <a:gd name="T0" fmla="*/ 50 w 281"/>
                <a:gd name="T1" fmla="*/ 79 h 366"/>
                <a:gd name="T2" fmla="*/ 40 w 281"/>
                <a:gd name="T3" fmla="*/ 94 h 366"/>
                <a:gd name="T4" fmla="*/ 7 w 281"/>
                <a:gd name="T5" fmla="*/ 9 h 366"/>
                <a:gd name="T6" fmla="*/ 1 w 281"/>
                <a:gd name="T7" fmla="*/ 42 h 366"/>
                <a:gd name="T8" fmla="*/ 0 60000 65536"/>
                <a:gd name="T9" fmla="*/ 0 60000 65536"/>
                <a:gd name="T10" fmla="*/ 0 60000 65536"/>
                <a:gd name="T11" fmla="*/ 0 60000 65536"/>
                <a:gd name="T12" fmla="*/ 0 w 281"/>
                <a:gd name="T13" fmla="*/ 0 h 366"/>
                <a:gd name="T14" fmla="*/ 281 w 281"/>
                <a:gd name="T15" fmla="*/ 366 h 366"/>
              </a:gdLst>
              <a:ahLst/>
              <a:cxnLst>
                <a:cxn ang="T8">
                  <a:pos x="T0" y="T1"/>
                </a:cxn>
                <a:cxn ang="T9">
                  <a:pos x="T2" y="T3"/>
                </a:cxn>
                <a:cxn ang="T10">
                  <a:pos x="T4" y="T5"/>
                </a:cxn>
                <a:cxn ang="T11">
                  <a:pos x="T6" y="T7"/>
                </a:cxn>
              </a:cxnLst>
              <a:rect l="T12" t="T13" r="T14" b="T15"/>
              <a:pathLst>
                <a:path w="281" h="366">
                  <a:moveTo>
                    <a:pt x="281" y="270"/>
                  </a:moveTo>
                  <a:cubicBezTo>
                    <a:pt x="272" y="279"/>
                    <a:pt x="266" y="366"/>
                    <a:pt x="225" y="326"/>
                  </a:cubicBezTo>
                  <a:cubicBezTo>
                    <a:pt x="184" y="286"/>
                    <a:pt x="74" y="60"/>
                    <a:pt x="37" y="30"/>
                  </a:cubicBezTo>
                  <a:cubicBezTo>
                    <a:pt x="0" y="0"/>
                    <a:pt x="8" y="122"/>
                    <a:pt x="1" y="146"/>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91" name="Freeform 30"/>
            <p:cNvSpPr>
              <a:spLocks/>
            </p:cNvSpPr>
            <p:nvPr/>
          </p:nvSpPr>
          <p:spPr bwMode="auto">
            <a:xfrm rot="-5400000">
              <a:off x="3061" y="2521"/>
              <a:ext cx="159" cy="330"/>
            </a:xfrm>
            <a:custGeom>
              <a:avLst/>
              <a:gdLst>
                <a:gd name="T0" fmla="*/ 56 w 196"/>
                <a:gd name="T1" fmla="*/ 65 h 439"/>
                <a:gd name="T2" fmla="*/ 37 w 196"/>
                <a:gd name="T3" fmla="*/ 69 h 439"/>
                <a:gd name="T4" fmla="*/ 23 w 196"/>
                <a:gd name="T5" fmla="*/ 8 h 439"/>
                <a:gd name="T6" fmla="*/ 0 w 196"/>
                <a:gd name="T7" fmla="*/ 23 h 439"/>
                <a:gd name="T8" fmla="*/ 0 60000 65536"/>
                <a:gd name="T9" fmla="*/ 0 60000 65536"/>
                <a:gd name="T10" fmla="*/ 0 60000 65536"/>
                <a:gd name="T11" fmla="*/ 0 60000 65536"/>
                <a:gd name="T12" fmla="*/ 0 w 196"/>
                <a:gd name="T13" fmla="*/ 0 h 439"/>
                <a:gd name="T14" fmla="*/ 196 w 196"/>
                <a:gd name="T15" fmla="*/ 439 h 439"/>
              </a:gdLst>
              <a:ahLst/>
              <a:cxnLst>
                <a:cxn ang="T8">
                  <a:pos x="T0" y="T1"/>
                </a:cxn>
                <a:cxn ang="T9">
                  <a:pos x="T2" y="T3"/>
                </a:cxn>
                <a:cxn ang="T10">
                  <a:pos x="T4" y="T5"/>
                </a:cxn>
                <a:cxn ang="T11">
                  <a:pos x="T6" y="T7"/>
                </a:cxn>
              </a:cxnLst>
              <a:rect l="T12" t="T13" r="T14" b="T15"/>
              <a:pathLst>
                <a:path w="196" h="439">
                  <a:moveTo>
                    <a:pt x="196" y="359"/>
                  </a:moveTo>
                  <a:cubicBezTo>
                    <a:pt x="185" y="364"/>
                    <a:pt x="147" y="439"/>
                    <a:pt x="128" y="386"/>
                  </a:cubicBezTo>
                  <a:cubicBezTo>
                    <a:pt x="109" y="333"/>
                    <a:pt x="101" y="86"/>
                    <a:pt x="80" y="43"/>
                  </a:cubicBezTo>
                  <a:cubicBezTo>
                    <a:pt x="59" y="0"/>
                    <a:pt x="17" y="109"/>
                    <a:pt x="0" y="126"/>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92" name="Freeform 31"/>
            <p:cNvSpPr>
              <a:spLocks/>
            </p:cNvSpPr>
            <p:nvPr/>
          </p:nvSpPr>
          <p:spPr bwMode="auto">
            <a:xfrm rot="-5400000">
              <a:off x="3068" y="2727"/>
              <a:ext cx="218" cy="309"/>
            </a:xfrm>
            <a:custGeom>
              <a:avLst/>
              <a:gdLst>
                <a:gd name="T0" fmla="*/ 77 w 268"/>
                <a:gd name="T1" fmla="*/ 56 h 411"/>
                <a:gd name="T2" fmla="*/ 59 w 268"/>
                <a:gd name="T3" fmla="*/ 66 h 411"/>
                <a:gd name="T4" fmla="*/ 22 w 268"/>
                <a:gd name="T5" fmla="*/ 7 h 411"/>
                <a:gd name="T6" fmla="*/ 0 w 268"/>
                <a:gd name="T7" fmla="*/ 26 h 411"/>
                <a:gd name="T8" fmla="*/ 0 60000 65536"/>
                <a:gd name="T9" fmla="*/ 0 60000 65536"/>
                <a:gd name="T10" fmla="*/ 0 60000 65536"/>
                <a:gd name="T11" fmla="*/ 0 60000 65536"/>
                <a:gd name="T12" fmla="*/ 0 w 268"/>
                <a:gd name="T13" fmla="*/ 0 h 411"/>
                <a:gd name="T14" fmla="*/ 268 w 268"/>
                <a:gd name="T15" fmla="*/ 411 h 411"/>
              </a:gdLst>
              <a:ahLst/>
              <a:cxnLst>
                <a:cxn ang="T8">
                  <a:pos x="T0" y="T1"/>
                </a:cxn>
                <a:cxn ang="T9">
                  <a:pos x="T2" y="T3"/>
                </a:cxn>
                <a:cxn ang="T10">
                  <a:pos x="T4" y="T5"/>
                </a:cxn>
                <a:cxn ang="T11">
                  <a:pos x="T6" y="T7"/>
                </a:cxn>
              </a:cxnLst>
              <a:rect l="T12" t="T13" r="T14" b="T15"/>
              <a:pathLst>
                <a:path w="268" h="411">
                  <a:moveTo>
                    <a:pt x="268" y="313"/>
                  </a:moveTo>
                  <a:cubicBezTo>
                    <a:pt x="257" y="322"/>
                    <a:pt x="232" y="411"/>
                    <a:pt x="200" y="365"/>
                  </a:cubicBezTo>
                  <a:cubicBezTo>
                    <a:pt x="168" y="319"/>
                    <a:pt x="109" y="74"/>
                    <a:pt x="76" y="37"/>
                  </a:cubicBezTo>
                  <a:cubicBezTo>
                    <a:pt x="43" y="0"/>
                    <a:pt x="16" y="119"/>
                    <a:pt x="0" y="141"/>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93" name="Freeform 32"/>
            <p:cNvSpPr>
              <a:spLocks/>
            </p:cNvSpPr>
            <p:nvPr/>
          </p:nvSpPr>
          <p:spPr bwMode="auto">
            <a:xfrm>
              <a:off x="3341" y="2985"/>
              <a:ext cx="180" cy="314"/>
            </a:xfrm>
            <a:custGeom>
              <a:avLst/>
              <a:gdLst>
                <a:gd name="T0" fmla="*/ 21 w 240"/>
                <a:gd name="T1" fmla="*/ 10 h 386"/>
                <a:gd name="T2" fmla="*/ 40 w 240"/>
                <a:gd name="T3" fmla="*/ 15 h 386"/>
                <a:gd name="T4" fmla="*/ 3 w 240"/>
                <a:gd name="T5" fmla="*/ 98 h 386"/>
                <a:gd name="T6" fmla="*/ 26 w 240"/>
                <a:gd name="T7" fmla="*/ 97 h 386"/>
                <a:gd name="T8" fmla="*/ 0 60000 65536"/>
                <a:gd name="T9" fmla="*/ 0 60000 65536"/>
                <a:gd name="T10" fmla="*/ 0 60000 65536"/>
                <a:gd name="T11" fmla="*/ 0 60000 65536"/>
                <a:gd name="T12" fmla="*/ 0 w 240"/>
                <a:gd name="T13" fmla="*/ 0 h 386"/>
                <a:gd name="T14" fmla="*/ 240 w 240"/>
                <a:gd name="T15" fmla="*/ 386 h 386"/>
              </a:gdLst>
              <a:ahLst/>
              <a:cxnLst>
                <a:cxn ang="T8">
                  <a:pos x="T0" y="T1"/>
                </a:cxn>
                <a:cxn ang="T9">
                  <a:pos x="T2" y="T3"/>
                </a:cxn>
                <a:cxn ang="T10">
                  <a:pos x="T4" y="T5"/>
                </a:cxn>
                <a:cxn ang="T11">
                  <a:pos x="T6" y="T7"/>
                </a:cxn>
              </a:cxnLst>
              <a:rect l="T12" t="T13" r="T14" b="T15"/>
              <a:pathLst>
                <a:path w="240" h="386">
                  <a:moveTo>
                    <a:pt x="115" y="33"/>
                  </a:moveTo>
                  <a:cubicBezTo>
                    <a:pt x="133" y="36"/>
                    <a:pt x="240" y="0"/>
                    <a:pt x="223" y="51"/>
                  </a:cubicBezTo>
                  <a:cubicBezTo>
                    <a:pt x="206" y="102"/>
                    <a:pt x="26" y="292"/>
                    <a:pt x="13" y="339"/>
                  </a:cubicBezTo>
                  <a:cubicBezTo>
                    <a:pt x="0" y="386"/>
                    <a:pt x="118" y="334"/>
                    <a:pt x="145" y="333"/>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94" name="Freeform 33"/>
            <p:cNvSpPr>
              <a:spLocks/>
            </p:cNvSpPr>
            <p:nvPr/>
          </p:nvSpPr>
          <p:spPr bwMode="auto">
            <a:xfrm>
              <a:off x="3531" y="3007"/>
              <a:ext cx="122" cy="384"/>
            </a:xfrm>
            <a:custGeom>
              <a:avLst/>
              <a:gdLst>
                <a:gd name="T0" fmla="*/ 0 w 162"/>
                <a:gd name="T1" fmla="*/ 27 h 472"/>
                <a:gd name="T2" fmla="*/ 17 w 162"/>
                <a:gd name="T3" fmla="*/ 16 h 472"/>
                <a:gd name="T4" fmla="*/ 8 w 162"/>
                <a:gd name="T5" fmla="*/ 122 h 472"/>
                <a:gd name="T6" fmla="*/ 29 w 162"/>
                <a:gd name="T7" fmla="*/ 106 h 472"/>
                <a:gd name="T8" fmla="*/ 0 60000 65536"/>
                <a:gd name="T9" fmla="*/ 0 60000 65536"/>
                <a:gd name="T10" fmla="*/ 0 60000 65536"/>
                <a:gd name="T11" fmla="*/ 0 60000 65536"/>
                <a:gd name="T12" fmla="*/ 0 w 162"/>
                <a:gd name="T13" fmla="*/ 0 h 472"/>
                <a:gd name="T14" fmla="*/ 162 w 162"/>
                <a:gd name="T15" fmla="*/ 472 h 472"/>
              </a:gdLst>
              <a:ahLst/>
              <a:cxnLst>
                <a:cxn ang="T8">
                  <a:pos x="T0" y="T1"/>
                </a:cxn>
                <a:cxn ang="T9">
                  <a:pos x="T2" y="T3"/>
                </a:cxn>
                <a:cxn ang="T10">
                  <a:pos x="T4" y="T5"/>
                </a:cxn>
                <a:cxn ang="T11">
                  <a:pos x="T6" y="T7"/>
                </a:cxn>
              </a:cxnLst>
              <a:rect l="T12" t="T13" r="T14" b="T15"/>
              <a:pathLst>
                <a:path w="162" h="472">
                  <a:moveTo>
                    <a:pt x="0" y="96"/>
                  </a:moveTo>
                  <a:cubicBezTo>
                    <a:pt x="14" y="89"/>
                    <a:pt x="83" y="0"/>
                    <a:pt x="90" y="54"/>
                  </a:cubicBezTo>
                  <a:cubicBezTo>
                    <a:pt x="97" y="108"/>
                    <a:pt x="30" y="368"/>
                    <a:pt x="42" y="420"/>
                  </a:cubicBezTo>
                  <a:cubicBezTo>
                    <a:pt x="54" y="472"/>
                    <a:pt x="137" y="377"/>
                    <a:pt x="162" y="366"/>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95" name="Freeform 34"/>
            <p:cNvSpPr>
              <a:spLocks/>
            </p:cNvSpPr>
            <p:nvPr/>
          </p:nvSpPr>
          <p:spPr bwMode="auto">
            <a:xfrm>
              <a:off x="3173" y="2903"/>
              <a:ext cx="226" cy="266"/>
            </a:xfrm>
            <a:custGeom>
              <a:avLst/>
              <a:gdLst>
                <a:gd name="T0" fmla="*/ 34 w 301"/>
                <a:gd name="T1" fmla="*/ 6 h 327"/>
                <a:gd name="T2" fmla="*/ 49 w 301"/>
                <a:gd name="T3" fmla="*/ 13 h 327"/>
                <a:gd name="T4" fmla="*/ 4 w 301"/>
                <a:gd name="T5" fmla="*/ 82 h 327"/>
                <a:gd name="T6" fmla="*/ 26 w 301"/>
                <a:gd name="T7" fmla="*/ 88 h 327"/>
                <a:gd name="T8" fmla="*/ 0 60000 65536"/>
                <a:gd name="T9" fmla="*/ 0 60000 65536"/>
                <a:gd name="T10" fmla="*/ 0 60000 65536"/>
                <a:gd name="T11" fmla="*/ 0 60000 65536"/>
                <a:gd name="T12" fmla="*/ 0 w 301"/>
                <a:gd name="T13" fmla="*/ 0 h 327"/>
                <a:gd name="T14" fmla="*/ 301 w 301"/>
                <a:gd name="T15" fmla="*/ 327 h 327"/>
              </a:gdLst>
              <a:ahLst/>
              <a:cxnLst>
                <a:cxn ang="T8">
                  <a:pos x="T0" y="T1"/>
                </a:cxn>
                <a:cxn ang="T9">
                  <a:pos x="T2" y="T3"/>
                </a:cxn>
                <a:cxn ang="T10">
                  <a:pos x="T4" y="T5"/>
                </a:cxn>
                <a:cxn ang="T11">
                  <a:pos x="T6" y="T7"/>
                </a:cxn>
              </a:cxnLst>
              <a:rect l="T12" t="T13" r="T14" b="T15"/>
              <a:pathLst>
                <a:path w="301" h="327">
                  <a:moveTo>
                    <a:pt x="189" y="20"/>
                  </a:moveTo>
                  <a:cubicBezTo>
                    <a:pt x="204" y="24"/>
                    <a:pt x="301" y="0"/>
                    <a:pt x="273" y="44"/>
                  </a:cubicBezTo>
                  <a:cubicBezTo>
                    <a:pt x="245" y="88"/>
                    <a:pt x="42" y="241"/>
                    <a:pt x="21" y="284"/>
                  </a:cubicBezTo>
                  <a:cubicBezTo>
                    <a:pt x="0" y="327"/>
                    <a:pt x="121" y="298"/>
                    <a:pt x="147" y="302"/>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96" name="Freeform 35"/>
            <p:cNvSpPr>
              <a:spLocks/>
            </p:cNvSpPr>
            <p:nvPr/>
          </p:nvSpPr>
          <p:spPr bwMode="auto">
            <a:xfrm flipH="1" flipV="1">
              <a:off x="3663" y="3021"/>
              <a:ext cx="147" cy="357"/>
            </a:xfrm>
            <a:custGeom>
              <a:avLst/>
              <a:gdLst>
                <a:gd name="T0" fmla="*/ 35 w 196"/>
                <a:gd name="T1" fmla="*/ 104 h 439"/>
                <a:gd name="T2" fmla="*/ 23 w 196"/>
                <a:gd name="T3" fmla="*/ 111 h 439"/>
                <a:gd name="T4" fmla="*/ 15 w 196"/>
                <a:gd name="T5" fmla="*/ 12 h 439"/>
                <a:gd name="T6" fmla="*/ 0 w 196"/>
                <a:gd name="T7" fmla="*/ 36 h 439"/>
                <a:gd name="T8" fmla="*/ 0 60000 65536"/>
                <a:gd name="T9" fmla="*/ 0 60000 65536"/>
                <a:gd name="T10" fmla="*/ 0 60000 65536"/>
                <a:gd name="T11" fmla="*/ 0 60000 65536"/>
                <a:gd name="T12" fmla="*/ 0 w 196"/>
                <a:gd name="T13" fmla="*/ 0 h 439"/>
                <a:gd name="T14" fmla="*/ 196 w 196"/>
                <a:gd name="T15" fmla="*/ 439 h 439"/>
              </a:gdLst>
              <a:ahLst/>
              <a:cxnLst>
                <a:cxn ang="T8">
                  <a:pos x="T0" y="T1"/>
                </a:cxn>
                <a:cxn ang="T9">
                  <a:pos x="T2" y="T3"/>
                </a:cxn>
                <a:cxn ang="T10">
                  <a:pos x="T4" y="T5"/>
                </a:cxn>
                <a:cxn ang="T11">
                  <a:pos x="T6" y="T7"/>
                </a:cxn>
              </a:cxnLst>
              <a:rect l="T12" t="T13" r="T14" b="T15"/>
              <a:pathLst>
                <a:path w="196" h="439">
                  <a:moveTo>
                    <a:pt x="196" y="359"/>
                  </a:moveTo>
                  <a:cubicBezTo>
                    <a:pt x="185" y="364"/>
                    <a:pt x="147" y="439"/>
                    <a:pt x="128" y="386"/>
                  </a:cubicBezTo>
                  <a:cubicBezTo>
                    <a:pt x="109" y="333"/>
                    <a:pt x="101" y="86"/>
                    <a:pt x="80" y="43"/>
                  </a:cubicBezTo>
                  <a:cubicBezTo>
                    <a:pt x="59" y="0"/>
                    <a:pt x="17" y="109"/>
                    <a:pt x="0" y="126"/>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97" name="Freeform 36"/>
            <p:cNvSpPr>
              <a:spLocks/>
            </p:cNvSpPr>
            <p:nvPr/>
          </p:nvSpPr>
          <p:spPr bwMode="auto">
            <a:xfrm flipH="1" flipV="1">
              <a:off x="3774" y="3006"/>
              <a:ext cx="201" cy="335"/>
            </a:xfrm>
            <a:custGeom>
              <a:avLst/>
              <a:gdLst>
                <a:gd name="T0" fmla="*/ 48 w 268"/>
                <a:gd name="T1" fmla="*/ 92 h 411"/>
                <a:gd name="T2" fmla="*/ 35 w 268"/>
                <a:gd name="T3" fmla="*/ 107 h 411"/>
                <a:gd name="T4" fmla="*/ 14 w 268"/>
                <a:gd name="T5" fmla="*/ 11 h 411"/>
                <a:gd name="T6" fmla="*/ 0 w 268"/>
                <a:gd name="T7" fmla="*/ 42 h 411"/>
                <a:gd name="T8" fmla="*/ 0 60000 65536"/>
                <a:gd name="T9" fmla="*/ 0 60000 65536"/>
                <a:gd name="T10" fmla="*/ 0 60000 65536"/>
                <a:gd name="T11" fmla="*/ 0 60000 65536"/>
                <a:gd name="T12" fmla="*/ 0 w 268"/>
                <a:gd name="T13" fmla="*/ 0 h 411"/>
                <a:gd name="T14" fmla="*/ 268 w 268"/>
                <a:gd name="T15" fmla="*/ 411 h 411"/>
              </a:gdLst>
              <a:ahLst/>
              <a:cxnLst>
                <a:cxn ang="T8">
                  <a:pos x="T0" y="T1"/>
                </a:cxn>
                <a:cxn ang="T9">
                  <a:pos x="T2" y="T3"/>
                </a:cxn>
                <a:cxn ang="T10">
                  <a:pos x="T4" y="T5"/>
                </a:cxn>
                <a:cxn ang="T11">
                  <a:pos x="T6" y="T7"/>
                </a:cxn>
              </a:cxnLst>
              <a:rect l="T12" t="T13" r="T14" b="T15"/>
              <a:pathLst>
                <a:path w="268" h="411">
                  <a:moveTo>
                    <a:pt x="268" y="313"/>
                  </a:moveTo>
                  <a:cubicBezTo>
                    <a:pt x="257" y="322"/>
                    <a:pt x="232" y="411"/>
                    <a:pt x="200" y="365"/>
                  </a:cubicBezTo>
                  <a:cubicBezTo>
                    <a:pt x="168" y="319"/>
                    <a:pt x="109" y="74"/>
                    <a:pt x="76" y="37"/>
                  </a:cubicBezTo>
                  <a:cubicBezTo>
                    <a:pt x="43" y="0"/>
                    <a:pt x="16" y="119"/>
                    <a:pt x="0" y="141"/>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98" name="Freeform 37"/>
            <p:cNvSpPr>
              <a:spLocks/>
            </p:cNvSpPr>
            <p:nvPr/>
          </p:nvSpPr>
          <p:spPr bwMode="auto">
            <a:xfrm flipH="1" flipV="1">
              <a:off x="3996" y="2870"/>
              <a:ext cx="247" cy="251"/>
            </a:xfrm>
            <a:custGeom>
              <a:avLst/>
              <a:gdLst>
                <a:gd name="T0" fmla="*/ 56 w 329"/>
                <a:gd name="T1" fmla="*/ 57 h 308"/>
                <a:gd name="T2" fmla="*/ 51 w 329"/>
                <a:gd name="T3" fmla="*/ 81 h 308"/>
                <a:gd name="T4" fmla="*/ 8 w 329"/>
                <a:gd name="T5" fmla="*/ 7 h 308"/>
                <a:gd name="T6" fmla="*/ 4 w 329"/>
                <a:gd name="T7" fmla="*/ 41 h 308"/>
                <a:gd name="T8" fmla="*/ 0 60000 65536"/>
                <a:gd name="T9" fmla="*/ 0 60000 65536"/>
                <a:gd name="T10" fmla="*/ 0 60000 65536"/>
                <a:gd name="T11" fmla="*/ 0 60000 65536"/>
                <a:gd name="T12" fmla="*/ 0 w 329"/>
                <a:gd name="T13" fmla="*/ 0 h 308"/>
                <a:gd name="T14" fmla="*/ 329 w 329"/>
                <a:gd name="T15" fmla="*/ 308 h 308"/>
              </a:gdLst>
              <a:ahLst/>
              <a:cxnLst>
                <a:cxn ang="T8">
                  <a:pos x="T0" y="T1"/>
                </a:cxn>
                <a:cxn ang="T9">
                  <a:pos x="T2" y="T3"/>
                </a:cxn>
                <a:cxn ang="T10">
                  <a:pos x="T4" y="T5"/>
                </a:cxn>
                <a:cxn ang="T11">
                  <a:pos x="T6" y="T7"/>
                </a:cxn>
              </a:cxnLst>
              <a:rect l="T12" t="T13" r="T14" b="T15"/>
              <a:pathLst>
                <a:path w="329" h="308">
                  <a:moveTo>
                    <a:pt x="309" y="195"/>
                  </a:moveTo>
                  <a:cubicBezTo>
                    <a:pt x="306" y="210"/>
                    <a:pt x="329" y="308"/>
                    <a:pt x="285" y="279"/>
                  </a:cubicBezTo>
                  <a:cubicBezTo>
                    <a:pt x="241" y="250"/>
                    <a:pt x="90" y="46"/>
                    <a:pt x="45" y="23"/>
                  </a:cubicBezTo>
                  <a:cubicBezTo>
                    <a:pt x="0" y="0"/>
                    <a:pt x="23" y="115"/>
                    <a:pt x="17" y="139"/>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99" name="Freeform 38"/>
            <p:cNvSpPr>
              <a:spLocks/>
            </p:cNvSpPr>
            <p:nvPr/>
          </p:nvSpPr>
          <p:spPr bwMode="auto">
            <a:xfrm flipH="1" flipV="1">
              <a:off x="4061" y="2769"/>
              <a:ext cx="293" cy="171"/>
            </a:xfrm>
            <a:custGeom>
              <a:avLst/>
              <a:gdLst>
                <a:gd name="T0" fmla="*/ 62 w 390"/>
                <a:gd name="T1" fmla="*/ 24 h 210"/>
                <a:gd name="T2" fmla="*/ 61 w 390"/>
                <a:gd name="T3" fmla="*/ 57 h 210"/>
                <a:gd name="T4" fmla="*/ 8 w 390"/>
                <a:gd name="T5" fmla="*/ 2 h 210"/>
                <a:gd name="T6" fmla="*/ 10 w 390"/>
                <a:gd name="T7" fmla="*/ 42 h 210"/>
                <a:gd name="T8" fmla="*/ 0 60000 65536"/>
                <a:gd name="T9" fmla="*/ 0 60000 65536"/>
                <a:gd name="T10" fmla="*/ 0 60000 65536"/>
                <a:gd name="T11" fmla="*/ 0 60000 65536"/>
                <a:gd name="T12" fmla="*/ 0 w 390"/>
                <a:gd name="T13" fmla="*/ 0 h 210"/>
                <a:gd name="T14" fmla="*/ 390 w 390"/>
                <a:gd name="T15" fmla="*/ 210 h 210"/>
              </a:gdLst>
              <a:ahLst/>
              <a:cxnLst>
                <a:cxn ang="T8">
                  <a:pos x="T0" y="T1"/>
                </a:cxn>
                <a:cxn ang="T9">
                  <a:pos x="T2" y="T3"/>
                </a:cxn>
                <a:cxn ang="T10">
                  <a:pos x="T4" y="T5"/>
                </a:cxn>
                <a:cxn ang="T11">
                  <a:pos x="T6" y="T7"/>
                </a:cxn>
              </a:cxnLst>
              <a:rect l="T12" t="T13" r="T14" b="T15"/>
              <a:pathLst>
                <a:path w="390" h="210">
                  <a:moveTo>
                    <a:pt x="348" y="85"/>
                  </a:moveTo>
                  <a:cubicBezTo>
                    <a:pt x="347" y="104"/>
                    <a:pt x="390" y="210"/>
                    <a:pt x="340" y="197"/>
                  </a:cubicBezTo>
                  <a:cubicBezTo>
                    <a:pt x="290" y="184"/>
                    <a:pt x="96" y="18"/>
                    <a:pt x="48" y="9"/>
                  </a:cubicBezTo>
                  <a:cubicBezTo>
                    <a:pt x="0" y="0"/>
                    <a:pt x="51" y="114"/>
                    <a:pt x="52" y="141"/>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00" name="Freeform 39"/>
            <p:cNvSpPr>
              <a:spLocks/>
            </p:cNvSpPr>
            <p:nvPr/>
          </p:nvSpPr>
          <p:spPr bwMode="auto">
            <a:xfrm flipH="1" flipV="1">
              <a:off x="4110" y="2621"/>
              <a:ext cx="303" cy="97"/>
            </a:xfrm>
            <a:custGeom>
              <a:avLst/>
              <a:gdLst>
                <a:gd name="T0" fmla="*/ 60 w 404"/>
                <a:gd name="T1" fmla="*/ 0 h 119"/>
                <a:gd name="T2" fmla="*/ 64 w 404"/>
                <a:gd name="T3" fmla="*/ 34 h 119"/>
                <a:gd name="T4" fmla="*/ 8 w 404"/>
                <a:gd name="T5" fmla="*/ 5 h 119"/>
                <a:gd name="T6" fmla="*/ 13 w 404"/>
                <a:gd name="T7" fmla="*/ 34 h 119"/>
                <a:gd name="T8" fmla="*/ 0 60000 65536"/>
                <a:gd name="T9" fmla="*/ 0 60000 65536"/>
                <a:gd name="T10" fmla="*/ 0 60000 65536"/>
                <a:gd name="T11" fmla="*/ 0 60000 65536"/>
                <a:gd name="T12" fmla="*/ 0 w 404"/>
                <a:gd name="T13" fmla="*/ 0 h 119"/>
                <a:gd name="T14" fmla="*/ 404 w 404"/>
                <a:gd name="T15" fmla="*/ 119 h 119"/>
              </a:gdLst>
              <a:ahLst/>
              <a:cxnLst>
                <a:cxn ang="T8">
                  <a:pos x="T0" y="T1"/>
                </a:cxn>
                <a:cxn ang="T9">
                  <a:pos x="T2" y="T3"/>
                </a:cxn>
                <a:cxn ang="T10">
                  <a:pos x="T4" y="T5"/>
                </a:cxn>
                <a:cxn ang="T11">
                  <a:pos x="T6" y="T7"/>
                </a:cxn>
              </a:cxnLst>
              <a:rect l="T12" t="T13" r="T14" b="T15"/>
              <a:pathLst>
                <a:path w="404" h="119">
                  <a:moveTo>
                    <a:pt x="339" y="0"/>
                  </a:moveTo>
                  <a:cubicBezTo>
                    <a:pt x="342" y="20"/>
                    <a:pt x="404" y="113"/>
                    <a:pt x="355" y="116"/>
                  </a:cubicBezTo>
                  <a:cubicBezTo>
                    <a:pt x="306" y="119"/>
                    <a:pt x="94" y="16"/>
                    <a:pt x="47" y="16"/>
                  </a:cubicBezTo>
                  <a:cubicBezTo>
                    <a:pt x="0" y="16"/>
                    <a:pt x="67" y="99"/>
                    <a:pt x="71" y="116"/>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01" name="Freeform 40"/>
            <p:cNvSpPr>
              <a:spLocks/>
            </p:cNvSpPr>
            <p:nvPr/>
          </p:nvSpPr>
          <p:spPr bwMode="auto">
            <a:xfrm flipH="1" flipV="1">
              <a:off x="3903" y="2956"/>
              <a:ext cx="211" cy="298"/>
            </a:xfrm>
            <a:custGeom>
              <a:avLst/>
              <a:gdLst>
                <a:gd name="T0" fmla="*/ 50 w 281"/>
                <a:gd name="T1" fmla="*/ 79 h 366"/>
                <a:gd name="T2" fmla="*/ 40 w 281"/>
                <a:gd name="T3" fmla="*/ 94 h 366"/>
                <a:gd name="T4" fmla="*/ 7 w 281"/>
                <a:gd name="T5" fmla="*/ 9 h 366"/>
                <a:gd name="T6" fmla="*/ 1 w 281"/>
                <a:gd name="T7" fmla="*/ 42 h 366"/>
                <a:gd name="T8" fmla="*/ 0 60000 65536"/>
                <a:gd name="T9" fmla="*/ 0 60000 65536"/>
                <a:gd name="T10" fmla="*/ 0 60000 65536"/>
                <a:gd name="T11" fmla="*/ 0 60000 65536"/>
                <a:gd name="T12" fmla="*/ 0 w 281"/>
                <a:gd name="T13" fmla="*/ 0 h 366"/>
                <a:gd name="T14" fmla="*/ 281 w 281"/>
                <a:gd name="T15" fmla="*/ 366 h 366"/>
              </a:gdLst>
              <a:ahLst/>
              <a:cxnLst>
                <a:cxn ang="T8">
                  <a:pos x="T0" y="T1"/>
                </a:cxn>
                <a:cxn ang="T9">
                  <a:pos x="T2" y="T3"/>
                </a:cxn>
                <a:cxn ang="T10">
                  <a:pos x="T4" y="T5"/>
                </a:cxn>
                <a:cxn ang="T11">
                  <a:pos x="T6" y="T7"/>
                </a:cxn>
              </a:cxnLst>
              <a:rect l="T12" t="T13" r="T14" b="T15"/>
              <a:pathLst>
                <a:path w="281" h="366">
                  <a:moveTo>
                    <a:pt x="281" y="270"/>
                  </a:moveTo>
                  <a:cubicBezTo>
                    <a:pt x="272" y="279"/>
                    <a:pt x="266" y="366"/>
                    <a:pt x="225" y="326"/>
                  </a:cubicBezTo>
                  <a:cubicBezTo>
                    <a:pt x="184" y="286"/>
                    <a:pt x="74" y="60"/>
                    <a:pt x="37" y="30"/>
                  </a:cubicBezTo>
                  <a:cubicBezTo>
                    <a:pt x="0" y="0"/>
                    <a:pt x="8" y="122"/>
                    <a:pt x="1" y="146"/>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02" name="Freeform 41"/>
            <p:cNvSpPr>
              <a:spLocks/>
            </p:cNvSpPr>
            <p:nvPr/>
          </p:nvSpPr>
          <p:spPr bwMode="auto">
            <a:xfrm>
              <a:off x="4103" y="2358"/>
              <a:ext cx="313" cy="200"/>
            </a:xfrm>
            <a:custGeom>
              <a:avLst/>
              <a:gdLst>
                <a:gd name="T0" fmla="*/ 21 w 417"/>
                <a:gd name="T1" fmla="*/ 72 h 246"/>
                <a:gd name="T2" fmla="*/ 8 w 417"/>
                <a:gd name="T3" fmla="*/ 47 h 246"/>
                <a:gd name="T4" fmla="*/ 67 w 417"/>
                <a:gd name="T5" fmla="*/ 20 h 246"/>
                <a:gd name="T6" fmla="*/ 56 w 417"/>
                <a:gd name="T7" fmla="*/ 0 h 246"/>
                <a:gd name="T8" fmla="*/ 0 60000 65536"/>
                <a:gd name="T9" fmla="*/ 0 60000 65536"/>
                <a:gd name="T10" fmla="*/ 0 60000 65536"/>
                <a:gd name="T11" fmla="*/ 0 60000 65536"/>
                <a:gd name="T12" fmla="*/ 0 w 417"/>
                <a:gd name="T13" fmla="*/ 0 h 246"/>
                <a:gd name="T14" fmla="*/ 417 w 417"/>
                <a:gd name="T15" fmla="*/ 246 h 246"/>
              </a:gdLst>
              <a:ahLst/>
              <a:cxnLst>
                <a:cxn ang="T8">
                  <a:pos x="T0" y="T1"/>
                </a:cxn>
                <a:cxn ang="T9">
                  <a:pos x="T2" y="T3"/>
                </a:cxn>
                <a:cxn ang="T10">
                  <a:pos x="T4" y="T5"/>
                </a:cxn>
                <a:cxn ang="T11">
                  <a:pos x="T6" y="T7"/>
                </a:cxn>
              </a:cxnLst>
              <a:rect l="T12" t="T13" r="T14" b="T15"/>
              <a:pathLst>
                <a:path w="417" h="246">
                  <a:moveTo>
                    <a:pt x="115" y="246"/>
                  </a:moveTo>
                  <a:cubicBezTo>
                    <a:pt x="103" y="232"/>
                    <a:pt x="0" y="192"/>
                    <a:pt x="43" y="162"/>
                  </a:cubicBezTo>
                  <a:cubicBezTo>
                    <a:pt x="86" y="132"/>
                    <a:pt x="329" y="93"/>
                    <a:pt x="373" y="66"/>
                  </a:cubicBezTo>
                  <a:cubicBezTo>
                    <a:pt x="417" y="39"/>
                    <a:pt x="321" y="14"/>
                    <a:pt x="307" y="0"/>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03" name="Freeform 42"/>
            <p:cNvSpPr>
              <a:spLocks/>
            </p:cNvSpPr>
            <p:nvPr/>
          </p:nvSpPr>
          <p:spPr bwMode="auto">
            <a:xfrm>
              <a:off x="4061" y="2177"/>
              <a:ext cx="285" cy="239"/>
            </a:xfrm>
            <a:custGeom>
              <a:avLst/>
              <a:gdLst>
                <a:gd name="T0" fmla="*/ 21 w 379"/>
                <a:gd name="T1" fmla="*/ 85 h 294"/>
                <a:gd name="T2" fmla="*/ 8 w 379"/>
                <a:gd name="T3" fmla="*/ 61 h 294"/>
                <a:gd name="T4" fmla="*/ 62 w 379"/>
                <a:gd name="T5" fmla="*/ 20 h 294"/>
                <a:gd name="T6" fmla="*/ 44 w 379"/>
                <a:gd name="T7" fmla="*/ 0 h 294"/>
                <a:gd name="T8" fmla="*/ 0 60000 65536"/>
                <a:gd name="T9" fmla="*/ 0 60000 65536"/>
                <a:gd name="T10" fmla="*/ 0 60000 65536"/>
                <a:gd name="T11" fmla="*/ 0 60000 65536"/>
                <a:gd name="T12" fmla="*/ 0 w 379"/>
                <a:gd name="T13" fmla="*/ 0 h 294"/>
                <a:gd name="T14" fmla="*/ 379 w 379"/>
                <a:gd name="T15" fmla="*/ 294 h 294"/>
              </a:gdLst>
              <a:ahLst/>
              <a:cxnLst>
                <a:cxn ang="T8">
                  <a:pos x="T0" y="T1"/>
                </a:cxn>
                <a:cxn ang="T9">
                  <a:pos x="T2" y="T3"/>
                </a:cxn>
                <a:cxn ang="T10">
                  <a:pos x="T4" y="T5"/>
                </a:cxn>
                <a:cxn ang="T11">
                  <a:pos x="T6" y="T7"/>
                </a:cxn>
              </a:cxnLst>
              <a:rect l="T12" t="T13" r="T14" b="T15"/>
              <a:pathLst>
                <a:path w="379" h="294">
                  <a:moveTo>
                    <a:pt x="116" y="294"/>
                  </a:moveTo>
                  <a:cubicBezTo>
                    <a:pt x="103" y="280"/>
                    <a:pt x="0" y="248"/>
                    <a:pt x="38" y="210"/>
                  </a:cubicBezTo>
                  <a:cubicBezTo>
                    <a:pt x="76" y="172"/>
                    <a:pt x="309" y="101"/>
                    <a:pt x="344" y="66"/>
                  </a:cubicBezTo>
                  <a:cubicBezTo>
                    <a:pt x="379" y="31"/>
                    <a:pt x="268" y="14"/>
                    <a:pt x="248" y="0"/>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04" name="Freeform 43"/>
            <p:cNvSpPr>
              <a:spLocks/>
            </p:cNvSpPr>
            <p:nvPr/>
          </p:nvSpPr>
          <p:spPr bwMode="auto">
            <a:xfrm>
              <a:off x="3922" y="1866"/>
              <a:ext cx="133" cy="345"/>
            </a:xfrm>
            <a:custGeom>
              <a:avLst/>
              <a:gdLst>
                <a:gd name="T0" fmla="*/ 22 w 177"/>
                <a:gd name="T1" fmla="*/ 109 h 424"/>
                <a:gd name="T2" fmla="*/ 2 w 177"/>
                <a:gd name="T3" fmla="*/ 107 h 424"/>
                <a:gd name="T4" fmla="*/ 31 w 177"/>
                <a:gd name="T5" fmla="*/ 15 h 424"/>
                <a:gd name="T6" fmla="*/ 10 w 177"/>
                <a:gd name="T7" fmla="*/ 16 h 424"/>
                <a:gd name="T8" fmla="*/ 0 60000 65536"/>
                <a:gd name="T9" fmla="*/ 0 60000 65536"/>
                <a:gd name="T10" fmla="*/ 0 60000 65536"/>
                <a:gd name="T11" fmla="*/ 0 60000 65536"/>
                <a:gd name="T12" fmla="*/ 0 w 177"/>
                <a:gd name="T13" fmla="*/ 0 h 424"/>
                <a:gd name="T14" fmla="*/ 177 w 177"/>
                <a:gd name="T15" fmla="*/ 424 h 424"/>
              </a:gdLst>
              <a:ahLst/>
              <a:cxnLst>
                <a:cxn ang="T8">
                  <a:pos x="T0" y="T1"/>
                </a:cxn>
                <a:cxn ang="T9">
                  <a:pos x="T2" y="T3"/>
                </a:cxn>
                <a:cxn ang="T10">
                  <a:pos x="T4" y="T5"/>
                </a:cxn>
                <a:cxn ang="T11">
                  <a:pos x="T6" y="T7"/>
                </a:cxn>
              </a:cxnLst>
              <a:rect l="T12" t="T13" r="T14" b="T15"/>
              <a:pathLst>
                <a:path w="177" h="424">
                  <a:moveTo>
                    <a:pt x="122" y="376"/>
                  </a:moveTo>
                  <a:cubicBezTo>
                    <a:pt x="103" y="375"/>
                    <a:pt x="0" y="424"/>
                    <a:pt x="8" y="370"/>
                  </a:cubicBezTo>
                  <a:cubicBezTo>
                    <a:pt x="16" y="316"/>
                    <a:pt x="163" y="104"/>
                    <a:pt x="170" y="52"/>
                  </a:cubicBezTo>
                  <a:cubicBezTo>
                    <a:pt x="177" y="0"/>
                    <a:pt x="75" y="57"/>
                    <a:pt x="50" y="58"/>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05" name="Freeform 44"/>
            <p:cNvSpPr>
              <a:spLocks/>
            </p:cNvSpPr>
            <p:nvPr/>
          </p:nvSpPr>
          <p:spPr bwMode="auto">
            <a:xfrm>
              <a:off x="3770" y="1776"/>
              <a:ext cx="99" cy="369"/>
            </a:xfrm>
            <a:custGeom>
              <a:avLst/>
              <a:gdLst>
                <a:gd name="T0" fmla="*/ 23 w 132"/>
                <a:gd name="T1" fmla="*/ 113 h 454"/>
                <a:gd name="T2" fmla="*/ 8 w 132"/>
                <a:gd name="T3" fmla="*/ 115 h 454"/>
                <a:gd name="T4" fmla="*/ 21 w 132"/>
                <a:gd name="T5" fmla="*/ 15 h 454"/>
                <a:gd name="T6" fmla="*/ 0 w 132"/>
                <a:gd name="T7" fmla="*/ 30 h 454"/>
                <a:gd name="T8" fmla="*/ 0 60000 65536"/>
                <a:gd name="T9" fmla="*/ 0 60000 65536"/>
                <a:gd name="T10" fmla="*/ 0 60000 65536"/>
                <a:gd name="T11" fmla="*/ 0 60000 65536"/>
                <a:gd name="T12" fmla="*/ 0 w 132"/>
                <a:gd name="T13" fmla="*/ 0 h 454"/>
                <a:gd name="T14" fmla="*/ 132 w 132"/>
                <a:gd name="T15" fmla="*/ 454 h 454"/>
              </a:gdLst>
              <a:ahLst/>
              <a:cxnLst>
                <a:cxn ang="T8">
                  <a:pos x="T0" y="T1"/>
                </a:cxn>
                <a:cxn ang="T9">
                  <a:pos x="T2" y="T3"/>
                </a:cxn>
                <a:cxn ang="T10">
                  <a:pos x="T4" y="T5"/>
                </a:cxn>
                <a:cxn ang="T11">
                  <a:pos x="T6" y="T7"/>
                </a:cxn>
              </a:cxnLst>
              <a:rect l="T12" t="T13" r="T14" b="T15"/>
              <a:pathLst>
                <a:path w="132" h="454">
                  <a:moveTo>
                    <a:pt x="132" y="391"/>
                  </a:moveTo>
                  <a:cubicBezTo>
                    <a:pt x="117" y="393"/>
                    <a:pt x="44" y="454"/>
                    <a:pt x="42" y="397"/>
                  </a:cubicBezTo>
                  <a:cubicBezTo>
                    <a:pt x="40" y="340"/>
                    <a:pt x="127" y="98"/>
                    <a:pt x="120" y="49"/>
                  </a:cubicBezTo>
                  <a:cubicBezTo>
                    <a:pt x="113" y="0"/>
                    <a:pt x="25" y="92"/>
                    <a:pt x="0" y="103"/>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06" name="Freeform 45"/>
            <p:cNvSpPr>
              <a:spLocks/>
            </p:cNvSpPr>
            <p:nvPr/>
          </p:nvSpPr>
          <p:spPr bwMode="auto">
            <a:xfrm>
              <a:off x="3997" y="1996"/>
              <a:ext cx="237" cy="298"/>
            </a:xfrm>
            <a:custGeom>
              <a:avLst/>
              <a:gdLst>
                <a:gd name="T0" fmla="*/ 23 w 316"/>
                <a:gd name="T1" fmla="*/ 106 h 367"/>
                <a:gd name="T2" fmla="*/ 5 w 316"/>
                <a:gd name="T3" fmla="*/ 89 h 367"/>
                <a:gd name="T4" fmla="*/ 52 w 316"/>
                <a:gd name="T5" fmla="*/ 12 h 367"/>
                <a:gd name="T6" fmla="*/ 31 w 316"/>
                <a:gd name="T7" fmla="*/ 12 h 367"/>
                <a:gd name="T8" fmla="*/ 0 60000 65536"/>
                <a:gd name="T9" fmla="*/ 0 60000 65536"/>
                <a:gd name="T10" fmla="*/ 0 60000 65536"/>
                <a:gd name="T11" fmla="*/ 0 60000 65536"/>
                <a:gd name="T12" fmla="*/ 0 w 316"/>
                <a:gd name="T13" fmla="*/ 0 h 367"/>
                <a:gd name="T14" fmla="*/ 316 w 316"/>
                <a:gd name="T15" fmla="*/ 367 h 367"/>
              </a:gdLst>
              <a:ahLst/>
              <a:cxnLst>
                <a:cxn ang="T8">
                  <a:pos x="T0" y="T1"/>
                </a:cxn>
                <a:cxn ang="T9">
                  <a:pos x="T2" y="T3"/>
                </a:cxn>
                <a:cxn ang="T10">
                  <a:pos x="T4" y="T5"/>
                </a:cxn>
                <a:cxn ang="T11">
                  <a:pos x="T6" y="T7"/>
                </a:cxn>
              </a:cxnLst>
              <a:rect l="T12" t="T13" r="T14" b="T15"/>
              <a:pathLst>
                <a:path w="316" h="367">
                  <a:moveTo>
                    <a:pt x="124" y="367"/>
                  </a:moveTo>
                  <a:cubicBezTo>
                    <a:pt x="108" y="358"/>
                    <a:pt x="0" y="367"/>
                    <a:pt x="28" y="313"/>
                  </a:cubicBezTo>
                  <a:cubicBezTo>
                    <a:pt x="56" y="259"/>
                    <a:pt x="268" y="90"/>
                    <a:pt x="292" y="45"/>
                  </a:cubicBezTo>
                  <a:cubicBezTo>
                    <a:pt x="316" y="0"/>
                    <a:pt x="197" y="45"/>
                    <a:pt x="172" y="45"/>
                  </a:cubicBezTo>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aphicFrame>
        <p:nvGraphicFramePr>
          <p:cNvPr id="54282" name="Object 46"/>
          <p:cNvGraphicFramePr>
            <a:graphicFrameLocks noChangeAspect="1"/>
          </p:cNvGraphicFramePr>
          <p:nvPr/>
        </p:nvGraphicFramePr>
        <p:xfrm>
          <a:off x="3657601" y="4967288"/>
          <a:ext cx="1020763" cy="366712"/>
        </p:xfrm>
        <a:graphic>
          <a:graphicData uri="http://schemas.openxmlformats.org/presentationml/2006/ole">
            <mc:AlternateContent xmlns:mc="http://schemas.openxmlformats.org/markup-compatibility/2006">
              <mc:Choice xmlns:v="urn:schemas-microsoft-com:vml" Requires="v">
                <p:oleObj spid="_x0000_s21521" name="Equation" r:id="rId4" imgW="438239" imgH="142977" progId="Equation.3">
                  <p:embed/>
                </p:oleObj>
              </mc:Choice>
              <mc:Fallback>
                <p:oleObj name="Equation" r:id="rId4" imgW="438239" imgH="142977"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7601" y="4967288"/>
                        <a:ext cx="1020763"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83" name="Rectangle 47"/>
          <p:cNvSpPr>
            <a:spLocks noChangeArrowheads="1"/>
          </p:cNvSpPr>
          <p:nvPr/>
        </p:nvSpPr>
        <p:spPr bwMode="auto">
          <a:xfrm>
            <a:off x="2362200" y="5334000"/>
            <a:ext cx="4343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FontTx/>
              <a:buNone/>
            </a:pPr>
            <a:r>
              <a:rPr lang="zh-CN" altLang="en-US" sz="2800">
                <a:solidFill>
                  <a:srgbClr val="0000FF"/>
                </a:solidFill>
                <a:latin typeface="宋体" panose="02010600030101010101" pitchFamily="2" charset="-122"/>
              </a:rPr>
              <a:t>电流计测量</a:t>
            </a:r>
            <a:r>
              <a:rPr lang="en-US" altLang="zh-CN" sz="2800" i="1">
                <a:solidFill>
                  <a:srgbClr val="0000FF"/>
                </a:solidFill>
                <a:latin typeface="宋体" panose="02010600030101010101" pitchFamily="2" charset="-122"/>
              </a:rPr>
              <a:t>I</a:t>
            </a:r>
            <a:r>
              <a:rPr lang="zh-CN" altLang="en-US" sz="2800">
                <a:solidFill>
                  <a:srgbClr val="0000FF"/>
                </a:solidFill>
                <a:latin typeface="宋体" panose="02010600030101010101" pitchFamily="2" charset="-122"/>
              </a:rPr>
              <a:t>，磁通计测量</a:t>
            </a:r>
            <a:r>
              <a:rPr lang="en-US" altLang="zh-CN" sz="2800" i="1">
                <a:solidFill>
                  <a:srgbClr val="0000FF"/>
                </a:solidFill>
                <a:latin typeface="宋体" panose="02010600030101010101" pitchFamily="2" charset="-122"/>
              </a:rPr>
              <a:t>B</a:t>
            </a:r>
            <a:r>
              <a:rPr lang="zh-CN" altLang="en-US" sz="2800">
                <a:solidFill>
                  <a:srgbClr val="0000FF"/>
                </a:solidFill>
                <a:latin typeface="宋体" panose="02010600030101010101" pitchFamily="2" charset="-122"/>
              </a:rPr>
              <a:t>，得到试样的</a:t>
            </a:r>
            <a:r>
              <a:rPr lang="en-US" altLang="zh-CN" sz="2800" i="1">
                <a:solidFill>
                  <a:srgbClr val="0000FF"/>
                </a:solidFill>
                <a:latin typeface="宋体" panose="02010600030101010101" pitchFamily="2" charset="-122"/>
              </a:rPr>
              <a:t>H</a:t>
            </a:r>
            <a:r>
              <a:rPr lang="zh-CN" altLang="en-US" sz="2800">
                <a:solidFill>
                  <a:srgbClr val="0000FF"/>
                </a:solidFill>
                <a:latin typeface="宋体" panose="02010600030101010101" pitchFamily="2" charset="-122"/>
              </a:rPr>
              <a:t>～</a:t>
            </a:r>
            <a:r>
              <a:rPr lang="en-US" altLang="zh-CN" sz="2800" i="1">
                <a:solidFill>
                  <a:srgbClr val="0000FF"/>
                </a:solidFill>
                <a:latin typeface="宋体" panose="02010600030101010101" pitchFamily="2" charset="-122"/>
              </a:rPr>
              <a:t>B</a:t>
            </a:r>
            <a:r>
              <a:rPr lang="zh-CN" altLang="en-US" sz="2800">
                <a:solidFill>
                  <a:srgbClr val="0000FF"/>
                </a:solidFill>
                <a:latin typeface="宋体" panose="02010600030101010101" pitchFamily="2" charset="-122"/>
              </a:rPr>
              <a:t>曲线。</a:t>
            </a:r>
          </a:p>
        </p:txBody>
      </p:sp>
    </p:spTree>
    <p:extLst>
      <p:ext uri="{BB962C8B-B14F-4D97-AF65-F5344CB8AC3E}">
        <p14:creationId xmlns:p14="http://schemas.microsoft.com/office/powerpoint/2010/main" val="39034885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2209800" y="609601"/>
            <a:ext cx="472440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004" tIns="39001" rIns="78004" bIns="39001">
            <a:spAutoFit/>
          </a:bodyPr>
          <a:lstStyle>
            <a:lvl1pPr defTabSz="78105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7810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78105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8105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8105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8105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8105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8105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8105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800">
                <a:solidFill>
                  <a:srgbClr val="0000FF"/>
                </a:solidFill>
                <a:latin typeface="宋体" panose="02010600030101010101" pitchFamily="2" charset="-122"/>
              </a:rPr>
              <a:t> M</a:t>
            </a:r>
            <a:r>
              <a:rPr lang="zh-CN" altLang="en-US" sz="2800">
                <a:solidFill>
                  <a:srgbClr val="0000FF"/>
                </a:solidFill>
                <a:latin typeface="宋体" panose="02010600030101010101" pitchFamily="2" charset="-122"/>
              </a:rPr>
              <a:t>与</a:t>
            </a:r>
            <a:r>
              <a:rPr lang="en-US" altLang="zh-CN" sz="2800">
                <a:solidFill>
                  <a:srgbClr val="0000FF"/>
                </a:solidFill>
                <a:latin typeface="宋体" panose="02010600030101010101" pitchFamily="2" charset="-122"/>
              </a:rPr>
              <a:t>H</a:t>
            </a:r>
            <a:r>
              <a:rPr lang="zh-CN" altLang="en-US" sz="2800">
                <a:solidFill>
                  <a:srgbClr val="0000FF"/>
                </a:solidFill>
                <a:latin typeface="宋体" panose="02010600030101010101" pitchFamily="2" charset="-122"/>
              </a:rPr>
              <a:t>非线性关系</a:t>
            </a:r>
          </a:p>
        </p:txBody>
      </p:sp>
      <p:grpSp>
        <p:nvGrpSpPr>
          <p:cNvPr id="56323" name="Group 3"/>
          <p:cNvGrpSpPr>
            <a:grpSpLocks/>
          </p:cNvGrpSpPr>
          <p:nvPr/>
        </p:nvGrpSpPr>
        <p:grpSpPr bwMode="auto">
          <a:xfrm>
            <a:off x="7178676" y="1066801"/>
            <a:ext cx="2879725" cy="2784475"/>
            <a:chOff x="2794" y="646"/>
            <a:chExt cx="1814" cy="1754"/>
          </a:xfrm>
        </p:grpSpPr>
        <p:grpSp>
          <p:nvGrpSpPr>
            <p:cNvPr id="56358" name="Group 4"/>
            <p:cNvGrpSpPr>
              <a:grpSpLocks/>
            </p:cNvGrpSpPr>
            <p:nvPr/>
          </p:nvGrpSpPr>
          <p:grpSpPr bwMode="auto">
            <a:xfrm>
              <a:off x="2794" y="810"/>
              <a:ext cx="1681" cy="1441"/>
              <a:chOff x="1775" y="2276"/>
              <a:chExt cx="1681" cy="1441"/>
            </a:xfrm>
          </p:grpSpPr>
          <p:sp>
            <p:nvSpPr>
              <p:cNvPr id="56368" name="Arc 5"/>
              <p:cNvSpPr>
                <a:spLocks/>
              </p:cNvSpPr>
              <p:nvPr/>
            </p:nvSpPr>
            <p:spPr bwMode="auto">
              <a:xfrm>
                <a:off x="2304" y="2276"/>
                <a:ext cx="1008" cy="72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570"/>
                    </a:moveTo>
                    <a:cubicBezTo>
                      <a:pt x="16" y="9660"/>
                      <a:pt x="9669" y="11"/>
                      <a:pt x="21579" y="0"/>
                    </a:cubicBezTo>
                  </a:path>
                  <a:path w="21600" h="21600" stroke="0" extrusionOk="0">
                    <a:moveTo>
                      <a:pt x="0" y="21570"/>
                    </a:moveTo>
                    <a:cubicBezTo>
                      <a:pt x="16" y="9660"/>
                      <a:pt x="9669" y="11"/>
                      <a:pt x="21579" y="0"/>
                    </a:cubicBezTo>
                    <a:lnTo>
                      <a:pt x="21600" y="21600"/>
                    </a:lnTo>
                    <a:lnTo>
                      <a:pt x="0" y="21570"/>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69" name="Arc 6"/>
              <p:cNvSpPr>
                <a:spLocks/>
              </p:cNvSpPr>
              <p:nvPr/>
            </p:nvSpPr>
            <p:spPr bwMode="auto">
              <a:xfrm>
                <a:off x="2784" y="2276"/>
                <a:ext cx="672" cy="76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572"/>
                    </a:moveTo>
                    <a:cubicBezTo>
                      <a:pt x="15" y="9666"/>
                      <a:pt x="9662" y="17"/>
                      <a:pt x="21568" y="0"/>
                    </a:cubicBezTo>
                  </a:path>
                  <a:path w="21600" h="21600" stroke="0" extrusionOk="0">
                    <a:moveTo>
                      <a:pt x="0" y="21572"/>
                    </a:moveTo>
                    <a:cubicBezTo>
                      <a:pt x="15" y="9666"/>
                      <a:pt x="9662" y="17"/>
                      <a:pt x="21568" y="0"/>
                    </a:cubicBezTo>
                    <a:lnTo>
                      <a:pt x="21600" y="21600"/>
                    </a:lnTo>
                    <a:lnTo>
                      <a:pt x="0" y="21572"/>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70" name="Arc 7"/>
              <p:cNvSpPr>
                <a:spLocks/>
              </p:cNvSpPr>
              <p:nvPr/>
            </p:nvSpPr>
            <p:spPr bwMode="auto">
              <a:xfrm>
                <a:off x="1919" y="2948"/>
                <a:ext cx="864" cy="735"/>
              </a:xfrm>
              <a:custGeom>
                <a:avLst/>
                <a:gdLst>
                  <a:gd name="T0" fmla="*/ 0 w 21600"/>
                  <a:gd name="T1" fmla="*/ 0 h 21629"/>
                  <a:gd name="T2" fmla="*/ 0 w 21600"/>
                  <a:gd name="T3" fmla="*/ 0 h 21629"/>
                  <a:gd name="T4" fmla="*/ 0 w 21600"/>
                  <a:gd name="T5" fmla="*/ 0 h 21629"/>
                  <a:gd name="T6" fmla="*/ 0 60000 65536"/>
                  <a:gd name="T7" fmla="*/ 0 60000 65536"/>
                  <a:gd name="T8" fmla="*/ 0 60000 65536"/>
                  <a:gd name="T9" fmla="*/ 0 w 21600"/>
                  <a:gd name="T10" fmla="*/ 0 h 21629"/>
                  <a:gd name="T11" fmla="*/ 21600 w 21600"/>
                  <a:gd name="T12" fmla="*/ 21629 h 21629"/>
                </a:gdLst>
                <a:ahLst/>
                <a:cxnLst>
                  <a:cxn ang="T6">
                    <a:pos x="T0" y="T1"/>
                  </a:cxn>
                  <a:cxn ang="T7">
                    <a:pos x="T2" y="T3"/>
                  </a:cxn>
                  <a:cxn ang="T8">
                    <a:pos x="T4" y="T5"/>
                  </a:cxn>
                </a:cxnLst>
                <a:rect l="T9" t="T10" r="T11" b="T12"/>
                <a:pathLst>
                  <a:path w="21600" h="21629" fill="none" extrusionOk="0">
                    <a:moveTo>
                      <a:pt x="21599" y="0"/>
                    </a:moveTo>
                    <a:cubicBezTo>
                      <a:pt x="21599" y="9"/>
                      <a:pt x="21600" y="19"/>
                      <a:pt x="21600" y="29"/>
                    </a:cubicBezTo>
                    <a:cubicBezTo>
                      <a:pt x="21600" y="11958"/>
                      <a:pt x="11929" y="21628"/>
                      <a:pt x="0" y="21629"/>
                    </a:cubicBezTo>
                  </a:path>
                  <a:path w="21600" h="21629" stroke="0" extrusionOk="0">
                    <a:moveTo>
                      <a:pt x="21599" y="0"/>
                    </a:moveTo>
                    <a:cubicBezTo>
                      <a:pt x="21599" y="9"/>
                      <a:pt x="21600" y="19"/>
                      <a:pt x="21600" y="29"/>
                    </a:cubicBezTo>
                    <a:cubicBezTo>
                      <a:pt x="21600" y="11958"/>
                      <a:pt x="11929" y="21628"/>
                      <a:pt x="0" y="21629"/>
                    </a:cubicBezTo>
                    <a:lnTo>
                      <a:pt x="0" y="29"/>
                    </a:lnTo>
                    <a:lnTo>
                      <a:pt x="21599" y="0"/>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71" name="Arc 8"/>
              <p:cNvSpPr>
                <a:spLocks/>
              </p:cNvSpPr>
              <p:nvPr/>
            </p:nvSpPr>
            <p:spPr bwMode="auto">
              <a:xfrm>
                <a:off x="1775" y="2948"/>
                <a:ext cx="528" cy="769"/>
              </a:xfrm>
              <a:custGeom>
                <a:avLst/>
                <a:gdLst>
                  <a:gd name="T0" fmla="*/ 0 w 21600"/>
                  <a:gd name="T1" fmla="*/ 0 h 21628"/>
                  <a:gd name="T2" fmla="*/ 0 w 21600"/>
                  <a:gd name="T3" fmla="*/ 0 h 21628"/>
                  <a:gd name="T4" fmla="*/ 0 w 21600"/>
                  <a:gd name="T5" fmla="*/ 0 h 21628"/>
                  <a:gd name="T6" fmla="*/ 0 60000 65536"/>
                  <a:gd name="T7" fmla="*/ 0 60000 65536"/>
                  <a:gd name="T8" fmla="*/ 0 60000 65536"/>
                  <a:gd name="T9" fmla="*/ 0 w 21600"/>
                  <a:gd name="T10" fmla="*/ 0 h 21628"/>
                  <a:gd name="T11" fmla="*/ 21600 w 21600"/>
                  <a:gd name="T12" fmla="*/ 21628 h 21628"/>
                </a:gdLst>
                <a:ahLst/>
                <a:cxnLst>
                  <a:cxn ang="T6">
                    <a:pos x="T0" y="T1"/>
                  </a:cxn>
                  <a:cxn ang="T7">
                    <a:pos x="T2" y="T3"/>
                  </a:cxn>
                  <a:cxn ang="T8">
                    <a:pos x="T4" y="T5"/>
                  </a:cxn>
                </a:cxnLst>
                <a:rect l="T9" t="T10" r="T11" b="T12"/>
                <a:pathLst>
                  <a:path w="21600" h="21628" fill="none" extrusionOk="0">
                    <a:moveTo>
                      <a:pt x="21599" y="0"/>
                    </a:moveTo>
                    <a:cubicBezTo>
                      <a:pt x="21599" y="9"/>
                      <a:pt x="21600" y="18"/>
                      <a:pt x="21600" y="28"/>
                    </a:cubicBezTo>
                    <a:cubicBezTo>
                      <a:pt x="21600" y="11957"/>
                      <a:pt x="11929" y="21627"/>
                      <a:pt x="0" y="21628"/>
                    </a:cubicBezTo>
                  </a:path>
                  <a:path w="21600" h="21628" stroke="0" extrusionOk="0">
                    <a:moveTo>
                      <a:pt x="21599" y="0"/>
                    </a:moveTo>
                    <a:cubicBezTo>
                      <a:pt x="21599" y="9"/>
                      <a:pt x="21600" y="18"/>
                      <a:pt x="21600" y="28"/>
                    </a:cubicBezTo>
                    <a:cubicBezTo>
                      <a:pt x="21600" y="11957"/>
                      <a:pt x="11929" y="21627"/>
                      <a:pt x="0" y="21628"/>
                    </a:cubicBezTo>
                    <a:lnTo>
                      <a:pt x="0" y="28"/>
                    </a:lnTo>
                    <a:lnTo>
                      <a:pt x="21599" y="0"/>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56359" name="Freeform 9"/>
            <p:cNvSpPr>
              <a:spLocks/>
            </p:cNvSpPr>
            <p:nvPr/>
          </p:nvSpPr>
          <p:spPr bwMode="auto">
            <a:xfrm>
              <a:off x="2829" y="1596"/>
              <a:ext cx="1779" cy="1"/>
            </a:xfrm>
            <a:custGeom>
              <a:avLst/>
              <a:gdLst>
                <a:gd name="T0" fmla="*/ 0 w 1779"/>
                <a:gd name="T1" fmla="*/ 0 h 10"/>
                <a:gd name="T2" fmla="*/ 1779 w 1779"/>
                <a:gd name="T3" fmla="*/ 0 h 10"/>
                <a:gd name="T4" fmla="*/ 0 60000 65536"/>
                <a:gd name="T5" fmla="*/ 0 60000 65536"/>
                <a:gd name="T6" fmla="*/ 0 w 1779"/>
                <a:gd name="T7" fmla="*/ 0 h 10"/>
                <a:gd name="T8" fmla="*/ 1779 w 1779"/>
                <a:gd name="T9" fmla="*/ 10 h 10"/>
              </a:gdLst>
              <a:ahLst/>
              <a:cxnLst>
                <a:cxn ang="T4">
                  <a:pos x="T0" y="T1"/>
                </a:cxn>
                <a:cxn ang="T5">
                  <a:pos x="T2" y="T3"/>
                </a:cxn>
              </a:cxnLst>
              <a:rect l="T6" t="T7" r="T8" b="T9"/>
              <a:pathLst>
                <a:path w="1779" h="10">
                  <a:moveTo>
                    <a:pt x="0" y="10"/>
                  </a:moveTo>
                  <a:lnTo>
                    <a:pt x="1779" y="0"/>
                  </a:lnTo>
                </a:path>
              </a:pathLst>
            </a:custGeom>
            <a:noFill/>
            <a:ln w="12700">
              <a:solidFill>
                <a:schemeClr val="tx1"/>
              </a:solidFill>
              <a:round/>
              <a:headEnd type="none" w="sm" len="sm"/>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60" name="Freeform 10"/>
            <p:cNvSpPr>
              <a:spLocks/>
            </p:cNvSpPr>
            <p:nvPr/>
          </p:nvSpPr>
          <p:spPr bwMode="auto">
            <a:xfrm>
              <a:off x="3543" y="646"/>
              <a:ext cx="7" cy="1754"/>
            </a:xfrm>
            <a:custGeom>
              <a:avLst/>
              <a:gdLst>
                <a:gd name="T0" fmla="*/ 0 w 7"/>
                <a:gd name="T1" fmla="*/ 0 h 1754"/>
                <a:gd name="T2" fmla="*/ 7 w 7"/>
                <a:gd name="T3" fmla="*/ 1754 h 1754"/>
                <a:gd name="T4" fmla="*/ 0 60000 65536"/>
                <a:gd name="T5" fmla="*/ 0 60000 65536"/>
                <a:gd name="T6" fmla="*/ 0 w 7"/>
                <a:gd name="T7" fmla="*/ 0 h 1754"/>
                <a:gd name="T8" fmla="*/ 7 w 7"/>
                <a:gd name="T9" fmla="*/ 1754 h 1754"/>
              </a:gdLst>
              <a:ahLst/>
              <a:cxnLst>
                <a:cxn ang="T4">
                  <a:pos x="T0" y="T1"/>
                </a:cxn>
                <a:cxn ang="T5">
                  <a:pos x="T2" y="T3"/>
                </a:cxn>
              </a:cxnLst>
              <a:rect l="T6" t="T7" r="T8" b="T9"/>
              <a:pathLst>
                <a:path w="7" h="1754">
                  <a:moveTo>
                    <a:pt x="0" y="0"/>
                  </a:moveTo>
                  <a:lnTo>
                    <a:pt x="7" y="1754"/>
                  </a:lnTo>
                </a:path>
              </a:pathLst>
            </a:custGeom>
            <a:noFill/>
            <a:ln w="12700">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61" name="Rectangle 11"/>
            <p:cNvSpPr>
              <a:spLocks noChangeArrowheads="1"/>
            </p:cNvSpPr>
            <p:nvPr/>
          </p:nvSpPr>
          <p:spPr bwMode="auto">
            <a:xfrm>
              <a:off x="4330" y="1626"/>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rgbClr val="0000FF"/>
                  </a:solidFill>
                  <a:ea typeface="楷体_GB2312"/>
                  <a:cs typeface="楷体_GB2312"/>
                </a:rPr>
                <a:t>H</a:t>
              </a:r>
            </a:p>
          </p:txBody>
        </p:sp>
        <p:sp>
          <p:nvSpPr>
            <p:cNvPr id="56362" name="Rectangle 12"/>
            <p:cNvSpPr>
              <a:spLocks noChangeArrowheads="1"/>
            </p:cNvSpPr>
            <p:nvPr/>
          </p:nvSpPr>
          <p:spPr bwMode="auto">
            <a:xfrm>
              <a:off x="3305" y="708"/>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rgbClr val="0000FF"/>
                  </a:solidFill>
                  <a:ea typeface="楷体_GB2312"/>
                  <a:cs typeface="楷体_GB2312"/>
                </a:rPr>
                <a:t>M</a:t>
              </a:r>
            </a:p>
          </p:txBody>
        </p:sp>
        <p:sp>
          <p:nvSpPr>
            <p:cNvPr id="56363" name="Freeform 13"/>
            <p:cNvSpPr>
              <a:spLocks/>
            </p:cNvSpPr>
            <p:nvPr/>
          </p:nvSpPr>
          <p:spPr bwMode="auto">
            <a:xfrm>
              <a:off x="3562" y="833"/>
              <a:ext cx="730" cy="787"/>
            </a:xfrm>
            <a:custGeom>
              <a:avLst/>
              <a:gdLst>
                <a:gd name="T0" fmla="*/ 0 w 730"/>
                <a:gd name="T1" fmla="*/ 787 h 787"/>
                <a:gd name="T2" fmla="*/ 182 w 730"/>
                <a:gd name="T3" fmla="*/ 331 h 787"/>
                <a:gd name="T4" fmla="*/ 442 w 730"/>
                <a:gd name="T5" fmla="*/ 101 h 787"/>
                <a:gd name="T6" fmla="*/ 730 w 730"/>
                <a:gd name="T7" fmla="*/ 0 h 787"/>
                <a:gd name="T8" fmla="*/ 0 60000 65536"/>
                <a:gd name="T9" fmla="*/ 0 60000 65536"/>
                <a:gd name="T10" fmla="*/ 0 60000 65536"/>
                <a:gd name="T11" fmla="*/ 0 60000 65536"/>
                <a:gd name="T12" fmla="*/ 0 w 730"/>
                <a:gd name="T13" fmla="*/ 0 h 787"/>
                <a:gd name="T14" fmla="*/ 730 w 730"/>
                <a:gd name="T15" fmla="*/ 787 h 787"/>
              </a:gdLst>
              <a:ahLst/>
              <a:cxnLst>
                <a:cxn ang="T8">
                  <a:pos x="T0" y="T1"/>
                </a:cxn>
                <a:cxn ang="T9">
                  <a:pos x="T2" y="T3"/>
                </a:cxn>
                <a:cxn ang="T10">
                  <a:pos x="T4" y="T5"/>
                </a:cxn>
                <a:cxn ang="T11">
                  <a:pos x="T6" y="T7"/>
                </a:cxn>
              </a:cxnLst>
              <a:rect l="T12" t="T13" r="T14" b="T15"/>
              <a:pathLst>
                <a:path w="730" h="787">
                  <a:moveTo>
                    <a:pt x="0" y="787"/>
                  </a:moveTo>
                  <a:cubicBezTo>
                    <a:pt x="30" y="711"/>
                    <a:pt x="108" y="445"/>
                    <a:pt x="182" y="331"/>
                  </a:cubicBezTo>
                  <a:cubicBezTo>
                    <a:pt x="256" y="217"/>
                    <a:pt x="351" y="156"/>
                    <a:pt x="442" y="101"/>
                  </a:cubicBezTo>
                  <a:cubicBezTo>
                    <a:pt x="533" y="46"/>
                    <a:pt x="670" y="21"/>
                    <a:pt x="730" y="0"/>
                  </a:cubicBezTo>
                </a:path>
              </a:pathLst>
            </a:custGeom>
            <a:noFill/>
            <a:ln w="38100" cap="rnd">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364" name="Freeform 14"/>
            <p:cNvSpPr>
              <a:spLocks/>
            </p:cNvSpPr>
            <p:nvPr/>
          </p:nvSpPr>
          <p:spPr bwMode="auto">
            <a:xfrm>
              <a:off x="3589" y="984"/>
              <a:ext cx="83" cy="61"/>
            </a:xfrm>
            <a:custGeom>
              <a:avLst/>
              <a:gdLst>
                <a:gd name="T0" fmla="*/ 83 w 83"/>
                <a:gd name="T1" fmla="*/ 0 h 61"/>
                <a:gd name="T2" fmla="*/ 0 w 83"/>
                <a:gd name="T3" fmla="*/ 61 h 61"/>
                <a:gd name="T4" fmla="*/ 0 60000 65536"/>
                <a:gd name="T5" fmla="*/ 0 60000 65536"/>
                <a:gd name="T6" fmla="*/ 0 w 83"/>
                <a:gd name="T7" fmla="*/ 0 h 61"/>
                <a:gd name="T8" fmla="*/ 83 w 83"/>
                <a:gd name="T9" fmla="*/ 61 h 61"/>
              </a:gdLst>
              <a:ahLst/>
              <a:cxnLst>
                <a:cxn ang="T4">
                  <a:pos x="T0" y="T1"/>
                </a:cxn>
                <a:cxn ang="T5">
                  <a:pos x="T2" y="T3"/>
                </a:cxn>
              </a:cxnLst>
              <a:rect l="T6" t="T7" r="T8" b="T9"/>
              <a:pathLst>
                <a:path w="83" h="61">
                  <a:moveTo>
                    <a:pt x="83" y="0"/>
                  </a:moveTo>
                  <a:lnTo>
                    <a:pt x="0" y="61"/>
                  </a:lnTo>
                </a:path>
              </a:pathLst>
            </a:custGeom>
            <a:noFill/>
            <a:ln w="38100" cap="rnd">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365" name="Freeform 15"/>
            <p:cNvSpPr>
              <a:spLocks/>
            </p:cNvSpPr>
            <p:nvPr/>
          </p:nvSpPr>
          <p:spPr bwMode="auto">
            <a:xfrm>
              <a:off x="3876" y="1146"/>
              <a:ext cx="48" cy="102"/>
            </a:xfrm>
            <a:custGeom>
              <a:avLst/>
              <a:gdLst>
                <a:gd name="T0" fmla="*/ 0 w 48"/>
                <a:gd name="T1" fmla="*/ 102 h 102"/>
                <a:gd name="T2" fmla="*/ 48 w 48"/>
                <a:gd name="T3" fmla="*/ 0 h 102"/>
                <a:gd name="T4" fmla="*/ 0 60000 65536"/>
                <a:gd name="T5" fmla="*/ 0 60000 65536"/>
                <a:gd name="T6" fmla="*/ 0 w 48"/>
                <a:gd name="T7" fmla="*/ 0 h 102"/>
                <a:gd name="T8" fmla="*/ 48 w 48"/>
                <a:gd name="T9" fmla="*/ 102 h 102"/>
              </a:gdLst>
              <a:ahLst/>
              <a:cxnLst>
                <a:cxn ang="T4">
                  <a:pos x="T0" y="T1"/>
                </a:cxn>
                <a:cxn ang="T5">
                  <a:pos x="T2" y="T3"/>
                </a:cxn>
              </a:cxnLst>
              <a:rect l="T6" t="T7" r="T8" b="T9"/>
              <a:pathLst>
                <a:path w="48" h="102">
                  <a:moveTo>
                    <a:pt x="0" y="102"/>
                  </a:moveTo>
                  <a:lnTo>
                    <a:pt x="48" y="0"/>
                  </a:lnTo>
                </a:path>
              </a:pathLst>
            </a:custGeom>
            <a:noFill/>
            <a:ln w="38100" cap="rnd">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366" name="Freeform 16"/>
            <p:cNvSpPr>
              <a:spLocks/>
            </p:cNvSpPr>
            <p:nvPr/>
          </p:nvSpPr>
          <p:spPr bwMode="auto">
            <a:xfrm>
              <a:off x="3216" y="1824"/>
              <a:ext cx="41" cy="102"/>
            </a:xfrm>
            <a:custGeom>
              <a:avLst/>
              <a:gdLst>
                <a:gd name="T0" fmla="*/ 41 w 41"/>
                <a:gd name="T1" fmla="*/ 0 h 102"/>
                <a:gd name="T2" fmla="*/ 0 w 41"/>
                <a:gd name="T3" fmla="*/ 102 h 102"/>
                <a:gd name="T4" fmla="*/ 0 60000 65536"/>
                <a:gd name="T5" fmla="*/ 0 60000 65536"/>
                <a:gd name="T6" fmla="*/ 0 w 41"/>
                <a:gd name="T7" fmla="*/ 0 h 102"/>
                <a:gd name="T8" fmla="*/ 41 w 41"/>
                <a:gd name="T9" fmla="*/ 102 h 102"/>
              </a:gdLst>
              <a:ahLst/>
              <a:cxnLst>
                <a:cxn ang="T4">
                  <a:pos x="T0" y="T1"/>
                </a:cxn>
                <a:cxn ang="T5">
                  <a:pos x="T2" y="T3"/>
                </a:cxn>
              </a:cxnLst>
              <a:rect l="T6" t="T7" r="T8" b="T9"/>
              <a:pathLst>
                <a:path w="41" h="102">
                  <a:moveTo>
                    <a:pt x="41" y="0"/>
                  </a:moveTo>
                  <a:lnTo>
                    <a:pt x="0" y="102"/>
                  </a:lnTo>
                </a:path>
              </a:pathLst>
            </a:custGeom>
            <a:noFill/>
            <a:ln w="38100" cap="rnd">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367" name="Freeform 17"/>
            <p:cNvSpPr>
              <a:spLocks/>
            </p:cNvSpPr>
            <p:nvPr/>
          </p:nvSpPr>
          <p:spPr bwMode="auto">
            <a:xfrm>
              <a:off x="3606" y="1848"/>
              <a:ext cx="84" cy="96"/>
            </a:xfrm>
            <a:custGeom>
              <a:avLst/>
              <a:gdLst>
                <a:gd name="T0" fmla="*/ 0 w 84"/>
                <a:gd name="T1" fmla="*/ 96 h 96"/>
                <a:gd name="T2" fmla="*/ 84 w 84"/>
                <a:gd name="T3" fmla="*/ 0 h 96"/>
                <a:gd name="T4" fmla="*/ 0 60000 65536"/>
                <a:gd name="T5" fmla="*/ 0 60000 65536"/>
                <a:gd name="T6" fmla="*/ 0 w 84"/>
                <a:gd name="T7" fmla="*/ 0 h 96"/>
                <a:gd name="T8" fmla="*/ 84 w 84"/>
                <a:gd name="T9" fmla="*/ 96 h 96"/>
              </a:gdLst>
              <a:ahLst/>
              <a:cxnLst>
                <a:cxn ang="T4">
                  <a:pos x="T0" y="T1"/>
                </a:cxn>
                <a:cxn ang="T5">
                  <a:pos x="T2" y="T3"/>
                </a:cxn>
              </a:cxnLst>
              <a:rect l="T6" t="T7" r="T8" b="T9"/>
              <a:pathLst>
                <a:path w="84" h="96">
                  <a:moveTo>
                    <a:pt x="0" y="96"/>
                  </a:moveTo>
                  <a:lnTo>
                    <a:pt x="84" y="0"/>
                  </a:lnTo>
                </a:path>
              </a:pathLst>
            </a:custGeom>
            <a:noFill/>
            <a:ln w="38100" cap="rnd">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aphicFrame>
        <p:nvGraphicFramePr>
          <p:cNvPr id="56324" name="Object 18"/>
          <p:cNvGraphicFramePr>
            <a:graphicFrameLocks noChangeAspect="1"/>
          </p:cNvGraphicFramePr>
          <p:nvPr/>
        </p:nvGraphicFramePr>
        <p:xfrm>
          <a:off x="2503489" y="1211263"/>
          <a:ext cx="1474787" cy="563562"/>
        </p:xfrm>
        <a:graphic>
          <a:graphicData uri="http://schemas.openxmlformats.org/presentationml/2006/ole">
            <mc:AlternateContent xmlns:mc="http://schemas.openxmlformats.org/markup-compatibility/2006">
              <mc:Choice xmlns:v="urn:schemas-microsoft-com:vml" Requires="v">
                <p:oleObj spid="_x0000_s22620" name="Equation" r:id="rId4" imgW="638245" imgH="238193" progId="Equation.DSMT4">
                  <p:embed/>
                </p:oleObj>
              </mc:Choice>
              <mc:Fallback>
                <p:oleObj name="Equation" r:id="rId4" imgW="638245" imgH="23819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3489" y="1211263"/>
                        <a:ext cx="1474787" cy="563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5" name="Object 19"/>
          <p:cNvGraphicFramePr>
            <a:graphicFrameLocks noChangeAspect="1"/>
          </p:cNvGraphicFramePr>
          <p:nvPr/>
        </p:nvGraphicFramePr>
        <p:xfrm>
          <a:off x="2487614" y="1795463"/>
          <a:ext cx="1787525" cy="563562"/>
        </p:xfrm>
        <a:graphic>
          <a:graphicData uri="http://schemas.openxmlformats.org/presentationml/2006/ole">
            <mc:AlternateContent xmlns:mc="http://schemas.openxmlformats.org/markup-compatibility/2006">
              <mc:Choice xmlns:v="urn:schemas-microsoft-com:vml" Requires="v">
                <p:oleObj spid="_x0000_s22621" name="Equation" r:id="rId6" imgW="781063" imgH="238193" progId="Equation.DSMT4">
                  <p:embed/>
                </p:oleObj>
              </mc:Choice>
              <mc:Fallback>
                <p:oleObj name="Equation" r:id="rId6" imgW="781063" imgH="23819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7614" y="1795463"/>
                        <a:ext cx="1787525" cy="563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26" name="Text Box 20"/>
          <p:cNvSpPr txBox="1">
            <a:spLocks noChangeArrowheads="1"/>
          </p:cNvSpPr>
          <p:nvPr/>
        </p:nvSpPr>
        <p:spPr bwMode="auto">
          <a:xfrm>
            <a:off x="8089900" y="2578100"/>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O</a:t>
            </a:r>
          </a:p>
        </p:txBody>
      </p:sp>
      <p:sp>
        <p:nvSpPr>
          <p:cNvPr id="56327" name="Text Box 21"/>
          <p:cNvSpPr txBox="1">
            <a:spLocks noChangeArrowheads="1"/>
          </p:cNvSpPr>
          <p:nvPr/>
        </p:nvSpPr>
        <p:spPr bwMode="auto">
          <a:xfrm>
            <a:off x="8356600" y="2108200"/>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A</a:t>
            </a:r>
          </a:p>
        </p:txBody>
      </p:sp>
      <p:sp>
        <p:nvSpPr>
          <p:cNvPr id="56328" name="Text Box 22"/>
          <p:cNvSpPr txBox="1">
            <a:spLocks noChangeArrowheads="1"/>
          </p:cNvSpPr>
          <p:nvPr/>
        </p:nvSpPr>
        <p:spPr bwMode="auto">
          <a:xfrm>
            <a:off x="8597900" y="1485900"/>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B</a:t>
            </a:r>
          </a:p>
        </p:txBody>
      </p:sp>
      <p:sp>
        <p:nvSpPr>
          <p:cNvPr id="56329" name="Text Box 23"/>
          <p:cNvSpPr txBox="1">
            <a:spLocks noChangeArrowheads="1"/>
          </p:cNvSpPr>
          <p:nvPr/>
        </p:nvSpPr>
        <p:spPr bwMode="auto">
          <a:xfrm>
            <a:off x="8826500" y="2667000"/>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C</a:t>
            </a:r>
          </a:p>
        </p:txBody>
      </p:sp>
      <p:sp>
        <p:nvSpPr>
          <p:cNvPr id="56330" name="Text Box 24"/>
          <p:cNvSpPr txBox="1">
            <a:spLocks noChangeArrowheads="1"/>
          </p:cNvSpPr>
          <p:nvPr/>
        </p:nvSpPr>
        <p:spPr bwMode="auto">
          <a:xfrm>
            <a:off x="7277100" y="2540000"/>
            <a:ext cx="571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C’</a:t>
            </a:r>
          </a:p>
        </p:txBody>
      </p:sp>
      <p:sp>
        <p:nvSpPr>
          <p:cNvPr id="56331" name="Text Box 25"/>
          <p:cNvSpPr txBox="1">
            <a:spLocks noChangeArrowheads="1"/>
          </p:cNvSpPr>
          <p:nvPr/>
        </p:nvSpPr>
        <p:spPr bwMode="auto">
          <a:xfrm>
            <a:off x="6896100" y="3543300"/>
            <a:ext cx="71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D’</a:t>
            </a:r>
          </a:p>
        </p:txBody>
      </p:sp>
      <p:sp>
        <p:nvSpPr>
          <p:cNvPr id="56332" name="Text Box 26"/>
          <p:cNvSpPr txBox="1">
            <a:spLocks noChangeArrowheads="1"/>
          </p:cNvSpPr>
          <p:nvPr/>
        </p:nvSpPr>
        <p:spPr bwMode="auto">
          <a:xfrm>
            <a:off x="8318500" y="3086100"/>
            <a:ext cx="50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R’</a:t>
            </a:r>
          </a:p>
        </p:txBody>
      </p:sp>
      <p:sp>
        <p:nvSpPr>
          <p:cNvPr id="56333" name="Text Box 27"/>
          <p:cNvSpPr txBox="1">
            <a:spLocks noChangeArrowheads="1"/>
          </p:cNvSpPr>
          <p:nvPr/>
        </p:nvSpPr>
        <p:spPr bwMode="auto">
          <a:xfrm>
            <a:off x="7937500" y="1574800"/>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R</a:t>
            </a:r>
          </a:p>
        </p:txBody>
      </p:sp>
      <p:sp>
        <p:nvSpPr>
          <p:cNvPr id="56334" name="Text Box 28"/>
          <p:cNvSpPr txBox="1">
            <a:spLocks noChangeArrowheads="1"/>
          </p:cNvSpPr>
          <p:nvPr/>
        </p:nvSpPr>
        <p:spPr bwMode="auto">
          <a:xfrm>
            <a:off x="9893300" y="1181100"/>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D</a:t>
            </a:r>
          </a:p>
        </p:txBody>
      </p:sp>
      <p:sp>
        <p:nvSpPr>
          <p:cNvPr id="56335" name="Line 29"/>
          <p:cNvSpPr>
            <a:spLocks noChangeShapeType="1"/>
          </p:cNvSpPr>
          <p:nvPr/>
        </p:nvSpPr>
        <p:spPr bwMode="auto">
          <a:xfrm>
            <a:off x="8369300" y="1320800"/>
            <a:ext cx="1447800" cy="0"/>
          </a:xfrm>
          <a:prstGeom prst="line">
            <a:avLst/>
          </a:prstGeom>
          <a:noFill/>
          <a:ln w="12700">
            <a:solidFill>
              <a:srgbClr val="FF0000"/>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6336" name="Text Box 30"/>
          <p:cNvSpPr txBox="1">
            <a:spLocks noChangeArrowheads="1"/>
          </p:cNvSpPr>
          <p:nvPr/>
        </p:nvSpPr>
        <p:spPr bwMode="auto">
          <a:xfrm>
            <a:off x="8483600" y="863600"/>
            <a:ext cx="749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solidFill>
                  <a:srgbClr val="FF0000"/>
                </a:solidFill>
              </a:rPr>
              <a:t>Ms</a:t>
            </a:r>
          </a:p>
        </p:txBody>
      </p:sp>
      <p:sp>
        <p:nvSpPr>
          <p:cNvPr id="56337" name="Line 31"/>
          <p:cNvSpPr>
            <a:spLocks noChangeShapeType="1"/>
          </p:cNvSpPr>
          <p:nvPr/>
        </p:nvSpPr>
        <p:spPr bwMode="auto">
          <a:xfrm>
            <a:off x="7137400" y="3619500"/>
            <a:ext cx="1231900" cy="0"/>
          </a:xfrm>
          <a:prstGeom prst="line">
            <a:avLst/>
          </a:prstGeom>
          <a:noFill/>
          <a:ln w="12700">
            <a:solidFill>
              <a:srgbClr val="FF0000"/>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6338" name="Text Box 32"/>
          <p:cNvSpPr txBox="1">
            <a:spLocks noChangeArrowheads="1"/>
          </p:cNvSpPr>
          <p:nvPr/>
        </p:nvSpPr>
        <p:spPr bwMode="auto">
          <a:xfrm>
            <a:off x="8356600" y="3454400"/>
            <a:ext cx="749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solidFill>
                  <a:srgbClr val="FF0000"/>
                </a:solidFill>
              </a:rPr>
              <a:t>Ms’</a:t>
            </a:r>
          </a:p>
        </p:txBody>
      </p:sp>
      <p:sp>
        <p:nvSpPr>
          <p:cNvPr id="56339" name="Text Box 33"/>
          <p:cNvSpPr txBox="1">
            <a:spLocks noChangeArrowheads="1"/>
          </p:cNvSpPr>
          <p:nvPr/>
        </p:nvSpPr>
        <p:spPr bwMode="auto">
          <a:xfrm>
            <a:off x="2362200" y="2489200"/>
            <a:ext cx="1739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O</a:t>
            </a:r>
            <a:r>
              <a:rPr lang="zh-CN" altLang="en-US" sz="2400" i="1"/>
              <a:t>没有磁化</a:t>
            </a:r>
          </a:p>
        </p:txBody>
      </p:sp>
      <p:sp>
        <p:nvSpPr>
          <p:cNvPr id="56340" name="Text Box 34"/>
          <p:cNvSpPr txBox="1">
            <a:spLocks noChangeArrowheads="1"/>
          </p:cNvSpPr>
          <p:nvPr/>
        </p:nvSpPr>
        <p:spPr bwMode="auto">
          <a:xfrm>
            <a:off x="2451100" y="3429000"/>
            <a:ext cx="134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OABD</a:t>
            </a:r>
          </a:p>
        </p:txBody>
      </p:sp>
      <p:sp>
        <p:nvSpPr>
          <p:cNvPr id="56341" name="Line 35"/>
          <p:cNvSpPr>
            <a:spLocks noChangeShapeType="1"/>
          </p:cNvSpPr>
          <p:nvPr/>
        </p:nvSpPr>
        <p:spPr bwMode="auto">
          <a:xfrm>
            <a:off x="3009900" y="2882900"/>
            <a:ext cx="0" cy="558800"/>
          </a:xfrm>
          <a:prstGeom prst="line">
            <a:avLst/>
          </a:prstGeom>
          <a:noFill/>
          <a:ln w="762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6342" name="AutoShape 36"/>
          <p:cNvSpPr>
            <a:spLocks noChangeArrowheads="1"/>
          </p:cNvSpPr>
          <p:nvPr/>
        </p:nvSpPr>
        <p:spPr bwMode="auto">
          <a:xfrm>
            <a:off x="3289300" y="3035300"/>
            <a:ext cx="1003300" cy="241300"/>
          </a:xfrm>
          <a:prstGeom prst="rightArrow">
            <a:avLst>
              <a:gd name="adj1" fmla="val 50000"/>
              <a:gd name="adj2" fmla="val 103947"/>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56343" name="Text Box 37"/>
          <p:cNvSpPr txBox="1">
            <a:spLocks noChangeArrowheads="1"/>
          </p:cNvSpPr>
          <p:nvPr/>
        </p:nvSpPr>
        <p:spPr bwMode="auto">
          <a:xfrm>
            <a:off x="4406900" y="2984500"/>
            <a:ext cx="111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H</a:t>
            </a:r>
            <a:r>
              <a:rPr lang="zh-CN" altLang="en-US" sz="2400" i="1"/>
              <a:t>增加</a:t>
            </a:r>
          </a:p>
        </p:txBody>
      </p:sp>
      <p:sp>
        <p:nvSpPr>
          <p:cNvPr id="56344" name="Text Box 38"/>
          <p:cNvSpPr txBox="1">
            <a:spLocks noChangeArrowheads="1"/>
          </p:cNvSpPr>
          <p:nvPr/>
        </p:nvSpPr>
        <p:spPr bwMode="auto">
          <a:xfrm>
            <a:off x="2578100" y="4432300"/>
            <a:ext cx="901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Ms</a:t>
            </a:r>
          </a:p>
        </p:txBody>
      </p:sp>
      <p:sp>
        <p:nvSpPr>
          <p:cNvPr id="56345" name="Line 39"/>
          <p:cNvSpPr>
            <a:spLocks noChangeShapeType="1"/>
          </p:cNvSpPr>
          <p:nvPr/>
        </p:nvSpPr>
        <p:spPr bwMode="auto">
          <a:xfrm>
            <a:off x="2781300" y="3911600"/>
            <a:ext cx="0" cy="558800"/>
          </a:xfrm>
          <a:prstGeom prst="line">
            <a:avLst/>
          </a:prstGeom>
          <a:noFill/>
          <a:ln w="762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6346" name="AutoShape 40"/>
          <p:cNvSpPr>
            <a:spLocks noChangeArrowheads="1"/>
          </p:cNvSpPr>
          <p:nvPr/>
        </p:nvSpPr>
        <p:spPr bwMode="auto">
          <a:xfrm>
            <a:off x="3073400" y="3987800"/>
            <a:ext cx="1003300" cy="241300"/>
          </a:xfrm>
          <a:prstGeom prst="rightArrow">
            <a:avLst>
              <a:gd name="adj1" fmla="val 50000"/>
              <a:gd name="adj2" fmla="val 103947"/>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56347" name="Text Box 41"/>
          <p:cNvSpPr txBox="1">
            <a:spLocks noChangeArrowheads="1"/>
          </p:cNvSpPr>
          <p:nvPr/>
        </p:nvSpPr>
        <p:spPr bwMode="auto">
          <a:xfrm>
            <a:off x="4191000" y="3937000"/>
            <a:ext cx="210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H</a:t>
            </a:r>
            <a:r>
              <a:rPr lang="zh-CN" altLang="en-US" sz="2400" i="1"/>
              <a:t>继续增加</a:t>
            </a:r>
          </a:p>
        </p:txBody>
      </p:sp>
      <p:sp>
        <p:nvSpPr>
          <p:cNvPr id="56348" name="AutoShape 42"/>
          <p:cNvSpPr>
            <a:spLocks noChangeArrowheads="1"/>
          </p:cNvSpPr>
          <p:nvPr/>
        </p:nvSpPr>
        <p:spPr bwMode="auto">
          <a:xfrm>
            <a:off x="3124200" y="4546600"/>
            <a:ext cx="1003300" cy="241300"/>
          </a:xfrm>
          <a:prstGeom prst="rightArrow">
            <a:avLst>
              <a:gd name="adj1" fmla="val 50000"/>
              <a:gd name="adj2" fmla="val 103947"/>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56349" name="Text Box 43"/>
          <p:cNvSpPr txBox="1">
            <a:spLocks noChangeArrowheads="1"/>
          </p:cNvSpPr>
          <p:nvPr/>
        </p:nvSpPr>
        <p:spPr bwMode="auto">
          <a:xfrm>
            <a:off x="4191000" y="4546600"/>
            <a:ext cx="210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t>饱和磁化强度</a:t>
            </a:r>
          </a:p>
        </p:txBody>
      </p:sp>
      <p:graphicFrame>
        <p:nvGraphicFramePr>
          <p:cNvPr id="56350" name="Object 44"/>
          <p:cNvGraphicFramePr>
            <a:graphicFrameLocks noChangeAspect="1"/>
          </p:cNvGraphicFramePr>
          <p:nvPr/>
        </p:nvGraphicFramePr>
        <p:xfrm>
          <a:off x="3354389" y="5270500"/>
          <a:ext cx="1247775" cy="928688"/>
        </p:xfrm>
        <a:graphic>
          <a:graphicData uri="http://schemas.openxmlformats.org/presentationml/2006/ole">
            <mc:AlternateContent xmlns:mc="http://schemas.openxmlformats.org/markup-compatibility/2006">
              <mc:Choice xmlns:v="urn:schemas-microsoft-com:vml" Requires="v">
                <p:oleObj spid="_x0000_s22622" name="Equation" r:id="rId8" imgW="542829" imgH="400152" progId="Equation.DSMT4">
                  <p:embed/>
                </p:oleObj>
              </mc:Choice>
              <mc:Fallback>
                <p:oleObj name="Equation" r:id="rId8" imgW="542829" imgH="400152"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54389" y="5270500"/>
                        <a:ext cx="1247775" cy="928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51" name="Object 45"/>
          <p:cNvGraphicFramePr>
            <a:graphicFrameLocks noChangeAspect="1"/>
          </p:cNvGraphicFramePr>
          <p:nvPr/>
        </p:nvGraphicFramePr>
        <p:xfrm>
          <a:off x="7620000" y="4125913"/>
          <a:ext cx="2495550" cy="957262"/>
        </p:xfrm>
        <a:graphic>
          <a:graphicData uri="http://schemas.openxmlformats.org/presentationml/2006/ole">
            <mc:AlternateContent xmlns:mc="http://schemas.openxmlformats.org/markup-compatibility/2006">
              <mc:Choice xmlns:v="urn:schemas-microsoft-com:vml" Requires="v">
                <p:oleObj spid="_x0000_s22623" name="Equation" r:id="rId10" imgW="1095445" imgH="409643" progId="Equation.DSMT4">
                  <p:embed/>
                </p:oleObj>
              </mc:Choice>
              <mc:Fallback>
                <p:oleObj name="Equation" r:id="rId10" imgW="1095445" imgH="409643"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20000" y="4125913"/>
                        <a:ext cx="2495550" cy="957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52" name="Object 46"/>
          <p:cNvGraphicFramePr>
            <a:graphicFrameLocks noChangeAspect="1"/>
          </p:cNvGraphicFramePr>
          <p:nvPr/>
        </p:nvGraphicFramePr>
        <p:xfrm>
          <a:off x="7667626" y="5111750"/>
          <a:ext cx="1560513" cy="534988"/>
        </p:xfrm>
        <a:graphic>
          <a:graphicData uri="http://schemas.openxmlformats.org/presentationml/2006/ole">
            <mc:AlternateContent xmlns:mc="http://schemas.openxmlformats.org/markup-compatibility/2006">
              <mc:Choice xmlns:v="urn:schemas-microsoft-com:vml" Requires="v">
                <p:oleObj spid="_x0000_s22624" name="Equation" r:id="rId12" imgW="676167" imgH="219211" progId="Equation.DSMT4">
                  <p:embed/>
                </p:oleObj>
              </mc:Choice>
              <mc:Fallback>
                <p:oleObj name="Equation" r:id="rId12" imgW="676167" imgH="219211"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67626" y="5111750"/>
                        <a:ext cx="1560513" cy="5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53" name="Object 47"/>
          <p:cNvGraphicFramePr>
            <a:graphicFrameLocks noChangeAspect="1"/>
          </p:cNvGraphicFramePr>
          <p:nvPr/>
        </p:nvGraphicFramePr>
        <p:xfrm>
          <a:off x="7723189" y="5759450"/>
          <a:ext cx="1703387" cy="534988"/>
        </p:xfrm>
        <a:graphic>
          <a:graphicData uri="http://schemas.openxmlformats.org/presentationml/2006/ole">
            <mc:AlternateContent xmlns:mc="http://schemas.openxmlformats.org/markup-compatibility/2006">
              <mc:Choice xmlns:v="urn:schemas-microsoft-com:vml" Requires="v">
                <p:oleObj spid="_x0000_s22625" name="Equation" r:id="rId14" imgW="742835" imgH="219211" progId="Equation.DSMT4">
                  <p:embed/>
                </p:oleObj>
              </mc:Choice>
              <mc:Fallback>
                <p:oleObj name="Equation" r:id="rId14" imgW="742835" imgH="219211"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723189" y="5759450"/>
                        <a:ext cx="1703387" cy="5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54" name="Text Box 48"/>
          <p:cNvSpPr txBox="1">
            <a:spLocks noChangeArrowheads="1"/>
          </p:cNvSpPr>
          <p:nvPr/>
        </p:nvSpPr>
        <p:spPr bwMode="auto">
          <a:xfrm>
            <a:off x="1752600" y="5499100"/>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t>磁化率</a:t>
            </a:r>
          </a:p>
        </p:txBody>
      </p:sp>
      <p:sp>
        <p:nvSpPr>
          <p:cNvPr id="56355" name="Text Box 49"/>
          <p:cNvSpPr txBox="1">
            <a:spLocks noChangeArrowheads="1"/>
          </p:cNvSpPr>
          <p:nvPr/>
        </p:nvSpPr>
        <p:spPr bwMode="auto">
          <a:xfrm>
            <a:off x="6413500" y="4406900"/>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solidFill>
                  <a:srgbClr val="FF0000"/>
                </a:solidFill>
              </a:rPr>
              <a:t>磁导率</a:t>
            </a:r>
          </a:p>
        </p:txBody>
      </p:sp>
      <p:sp>
        <p:nvSpPr>
          <p:cNvPr id="56356" name="Text Box 50"/>
          <p:cNvSpPr txBox="1">
            <a:spLocks noChangeArrowheads="1"/>
          </p:cNvSpPr>
          <p:nvPr/>
        </p:nvSpPr>
        <p:spPr bwMode="auto">
          <a:xfrm>
            <a:off x="5892800" y="5207000"/>
            <a:ext cx="1739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solidFill>
                  <a:srgbClr val="FF0000"/>
                </a:solidFill>
              </a:rPr>
              <a:t>起始磁导率</a:t>
            </a:r>
          </a:p>
        </p:txBody>
      </p:sp>
      <p:sp>
        <p:nvSpPr>
          <p:cNvPr id="56357" name="Text Box 51"/>
          <p:cNvSpPr txBox="1">
            <a:spLocks noChangeArrowheads="1"/>
          </p:cNvSpPr>
          <p:nvPr/>
        </p:nvSpPr>
        <p:spPr bwMode="auto">
          <a:xfrm>
            <a:off x="5867400" y="5892800"/>
            <a:ext cx="1739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solidFill>
                  <a:srgbClr val="FF0000"/>
                </a:solidFill>
              </a:rPr>
              <a:t>最大磁导率</a:t>
            </a:r>
          </a:p>
        </p:txBody>
      </p:sp>
    </p:spTree>
    <p:extLst>
      <p:ext uri="{BB962C8B-B14F-4D97-AF65-F5344CB8AC3E}">
        <p14:creationId xmlns:p14="http://schemas.microsoft.com/office/powerpoint/2010/main" val="4067739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370" name="Object 2"/>
          <p:cNvGraphicFramePr>
            <a:graphicFrameLocks noChangeAspect="1"/>
          </p:cNvGraphicFramePr>
          <p:nvPr/>
        </p:nvGraphicFramePr>
        <p:xfrm>
          <a:off x="2287589" y="2852738"/>
          <a:ext cx="1730375" cy="506412"/>
        </p:xfrm>
        <a:graphic>
          <a:graphicData uri="http://schemas.openxmlformats.org/presentationml/2006/ole">
            <mc:AlternateContent xmlns:mc="http://schemas.openxmlformats.org/markup-compatibility/2006">
              <mc:Choice xmlns:v="urn:schemas-microsoft-com:vml" Requires="v">
                <p:oleObj spid="_x0000_s23689" name="Equation" r:id="rId4" imgW="752622" imgH="209414" progId="Equation.DSMT4">
                  <p:embed/>
                </p:oleObj>
              </mc:Choice>
              <mc:Fallback>
                <p:oleObj name="Equation" r:id="rId4" imgW="752622" imgH="209414"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7589" y="2852738"/>
                        <a:ext cx="1730375"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71" name="Object 3"/>
          <p:cNvGraphicFramePr>
            <a:graphicFrameLocks noChangeAspect="1"/>
          </p:cNvGraphicFramePr>
          <p:nvPr/>
        </p:nvGraphicFramePr>
        <p:xfrm>
          <a:off x="3632200" y="341313"/>
          <a:ext cx="2495550" cy="957262"/>
        </p:xfrm>
        <a:graphic>
          <a:graphicData uri="http://schemas.openxmlformats.org/presentationml/2006/ole">
            <mc:AlternateContent xmlns:mc="http://schemas.openxmlformats.org/markup-compatibility/2006">
              <mc:Choice xmlns:v="urn:schemas-microsoft-com:vml" Requires="v">
                <p:oleObj spid="_x0000_s23690" name="Equation" r:id="rId6" imgW="1095445" imgH="409643" progId="Equation.DSMT4">
                  <p:embed/>
                </p:oleObj>
              </mc:Choice>
              <mc:Fallback>
                <p:oleObj name="Equation" r:id="rId6" imgW="1095445" imgH="40964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2200" y="341313"/>
                        <a:ext cx="2495550" cy="957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72" name="Object 4"/>
          <p:cNvGraphicFramePr>
            <a:graphicFrameLocks noChangeAspect="1"/>
          </p:cNvGraphicFramePr>
          <p:nvPr/>
        </p:nvGraphicFramePr>
        <p:xfrm>
          <a:off x="3679826" y="1327150"/>
          <a:ext cx="1560513" cy="534988"/>
        </p:xfrm>
        <a:graphic>
          <a:graphicData uri="http://schemas.openxmlformats.org/presentationml/2006/ole">
            <mc:AlternateContent xmlns:mc="http://schemas.openxmlformats.org/markup-compatibility/2006">
              <mc:Choice xmlns:v="urn:schemas-microsoft-com:vml" Requires="v">
                <p:oleObj spid="_x0000_s23691" name="Equation" r:id="rId8" imgW="676167" imgH="219211" progId="Equation.DSMT4">
                  <p:embed/>
                </p:oleObj>
              </mc:Choice>
              <mc:Fallback>
                <p:oleObj name="Equation" r:id="rId8" imgW="676167" imgH="219211"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79826" y="1327150"/>
                        <a:ext cx="1560513" cy="5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73" name="Object 5"/>
          <p:cNvGraphicFramePr>
            <a:graphicFrameLocks noChangeAspect="1"/>
          </p:cNvGraphicFramePr>
          <p:nvPr/>
        </p:nvGraphicFramePr>
        <p:xfrm>
          <a:off x="3735389" y="1974850"/>
          <a:ext cx="1703387" cy="534988"/>
        </p:xfrm>
        <a:graphic>
          <a:graphicData uri="http://schemas.openxmlformats.org/presentationml/2006/ole">
            <mc:AlternateContent xmlns:mc="http://schemas.openxmlformats.org/markup-compatibility/2006">
              <mc:Choice xmlns:v="urn:schemas-microsoft-com:vml" Requires="v">
                <p:oleObj spid="_x0000_s23692" name="Equation" r:id="rId10" imgW="742835" imgH="219211" progId="Equation.DSMT4">
                  <p:embed/>
                </p:oleObj>
              </mc:Choice>
              <mc:Fallback>
                <p:oleObj name="Equation" r:id="rId10" imgW="742835" imgH="219211"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35389" y="1974850"/>
                        <a:ext cx="1703387" cy="5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374" name="Text Box 6"/>
          <p:cNvSpPr txBox="1">
            <a:spLocks noChangeArrowheads="1"/>
          </p:cNvSpPr>
          <p:nvPr/>
        </p:nvSpPr>
        <p:spPr bwMode="auto">
          <a:xfrm>
            <a:off x="2425700" y="622300"/>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solidFill>
                  <a:srgbClr val="FF0000"/>
                </a:solidFill>
              </a:rPr>
              <a:t>磁导率</a:t>
            </a:r>
          </a:p>
        </p:txBody>
      </p:sp>
      <p:sp>
        <p:nvSpPr>
          <p:cNvPr id="58375" name="Text Box 7"/>
          <p:cNvSpPr txBox="1">
            <a:spLocks noChangeArrowheads="1"/>
          </p:cNvSpPr>
          <p:nvPr/>
        </p:nvSpPr>
        <p:spPr bwMode="auto">
          <a:xfrm>
            <a:off x="1905000" y="1422400"/>
            <a:ext cx="1739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solidFill>
                  <a:srgbClr val="FF0000"/>
                </a:solidFill>
              </a:rPr>
              <a:t>起始磁导率</a:t>
            </a:r>
          </a:p>
        </p:txBody>
      </p:sp>
      <p:sp>
        <p:nvSpPr>
          <p:cNvPr id="58376" name="Text Box 8"/>
          <p:cNvSpPr txBox="1">
            <a:spLocks noChangeArrowheads="1"/>
          </p:cNvSpPr>
          <p:nvPr/>
        </p:nvSpPr>
        <p:spPr bwMode="auto">
          <a:xfrm>
            <a:off x="1879600" y="2108200"/>
            <a:ext cx="1739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solidFill>
                  <a:srgbClr val="FF0000"/>
                </a:solidFill>
              </a:rPr>
              <a:t>最大磁导率</a:t>
            </a:r>
          </a:p>
        </p:txBody>
      </p:sp>
      <p:grpSp>
        <p:nvGrpSpPr>
          <p:cNvPr id="58377" name="Group 9"/>
          <p:cNvGrpSpPr>
            <a:grpSpLocks/>
          </p:cNvGrpSpPr>
          <p:nvPr/>
        </p:nvGrpSpPr>
        <p:grpSpPr bwMode="auto">
          <a:xfrm>
            <a:off x="7251700" y="482600"/>
            <a:ext cx="2819400" cy="2216150"/>
            <a:chOff x="3024" y="480"/>
            <a:chExt cx="1776" cy="1396"/>
          </a:xfrm>
        </p:grpSpPr>
        <p:sp>
          <p:nvSpPr>
            <p:cNvPr id="58399" name="Freeform 10"/>
            <p:cNvSpPr>
              <a:spLocks/>
            </p:cNvSpPr>
            <p:nvPr/>
          </p:nvSpPr>
          <p:spPr bwMode="auto">
            <a:xfrm>
              <a:off x="3264" y="629"/>
              <a:ext cx="1344" cy="874"/>
            </a:xfrm>
            <a:custGeom>
              <a:avLst/>
              <a:gdLst>
                <a:gd name="T0" fmla="*/ 0 w 1344"/>
                <a:gd name="T1" fmla="*/ 859 h 874"/>
                <a:gd name="T2" fmla="*/ 106 w 1344"/>
                <a:gd name="T3" fmla="*/ 739 h 874"/>
                <a:gd name="T4" fmla="*/ 206 w 1344"/>
                <a:gd name="T5" fmla="*/ 48 h 874"/>
                <a:gd name="T6" fmla="*/ 437 w 1344"/>
                <a:gd name="T7" fmla="*/ 451 h 874"/>
                <a:gd name="T8" fmla="*/ 696 w 1344"/>
                <a:gd name="T9" fmla="*/ 653 h 874"/>
                <a:gd name="T10" fmla="*/ 854 w 1344"/>
                <a:gd name="T11" fmla="*/ 725 h 874"/>
                <a:gd name="T12" fmla="*/ 1344 w 1344"/>
                <a:gd name="T13" fmla="*/ 859 h 874"/>
                <a:gd name="T14" fmla="*/ 0 60000 65536"/>
                <a:gd name="T15" fmla="*/ 0 60000 65536"/>
                <a:gd name="T16" fmla="*/ 0 60000 65536"/>
                <a:gd name="T17" fmla="*/ 0 60000 65536"/>
                <a:gd name="T18" fmla="*/ 0 60000 65536"/>
                <a:gd name="T19" fmla="*/ 0 60000 65536"/>
                <a:gd name="T20" fmla="*/ 0 60000 65536"/>
                <a:gd name="T21" fmla="*/ 0 w 1344"/>
                <a:gd name="T22" fmla="*/ 0 h 874"/>
                <a:gd name="T23" fmla="*/ 1344 w 1344"/>
                <a:gd name="T24" fmla="*/ 874 h 8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44" h="874">
                  <a:moveTo>
                    <a:pt x="0" y="859"/>
                  </a:moveTo>
                  <a:cubicBezTo>
                    <a:pt x="18" y="839"/>
                    <a:pt x="72" y="874"/>
                    <a:pt x="106" y="739"/>
                  </a:cubicBezTo>
                  <a:cubicBezTo>
                    <a:pt x="140" y="604"/>
                    <a:pt x="151" y="96"/>
                    <a:pt x="206" y="48"/>
                  </a:cubicBezTo>
                  <a:cubicBezTo>
                    <a:pt x="261" y="0"/>
                    <a:pt x="355" y="350"/>
                    <a:pt x="437" y="451"/>
                  </a:cubicBezTo>
                  <a:cubicBezTo>
                    <a:pt x="519" y="552"/>
                    <a:pt x="626" y="607"/>
                    <a:pt x="696" y="653"/>
                  </a:cubicBezTo>
                  <a:cubicBezTo>
                    <a:pt x="766" y="699"/>
                    <a:pt x="746" y="691"/>
                    <a:pt x="854" y="725"/>
                  </a:cubicBezTo>
                  <a:cubicBezTo>
                    <a:pt x="962" y="759"/>
                    <a:pt x="1242" y="831"/>
                    <a:pt x="1344" y="859"/>
                  </a:cubicBezTo>
                </a:path>
              </a:pathLst>
            </a:custGeom>
            <a:noFill/>
            <a:ln w="38100">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400" name="Freeform 11"/>
            <p:cNvSpPr>
              <a:spLocks/>
            </p:cNvSpPr>
            <p:nvPr/>
          </p:nvSpPr>
          <p:spPr bwMode="auto">
            <a:xfrm flipV="1">
              <a:off x="3250" y="1598"/>
              <a:ext cx="1536" cy="1"/>
            </a:xfrm>
            <a:custGeom>
              <a:avLst/>
              <a:gdLst>
                <a:gd name="T0" fmla="*/ 0 w 1779"/>
                <a:gd name="T1" fmla="*/ 0 h 10"/>
                <a:gd name="T2" fmla="*/ 737 w 1779"/>
                <a:gd name="T3" fmla="*/ 0 h 10"/>
                <a:gd name="T4" fmla="*/ 0 60000 65536"/>
                <a:gd name="T5" fmla="*/ 0 60000 65536"/>
                <a:gd name="T6" fmla="*/ 0 w 1779"/>
                <a:gd name="T7" fmla="*/ 0 h 10"/>
                <a:gd name="T8" fmla="*/ 1779 w 1779"/>
                <a:gd name="T9" fmla="*/ 10 h 10"/>
              </a:gdLst>
              <a:ahLst/>
              <a:cxnLst>
                <a:cxn ang="T4">
                  <a:pos x="T0" y="T1"/>
                </a:cxn>
                <a:cxn ang="T5">
                  <a:pos x="T2" y="T3"/>
                </a:cxn>
              </a:cxnLst>
              <a:rect l="T6" t="T7" r="T8" b="T9"/>
              <a:pathLst>
                <a:path w="1779" h="10">
                  <a:moveTo>
                    <a:pt x="0" y="10"/>
                  </a:moveTo>
                  <a:lnTo>
                    <a:pt x="1779" y="0"/>
                  </a:lnTo>
                </a:path>
              </a:pathLst>
            </a:custGeom>
            <a:noFill/>
            <a:ln w="12700">
              <a:solidFill>
                <a:schemeClr val="tx1"/>
              </a:solidFill>
              <a:round/>
              <a:headEnd type="none" w="sm" len="sm"/>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401" name="Freeform 12"/>
            <p:cNvSpPr>
              <a:spLocks/>
            </p:cNvSpPr>
            <p:nvPr/>
          </p:nvSpPr>
          <p:spPr bwMode="auto">
            <a:xfrm>
              <a:off x="3264" y="480"/>
              <a:ext cx="1" cy="1133"/>
            </a:xfrm>
            <a:custGeom>
              <a:avLst/>
              <a:gdLst>
                <a:gd name="T0" fmla="*/ 0 w 48"/>
                <a:gd name="T1" fmla="*/ 0 h 1133"/>
                <a:gd name="T2" fmla="*/ 0 w 48"/>
                <a:gd name="T3" fmla="*/ 1133 h 1133"/>
                <a:gd name="T4" fmla="*/ 0 60000 65536"/>
                <a:gd name="T5" fmla="*/ 0 60000 65536"/>
                <a:gd name="T6" fmla="*/ 0 w 48"/>
                <a:gd name="T7" fmla="*/ 0 h 1133"/>
                <a:gd name="T8" fmla="*/ 48 w 48"/>
                <a:gd name="T9" fmla="*/ 1133 h 1133"/>
              </a:gdLst>
              <a:ahLst/>
              <a:cxnLst>
                <a:cxn ang="T4">
                  <a:pos x="T0" y="T1"/>
                </a:cxn>
                <a:cxn ang="T5">
                  <a:pos x="T2" y="T3"/>
                </a:cxn>
              </a:cxnLst>
              <a:rect l="T6" t="T7" r="T8" b="T9"/>
              <a:pathLst>
                <a:path w="48" h="1133">
                  <a:moveTo>
                    <a:pt x="0" y="0"/>
                  </a:moveTo>
                  <a:lnTo>
                    <a:pt x="48" y="1133"/>
                  </a:lnTo>
                </a:path>
              </a:pathLst>
            </a:custGeom>
            <a:noFill/>
            <a:ln w="12700">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402" name="Rectangle 13"/>
            <p:cNvSpPr>
              <a:spLocks noChangeArrowheads="1"/>
            </p:cNvSpPr>
            <p:nvPr/>
          </p:nvSpPr>
          <p:spPr bwMode="auto">
            <a:xfrm>
              <a:off x="4512" y="1626"/>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rgbClr val="0000FF"/>
                  </a:solidFill>
                  <a:ea typeface="楷体_GB2312"/>
                  <a:cs typeface="楷体_GB2312"/>
                </a:rPr>
                <a:t>H</a:t>
              </a:r>
            </a:p>
          </p:txBody>
        </p:sp>
        <p:sp>
          <p:nvSpPr>
            <p:cNvPr id="58403" name="Rectangle 14"/>
            <p:cNvSpPr>
              <a:spLocks noChangeArrowheads="1"/>
            </p:cNvSpPr>
            <p:nvPr/>
          </p:nvSpPr>
          <p:spPr bwMode="auto">
            <a:xfrm>
              <a:off x="3024" y="480"/>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rgbClr val="0000FF"/>
                  </a:solidFill>
                  <a:ea typeface="楷体_GB2312"/>
                  <a:cs typeface="楷体_GB2312"/>
                </a:rPr>
                <a:t>B</a:t>
              </a:r>
            </a:p>
          </p:txBody>
        </p:sp>
        <p:sp>
          <p:nvSpPr>
            <p:cNvPr id="58404" name="Freeform 15"/>
            <p:cNvSpPr>
              <a:spLocks/>
            </p:cNvSpPr>
            <p:nvPr/>
          </p:nvSpPr>
          <p:spPr bwMode="auto">
            <a:xfrm>
              <a:off x="3278" y="662"/>
              <a:ext cx="1272" cy="924"/>
            </a:xfrm>
            <a:custGeom>
              <a:avLst/>
              <a:gdLst>
                <a:gd name="T0" fmla="*/ 0 w 1272"/>
                <a:gd name="T1" fmla="*/ 924 h 924"/>
                <a:gd name="T2" fmla="*/ 120 w 1272"/>
                <a:gd name="T3" fmla="*/ 792 h 924"/>
                <a:gd name="T4" fmla="*/ 207 w 1272"/>
                <a:gd name="T5" fmla="*/ 432 h 924"/>
                <a:gd name="T6" fmla="*/ 408 w 1272"/>
                <a:gd name="T7" fmla="*/ 173 h 924"/>
                <a:gd name="T8" fmla="*/ 855 w 1272"/>
                <a:gd name="T9" fmla="*/ 44 h 924"/>
                <a:gd name="T10" fmla="*/ 1272 w 1272"/>
                <a:gd name="T11" fmla="*/ 0 h 924"/>
                <a:gd name="T12" fmla="*/ 0 60000 65536"/>
                <a:gd name="T13" fmla="*/ 0 60000 65536"/>
                <a:gd name="T14" fmla="*/ 0 60000 65536"/>
                <a:gd name="T15" fmla="*/ 0 60000 65536"/>
                <a:gd name="T16" fmla="*/ 0 60000 65536"/>
                <a:gd name="T17" fmla="*/ 0 60000 65536"/>
                <a:gd name="T18" fmla="*/ 0 w 1272"/>
                <a:gd name="T19" fmla="*/ 0 h 924"/>
                <a:gd name="T20" fmla="*/ 1272 w 1272"/>
                <a:gd name="T21" fmla="*/ 924 h 924"/>
              </a:gdLst>
              <a:ahLst/>
              <a:cxnLst>
                <a:cxn ang="T12">
                  <a:pos x="T0" y="T1"/>
                </a:cxn>
                <a:cxn ang="T13">
                  <a:pos x="T2" y="T3"/>
                </a:cxn>
                <a:cxn ang="T14">
                  <a:pos x="T4" y="T5"/>
                </a:cxn>
                <a:cxn ang="T15">
                  <a:pos x="T6" y="T7"/>
                </a:cxn>
                <a:cxn ang="T16">
                  <a:pos x="T8" y="T9"/>
                </a:cxn>
                <a:cxn ang="T17">
                  <a:pos x="T10" y="T11"/>
                </a:cxn>
              </a:cxnLst>
              <a:rect l="T18" t="T19" r="T20" b="T21"/>
              <a:pathLst>
                <a:path w="1272" h="924">
                  <a:moveTo>
                    <a:pt x="0" y="924"/>
                  </a:moveTo>
                  <a:cubicBezTo>
                    <a:pt x="20" y="902"/>
                    <a:pt x="86" y="874"/>
                    <a:pt x="120" y="792"/>
                  </a:cubicBezTo>
                  <a:cubicBezTo>
                    <a:pt x="154" y="710"/>
                    <a:pt x="159" y="535"/>
                    <a:pt x="207" y="432"/>
                  </a:cubicBezTo>
                  <a:cubicBezTo>
                    <a:pt x="255" y="329"/>
                    <a:pt x="300" y="238"/>
                    <a:pt x="408" y="173"/>
                  </a:cubicBezTo>
                  <a:cubicBezTo>
                    <a:pt x="516" y="108"/>
                    <a:pt x="711" y="73"/>
                    <a:pt x="855" y="44"/>
                  </a:cubicBezTo>
                  <a:cubicBezTo>
                    <a:pt x="999" y="15"/>
                    <a:pt x="1185" y="9"/>
                    <a:pt x="1272" y="0"/>
                  </a:cubicBezTo>
                </a:path>
              </a:pathLst>
            </a:custGeom>
            <a:noFill/>
            <a:ln w="38100" cap="rnd">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405" name="Rectangle 16"/>
            <p:cNvSpPr>
              <a:spLocks noChangeArrowheads="1"/>
            </p:cNvSpPr>
            <p:nvPr/>
          </p:nvSpPr>
          <p:spPr bwMode="auto">
            <a:xfrm>
              <a:off x="3028" y="1584"/>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rgbClr val="0000FF"/>
                  </a:solidFill>
                  <a:ea typeface="楷体_GB2312"/>
                  <a:cs typeface="楷体_GB2312"/>
                </a:rPr>
                <a:t>O</a:t>
              </a:r>
            </a:p>
          </p:txBody>
        </p:sp>
        <p:sp>
          <p:nvSpPr>
            <p:cNvPr id="58406" name="Line 17"/>
            <p:cNvSpPr>
              <a:spLocks noChangeShapeType="1"/>
            </p:cNvSpPr>
            <p:nvPr/>
          </p:nvSpPr>
          <p:spPr bwMode="auto">
            <a:xfrm>
              <a:off x="3264" y="624"/>
              <a:ext cx="1536"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07" name="Rectangle 18"/>
            <p:cNvSpPr>
              <a:spLocks noChangeArrowheads="1"/>
            </p:cNvSpPr>
            <p:nvPr/>
          </p:nvSpPr>
          <p:spPr bwMode="auto">
            <a:xfrm>
              <a:off x="4128" y="672"/>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i="1">
                  <a:solidFill>
                    <a:srgbClr val="0000FF"/>
                  </a:solidFill>
                  <a:ea typeface="楷体_GB2312"/>
                  <a:cs typeface="楷体_GB2312"/>
                </a:rPr>
                <a:t>B</a:t>
              </a:r>
              <a:r>
                <a:rPr lang="zh-CN" altLang="en-US" sz="2400" b="1">
                  <a:solidFill>
                    <a:srgbClr val="0000FF"/>
                  </a:solidFill>
                  <a:ea typeface="楷体_GB2312"/>
                  <a:cs typeface="楷体_GB2312"/>
                </a:rPr>
                <a:t>～</a:t>
              </a:r>
              <a:r>
                <a:rPr lang="en-US" altLang="zh-CN" sz="2400" b="1" i="1">
                  <a:solidFill>
                    <a:srgbClr val="0000FF"/>
                  </a:solidFill>
                  <a:ea typeface="楷体_GB2312"/>
                  <a:cs typeface="楷体_GB2312"/>
                </a:rPr>
                <a:t>H</a:t>
              </a:r>
            </a:p>
          </p:txBody>
        </p:sp>
        <p:sp>
          <p:nvSpPr>
            <p:cNvPr id="58408" name="Rectangle 19"/>
            <p:cNvSpPr>
              <a:spLocks noChangeArrowheads="1"/>
            </p:cNvSpPr>
            <p:nvPr/>
          </p:nvSpPr>
          <p:spPr bwMode="auto">
            <a:xfrm>
              <a:off x="3648" y="1330"/>
              <a:ext cx="8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solidFill>
                    <a:srgbClr val="0000FF"/>
                  </a:solidFill>
                  <a:ea typeface="楷体_GB2312"/>
                  <a:cs typeface="楷体_GB2312"/>
                  <a:sym typeface="Symbol" panose="05050102010706020507" pitchFamily="18" charset="2"/>
                </a:rPr>
                <a:t></a:t>
              </a:r>
              <a:r>
                <a:rPr lang="en-US" altLang="zh-CN" sz="2400" b="1" baseline="-25000">
                  <a:solidFill>
                    <a:srgbClr val="0000FF"/>
                  </a:solidFill>
                  <a:ea typeface="楷体_GB2312"/>
                  <a:cs typeface="楷体_GB2312"/>
                  <a:sym typeface="Symbol" panose="05050102010706020507" pitchFamily="18" charset="2"/>
                </a:rPr>
                <a:t>r</a:t>
              </a:r>
              <a:r>
                <a:rPr lang="zh-CN" altLang="en-US" sz="2400" b="1">
                  <a:solidFill>
                    <a:srgbClr val="0000FF"/>
                  </a:solidFill>
                  <a:ea typeface="楷体_GB2312"/>
                  <a:cs typeface="楷体_GB2312"/>
                </a:rPr>
                <a:t>～</a:t>
              </a:r>
              <a:r>
                <a:rPr lang="en-US" altLang="zh-CN" sz="2400" b="1" i="1">
                  <a:solidFill>
                    <a:srgbClr val="0000FF"/>
                  </a:solidFill>
                  <a:ea typeface="楷体_GB2312"/>
                  <a:cs typeface="楷体_GB2312"/>
                </a:rPr>
                <a:t>H</a:t>
              </a:r>
            </a:p>
          </p:txBody>
        </p:sp>
      </p:grpSp>
      <p:graphicFrame>
        <p:nvGraphicFramePr>
          <p:cNvPr id="58378" name="Object 20"/>
          <p:cNvGraphicFramePr>
            <a:graphicFrameLocks noChangeAspect="1"/>
          </p:cNvGraphicFramePr>
          <p:nvPr/>
        </p:nvGraphicFramePr>
        <p:xfrm>
          <a:off x="7154863" y="1809750"/>
          <a:ext cx="425450" cy="508000"/>
        </p:xfrm>
        <a:graphic>
          <a:graphicData uri="http://schemas.openxmlformats.org/presentationml/2006/ole">
            <mc:AlternateContent xmlns:mc="http://schemas.openxmlformats.org/markup-compatibility/2006">
              <mc:Choice xmlns:v="urn:schemas-microsoft-com:vml" Requires="v">
                <p:oleObj spid="_x0000_s23693" name="Equation" r:id="rId12" imgW="171565" imgH="209414" progId="Equation.DSMT4">
                  <p:embed/>
                </p:oleObj>
              </mc:Choice>
              <mc:Fallback>
                <p:oleObj name="Equation" r:id="rId12" imgW="171565" imgH="209414"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54863" y="1809750"/>
                        <a:ext cx="42545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79" name="Object 21"/>
          <p:cNvGraphicFramePr>
            <a:graphicFrameLocks noChangeAspect="1"/>
          </p:cNvGraphicFramePr>
          <p:nvPr/>
        </p:nvGraphicFramePr>
        <p:xfrm>
          <a:off x="7824789" y="184150"/>
          <a:ext cx="509587" cy="508000"/>
        </p:xfrm>
        <a:graphic>
          <a:graphicData uri="http://schemas.openxmlformats.org/presentationml/2006/ole">
            <mc:AlternateContent xmlns:mc="http://schemas.openxmlformats.org/markup-compatibility/2006">
              <mc:Choice xmlns:v="urn:schemas-microsoft-com:vml" Requires="v">
                <p:oleObj spid="_x0000_s23694" name="Equation" r:id="rId14" imgW="209486" imgH="209414" progId="Equation.DSMT4">
                  <p:embed/>
                </p:oleObj>
              </mc:Choice>
              <mc:Fallback>
                <p:oleObj name="Equation" r:id="rId14" imgW="209486" imgH="209414"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824789" y="184150"/>
                        <a:ext cx="509587"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80" name="Object 22"/>
          <p:cNvGraphicFramePr>
            <a:graphicFrameLocks noChangeAspect="1"/>
          </p:cNvGraphicFramePr>
          <p:nvPr/>
        </p:nvGraphicFramePr>
        <p:xfrm>
          <a:off x="2500314" y="3525838"/>
          <a:ext cx="2041525" cy="506412"/>
        </p:xfrm>
        <a:graphic>
          <a:graphicData uri="http://schemas.openxmlformats.org/presentationml/2006/ole">
            <mc:AlternateContent xmlns:mc="http://schemas.openxmlformats.org/markup-compatibility/2006">
              <mc:Choice xmlns:v="urn:schemas-microsoft-com:vml" Requires="v">
                <p:oleObj spid="_x0000_s23695" name="Equation" r:id="rId16" imgW="895439" imgH="209414" progId="Equation.DSMT4">
                  <p:embed/>
                </p:oleObj>
              </mc:Choice>
              <mc:Fallback>
                <p:oleObj name="Equation" r:id="rId16" imgW="895439" imgH="209414"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00314" y="3525838"/>
                        <a:ext cx="2041525"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81" name="Object 23"/>
          <p:cNvGraphicFramePr>
            <a:graphicFrameLocks noChangeAspect="1"/>
          </p:cNvGraphicFramePr>
          <p:nvPr/>
        </p:nvGraphicFramePr>
        <p:xfrm>
          <a:off x="2208214" y="4325938"/>
          <a:ext cx="1531937" cy="506412"/>
        </p:xfrm>
        <a:graphic>
          <a:graphicData uri="http://schemas.openxmlformats.org/presentationml/2006/ole">
            <mc:AlternateContent xmlns:mc="http://schemas.openxmlformats.org/markup-compatibility/2006">
              <mc:Choice xmlns:v="urn:schemas-microsoft-com:vml" Requires="v">
                <p:oleObj spid="_x0000_s23696" name="Equation" r:id="rId18" imgW="666686" imgH="209414" progId="Equation.DSMT4">
                  <p:embed/>
                </p:oleObj>
              </mc:Choice>
              <mc:Fallback>
                <p:oleObj name="Equation" r:id="rId18" imgW="666686" imgH="209414"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08214" y="4325938"/>
                        <a:ext cx="1531937"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82" name="Object 24"/>
          <p:cNvGraphicFramePr>
            <a:graphicFrameLocks noChangeAspect="1"/>
          </p:cNvGraphicFramePr>
          <p:nvPr/>
        </p:nvGraphicFramePr>
        <p:xfrm>
          <a:off x="4598989" y="4262438"/>
          <a:ext cx="1474787" cy="506412"/>
        </p:xfrm>
        <a:graphic>
          <a:graphicData uri="http://schemas.openxmlformats.org/presentationml/2006/ole">
            <mc:AlternateContent xmlns:mc="http://schemas.openxmlformats.org/markup-compatibility/2006">
              <mc:Choice xmlns:v="urn:schemas-microsoft-com:vml" Requires="v">
                <p:oleObj spid="_x0000_s23697" name="Equation" r:id="rId20" imgW="638245" imgH="209414" progId="Equation.DSMT4">
                  <p:embed/>
                </p:oleObj>
              </mc:Choice>
              <mc:Fallback>
                <p:oleObj name="Equation" r:id="rId20" imgW="638245" imgH="209414"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598989" y="4262438"/>
                        <a:ext cx="1474787"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383" name="Text Box 25"/>
          <p:cNvSpPr txBox="1">
            <a:spLocks noChangeArrowheads="1"/>
          </p:cNvSpPr>
          <p:nvPr/>
        </p:nvSpPr>
        <p:spPr bwMode="auto">
          <a:xfrm>
            <a:off x="2133600" y="4953000"/>
            <a:ext cx="264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solidFill>
                  <a:srgbClr val="FF0000"/>
                </a:solidFill>
              </a:rPr>
              <a:t>B-H</a:t>
            </a:r>
            <a:r>
              <a:rPr lang="zh-CN" altLang="en-US" sz="2400" i="1">
                <a:solidFill>
                  <a:srgbClr val="FF0000"/>
                </a:solidFill>
              </a:rPr>
              <a:t>与</a:t>
            </a:r>
            <a:r>
              <a:rPr lang="en-US" altLang="zh-CN" sz="2400" i="1">
                <a:solidFill>
                  <a:srgbClr val="FF0000"/>
                </a:solidFill>
              </a:rPr>
              <a:t>M-H</a:t>
            </a:r>
            <a:r>
              <a:rPr lang="zh-CN" altLang="en-US" sz="2400" i="1">
                <a:solidFill>
                  <a:srgbClr val="FF0000"/>
                </a:solidFill>
              </a:rPr>
              <a:t>类似</a:t>
            </a:r>
          </a:p>
        </p:txBody>
      </p:sp>
      <p:grpSp>
        <p:nvGrpSpPr>
          <p:cNvPr id="58384" name="Group 26"/>
          <p:cNvGrpSpPr>
            <a:grpSpLocks/>
          </p:cNvGrpSpPr>
          <p:nvPr/>
        </p:nvGrpSpPr>
        <p:grpSpPr bwMode="auto">
          <a:xfrm>
            <a:off x="7051676" y="3073401"/>
            <a:ext cx="2879725" cy="2784475"/>
            <a:chOff x="2794" y="646"/>
            <a:chExt cx="1814" cy="1754"/>
          </a:xfrm>
        </p:grpSpPr>
        <p:grpSp>
          <p:nvGrpSpPr>
            <p:cNvPr id="58385" name="Group 27"/>
            <p:cNvGrpSpPr>
              <a:grpSpLocks/>
            </p:cNvGrpSpPr>
            <p:nvPr/>
          </p:nvGrpSpPr>
          <p:grpSpPr bwMode="auto">
            <a:xfrm>
              <a:off x="2794" y="810"/>
              <a:ext cx="1681" cy="1441"/>
              <a:chOff x="1775" y="2276"/>
              <a:chExt cx="1681" cy="1441"/>
            </a:xfrm>
          </p:grpSpPr>
          <p:sp>
            <p:nvSpPr>
              <p:cNvPr id="58395" name="Arc 28"/>
              <p:cNvSpPr>
                <a:spLocks/>
              </p:cNvSpPr>
              <p:nvPr/>
            </p:nvSpPr>
            <p:spPr bwMode="auto">
              <a:xfrm>
                <a:off x="2304" y="2276"/>
                <a:ext cx="1008" cy="72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570"/>
                    </a:moveTo>
                    <a:cubicBezTo>
                      <a:pt x="16" y="9660"/>
                      <a:pt x="9669" y="11"/>
                      <a:pt x="21579" y="0"/>
                    </a:cubicBezTo>
                  </a:path>
                  <a:path w="21600" h="21600" stroke="0" extrusionOk="0">
                    <a:moveTo>
                      <a:pt x="0" y="21570"/>
                    </a:moveTo>
                    <a:cubicBezTo>
                      <a:pt x="16" y="9660"/>
                      <a:pt x="9669" y="11"/>
                      <a:pt x="21579" y="0"/>
                    </a:cubicBezTo>
                    <a:lnTo>
                      <a:pt x="21600" y="21600"/>
                    </a:lnTo>
                    <a:lnTo>
                      <a:pt x="0" y="21570"/>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96" name="Arc 29"/>
              <p:cNvSpPr>
                <a:spLocks/>
              </p:cNvSpPr>
              <p:nvPr/>
            </p:nvSpPr>
            <p:spPr bwMode="auto">
              <a:xfrm>
                <a:off x="2784" y="2276"/>
                <a:ext cx="672" cy="76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572"/>
                    </a:moveTo>
                    <a:cubicBezTo>
                      <a:pt x="15" y="9666"/>
                      <a:pt x="9662" y="17"/>
                      <a:pt x="21568" y="0"/>
                    </a:cubicBezTo>
                  </a:path>
                  <a:path w="21600" h="21600" stroke="0" extrusionOk="0">
                    <a:moveTo>
                      <a:pt x="0" y="21572"/>
                    </a:moveTo>
                    <a:cubicBezTo>
                      <a:pt x="15" y="9666"/>
                      <a:pt x="9662" y="17"/>
                      <a:pt x="21568" y="0"/>
                    </a:cubicBezTo>
                    <a:lnTo>
                      <a:pt x="21600" y="21600"/>
                    </a:lnTo>
                    <a:lnTo>
                      <a:pt x="0" y="21572"/>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97" name="Arc 30"/>
              <p:cNvSpPr>
                <a:spLocks/>
              </p:cNvSpPr>
              <p:nvPr/>
            </p:nvSpPr>
            <p:spPr bwMode="auto">
              <a:xfrm>
                <a:off x="1919" y="2948"/>
                <a:ext cx="864" cy="735"/>
              </a:xfrm>
              <a:custGeom>
                <a:avLst/>
                <a:gdLst>
                  <a:gd name="T0" fmla="*/ 0 w 21600"/>
                  <a:gd name="T1" fmla="*/ 0 h 21629"/>
                  <a:gd name="T2" fmla="*/ 0 w 21600"/>
                  <a:gd name="T3" fmla="*/ 0 h 21629"/>
                  <a:gd name="T4" fmla="*/ 0 w 21600"/>
                  <a:gd name="T5" fmla="*/ 0 h 21629"/>
                  <a:gd name="T6" fmla="*/ 0 60000 65536"/>
                  <a:gd name="T7" fmla="*/ 0 60000 65536"/>
                  <a:gd name="T8" fmla="*/ 0 60000 65536"/>
                  <a:gd name="T9" fmla="*/ 0 w 21600"/>
                  <a:gd name="T10" fmla="*/ 0 h 21629"/>
                  <a:gd name="T11" fmla="*/ 21600 w 21600"/>
                  <a:gd name="T12" fmla="*/ 21629 h 21629"/>
                </a:gdLst>
                <a:ahLst/>
                <a:cxnLst>
                  <a:cxn ang="T6">
                    <a:pos x="T0" y="T1"/>
                  </a:cxn>
                  <a:cxn ang="T7">
                    <a:pos x="T2" y="T3"/>
                  </a:cxn>
                  <a:cxn ang="T8">
                    <a:pos x="T4" y="T5"/>
                  </a:cxn>
                </a:cxnLst>
                <a:rect l="T9" t="T10" r="T11" b="T12"/>
                <a:pathLst>
                  <a:path w="21600" h="21629" fill="none" extrusionOk="0">
                    <a:moveTo>
                      <a:pt x="21599" y="0"/>
                    </a:moveTo>
                    <a:cubicBezTo>
                      <a:pt x="21599" y="9"/>
                      <a:pt x="21600" y="19"/>
                      <a:pt x="21600" y="29"/>
                    </a:cubicBezTo>
                    <a:cubicBezTo>
                      <a:pt x="21600" y="11958"/>
                      <a:pt x="11929" y="21628"/>
                      <a:pt x="0" y="21629"/>
                    </a:cubicBezTo>
                  </a:path>
                  <a:path w="21600" h="21629" stroke="0" extrusionOk="0">
                    <a:moveTo>
                      <a:pt x="21599" y="0"/>
                    </a:moveTo>
                    <a:cubicBezTo>
                      <a:pt x="21599" y="9"/>
                      <a:pt x="21600" y="19"/>
                      <a:pt x="21600" y="29"/>
                    </a:cubicBezTo>
                    <a:cubicBezTo>
                      <a:pt x="21600" y="11958"/>
                      <a:pt x="11929" y="21628"/>
                      <a:pt x="0" y="21629"/>
                    </a:cubicBezTo>
                    <a:lnTo>
                      <a:pt x="0" y="29"/>
                    </a:lnTo>
                    <a:lnTo>
                      <a:pt x="21599" y="0"/>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98" name="Arc 31"/>
              <p:cNvSpPr>
                <a:spLocks/>
              </p:cNvSpPr>
              <p:nvPr/>
            </p:nvSpPr>
            <p:spPr bwMode="auto">
              <a:xfrm>
                <a:off x="1775" y="2948"/>
                <a:ext cx="528" cy="769"/>
              </a:xfrm>
              <a:custGeom>
                <a:avLst/>
                <a:gdLst>
                  <a:gd name="T0" fmla="*/ 0 w 21600"/>
                  <a:gd name="T1" fmla="*/ 0 h 21628"/>
                  <a:gd name="T2" fmla="*/ 0 w 21600"/>
                  <a:gd name="T3" fmla="*/ 0 h 21628"/>
                  <a:gd name="T4" fmla="*/ 0 w 21600"/>
                  <a:gd name="T5" fmla="*/ 0 h 21628"/>
                  <a:gd name="T6" fmla="*/ 0 60000 65536"/>
                  <a:gd name="T7" fmla="*/ 0 60000 65536"/>
                  <a:gd name="T8" fmla="*/ 0 60000 65536"/>
                  <a:gd name="T9" fmla="*/ 0 w 21600"/>
                  <a:gd name="T10" fmla="*/ 0 h 21628"/>
                  <a:gd name="T11" fmla="*/ 21600 w 21600"/>
                  <a:gd name="T12" fmla="*/ 21628 h 21628"/>
                </a:gdLst>
                <a:ahLst/>
                <a:cxnLst>
                  <a:cxn ang="T6">
                    <a:pos x="T0" y="T1"/>
                  </a:cxn>
                  <a:cxn ang="T7">
                    <a:pos x="T2" y="T3"/>
                  </a:cxn>
                  <a:cxn ang="T8">
                    <a:pos x="T4" y="T5"/>
                  </a:cxn>
                </a:cxnLst>
                <a:rect l="T9" t="T10" r="T11" b="T12"/>
                <a:pathLst>
                  <a:path w="21600" h="21628" fill="none" extrusionOk="0">
                    <a:moveTo>
                      <a:pt x="21599" y="0"/>
                    </a:moveTo>
                    <a:cubicBezTo>
                      <a:pt x="21599" y="9"/>
                      <a:pt x="21600" y="18"/>
                      <a:pt x="21600" y="28"/>
                    </a:cubicBezTo>
                    <a:cubicBezTo>
                      <a:pt x="21600" y="11957"/>
                      <a:pt x="11929" y="21627"/>
                      <a:pt x="0" y="21628"/>
                    </a:cubicBezTo>
                  </a:path>
                  <a:path w="21600" h="21628" stroke="0" extrusionOk="0">
                    <a:moveTo>
                      <a:pt x="21599" y="0"/>
                    </a:moveTo>
                    <a:cubicBezTo>
                      <a:pt x="21599" y="9"/>
                      <a:pt x="21600" y="18"/>
                      <a:pt x="21600" y="28"/>
                    </a:cubicBezTo>
                    <a:cubicBezTo>
                      <a:pt x="21600" y="11957"/>
                      <a:pt x="11929" y="21627"/>
                      <a:pt x="0" y="21628"/>
                    </a:cubicBezTo>
                    <a:lnTo>
                      <a:pt x="0" y="28"/>
                    </a:lnTo>
                    <a:lnTo>
                      <a:pt x="21599" y="0"/>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58386" name="Freeform 32"/>
            <p:cNvSpPr>
              <a:spLocks/>
            </p:cNvSpPr>
            <p:nvPr/>
          </p:nvSpPr>
          <p:spPr bwMode="auto">
            <a:xfrm>
              <a:off x="2829" y="1596"/>
              <a:ext cx="1779" cy="1"/>
            </a:xfrm>
            <a:custGeom>
              <a:avLst/>
              <a:gdLst>
                <a:gd name="T0" fmla="*/ 0 w 1779"/>
                <a:gd name="T1" fmla="*/ 0 h 10"/>
                <a:gd name="T2" fmla="*/ 1779 w 1779"/>
                <a:gd name="T3" fmla="*/ 0 h 10"/>
                <a:gd name="T4" fmla="*/ 0 60000 65536"/>
                <a:gd name="T5" fmla="*/ 0 60000 65536"/>
                <a:gd name="T6" fmla="*/ 0 w 1779"/>
                <a:gd name="T7" fmla="*/ 0 h 10"/>
                <a:gd name="T8" fmla="*/ 1779 w 1779"/>
                <a:gd name="T9" fmla="*/ 10 h 10"/>
              </a:gdLst>
              <a:ahLst/>
              <a:cxnLst>
                <a:cxn ang="T4">
                  <a:pos x="T0" y="T1"/>
                </a:cxn>
                <a:cxn ang="T5">
                  <a:pos x="T2" y="T3"/>
                </a:cxn>
              </a:cxnLst>
              <a:rect l="T6" t="T7" r="T8" b="T9"/>
              <a:pathLst>
                <a:path w="1779" h="10">
                  <a:moveTo>
                    <a:pt x="0" y="10"/>
                  </a:moveTo>
                  <a:lnTo>
                    <a:pt x="1779" y="0"/>
                  </a:lnTo>
                </a:path>
              </a:pathLst>
            </a:custGeom>
            <a:noFill/>
            <a:ln w="12700">
              <a:solidFill>
                <a:schemeClr val="tx1"/>
              </a:solidFill>
              <a:round/>
              <a:headEnd type="none" w="sm" len="sm"/>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87" name="Freeform 33"/>
            <p:cNvSpPr>
              <a:spLocks/>
            </p:cNvSpPr>
            <p:nvPr/>
          </p:nvSpPr>
          <p:spPr bwMode="auto">
            <a:xfrm>
              <a:off x="3543" y="646"/>
              <a:ext cx="7" cy="1754"/>
            </a:xfrm>
            <a:custGeom>
              <a:avLst/>
              <a:gdLst>
                <a:gd name="T0" fmla="*/ 0 w 7"/>
                <a:gd name="T1" fmla="*/ 0 h 1754"/>
                <a:gd name="T2" fmla="*/ 7 w 7"/>
                <a:gd name="T3" fmla="*/ 1754 h 1754"/>
                <a:gd name="T4" fmla="*/ 0 60000 65536"/>
                <a:gd name="T5" fmla="*/ 0 60000 65536"/>
                <a:gd name="T6" fmla="*/ 0 w 7"/>
                <a:gd name="T7" fmla="*/ 0 h 1754"/>
                <a:gd name="T8" fmla="*/ 7 w 7"/>
                <a:gd name="T9" fmla="*/ 1754 h 1754"/>
              </a:gdLst>
              <a:ahLst/>
              <a:cxnLst>
                <a:cxn ang="T4">
                  <a:pos x="T0" y="T1"/>
                </a:cxn>
                <a:cxn ang="T5">
                  <a:pos x="T2" y="T3"/>
                </a:cxn>
              </a:cxnLst>
              <a:rect l="T6" t="T7" r="T8" b="T9"/>
              <a:pathLst>
                <a:path w="7" h="1754">
                  <a:moveTo>
                    <a:pt x="0" y="0"/>
                  </a:moveTo>
                  <a:lnTo>
                    <a:pt x="7" y="1754"/>
                  </a:lnTo>
                </a:path>
              </a:pathLst>
            </a:custGeom>
            <a:noFill/>
            <a:ln w="12700">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88" name="Rectangle 34"/>
            <p:cNvSpPr>
              <a:spLocks noChangeArrowheads="1"/>
            </p:cNvSpPr>
            <p:nvPr/>
          </p:nvSpPr>
          <p:spPr bwMode="auto">
            <a:xfrm>
              <a:off x="4330" y="1626"/>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rgbClr val="0000FF"/>
                  </a:solidFill>
                  <a:ea typeface="楷体_GB2312"/>
                  <a:cs typeface="楷体_GB2312"/>
                </a:rPr>
                <a:t>H</a:t>
              </a:r>
            </a:p>
          </p:txBody>
        </p:sp>
        <p:sp>
          <p:nvSpPr>
            <p:cNvPr id="58389" name="Rectangle 35"/>
            <p:cNvSpPr>
              <a:spLocks noChangeArrowheads="1"/>
            </p:cNvSpPr>
            <p:nvPr/>
          </p:nvSpPr>
          <p:spPr bwMode="auto">
            <a:xfrm>
              <a:off x="3322" y="708"/>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rgbClr val="0000FF"/>
                  </a:solidFill>
                  <a:ea typeface="楷体_GB2312"/>
                  <a:cs typeface="楷体_GB2312"/>
                </a:rPr>
                <a:t>B</a:t>
              </a:r>
            </a:p>
          </p:txBody>
        </p:sp>
        <p:sp>
          <p:nvSpPr>
            <p:cNvPr id="58390" name="Freeform 36"/>
            <p:cNvSpPr>
              <a:spLocks/>
            </p:cNvSpPr>
            <p:nvPr/>
          </p:nvSpPr>
          <p:spPr bwMode="auto">
            <a:xfrm>
              <a:off x="3562" y="833"/>
              <a:ext cx="730" cy="787"/>
            </a:xfrm>
            <a:custGeom>
              <a:avLst/>
              <a:gdLst>
                <a:gd name="T0" fmla="*/ 0 w 730"/>
                <a:gd name="T1" fmla="*/ 787 h 787"/>
                <a:gd name="T2" fmla="*/ 182 w 730"/>
                <a:gd name="T3" fmla="*/ 331 h 787"/>
                <a:gd name="T4" fmla="*/ 442 w 730"/>
                <a:gd name="T5" fmla="*/ 101 h 787"/>
                <a:gd name="T6" fmla="*/ 730 w 730"/>
                <a:gd name="T7" fmla="*/ 0 h 787"/>
                <a:gd name="T8" fmla="*/ 0 60000 65536"/>
                <a:gd name="T9" fmla="*/ 0 60000 65536"/>
                <a:gd name="T10" fmla="*/ 0 60000 65536"/>
                <a:gd name="T11" fmla="*/ 0 60000 65536"/>
                <a:gd name="T12" fmla="*/ 0 w 730"/>
                <a:gd name="T13" fmla="*/ 0 h 787"/>
                <a:gd name="T14" fmla="*/ 730 w 730"/>
                <a:gd name="T15" fmla="*/ 787 h 787"/>
              </a:gdLst>
              <a:ahLst/>
              <a:cxnLst>
                <a:cxn ang="T8">
                  <a:pos x="T0" y="T1"/>
                </a:cxn>
                <a:cxn ang="T9">
                  <a:pos x="T2" y="T3"/>
                </a:cxn>
                <a:cxn ang="T10">
                  <a:pos x="T4" y="T5"/>
                </a:cxn>
                <a:cxn ang="T11">
                  <a:pos x="T6" y="T7"/>
                </a:cxn>
              </a:cxnLst>
              <a:rect l="T12" t="T13" r="T14" b="T15"/>
              <a:pathLst>
                <a:path w="730" h="787">
                  <a:moveTo>
                    <a:pt x="0" y="787"/>
                  </a:moveTo>
                  <a:cubicBezTo>
                    <a:pt x="30" y="711"/>
                    <a:pt x="108" y="445"/>
                    <a:pt x="182" y="331"/>
                  </a:cubicBezTo>
                  <a:cubicBezTo>
                    <a:pt x="256" y="217"/>
                    <a:pt x="351" y="156"/>
                    <a:pt x="442" y="101"/>
                  </a:cubicBezTo>
                  <a:cubicBezTo>
                    <a:pt x="533" y="46"/>
                    <a:pt x="670" y="21"/>
                    <a:pt x="730" y="0"/>
                  </a:cubicBezTo>
                </a:path>
              </a:pathLst>
            </a:custGeom>
            <a:noFill/>
            <a:ln w="38100" cap="rnd">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391" name="Freeform 37"/>
            <p:cNvSpPr>
              <a:spLocks/>
            </p:cNvSpPr>
            <p:nvPr/>
          </p:nvSpPr>
          <p:spPr bwMode="auto">
            <a:xfrm>
              <a:off x="3589" y="984"/>
              <a:ext cx="83" cy="61"/>
            </a:xfrm>
            <a:custGeom>
              <a:avLst/>
              <a:gdLst>
                <a:gd name="T0" fmla="*/ 83 w 83"/>
                <a:gd name="T1" fmla="*/ 0 h 61"/>
                <a:gd name="T2" fmla="*/ 0 w 83"/>
                <a:gd name="T3" fmla="*/ 61 h 61"/>
                <a:gd name="T4" fmla="*/ 0 60000 65536"/>
                <a:gd name="T5" fmla="*/ 0 60000 65536"/>
                <a:gd name="T6" fmla="*/ 0 w 83"/>
                <a:gd name="T7" fmla="*/ 0 h 61"/>
                <a:gd name="T8" fmla="*/ 83 w 83"/>
                <a:gd name="T9" fmla="*/ 61 h 61"/>
              </a:gdLst>
              <a:ahLst/>
              <a:cxnLst>
                <a:cxn ang="T4">
                  <a:pos x="T0" y="T1"/>
                </a:cxn>
                <a:cxn ang="T5">
                  <a:pos x="T2" y="T3"/>
                </a:cxn>
              </a:cxnLst>
              <a:rect l="T6" t="T7" r="T8" b="T9"/>
              <a:pathLst>
                <a:path w="83" h="61">
                  <a:moveTo>
                    <a:pt x="83" y="0"/>
                  </a:moveTo>
                  <a:lnTo>
                    <a:pt x="0" y="61"/>
                  </a:lnTo>
                </a:path>
              </a:pathLst>
            </a:custGeom>
            <a:noFill/>
            <a:ln w="38100" cap="rnd">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392" name="Freeform 38"/>
            <p:cNvSpPr>
              <a:spLocks/>
            </p:cNvSpPr>
            <p:nvPr/>
          </p:nvSpPr>
          <p:spPr bwMode="auto">
            <a:xfrm>
              <a:off x="3876" y="1146"/>
              <a:ext cx="48" cy="102"/>
            </a:xfrm>
            <a:custGeom>
              <a:avLst/>
              <a:gdLst>
                <a:gd name="T0" fmla="*/ 0 w 48"/>
                <a:gd name="T1" fmla="*/ 102 h 102"/>
                <a:gd name="T2" fmla="*/ 48 w 48"/>
                <a:gd name="T3" fmla="*/ 0 h 102"/>
                <a:gd name="T4" fmla="*/ 0 60000 65536"/>
                <a:gd name="T5" fmla="*/ 0 60000 65536"/>
                <a:gd name="T6" fmla="*/ 0 w 48"/>
                <a:gd name="T7" fmla="*/ 0 h 102"/>
                <a:gd name="T8" fmla="*/ 48 w 48"/>
                <a:gd name="T9" fmla="*/ 102 h 102"/>
              </a:gdLst>
              <a:ahLst/>
              <a:cxnLst>
                <a:cxn ang="T4">
                  <a:pos x="T0" y="T1"/>
                </a:cxn>
                <a:cxn ang="T5">
                  <a:pos x="T2" y="T3"/>
                </a:cxn>
              </a:cxnLst>
              <a:rect l="T6" t="T7" r="T8" b="T9"/>
              <a:pathLst>
                <a:path w="48" h="102">
                  <a:moveTo>
                    <a:pt x="0" y="102"/>
                  </a:moveTo>
                  <a:lnTo>
                    <a:pt x="48" y="0"/>
                  </a:lnTo>
                </a:path>
              </a:pathLst>
            </a:custGeom>
            <a:noFill/>
            <a:ln w="38100" cap="rnd">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393" name="Freeform 39"/>
            <p:cNvSpPr>
              <a:spLocks/>
            </p:cNvSpPr>
            <p:nvPr/>
          </p:nvSpPr>
          <p:spPr bwMode="auto">
            <a:xfrm>
              <a:off x="3216" y="1824"/>
              <a:ext cx="41" cy="102"/>
            </a:xfrm>
            <a:custGeom>
              <a:avLst/>
              <a:gdLst>
                <a:gd name="T0" fmla="*/ 41 w 41"/>
                <a:gd name="T1" fmla="*/ 0 h 102"/>
                <a:gd name="T2" fmla="*/ 0 w 41"/>
                <a:gd name="T3" fmla="*/ 102 h 102"/>
                <a:gd name="T4" fmla="*/ 0 60000 65536"/>
                <a:gd name="T5" fmla="*/ 0 60000 65536"/>
                <a:gd name="T6" fmla="*/ 0 w 41"/>
                <a:gd name="T7" fmla="*/ 0 h 102"/>
                <a:gd name="T8" fmla="*/ 41 w 41"/>
                <a:gd name="T9" fmla="*/ 102 h 102"/>
              </a:gdLst>
              <a:ahLst/>
              <a:cxnLst>
                <a:cxn ang="T4">
                  <a:pos x="T0" y="T1"/>
                </a:cxn>
                <a:cxn ang="T5">
                  <a:pos x="T2" y="T3"/>
                </a:cxn>
              </a:cxnLst>
              <a:rect l="T6" t="T7" r="T8" b="T9"/>
              <a:pathLst>
                <a:path w="41" h="102">
                  <a:moveTo>
                    <a:pt x="41" y="0"/>
                  </a:moveTo>
                  <a:lnTo>
                    <a:pt x="0" y="102"/>
                  </a:lnTo>
                </a:path>
              </a:pathLst>
            </a:custGeom>
            <a:noFill/>
            <a:ln w="38100" cap="rnd">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394" name="Freeform 40"/>
            <p:cNvSpPr>
              <a:spLocks/>
            </p:cNvSpPr>
            <p:nvPr/>
          </p:nvSpPr>
          <p:spPr bwMode="auto">
            <a:xfrm>
              <a:off x="3606" y="1848"/>
              <a:ext cx="84" cy="96"/>
            </a:xfrm>
            <a:custGeom>
              <a:avLst/>
              <a:gdLst>
                <a:gd name="T0" fmla="*/ 0 w 84"/>
                <a:gd name="T1" fmla="*/ 96 h 96"/>
                <a:gd name="T2" fmla="*/ 84 w 84"/>
                <a:gd name="T3" fmla="*/ 0 h 96"/>
                <a:gd name="T4" fmla="*/ 0 60000 65536"/>
                <a:gd name="T5" fmla="*/ 0 60000 65536"/>
                <a:gd name="T6" fmla="*/ 0 w 84"/>
                <a:gd name="T7" fmla="*/ 0 h 96"/>
                <a:gd name="T8" fmla="*/ 84 w 84"/>
                <a:gd name="T9" fmla="*/ 96 h 96"/>
              </a:gdLst>
              <a:ahLst/>
              <a:cxnLst>
                <a:cxn ang="T4">
                  <a:pos x="T0" y="T1"/>
                </a:cxn>
                <a:cxn ang="T5">
                  <a:pos x="T2" y="T3"/>
                </a:cxn>
              </a:cxnLst>
              <a:rect l="T6" t="T7" r="T8" b="T9"/>
              <a:pathLst>
                <a:path w="84" h="96">
                  <a:moveTo>
                    <a:pt x="0" y="96"/>
                  </a:moveTo>
                  <a:lnTo>
                    <a:pt x="84" y="0"/>
                  </a:lnTo>
                </a:path>
              </a:pathLst>
            </a:custGeom>
            <a:noFill/>
            <a:ln w="38100" cap="rnd">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extLst>
      <p:ext uri="{BB962C8B-B14F-4D97-AF65-F5344CB8AC3E}">
        <p14:creationId xmlns:p14="http://schemas.microsoft.com/office/powerpoint/2010/main" val="32298630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335360" y="1228726"/>
            <a:ext cx="6598841"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FontTx/>
              <a:buNone/>
            </a:pPr>
            <a:r>
              <a:rPr lang="zh-CN" altLang="en-US" sz="2800" dirty="0">
                <a:solidFill>
                  <a:srgbClr val="0000FF"/>
                </a:solidFill>
                <a:latin typeface="宋体" panose="02010600030101010101" pitchFamily="2" charset="-122"/>
              </a:rPr>
              <a:t>外磁场撤去后</a:t>
            </a:r>
            <a:r>
              <a:rPr lang="en-US" altLang="zh-CN" sz="2800" dirty="0">
                <a:solidFill>
                  <a:srgbClr val="0000FF"/>
                </a:solidFill>
                <a:latin typeface="宋体" panose="02010600030101010101" pitchFamily="2" charset="-122"/>
              </a:rPr>
              <a:t>,</a:t>
            </a:r>
            <a:r>
              <a:rPr lang="zh-CN" altLang="en-US" sz="2800" dirty="0">
                <a:solidFill>
                  <a:srgbClr val="0000FF"/>
                </a:solidFill>
                <a:latin typeface="宋体" panose="02010600030101010101" pitchFamily="2" charset="-122"/>
              </a:rPr>
              <a:t>仍能保留部分磁性存在，这种现象称为剩磁现象。</a:t>
            </a:r>
          </a:p>
          <a:p>
            <a:pPr algn="just">
              <a:spcBef>
                <a:spcPct val="50000"/>
              </a:spcBef>
              <a:buFontTx/>
              <a:buNone/>
            </a:pPr>
            <a:r>
              <a:rPr lang="zh-CN" altLang="en-US" sz="2800" dirty="0">
                <a:solidFill>
                  <a:srgbClr val="0000FF"/>
                </a:solidFill>
                <a:latin typeface="宋体" panose="02010600030101010101" pitchFamily="2" charset="-122"/>
              </a:rPr>
              <a:t>铁磁质的初始磁化、消磁、反向磁化过程构成一图所示的闭合曲线，称为磁滞回线。</a:t>
            </a:r>
          </a:p>
          <a:p>
            <a:pPr algn="just">
              <a:spcBef>
                <a:spcPct val="50000"/>
              </a:spcBef>
              <a:buFontTx/>
              <a:buNone/>
            </a:pPr>
            <a:r>
              <a:rPr lang="zh-CN" altLang="en-US" sz="2800" dirty="0">
                <a:solidFill>
                  <a:srgbClr val="0000FF"/>
                </a:solidFill>
                <a:latin typeface="宋体" panose="02010600030101010101" pitchFamily="2" charset="-122"/>
              </a:rPr>
              <a:t>由闭合曲线看到，</a:t>
            </a:r>
            <a:r>
              <a:rPr lang="en-US" altLang="zh-CN" sz="2800" dirty="0">
                <a:solidFill>
                  <a:srgbClr val="0000FF"/>
                </a:solidFill>
                <a:latin typeface="宋体" panose="02010600030101010101" pitchFamily="2" charset="-122"/>
              </a:rPr>
              <a:t>B</a:t>
            </a:r>
            <a:r>
              <a:rPr lang="zh-CN" altLang="en-US" sz="2800" dirty="0">
                <a:solidFill>
                  <a:srgbClr val="0000FF"/>
                </a:solidFill>
                <a:latin typeface="宋体" panose="02010600030101010101" pitchFamily="2" charset="-122"/>
              </a:rPr>
              <a:t>的变化总是落后于</a:t>
            </a:r>
            <a:r>
              <a:rPr lang="en-US" altLang="zh-CN" sz="2800" dirty="0">
                <a:solidFill>
                  <a:srgbClr val="0000FF"/>
                </a:solidFill>
                <a:latin typeface="宋体" panose="02010600030101010101" pitchFamily="2" charset="-122"/>
              </a:rPr>
              <a:t>H</a:t>
            </a:r>
            <a:r>
              <a:rPr lang="zh-CN" altLang="en-US" sz="2800" dirty="0">
                <a:solidFill>
                  <a:srgbClr val="0000FF"/>
                </a:solidFill>
                <a:latin typeface="宋体" panose="02010600030101010101" pitchFamily="2" charset="-122"/>
              </a:rPr>
              <a:t>的变化。这种现象称为磁滞现象。</a:t>
            </a:r>
          </a:p>
        </p:txBody>
      </p:sp>
      <p:sp>
        <p:nvSpPr>
          <p:cNvPr id="60419" name="Text Box 3"/>
          <p:cNvSpPr txBox="1">
            <a:spLocks noChangeArrowheads="1"/>
          </p:cNvSpPr>
          <p:nvPr/>
        </p:nvSpPr>
        <p:spPr bwMode="auto">
          <a:xfrm>
            <a:off x="335360" y="404664"/>
            <a:ext cx="472440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004" tIns="39001" rIns="78004" bIns="39001">
            <a:spAutoFit/>
          </a:bodyPr>
          <a:lstStyle>
            <a:lvl1pPr defTabSz="78105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7810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78105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8105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8105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8105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8105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8105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8105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800" dirty="0">
                <a:solidFill>
                  <a:srgbClr val="0000FF"/>
                </a:solidFill>
                <a:latin typeface="宋体" panose="02010600030101010101" pitchFamily="2" charset="-122"/>
              </a:rPr>
              <a:t>2. </a:t>
            </a:r>
            <a:r>
              <a:rPr lang="zh-CN" altLang="en-US" sz="2800" dirty="0">
                <a:solidFill>
                  <a:srgbClr val="0000FF"/>
                </a:solidFill>
                <a:latin typeface="宋体" panose="02010600030101010101" pitchFamily="2" charset="-122"/>
              </a:rPr>
              <a:t>磁滞回线及磁滞现象</a:t>
            </a:r>
          </a:p>
        </p:txBody>
      </p:sp>
      <p:grpSp>
        <p:nvGrpSpPr>
          <p:cNvPr id="60420" name="Group 4"/>
          <p:cNvGrpSpPr>
            <a:grpSpLocks/>
          </p:cNvGrpSpPr>
          <p:nvPr/>
        </p:nvGrpSpPr>
        <p:grpSpPr bwMode="auto">
          <a:xfrm>
            <a:off x="7178676" y="1066801"/>
            <a:ext cx="2879725" cy="2784475"/>
            <a:chOff x="2794" y="646"/>
            <a:chExt cx="1814" cy="1754"/>
          </a:xfrm>
        </p:grpSpPr>
        <p:grpSp>
          <p:nvGrpSpPr>
            <p:cNvPr id="60434" name="Group 5"/>
            <p:cNvGrpSpPr>
              <a:grpSpLocks/>
            </p:cNvGrpSpPr>
            <p:nvPr/>
          </p:nvGrpSpPr>
          <p:grpSpPr bwMode="auto">
            <a:xfrm>
              <a:off x="2794" y="810"/>
              <a:ext cx="1681" cy="1441"/>
              <a:chOff x="1775" y="2276"/>
              <a:chExt cx="1681" cy="1441"/>
            </a:xfrm>
          </p:grpSpPr>
          <p:sp>
            <p:nvSpPr>
              <p:cNvPr id="60444" name="Arc 6"/>
              <p:cNvSpPr>
                <a:spLocks/>
              </p:cNvSpPr>
              <p:nvPr/>
            </p:nvSpPr>
            <p:spPr bwMode="auto">
              <a:xfrm>
                <a:off x="2304" y="2276"/>
                <a:ext cx="1008" cy="72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570"/>
                    </a:moveTo>
                    <a:cubicBezTo>
                      <a:pt x="16" y="9660"/>
                      <a:pt x="9669" y="11"/>
                      <a:pt x="21579" y="0"/>
                    </a:cubicBezTo>
                  </a:path>
                  <a:path w="21600" h="21600" stroke="0" extrusionOk="0">
                    <a:moveTo>
                      <a:pt x="0" y="21570"/>
                    </a:moveTo>
                    <a:cubicBezTo>
                      <a:pt x="16" y="9660"/>
                      <a:pt x="9669" y="11"/>
                      <a:pt x="21579" y="0"/>
                    </a:cubicBezTo>
                    <a:lnTo>
                      <a:pt x="21600" y="21600"/>
                    </a:lnTo>
                    <a:lnTo>
                      <a:pt x="0" y="21570"/>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445" name="Arc 7"/>
              <p:cNvSpPr>
                <a:spLocks/>
              </p:cNvSpPr>
              <p:nvPr/>
            </p:nvSpPr>
            <p:spPr bwMode="auto">
              <a:xfrm>
                <a:off x="2784" y="2276"/>
                <a:ext cx="672" cy="76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572"/>
                    </a:moveTo>
                    <a:cubicBezTo>
                      <a:pt x="15" y="9666"/>
                      <a:pt x="9662" y="17"/>
                      <a:pt x="21568" y="0"/>
                    </a:cubicBezTo>
                  </a:path>
                  <a:path w="21600" h="21600" stroke="0" extrusionOk="0">
                    <a:moveTo>
                      <a:pt x="0" y="21572"/>
                    </a:moveTo>
                    <a:cubicBezTo>
                      <a:pt x="15" y="9666"/>
                      <a:pt x="9662" y="17"/>
                      <a:pt x="21568" y="0"/>
                    </a:cubicBezTo>
                    <a:lnTo>
                      <a:pt x="21600" y="21600"/>
                    </a:lnTo>
                    <a:lnTo>
                      <a:pt x="0" y="21572"/>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446" name="Arc 8"/>
              <p:cNvSpPr>
                <a:spLocks/>
              </p:cNvSpPr>
              <p:nvPr/>
            </p:nvSpPr>
            <p:spPr bwMode="auto">
              <a:xfrm>
                <a:off x="1919" y="2948"/>
                <a:ext cx="864" cy="735"/>
              </a:xfrm>
              <a:custGeom>
                <a:avLst/>
                <a:gdLst>
                  <a:gd name="T0" fmla="*/ 0 w 21600"/>
                  <a:gd name="T1" fmla="*/ 0 h 21629"/>
                  <a:gd name="T2" fmla="*/ 0 w 21600"/>
                  <a:gd name="T3" fmla="*/ 0 h 21629"/>
                  <a:gd name="T4" fmla="*/ 0 w 21600"/>
                  <a:gd name="T5" fmla="*/ 0 h 21629"/>
                  <a:gd name="T6" fmla="*/ 0 60000 65536"/>
                  <a:gd name="T7" fmla="*/ 0 60000 65536"/>
                  <a:gd name="T8" fmla="*/ 0 60000 65536"/>
                  <a:gd name="T9" fmla="*/ 0 w 21600"/>
                  <a:gd name="T10" fmla="*/ 0 h 21629"/>
                  <a:gd name="T11" fmla="*/ 21600 w 21600"/>
                  <a:gd name="T12" fmla="*/ 21629 h 21629"/>
                </a:gdLst>
                <a:ahLst/>
                <a:cxnLst>
                  <a:cxn ang="T6">
                    <a:pos x="T0" y="T1"/>
                  </a:cxn>
                  <a:cxn ang="T7">
                    <a:pos x="T2" y="T3"/>
                  </a:cxn>
                  <a:cxn ang="T8">
                    <a:pos x="T4" y="T5"/>
                  </a:cxn>
                </a:cxnLst>
                <a:rect l="T9" t="T10" r="T11" b="T12"/>
                <a:pathLst>
                  <a:path w="21600" h="21629" fill="none" extrusionOk="0">
                    <a:moveTo>
                      <a:pt x="21599" y="0"/>
                    </a:moveTo>
                    <a:cubicBezTo>
                      <a:pt x="21599" y="9"/>
                      <a:pt x="21600" y="19"/>
                      <a:pt x="21600" y="29"/>
                    </a:cubicBezTo>
                    <a:cubicBezTo>
                      <a:pt x="21600" y="11958"/>
                      <a:pt x="11929" y="21628"/>
                      <a:pt x="0" y="21629"/>
                    </a:cubicBezTo>
                  </a:path>
                  <a:path w="21600" h="21629" stroke="0" extrusionOk="0">
                    <a:moveTo>
                      <a:pt x="21599" y="0"/>
                    </a:moveTo>
                    <a:cubicBezTo>
                      <a:pt x="21599" y="9"/>
                      <a:pt x="21600" y="19"/>
                      <a:pt x="21600" y="29"/>
                    </a:cubicBezTo>
                    <a:cubicBezTo>
                      <a:pt x="21600" y="11958"/>
                      <a:pt x="11929" y="21628"/>
                      <a:pt x="0" y="21629"/>
                    </a:cubicBezTo>
                    <a:lnTo>
                      <a:pt x="0" y="29"/>
                    </a:lnTo>
                    <a:lnTo>
                      <a:pt x="21599" y="0"/>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447" name="Arc 9"/>
              <p:cNvSpPr>
                <a:spLocks/>
              </p:cNvSpPr>
              <p:nvPr/>
            </p:nvSpPr>
            <p:spPr bwMode="auto">
              <a:xfrm>
                <a:off x="1775" y="2948"/>
                <a:ext cx="528" cy="769"/>
              </a:xfrm>
              <a:custGeom>
                <a:avLst/>
                <a:gdLst>
                  <a:gd name="T0" fmla="*/ 0 w 21600"/>
                  <a:gd name="T1" fmla="*/ 0 h 21628"/>
                  <a:gd name="T2" fmla="*/ 0 w 21600"/>
                  <a:gd name="T3" fmla="*/ 0 h 21628"/>
                  <a:gd name="T4" fmla="*/ 0 w 21600"/>
                  <a:gd name="T5" fmla="*/ 0 h 21628"/>
                  <a:gd name="T6" fmla="*/ 0 60000 65536"/>
                  <a:gd name="T7" fmla="*/ 0 60000 65536"/>
                  <a:gd name="T8" fmla="*/ 0 60000 65536"/>
                  <a:gd name="T9" fmla="*/ 0 w 21600"/>
                  <a:gd name="T10" fmla="*/ 0 h 21628"/>
                  <a:gd name="T11" fmla="*/ 21600 w 21600"/>
                  <a:gd name="T12" fmla="*/ 21628 h 21628"/>
                </a:gdLst>
                <a:ahLst/>
                <a:cxnLst>
                  <a:cxn ang="T6">
                    <a:pos x="T0" y="T1"/>
                  </a:cxn>
                  <a:cxn ang="T7">
                    <a:pos x="T2" y="T3"/>
                  </a:cxn>
                  <a:cxn ang="T8">
                    <a:pos x="T4" y="T5"/>
                  </a:cxn>
                </a:cxnLst>
                <a:rect l="T9" t="T10" r="T11" b="T12"/>
                <a:pathLst>
                  <a:path w="21600" h="21628" fill="none" extrusionOk="0">
                    <a:moveTo>
                      <a:pt x="21599" y="0"/>
                    </a:moveTo>
                    <a:cubicBezTo>
                      <a:pt x="21599" y="9"/>
                      <a:pt x="21600" y="18"/>
                      <a:pt x="21600" y="28"/>
                    </a:cubicBezTo>
                    <a:cubicBezTo>
                      <a:pt x="21600" y="11957"/>
                      <a:pt x="11929" y="21627"/>
                      <a:pt x="0" y="21628"/>
                    </a:cubicBezTo>
                  </a:path>
                  <a:path w="21600" h="21628" stroke="0" extrusionOk="0">
                    <a:moveTo>
                      <a:pt x="21599" y="0"/>
                    </a:moveTo>
                    <a:cubicBezTo>
                      <a:pt x="21599" y="9"/>
                      <a:pt x="21600" y="18"/>
                      <a:pt x="21600" y="28"/>
                    </a:cubicBezTo>
                    <a:cubicBezTo>
                      <a:pt x="21600" y="11957"/>
                      <a:pt x="11929" y="21627"/>
                      <a:pt x="0" y="21628"/>
                    </a:cubicBezTo>
                    <a:lnTo>
                      <a:pt x="0" y="28"/>
                    </a:lnTo>
                    <a:lnTo>
                      <a:pt x="21599" y="0"/>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60435" name="Freeform 10"/>
            <p:cNvSpPr>
              <a:spLocks/>
            </p:cNvSpPr>
            <p:nvPr/>
          </p:nvSpPr>
          <p:spPr bwMode="auto">
            <a:xfrm>
              <a:off x="2829" y="1596"/>
              <a:ext cx="1779" cy="1"/>
            </a:xfrm>
            <a:custGeom>
              <a:avLst/>
              <a:gdLst>
                <a:gd name="T0" fmla="*/ 0 w 1779"/>
                <a:gd name="T1" fmla="*/ 0 h 10"/>
                <a:gd name="T2" fmla="*/ 1779 w 1779"/>
                <a:gd name="T3" fmla="*/ 0 h 10"/>
                <a:gd name="T4" fmla="*/ 0 60000 65536"/>
                <a:gd name="T5" fmla="*/ 0 60000 65536"/>
                <a:gd name="T6" fmla="*/ 0 w 1779"/>
                <a:gd name="T7" fmla="*/ 0 h 10"/>
                <a:gd name="T8" fmla="*/ 1779 w 1779"/>
                <a:gd name="T9" fmla="*/ 10 h 10"/>
              </a:gdLst>
              <a:ahLst/>
              <a:cxnLst>
                <a:cxn ang="T4">
                  <a:pos x="T0" y="T1"/>
                </a:cxn>
                <a:cxn ang="T5">
                  <a:pos x="T2" y="T3"/>
                </a:cxn>
              </a:cxnLst>
              <a:rect l="T6" t="T7" r="T8" b="T9"/>
              <a:pathLst>
                <a:path w="1779" h="10">
                  <a:moveTo>
                    <a:pt x="0" y="10"/>
                  </a:moveTo>
                  <a:lnTo>
                    <a:pt x="1779" y="0"/>
                  </a:lnTo>
                </a:path>
              </a:pathLst>
            </a:custGeom>
            <a:noFill/>
            <a:ln w="12700">
              <a:solidFill>
                <a:schemeClr val="tx1"/>
              </a:solidFill>
              <a:round/>
              <a:headEnd type="none" w="sm" len="sm"/>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436" name="Freeform 11"/>
            <p:cNvSpPr>
              <a:spLocks/>
            </p:cNvSpPr>
            <p:nvPr/>
          </p:nvSpPr>
          <p:spPr bwMode="auto">
            <a:xfrm>
              <a:off x="3543" y="646"/>
              <a:ext cx="7" cy="1754"/>
            </a:xfrm>
            <a:custGeom>
              <a:avLst/>
              <a:gdLst>
                <a:gd name="T0" fmla="*/ 0 w 7"/>
                <a:gd name="T1" fmla="*/ 0 h 1754"/>
                <a:gd name="T2" fmla="*/ 7 w 7"/>
                <a:gd name="T3" fmla="*/ 1754 h 1754"/>
                <a:gd name="T4" fmla="*/ 0 60000 65536"/>
                <a:gd name="T5" fmla="*/ 0 60000 65536"/>
                <a:gd name="T6" fmla="*/ 0 w 7"/>
                <a:gd name="T7" fmla="*/ 0 h 1754"/>
                <a:gd name="T8" fmla="*/ 7 w 7"/>
                <a:gd name="T9" fmla="*/ 1754 h 1754"/>
              </a:gdLst>
              <a:ahLst/>
              <a:cxnLst>
                <a:cxn ang="T4">
                  <a:pos x="T0" y="T1"/>
                </a:cxn>
                <a:cxn ang="T5">
                  <a:pos x="T2" y="T3"/>
                </a:cxn>
              </a:cxnLst>
              <a:rect l="T6" t="T7" r="T8" b="T9"/>
              <a:pathLst>
                <a:path w="7" h="1754">
                  <a:moveTo>
                    <a:pt x="0" y="0"/>
                  </a:moveTo>
                  <a:lnTo>
                    <a:pt x="7" y="1754"/>
                  </a:lnTo>
                </a:path>
              </a:pathLst>
            </a:custGeom>
            <a:noFill/>
            <a:ln w="12700">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437" name="Rectangle 12"/>
            <p:cNvSpPr>
              <a:spLocks noChangeArrowheads="1"/>
            </p:cNvSpPr>
            <p:nvPr/>
          </p:nvSpPr>
          <p:spPr bwMode="auto">
            <a:xfrm>
              <a:off x="4330" y="1626"/>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rgbClr val="0000FF"/>
                  </a:solidFill>
                  <a:ea typeface="楷体_GB2312"/>
                  <a:cs typeface="楷体_GB2312"/>
                </a:rPr>
                <a:t>H</a:t>
              </a:r>
            </a:p>
          </p:txBody>
        </p:sp>
        <p:sp>
          <p:nvSpPr>
            <p:cNvPr id="60438" name="Rectangle 13"/>
            <p:cNvSpPr>
              <a:spLocks noChangeArrowheads="1"/>
            </p:cNvSpPr>
            <p:nvPr/>
          </p:nvSpPr>
          <p:spPr bwMode="auto">
            <a:xfrm>
              <a:off x="3322" y="708"/>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rgbClr val="0000FF"/>
                  </a:solidFill>
                  <a:ea typeface="楷体_GB2312"/>
                  <a:cs typeface="楷体_GB2312"/>
                </a:rPr>
                <a:t>B</a:t>
              </a:r>
            </a:p>
          </p:txBody>
        </p:sp>
        <p:sp>
          <p:nvSpPr>
            <p:cNvPr id="60439" name="Freeform 14"/>
            <p:cNvSpPr>
              <a:spLocks/>
            </p:cNvSpPr>
            <p:nvPr/>
          </p:nvSpPr>
          <p:spPr bwMode="auto">
            <a:xfrm>
              <a:off x="3562" y="833"/>
              <a:ext cx="730" cy="787"/>
            </a:xfrm>
            <a:custGeom>
              <a:avLst/>
              <a:gdLst>
                <a:gd name="T0" fmla="*/ 0 w 730"/>
                <a:gd name="T1" fmla="*/ 787 h 787"/>
                <a:gd name="T2" fmla="*/ 182 w 730"/>
                <a:gd name="T3" fmla="*/ 331 h 787"/>
                <a:gd name="T4" fmla="*/ 442 w 730"/>
                <a:gd name="T5" fmla="*/ 101 h 787"/>
                <a:gd name="T6" fmla="*/ 730 w 730"/>
                <a:gd name="T7" fmla="*/ 0 h 787"/>
                <a:gd name="T8" fmla="*/ 0 60000 65536"/>
                <a:gd name="T9" fmla="*/ 0 60000 65536"/>
                <a:gd name="T10" fmla="*/ 0 60000 65536"/>
                <a:gd name="T11" fmla="*/ 0 60000 65536"/>
                <a:gd name="T12" fmla="*/ 0 w 730"/>
                <a:gd name="T13" fmla="*/ 0 h 787"/>
                <a:gd name="T14" fmla="*/ 730 w 730"/>
                <a:gd name="T15" fmla="*/ 787 h 787"/>
              </a:gdLst>
              <a:ahLst/>
              <a:cxnLst>
                <a:cxn ang="T8">
                  <a:pos x="T0" y="T1"/>
                </a:cxn>
                <a:cxn ang="T9">
                  <a:pos x="T2" y="T3"/>
                </a:cxn>
                <a:cxn ang="T10">
                  <a:pos x="T4" y="T5"/>
                </a:cxn>
                <a:cxn ang="T11">
                  <a:pos x="T6" y="T7"/>
                </a:cxn>
              </a:cxnLst>
              <a:rect l="T12" t="T13" r="T14" b="T15"/>
              <a:pathLst>
                <a:path w="730" h="787">
                  <a:moveTo>
                    <a:pt x="0" y="787"/>
                  </a:moveTo>
                  <a:cubicBezTo>
                    <a:pt x="30" y="711"/>
                    <a:pt x="108" y="445"/>
                    <a:pt x="182" y="331"/>
                  </a:cubicBezTo>
                  <a:cubicBezTo>
                    <a:pt x="256" y="217"/>
                    <a:pt x="351" y="156"/>
                    <a:pt x="442" y="101"/>
                  </a:cubicBezTo>
                  <a:cubicBezTo>
                    <a:pt x="533" y="46"/>
                    <a:pt x="670" y="21"/>
                    <a:pt x="730" y="0"/>
                  </a:cubicBezTo>
                </a:path>
              </a:pathLst>
            </a:custGeom>
            <a:noFill/>
            <a:ln w="38100" cap="rnd">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0" name="Freeform 15"/>
            <p:cNvSpPr>
              <a:spLocks/>
            </p:cNvSpPr>
            <p:nvPr/>
          </p:nvSpPr>
          <p:spPr bwMode="auto">
            <a:xfrm>
              <a:off x="3589" y="984"/>
              <a:ext cx="83" cy="61"/>
            </a:xfrm>
            <a:custGeom>
              <a:avLst/>
              <a:gdLst>
                <a:gd name="T0" fmla="*/ 83 w 83"/>
                <a:gd name="T1" fmla="*/ 0 h 61"/>
                <a:gd name="T2" fmla="*/ 0 w 83"/>
                <a:gd name="T3" fmla="*/ 61 h 61"/>
                <a:gd name="T4" fmla="*/ 0 60000 65536"/>
                <a:gd name="T5" fmla="*/ 0 60000 65536"/>
                <a:gd name="T6" fmla="*/ 0 w 83"/>
                <a:gd name="T7" fmla="*/ 0 h 61"/>
                <a:gd name="T8" fmla="*/ 83 w 83"/>
                <a:gd name="T9" fmla="*/ 61 h 61"/>
              </a:gdLst>
              <a:ahLst/>
              <a:cxnLst>
                <a:cxn ang="T4">
                  <a:pos x="T0" y="T1"/>
                </a:cxn>
                <a:cxn ang="T5">
                  <a:pos x="T2" y="T3"/>
                </a:cxn>
              </a:cxnLst>
              <a:rect l="T6" t="T7" r="T8" b="T9"/>
              <a:pathLst>
                <a:path w="83" h="61">
                  <a:moveTo>
                    <a:pt x="83" y="0"/>
                  </a:moveTo>
                  <a:lnTo>
                    <a:pt x="0" y="61"/>
                  </a:lnTo>
                </a:path>
              </a:pathLst>
            </a:custGeom>
            <a:noFill/>
            <a:ln w="38100" cap="rnd">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1" name="Freeform 16"/>
            <p:cNvSpPr>
              <a:spLocks/>
            </p:cNvSpPr>
            <p:nvPr/>
          </p:nvSpPr>
          <p:spPr bwMode="auto">
            <a:xfrm>
              <a:off x="3876" y="1146"/>
              <a:ext cx="48" cy="102"/>
            </a:xfrm>
            <a:custGeom>
              <a:avLst/>
              <a:gdLst>
                <a:gd name="T0" fmla="*/ 0 w 48"/>
                <a:gd name="T1" fmla="*/ 102 h 102"/>
                <a:gd name="T2" fmla="*/ 48 w 48"/>
                <a:gd name="T3" fmla="*/ 0 h 102"/>
                <a:gd name="T4" fmla="*/ 0 60000 65536"/>
                <a:gd name="T5" fmla="*/ 0 60000 65536"/>
                <a:gd name="T6" fmla="*/ 0 w 48"/>
                <a:gd name="T7" fmla="*/ 0 h 102"/>
                <a:gd name="T8" fmla="*/ 48 w 48"/>
                <a:gd name="T9" fmla="*/ 102 h 102"/>
              </a:gdLst>
              <a:ahLst/>
              <a:cxnLst>
                <a:cxn ang="T4">
                  <a:pos x="T0" y="T1"/>
                </a:cxn>
                <a:cxn ang="T5">
                  <a:pos x="T2" y="T3"/>
                </a:cxn>
              </a:cxnLst>
              <a:rect l="T6" t="T7" r="T8" b="T9"/>
              <a:pathLst>
                <a:path w="48" h="102">
                  <a:moveTo>
                    <a:pt x="0" y="102"/>
                  </a:moveTo>
                  <a:lnTo>
                    <a:pt x="48" y="0"/>
                  </a:lnTo>
                </a:path>
              </a:pathLst>
            </a:custGeom>
            <a:noFill/>
            <a:ln w="38100" cap="rnd">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2" name="Freeform 17"/>
            <p:cNvSpPr>
              <a:spLocks/>
            </p:cNvSpPr>
            <p:nvPr/>
          </p:nvSpPr>
          <p:spPr bwMode="auto">
            <a:xfrm>
              <a:off x="3216" y="1824"/>
              <a:ext cx="41" cy="102"/>
            </a:xfrm>
            <a:custGeom>
              <a:avLst/>
              <a:gdLst>
                <a:gd name="T0" fmla="*/ 41 w 41"/>
                <a:gd name="T1" fmla="*/ 0 h 102"/>
                <a:gd name="T2" fmla="*/ 0 w 41"/>
                <a:gd name="T3" fmla="*/ 102 h 102"/>
                <a:gd name="T4" fmla="*/ 0 60000 65536"/>
                <a:gd name="T5" fmla="*/ 0 60000 65536"/>
                <a:gd name="T6" fmla="*/ 0 w 41"/>
                <a:gd name="T7" fmla="*/ 0 h 102"/>
                <a:gd name="T8" fmla="*/ 41 w 41"/>
                <a:gd name="T9" fmla="*/ 102 h 102"/>
              </a:gdLst>
              <a:ahLst/>
              <a:cxnLst>
                <a:cxn ang="T4">
                  <a:pos x="T0" y="T1"/>
                </a:cxn>
                <a:cxn ang="T5">
                  <a:pos x="T2" y="T3"/>
                </a:cxn>
              </a:cxnLst>
              <a:rect l="T6" t="T7" r="T8" b="T9"/>
              <a:pathLst>
                <a:path w="41" h="102">
                  <a:moveTo>
                    <a:pt x="41" y="0"/>
                  </a:moveTo>
                  <a:lnTo>
                    <a:pt x="0" y="102"/>
                  </a:lnTo>
                </a:path>
              </a:pathLst>
            </a:custGeom>
            <a:noFill/>
            <a:ln w="38100" cap="rnd">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3" name="Freeform 18"/>
            <p:cNvSpPr>
              <a:spLocks/>
            </p:cNvSpPr>
            <p:nvPr/>
          </p:nvSpPr>
          <p:spPr bwMode="auto">
            <a:xfrm>
              <a:off x="3606" y="1848"/>
              <a:ext cx="84" cy="96"/>
            </a:xfrm>
            <a:custGeom>
              <a:avLst/>
              <a:gdLst>
                <a:gd name="T0" fmla="*/ 0 w 84"/>
                <a:gd name="T1" fmla="*/ 96 h 96"/>
                <a:gd name="T2" fmla="*/ 84 w 84"/>
                <a:gd name="T3" fmla="*/ 0 h 96"/>
                <a:gd name="T4" fmla="*/ 0 60000 65536"/>
                <a:gd name="T5" fmla="*/ 0 60000 65536"/>
                <a:gd name="T6" fmla="*/ 0 w 84"/>
                <a:gd name="T7" fmla="*/ 0 h 96"/>
                <a:gd name="T8" fmla="*/ 84 w 84"/>
                <a:gd name="T9" fmla="*/ 96 h 96"/>
              </a:gdLst>
              <a:ahLst/>
              <a:cxnLst>
                <a:cxn ang="T4">
                  <a:pos x="T0" y="T1"/>
                </a:cxn>
                <a:cxn ang="T5">
                  <a:pos x="T2" y="T3"/>
                </a:cxn>
              </a:cxnLst>
              <a:rect l="T6" t="T7" r="T8" b="T9"/>
              <a:pathLst>
                <a:path w="84" h="96">
                  <a:moveTo>
                    <a:pt x="0" y="96"/>
                  </a:moveTo>
                  <a:lnTo>
                    <a:pt x="84" y="0"/>
                  </a:lnTo>
                </a:path>
              </a:pathLst>
            </a:custGeom>
            <a:noFill/>
            <a:ln w="38100" cap="rnd">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0421" name="Text Box 19"/>
          <p:cNvSpPr txBox="1">
            <a:spLocks noChangeArrowheads="1"/>
          </p:cNvSpPr>
          <p:nvPr/>
        </p:nvSpPr>
        <p:spPr bwMode="auto">
          <a:xfrm>
            <a:off x="8128000" y="2540000"/>
            <a:ext cx="444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O</a:t>
            </a:r>
          </a:p>
        </p:txBody>
      </p:sp>
      <p:sp>
        <p:nvSpPr>
          <p:cNvPr id="60422" name="Text Box 20"/>
          <p:cNvSpPr txBox="1">
            <a:spLocks noChangeArrowheads="1"/>
          </p:cNvSpPr>
          <p:nvPr/>
        </p:nvSpPr>
        <p:spPr bwMode="auto">
          <a:xfrm>
            <a:off x="8305800" y="1955800"/>
            <a:ext cx="444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A</a:t>
            </a:r>
          </a:p>
        </p:txBody>
      </p:sp>
      <p:sp>
        <p:nvSpPr>
          <p:cNvPr id="60423" name="Text Box 21"/>
          <p:cNvSpPr txBox="1">
            <a:spLocks noChangeArrowheads="1"/>
          </p:cNvSpPr>
          <p:nvPr/>
        </p:nvSpPr>
        <p:spPr bwMode="auto">
          <a:xfrm>
            <a:off x="8724900" y="1397000"/>
            <a:ext cx="444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B</a:t>
            </a:r>
          </a:p>
        </p:txBody>
      </p:sp>
      <p:sp>
        <p:nvSpPr>
          <p:cNvPr id="60424" name="Text Box 22"/>
          <p:cNvSpPr txBox="1">
            <a:spLocks noChangeArrowheads="1"/>
          </p:cNvSpPr>
          <p:nvPr/>
        </p:nvSpPr>
        <p:spPr bwMode="auto">
          <a:xfrm>
            <a:off x="9779000" y="1092200"/>
            <a:ext cx="444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D</a:t>
            </a:r>
          </a:p>
        </p:txBody>
      </p:sp>
      <p:sp>
        <p:nvSpPr>
          <p:cNvPr id="60425" name="Text Box 23"/>
          <p:cNvSpPr txBox="1">
            <a:spLocks noChangeArrowheads="1"/>
          </p:cNvSpPr>
          <p:nvPr/>
        </p:nvSpPr>
        <p:spPr bwMode="auto">
          <a:xfrm>
            <a:off x="8851900" y="2590800"/>
            <a:ext cx="444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C</a:t>
            </a:r>
          </a:p>
        </p:txBody>
      </p:sp>
      <p:sp>
        <p:nvSpPr>
          <p:cNvPr id="60426" name="Text Box 24"/>
          <p:cNvSpPr txBox="1">
            <a:spLocks noChangeArrowheads="1"/>
          </p:cNvSpPr>
          <p:nvPr/>
        </p:nvSpPr>
        <p:spPr bwMode="auto">
          <a:xfrm>
            <a:off x="8077200" y="1638300"/>
            <a:ext cx="444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R</a:t>
            </a:r>
          </a:p>
        </p:txBody>
      </p:sp>
      <p:sp>
        <p:nvSpPr>
          <p:cNvPr id="60427" name="Text Box 25"/>
          <p:cNvSpPr txBox="1">
            <a:spLocks noChangeArrowheads="1"/>
          </p:cNvSpPr>
          <p:nvPr/>
        </p:nvSpPr>
        <p:spPr bwMode="auto">
          <a:xfrm>
            <a:off x="7594600" y="2438400"/>
            <a:ext cx="749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C’</a:t>
            </a:r>
          </a:p>
        </p:txBody>
      </p:sp>
      <p:sp>
        <p:nvSpPr>
          <p:cNvPr id="60428" name="Text Box 26"/>
          <p:cNvSpPr txBox="1">
            <a:spLocks noChangeArrowheads="1"/>
          </p:cNvSpPr>
          <p:nvPr/>
        </p:nvSpPr>
        <p:spPr bwMode="auto">
          <a:xfrm>
            <a:off x="7137400" y="3581400"/>
            <a:ext cx="596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D’</a:t>
            </a:r>
          </a:p>
        </p:txBody>
      </p:sp>
      <p:sp>
        <p:nvSpPr>
          <p:cNvPr id="60429" name="Text Box 27"/>
          <p:cNvSpPr txBox="1">
            <a:spLocks noChangeArrowheads="1"/>
          </p:cNvSpPr>
          <p:nvPr/>
        </p:nvSpPr>
        <p:spPr bwMode="auto">
          <a:xfrm>
            <a:off x="8496300" y="3136900"/>
            <a:ext cx="749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i="1"/>
              <a:t>R’</a:t>
            </a:r>
          </a:p>
        </p:txBody>
      </p:sp>
      <p:sp>
        <p:nvSpPr>
          <p:cNvPr id="60430" name="Text Box 28"/>
          <p:cNvSpPr txBox="1">
            <a:spLocks noChangeArrowheads="1"/>
          </p:cNvSpPr>
          <p:nvPr/>
        </p:nvSpPr>
        <p:spPr bwMode="auto">
          <a:xfrm>
            <a:off x="7505700" y="4013200"/>
            <a:ext cx="2527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M</a:t>
            </a:r>
            <a:r>
              <a:rPr lang="en-US" altLang="zh-CN" sz="2400" baseline="-25000"/>
              <a:t>R</a:t>
            </a:r>
            <a:r>
              <a:rPr lang="en-US" altLang="zh-CN" sz="2400"/>
              <a:t>:</a:t>
            </a:r>
            <a:r>
              <a:rPr lang="zh-CN" altLang="en-US" sz="2400"/>
              <a:t>剩余磁化强度</a:t>
            </a:r>
            <a:endParaRPr lang="zh-CN" altLang="en-US" sz="2400" baseline="-25000"/>
          </a:p>
        </p:txBody>
      </p:sp>
      <p:sp>
        <p:nvSpPr>
          <p:cNvPr id="60431" name="Text Box 29"/>
          <p:cNvSpPr txBox="1">
            <a:spLocks noChangeArrowheads="1"/>
          </p:cNvSpPr>
          <p:nvPr/>
        </p:nvSpPr>
        <p:spPr bwMode="auto">
          <a:xfrm>
            <a:off x="7226300" y="457200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dirty="0"/>
              <a:t>B</a:t>
            </a:r>
            <a:r>
              <a:rPr lang="en-US" altLang="zh-CN" sz="2400" baseline="-25000" dirty="0"/>
              <a:t>R</a:t>
            </a:r>
            <a:r>
              <a:rPr lang="en-US" altLang="zh-CN" sz="2400" dirty="0"/>
              <a:t>:</a:t>
            </a:r>
            <a:r>
              <a:rPr lang="zh-CN" altLang="en-US" sz="2400" dirty="0"/>
              <a:t>剩余磁化感应强度</a:t>
            </a:r>
            <a:endParaRPr lang="zh-CN" altLang="en-US" sz="2400" baseline="-25000" dirty="0"/>
          </a:p>
        </p:txBody>
      </p:sp>
      <p:sp>
        <p:nvSpPr>
          <p:cNvPr id="60432" name="Text Box 30"/>
          <p:cNvSpPr txBox="1">
            <a:spLocks noChangeArrowheads="1"/>
          </p:cNvSpPr>
          <p:nvPr/>
        </p:nvSpPr>
        <p:spPr bwMode="auto">
          <a:xfrm>
            <a:off x="7391400" y="5219700"/>
            <a:ext cx="276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M=0</a:t>
            </a:r>
            <a:r>
              <a:rPr lang="zh-CN" altLang="en-US" sz="2400"/>
              <a:t>或</a:t>
            </a:r>
            <a:r>
              <a:rPr lang="en-US" altLang="zh-CN" sz="2400"/>
              <a:t>B=0</a:t>
            </a:r>
            <a:r>
              <a:rPr lang="zh-CN" altLang="en-US" sz="2400"/>
              <a:t>处</a:t>
            </a:r>
            <a:r>
              <a:rPr lang="en-US" altLang="zh-CN" sz="2400"/>
              <a:t>H=-H</a:t>
            </a:r>
            <a:r>
              <a:rPr lang="en-US" altLang="zh-CN" sz="2400" baseline="-25000"/>
              <a:t>C</a:t>
            </a:r>
          </a:p>
        </p:txBody>
      </p:sp>
      <p:sp>
        <p:nvSpPr>
          <p:cNvPr id="60433" name="Text Box 31"/>
          <p:cNvSpPr txBox="1">
            <a:spLocks noChangeArrowheads="1"/>
          </p:cNvSpPr>
          <p:nvPr/>
        </p:nvSpPr>
        <p:spPr bwMode="auto">
          <a:xfrm>
            <a:off x="7213600" y="5816600"/>
            <a:ext cx="276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矫顽力</a:t>
            </a:r>
            <a:r>
              <a:rPr lang="en-US" altLang="zh-CN" sz="2400"/>
              <a:t>:-H</a:t>
            </a:r>
            <a:r>
              <a:rPr lang="en-US" altLang="zh-CN" sz="2400" baseline="-25000"/>
              <a:t>C</a:t>
            </a:r>
          </a:p>
        </p:txBody>
      </p:sp>
    </p:spTree>
    <p:extLst>
      <p:ext uri="{BB962C8B-B14F-4D97-AF65-F5344CB8AC3E}">
        <p14:creationId xmlns:p14="http://schemas.microsoft.com/office/powerpoint/2010/main" val="33619968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1860550" y="222250"/>
            <a:ext cx="2286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铁磁的源泉</a:t>
            </a:r>
          </a:p>
        </p:txBody>
      </p:sp>
      <p:graphicFrame>
        <p:nvGraphicFramePr>
          <p:cNvPr id="62467" name="Object 6"/>
          <p:cNvGraphicFramePr>
            <a:graphicFrameLocks noChangeAspect="1"/>
          </p:cNvGraphicFramePr>
          <p:nvPr/>
        </p:nvGraphicFramePr>
        <p:xfrm>
          <a:off x="6272213" y="565151"/>
          <a:ext cx="2012950" cy="506413"/>
        </p:xfrm>
        <a:graphic>
          <a:graphicData uri="http://schemas.openxmlformats.org/presentationml/2006/ole">
            <mc:AlternateContent xmlns:mc="http://schemas.openxmlformats.org/markup-compatibility/2006">
              <mc:Choice xmlns:v="urn:schemas-microsoft-com:vml" Requires="v">
                <p:oleObj spid="_x0000_s24653" name="Equation" r:id="rId4" imgW="885959" imgH="209414" progId="Equation.DSMT4">
                  <p:embed/>
                </p:oleObj>
              </mc:Choice>
              <mc:Fallback>
                <p:oleObj name="Equation" r:id="rId4" imgW="885959" imgH="209414"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72213" y="565151"/>
                        <a:ext cx="2012950"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68" name="Text Box 7"/>
          <p:cNvSpPr txBox="1">
            <a:spLocks noChangeArrowheads="1"/>
          </p:cNvSpPr>
          <p:nvPr/>
        </p:nvSpPr>
        <p:spPr bwMode="auto">
          <a:xfrm>
            <a:off x="4149726" y="582613"/>
            <a:ext cx="944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纯铁</a:t>
            </a:r>
          </a:p>
        </p:txBody>
      </p:sp>
      <p:sp>
        <p:nvSpPr>
          <p:cNvPr id="62469" name="Line 9"/>
          <p:cNvSpPr>
            <a:spLocks noChangeShapeType="1"/>
          </p:cNvSpPr>
          <p:nvPr/>
        </p:nvSpPr>
        <p:spPr bwMode="auto">
          <a:xfrm>
            <a:off x="5051425" y="812800"/>
            <a:ext cx="971550" cy="0"/>
          </a:xfrm>
          <a:prstGeom prst="line">
            <a:avLst/>
          </a:prstGeom>
          <a:noFill/>
          <a:ln w="762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2470" name="Text Box 10"/>
          <p:cNvSpPr txBox="1">
            <a:spLocks noChangeArrowheads="1"/>
          </p:cNvSpPr>
          <p:nvPr/>
        </p:nvSpPr>
        <p:spPr bwMode="auto">
          <a:xfrm>
            <a:off x="1916113" y="1077913"/>
            <a:ext cx="363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1</a:t>
            </a:r>
            <a:r>
              <a:rPr lang="zh-CN" altLang="en-US" sz="2400"/>
              <a:t>立方米纯铁饱和磁化：</a:t>
            </a:r>
          </a:p>
        </p:txBody>
      </p:sp>
      <p:graphicFrame>
        <p:nvGraphicFramePr>
          <p:cNvPr id="62471" name="Object 11"/>
          <p:cNvGraphicFramePr>
            <a:graphicFrameLocks noChangeAspect="1"/>
          </p:cNvGraphicFramePr>
          <p:nvPr/>
        </p:nvGraphicFramePr>
        <p:xfrm>
          <a:off x="1997076" y="1593850"/>
          <a:ext cx="7427913" cy="534988"/>
        </p:xfrm>
        <a:graphic>
          <a:graphicData uri="http://schemas.openxmlformats.org/presentationml/2006/ole">
            <mc:AlternateContent xmlns:mc="http://schemas.openxmlformats.org/markup-compatibility/2006">
              <mc:Choice xmlns:v="urn:schemas-microsoft-com:vml" Requires="v">
                <p:oleObj spid="_x0000_s24654" name="Equation" r:id="rId6" imgW="3305296" imgH="219211" progId="Equation.DSMT4">
                  <p:embed/>
                </p:oleObj>
              </mc:Choice>
              <mc:Fallback>
                <p:oleObj name="Equation" r:id="rId6" imgW="3305296" imgH="219211"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97076" y="1593850"/>
                        <a:ext cx="7427913" cy="5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72" name="Text Box 12"/>
          <p:cNvSpPr txBox="1">
            <a:spLocks noChangeArrowheads="1"/>
          </p:cNvSpPr>
          <p:nvPr/>
        </p:nvSpPr>
        <p:spPr bwMode="auto">
          <a:xfrm>
            <a:off x="2076450" y="2266950"/>
            <a:ext cx="297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纯铁比重：</a:t>
            </a:r>
            <a:r>
              <a:rPr lang="en-US" altLang="zh-CN" sz="2400"/>
              <a:t>7.8g/cm</a:t>
            </a:r>
            <a:r>
              <a:rPr lang="en-US" altLang="zh-CN" sz="2400" baseline="30000"/>
              <a:t>3</a:t>
            </a:r>
          </a:p>
        </p:txBody>
      </p:sp>
      <p:sp>
        <p:nvSpPr>
          <p:cNvPr id="62473" name="Text Box 13"/>
          <p:cNvSpPr txBox="1">
            <a:spLocks noChangeArrowheads="1"/>
          </p:cNvSpPr>
          <p:nvPr/>
        </p:nvSpPr>
        <p:spPr bwMode="auto">
          <a:xfrm>
            <a:off x="2105025" y="2876550"/>
            <a:ext cx="4286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1m</a:t>
            </a:r>
            <a:r>
              <a:rPr lang="en-US" altLang="zh-CN" sz="2400" baseline="30000"/>
              <a:t>3</a:t>
            </a:r>
            <a:r>
              <a:rPr lang="zh-CN" altLang="en-US" sz="2400"/>
              <a:t>原子数：</a:t>
            </a:r>
            <a:r>
              <a:rPr lang="en-US" altLang="zh-CN" sz="2400"/>
              <a:t>N</a:t>
            </a:r>
            <a:r>
              <a:rPr lang="zh-CN" altLang="en-US" sz="2400"/>
              <a:t>＝</a:t>
            </a:r>
            <a:r>
              <a:rPr lang="en-US" altLang="zh-CN" sz="2400"/>
              <a:t>8.4X10</a:t>
            </a:r>
            <a:r>
              <a:rPr lang="en-US" altLang="zh-CN" sz="2400" baseline="30000"/>
              <a:t>28</a:t>
            </a:r>
          </a:p>
        </p:txBody>
      </p:sp>
      <p:sp>
        <p:nvSpPr>
          <p:cNvPr id="62474" name="Text Box 14"/>
          <p:cNvSpPr txBox="1">
            <a:spLocks noChangeArrowheads="1"/>
          </p:cNvSpPr>
          <p:nvPr/>
        </p:nvSpPr>
        <p:spPr bwMode="auto">
          <a:xfrm>
            <a:off x="5138738" y="2325688"/>
            <a:ext cx="3065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原子量：</a:t>
            </a:r>
            <a:r>
              <a:rPr lang="en-US" altLang="zh-CN" sz="2400"/>
              <a:t>55.8</a:t>
            </a:r>
          </a:p>
        </p:txBody>
      </p:sp>
      <p:sp>
        <p:nvSpPr>
          <p:cNvPr id="62475" name="Text Box 15"/>
          <p:cNvSpPr txBox="1">
            <a:spLocks noChangeArrowheads="1"/>
          </p:cNvSpPr>
          <p:nvPr/>
        </p:nvSpPr>
        <p:spPr bwMode="auto">
          <a:xfrm>
            <a:off x="1916113" y="3341688"/>
            <a:ext cx="3168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每个铁原子磁矩：</a:t>
            </a:r>
            <a:endParaRPr lang="zh-CN" altLang="en-US" sz="2400" baseline="30000"/>
          </a:p>
        </p:txBody>
      </p:sp>
      <p:graphicFrame>
        <p:nvGraphicFramePr>
          <p:cNvPr id="62476" name="Object 16"/>
          <p:cNvGraphicFramePr>
            <a:graphicFrameLocks noChangeAspect="1"/>
          </p:cNvGraphicFramePr>
          <p:nvPr/>
        </p:nvGraphicFramePr>
        <p:xfrm>
          <a:off x="4737101" y="3290888"/>
          <a:ext cx="2182813" cy="506412"/>
        </p:xfrm>
        <a:graphic>
          <a:graphicData uri="http://schemas.openxmlformats.org/presentationml/2006/ole">
            <mc:AlternateContent xmlns:mc="http://schemas.openxmlformats.org/markup-compatibility/2006">
              <mc:Choice xmlns:v="urn:schemas-microsoft-com:vml" Requires="v">
                <p:oleObj spid="_x0000_s24655" name="Equation" r:id="rId8" imgW="962108" imgH="209414" progId="Equation.DSMT4">
                  <p:embed/>
                </p:oleObj>
              </mc:Choice>
              <mc:Fallback>
                <p:oleObj name="Equation" r:id="rId8" imgW="962108" imgH="209414"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37101" y="3290888"/>
                        <a:ext cx="2182813"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77" name="Text Box 17"/>
          <p:cNvSpPr txBox="1">
            <a:spLocks noChangeArrowheads="1"/>
          </p:cNvSpPr>
          <p:nvPr/>
        </p:nvSpPr>
        <p:spPr bwMode="auto">
          <a:xfrm>
            <a:off x="1858963" y="3922714"/>
            <a:ext cx="31686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顺磁质原子磁矩：</a:t>
            </a:r>
            <a:r>
              <a:rPr lang="en-US" altLang="zh-CN" sz="2400"/>
              <a:t>H~100A/m</a:t>
            </a:r>
            <a:endParaRPr lang="en-US" altLang="zh-CN" sz="2400" baseline="30000"/>
          </a:p>
        </p:txBody>
      </p:sp>
      <p:graphicFrame>
        <p:nvGraphicFramePr>
          <p:cNvPr id="62478" name="Object 18"/>
          <p:cNvGraphicFramePr>
            <a:graphicFrameLocks noChangeAspect="1"/>
          </p:cNvGraphicFramePr>
          <p:nvPr/>
        </p:nvGraphicFramePr>
        <p:xfrm>
          <a:off x="4632326" y="3987801"/>
          <a:ext cx="2041525" cy="449263"/>
        </p:xfrm>
        <a:graphic>
          <a:graphicData uri="http://schemas.openxmlformats.org/presentationml/2006/ole">
            <mc:AlternateContent xmlns:mc="http://schemas.openxmlformats.org/markup-compatibility/2006">
              <mc:Choice xmlns:v="urn:schemas-microsoft-com:vml" Requires="v">
                <p:oleObj spid="_x0000_s24656" name="Equation" r:id="rId10" imgW="895439" imgH="180941" progId="Equation.DSMT4">
                  <p:embed/>
                </p:oleObj>
              </mc:Choice>
              <mc:Fallback>
                <p:oleObj name="Equation" r:id="rId10" imgW="895439" imgH="180941"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32326" y="3987801"/>
                        <a:ext cx="2041525" cy="449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79" name="Object 19"/>
          <p:cNvGraphicFramePr>
            <a:graphicFrameLocks noChangeAspect="1"/>
          </p:cNvGraphicFramePr>
          <p:nvPr/>
        </p:nvGraphicFramePr>
        <p:xfrm>
          <a:off x="8099425" y="3962400"/>
          <a:ext cx="1843088" cy="533400"/>
        </p:xfrm>
        <a:graphic>
          <a:graphicData uri="http://schemas.openxmlformats.org/presentationml/2006/ole">
            <mc:AlternateContent xmlns:mc="http://schemas.openxmlformats.org/markup-compatibility/2006">
              <mc:Choice xmlns:v="urn:schemas-microsoft-com:vml" Requires="v">
                <p:oleObj spid="_x0000_s24657" name="Equation" r:id="rId12" imgW="809504" imgH="219211" progId="Equation.DSMT4">
                  <p:embed/>
                </p:oleObj>
              </mc:Choice>
              <mc:Fallback>
                <p:oleObj name="Equation" r:id="rId12" imgW="809504" imgH="219211"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099425" y="3962400"/>
                        <a:ext cx="18430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80" name="Line 20"/>
          <p:cNvSpPr>
            <a:spLocks noChangeShapeType="1"/>
          </p:cNvSpPr>
          <p:nvPr/>
        </p:nvSpPr>
        <p:spPr bwMode="auto">
          <a:xfrm>
            <a:off x="6953250" y="4194175"/>
            <a:ext cx="971550" cy="0"/>
          </a:xfrm>
          <a:prstGeom prst="line">
            <a:avLst/>
          </a:prstGeom>
          <a:noFill/>
          <a:ln w="762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2481" name="Text Box 25"/>
          <p:cNvSpPr txBox="1">
            <a:spLocks noChangeArrowheads="1"/>
          </p:cNvSpPr>
          <p:nvPr/>
        </p:nvSpPr>
        <p:spPr bwMode="auto">
          <a:xfrm>
            <a:off x="2206625" y="4846639"/>
            <a:ext cx="49974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近亿个顺磁原子在外磁场方向：</a:t>
            </a:r>
            <a:r>
              <a:rPr lang="en-US" altLang="zh-CN" sz="2400"/>
              <a:t>1</a:t>
            </a:r>
            <a:r>
              <a:rPr lang="zh-CN" altLang="en-US" sz="2400"/>
              <a:t>个原子磁矩的净磁矩</a:t>
            </a:r>
            <a:endParaRPr lang="zh-CN" altLang="en-US" sz="2400" baseline="30000"/>
          </a:p>
        </p:txBody>
      </p:sp>
      <p:sp>
        <p:nvSpPr>
          <p:cNvPr id="62482" name="Text Box 26"/>
          <p:cNvSpPr txBox="1">
            <a:spLocks noChangeArrowheads="1"/>
          </p:cNvSpPr>
          <p:nvPr/>
        </p:nvSpPr>
        <p:spPr bwMode="auto">
          <a:xfrm>
            <a:off x="2206625" y="5675313"/>
            <a:ext cx="4997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铁磁原子在外磁场方向整齐排列</a:t>
            </a:r>
            <a:endParaRPr lang="zh-CN" altLang="en-US" sz="2400" baseline="30000"/>
          </a:p>
        </p:txBody>
      </p:sp>
      <p:sp>
        <p:nvSpPr>
          <p:cNvPr id="62483" name="Line 27"/>
          <p:cNvSpPr>
            <a:spLocks noChangeShapeType="1"/>
          </p:cNvSpPr>
          <p:nvPr/>
        </p:nvSpPr>
        <p:spPr bwMode="auto">
          <a:xfrm>
            <a:off x="6678613" y="5876925"/>
            <a:ext cx="971550" cy="0"/>
          </a:xfrm>
          <a:prstGeom prst="line">
            <a:avLst/>
          </a:prstGeom>
          <a:noFill/>
          <a:ln w="762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2484" name="Text Box 28"/>
          <p:cNvSpPr txBox="1">
            <a:spLocks noChangeArrowheads="1"/>
          </p:cNvSpPr>
          <p:nvPr/>
        </p:nvSpPr>
        <p:spPr bwMode="auto">
          <a:xfrm>
            <a:off x="7823200" y="5049838"/>
            <a:ext cx="2351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神奇力量？</a:t>
            </a:r>
          </a:p>
        </p:txBody>
      </p:sp>
      <p:sp>
        <p:nvSpPr>
          <p:cNvPr id="62485" name="Text Box 29"/>
          <p:cNvSpPr txBox="1">
            <a:spLocks noChangeArrowheads="1"/>
          </p:cNvSpPr>
          <p:nvPr/>
        </p:nvSpPr>
        <p:spPr bwMode="auto">
          <a:xfrm>
            <a:off x="7851775" y="6051550"/>
            <a:ext cx="2351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海森堡：交换力</a:t>
            </a:r>
          </a:p>
        </p:txBody>
      </p:sp>
      <p:pic>
        <p:nvPicPr>
          <p:cNvPr id="62486" name="Picture 10"/>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346951" y="3003551"/>
            <a:ext cx="1465263"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87" name="Picture 11"/>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940801" y="3341688"/>
            <a:ext cx="12668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589084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514" name="Object 2"/>
          <p:cNvGraphicFramePr>
            <a:graphicFrameLocks noChangeAspect="1"/>
          </p:cNvGraphicFramePr>
          <p:nvPr/>
        </p:nvGraphicFramePr>
        <p:xfrm>
          <a:off x="1781175" y="276226"/>
          <a:ext cx="8712200" cy="6018213"/>
        </p:xfrm>
        <a:graphic>
          <a:graphicData uri="http://schemas.openxmlformats.org/presentationml/2006/ole">
            <mc:AlternateContent xmlns:mc="http://schemas.openxmlformats.org/markup-compatibility/2006">
              <mc:Choice xmlns:v="urn:schemas-microsoft-com:vml" Requires="v">
                <p:oleObj spid="_x0000_s25617" name="Image" r:id="rId3" imgW="5205994" imgH="3596343" progId="Photoshop.Image.6">
                  <p:embed/>
                </p:oleObj>
              </mc:Choice>
              <mc:Fallback>
                <p:oleObj name="Image" r:id="rId3" imgW="5205994" imgH="3596343" progId="Photoshop.Image.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1175" y="276226"/>
                        <a:ext cx="8712200" cy="6018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515" name="Line 4"/>
          <p:cNvSpPr>
            <a:spLocks noChangeShapeType="1"/>
          </p:cNvSpPr>
          <p:nvPr/>
        </p:nvSpPr>
        <p:spPr bwMode="auto">
          <a:xfrm flipV="1">
            <a:off x="3648076" y="1484313"/>
            <a:ext cx="6119813" cy="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0455536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2209800" y="715964"/>
            <a:ext cx="2286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三、磁畴</a:t>
            </a:r>
          </a:p>
        </p:txBody>
      </p:sp>
      <p:sp>
        <p:nvSpPr>
          <p:cNvPr id="65539" name="Rectangle 3"/>
          <p:cNvSpPr>
            <a:spLocks noChangeArrowheads="1"/>
          </p:cNvSpPr>
          <p:nvPr/>
        </p:nvSpPr>
        <p:spPr bwMode="auto">
          <a:xfrm>
            <a:off x="695400" y="1371600"/>
            <a:ext cx="108012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FontTx/>
              <a:buNone/>
            </a:pPr>
            <a:r>
              <a:rPr lang="en-US" altLang="zh-CN" sz="2400" b="1" dirty="0">
                <a:solidFill>
                  <a:srgbClr val="0000FF"/>
                </a:solidFill>
                <a:latin typeface="楷体_GB2312"/>
                <a:ea typeface="楷体_GB2312"/>
                <a:cs typeface="楷体_GB2312"/>
              </a:rPr>
              <a:t>  </a:t>
            </a:r>
            <a:r>
              <a:rPr lang="zh-CN" altLang="en-US" sz="2800" dirty="0">
                <a:solidFill>
                  <a:srgbClr val="0000FF"/>
                </a:solidFill>
                <a:latin typeface="宋体" panose="02010600030101010101" pitchFamily="2" charset="-122"/>
              </a:rPr>
              <a:t>铁磁质内部原子间的相互作用非常强烈</a:t>
            </a:r>
            <a:r>
              <a:rPr lang="en-US" altLang="zh-CN" sz="2800" dirty="0">
                <a:solidFill>
                  <a:srgbClr val="0000FF"/>
                </a:solidFill>
                <a:latin typeface="宋体" panose="02010600030101010101" pitchFamily="2" charset="-122"/>
              </a:rPr>
              <a:t>,</a:t>
            </a:r>
            <a:r>
              <a:rPr lang="zh-CN" altLang="en-US" sz="2800" dirty="0">
                <a:solidFill>
                  <a:srgbClr val="0000FF"/>
                </a:solidFill>
                <a:latin typeface="宋体" panose="02010600030101010101" pitchFamily="2" charset="-122"/>
              </a:rPr>
              <a:t>在这种作用下</a:t>
            </a:r>
            <a:r>
              <a:rPr lang="en-US" altLang="zh-CN" sz="2800" dirty="0">
                <a:solidFill>
                  <a:srgbClr val="0000FF"/>
                </a:solidFill>
                <a:latin typeface="宋体" panose="02010600030101010101" pitchFamily="2" charset="-122"/>
              </a:rPr>
              <a:t>,</a:t>
            </a:r>
            <a:r>
              <a:rPr lang="zh-CN" altLang="en-US" sz="2800" dirty="0">
                <a:solidFill>
                  <a:srgbClr val="0000FF"/>
                </a:solidFill>
                <a:latin typeface="宋体" panose="02010600030101010101" pitchFamily="2" charset="-122"/>
              </a:rPr>
              <a:t>铁磁质的内部形成了一些自发磁化的小区域－磁畴</a:t>
            </a:r>
            <a:r>
              <a:rPr lang="en-US" altLang="zh-CN" sz="2800" dirty="0">
                <a:solidFill>
                  <a:srgbClr val="0000FF"/>
                </a:solidFill>
                <a:latin typeface="宋体" panose="02010600030101010101" pitchFamily="2" charset="-122"/>
              </a:rPr>
              <a:t>.</a:t>
            </a:r>
          </a:p>
        </p:txBody>
      </p:sp>
      <p:sp>
        <p:nvSpPr>
          <p:cNvPr id="65540" name="Rectangle 4"/>
          <p:cNvSpPr>
            <a:spLocks noChangeArrowheads="1"/>
          </p:cNvSpPr>
          <p:nvPr/>
        </p:nvSpPr>
        <p:spPr bwMode="auto">
          <a:xfrm>
            <a:off x="695400" y="2817814"/>
            <a:ext cx="108012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FontTx/>
              <a:buNone/>
            </a:pPr>
            <a:r>
              <a:rPr lang="zh-CN" altLang="en-US" sz="2800" dirty="0">
                <a:solidFill>
                  <a:srgbClr val="0000FF"/>
                </a:solidFill>
                <a:latin typeface="宋体" panose="02010600030101010101" pitchFamily="2" charset="-122"/>
              </a:rPr>
              <a:t>每一磁畴中</a:t>
            </a:r>
            <a:r>
              <a:rPr lang="en-US" altLang="zh-CN" sz="2800" dirty="0">
                <a:solidFill>
                  <a:srgbClr val="0000FF"/>
                </a:solidFill>
                <a:latin typeface="宋体" panose="02010600030101010101" pitchFamily="2" charset="-122"/>
              </a:rPr>
              <a:t>,</a:t>
            </a:r>
            <a:r>
              <a:rPr lang="zh-CN" altLang="en-US" sz="2800" dirty="0">
                <a:solidFill>
                  <a:srgbClr val="0000FF"/>
                </a:solidFill>
                <a:latin typeface="宋体" panose="02010600030101010101" pitchFamily="2" charset="-122"/>
              </a:rPr>
              <a:t>各原子的排列很整齐</a:t>
            </a:r>
            <a:r>
              <a:rPr lang="en-US" altLang="zh-CN" sz="2800" dirty="0">
                <a:solidFill>
                  <a:srgbClr val="0000FF"/>
                </a:solidFill>
                <a:latin typeface="宋体" panose="02010600030101010101" pitchFamily="2" charset="-122"/>
              </a:rPr>
              <a:t>,</a:t>
            </a:r>
            <a:r>
              <a:rPr lang="zh-CN" altLang="en-US" sz="2800" dirty="0">
                <a:solidFill>
                  <a:srgbClr val="0000FF"/>
                </a:solidFill>
                <a:latin typeface="宋体" panose="02010600030101010101" pitchFamily="2" charset="-122"/>
              </a:rPr>
              <a:t>因此具有很强的磁性</a:t>
            </a:r>
            <a:r>
              <a:rPr lang="en-US" altLang="zh-CN" sz="2800" dirty="0">
                <a:solidFill>
                  <a:srgbClr val="0000FF"/>
                </a:solidFill>
                <a:latin typeface="宋体" panose="02010600030101010101" pitchFamily="2" charset="-122"/>
              </a:rPr>
              <a:t>.</a:t>
            </a:r>
            <a:r>
              <a:rPr lang="zh-CN" altLang="en-US" sz="2800" dirty="0">
                <a:solidFill>
                  <a:srgbClr val="0000FF"/>
                </a:solidFill>
                <a:latin typeface="宋体" panose="02010600030101010101" pitchFamily="2" charset="-122"/>
              </a:rPr>
              <a:t>但不同的磁畴排列方向彼此不同</a:t>
            </a:r>
            <a:r>
              <a:rPr lang="en-US" altLang="zh-CN" sz="2800" dirty="0">
                <a:solidFill>
                  <a:srgbClr val="0000FF"/>
                </a:solidFill>
                <a:latin typeface="宋体" panose="02010600030101010101" pitchFamily="2" charset="-122"/>
              </a:rPr>
              <a:t>,</a:t>
            </a:r>
            <a:r>
              <a:rPr lang="zh-CN" altLang="en-US" sz="2800" dirty="0">
                <a:solidFill>
                  <a:srgbClr val="0000FF"/>
                </a:solidFill>
                <a:latin typeface="宋体" panose="02010600030101010101" pitchFamily="2" charset="-122"/>
              </a:rPr>
              <a:t>所以没有外磁场时</a:t>
            </a:r>
            <a:r>
              <a:rPr lang="en-US" altLang="zh-CN" sz="2800" dirty="0">
                <a:solidFill>
                  <a:srgbClr val="0000FF"/>
                </a:solidFill>
                <a:latin typeface="宋体" panose="02010600030101010101" pitchFamily="2" charset="-122"/>
              </a:rPr>
              <a:t>,</a:t>
            </a:r>
            <a:r>
              <a:rPr lang="zh-CN" altLang="en-US" sz="2800" dirty="0">
                <a:solidFill>
                  <a:srgbClr val="0000FF"/>
                </a:solidFill>
                <a:latin typeface="宋体" panose="02010600030101010101" pitchFamily="2" charset="-122"/>
              </a:rPr>
              <a:t>各磁畴磁矩相互抵消</a:t>
            </a:r>
            <a:r>
              <a:rPr lang="en-US" altLang="zh-CN" sz="2800" dirty="0">
                <a:solidFill>
                  <a:srgbClr val="0000FF"/>
                </a:solidFill>
                <a:latin typeface="宋体" panose="02010600030101010101" pitchFamily="2" charset="-122"/>
              </a:rPr>
              <a:t>,</a:t>
            </a:r>
            <a:r>
              <a:rPr lang="zh-CN" altLang="en-US" sz="2800" dirty="0">
                <a:solidFill>
                  <a:srgbClr val="0000FF"/>
                </a:solidFill>
                <a:latin typeface="宋体" panose="02010600030101010101" pitchFamily="2" charset="-122"/>
              </a:rPr>
              <a:t>对外不显磁性</a:t>
            </a:r>
            <a:r>
              <a:rPr lang="en-US" altLang="zh-CN" sz="2800" dirty="0">
                <a:solidFill>
                  <a:srgbClr val="0000FF"/>
                </a:solidFill>
                <a:latin typeface="宋体" panose="02010600030101010101" pitchFamily="2" charset="-122"/>
              </a:rPr>
              <a:t>.</a:t>
            </a:r>
          </a:p>
        </p:txBody>
      </p:sp>
      <p:sp>
        <p:nvSpPr>
          <p:cNvPr id="65541" name="Rectangle 5"/>
          <p:cNvSpPr>
            <a:spLocks noChangeArrowheads="1"/>
          </p:cNvSpPr>
          <p:nvPr/>
        </p:nvSpPr>
        <p:spPr bwMode="auto">
          <a:xfrm>
            <a:off x="695400" y="4267201"/>
            <a:ext cx="108012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FontTx/>
              <a:buNone/>
            </a:pPr>
            <a:r>
              <a:rPr lang="zh-CN" altLang="en-US" sz="2800" dirty="0">
                <a:solidFill>
                  <a:srgbClr val="0000FF"/>
                </a:solidFill>
                <a:latin typeface="宋体" panose="02010600030101010101" pitchFamily="2" charset="-122"/>
              </a:rPr>
              <a:t>加上外磁场 </a:t>
            </a:r>
            <a:r>
              <a:rPr lang="en-US" altLang="zh-CN" sz="2800" dirty="0">
                <a:solidFill>
                  <a:srgbClr val="0000FF"/>
                </a:solidFill>
                <a:latin typeface="宋体" panose="02010600030101010101" pitchFamily="2" charset="-122"/>
              </a:rPr>
              <a:t>:</a:t>
            </a:r>
            <a:r>
              <a:rPr lang="zh-CN" altLang="en-US" sz="2800" dirty="0">
                <a:solidFill>
                  <a:srgbClr val="0000FF"/>
                </a:solidFill>
                <a:latin typeface="宋体" panose="02010600030101010101" pitchFamily="2" charset="-122"/>
              </a:rPr>
              <a:t>各磁畴磁矩取向趋于一致</a:t>
            </a:r>
            <a:r>
              <a:rPr lang="en-US" altLang="zh-CN" sz="2800" dirty="0">
                <a:solidFill>
                  <a:srgbClr val="0000FF"/>
                </a:solidFill>
                <a:latin typeface="宋体" panose="02010600030101010101" pitchFamily="2" charset="-122"/>
              </a:rPr>
              <a:t>,</a:t>
            </a:r>
            <a:r>
              <a:rPr lang="zh-CN" altLang="en-US" sz="2800" dirty="0">
                <a:solidFill>
                  <a:srgbClr val="0000FF"/>
                </a:solidFill>
                <a:latin typeface="宋体" panose="02010600030101010101" pitchFamily="2" charset="-122"/>
              </a:rPr>
              <a:t>且与外磁场方向相同</a:t>
            </a:r>
            <a:r>
              <a:rPr lang="en-US" altLang="zh-CN" sz="2800" dirty="0">
                <a:solidFill>
                  <a:srgbClr val="0000FF"/>
                </a:solidFill>
                <a:latin typeface="宋体" panose="02010600030101010101" pitchFamily="2" charset="-122"/>
              </a:rPr>
              <a:t>,</a:t>
            </a:r>
            <a:r>
              <a:rPr lang="zh-CN" altLang="en-US" sz="2800" dirty="0">
                <a:solidFill>
                  <a:srgbClr val="0000FF"/>
                </a:solidFill>
                <a:latin typeface="宋体" panose="02010600030101010101" pitchFamily="2" charset="-122"/>
              </a:rPr>
              <a:t>所以在不强的外磁场下</a:t>
            </a:r>
            <a:r>
              <a:rPr lang="en-US" altLang="zh-CN" sz="2800" dirty="0">
                <a:solidFill>
                  <a:srgbClr val="0000FF"/>
                </a:solidFill>
                <a:latin typeface="宋体" panose="02010600030101010101" pitchFamily="2" charset="-122"/>
              </a:rPr>
              <a:t>,</a:t>
            </a:r>
            <a:r>
              <a:rPr lang="zh-CN" altLang="en-US" sz="2800" dirty="0">
                <a:solidFill>
                  <a:srgbClr val="0000FF"/>
                </a:solidFill>
                <a:latin typeface="宋体" panose="02010600030101010101" pitchFamily="2" charset="-122"/>
              </a:rPr>
              <a:t>铁磁质会表现出很强的磁性</a:t>
            </a:r>
            <a:r>
              <a:rPr lang="en-US" altLang="zh-CN" sz="2800" dirty="0">
                <a:solidFill>
                  <a:srgbClr val="0000FF"/>
                </a:solidFill>
                <a:latin typeface="宋体" panose="02010600030101010101" pitchFamily="2" charset="-122"/>
              </a:rPr>
              <a:t>.</a:t>
            </a:r>
            <a:r>
              <a:rPr lang="zh-CN" altLang="en-US" sz="2800" dirty="0">
                <a:solidFill>
                  <a:srgbClr val="0000FF"/>
                </a:solidFill>
                <a:latin typeface="宋体" panose="02010600030101010101" pitchFamily="2" charset="-122"/>
              </a:rPr>
              <a:t>通常铁磁质产生的附加磁场要比外磁场要大好几个数量级。</a:t>
            </a:r>
          </a:p>
        </p:txBody>
      </p:sp>
    </p:spTree>
    <p:extLst>
      <p:ext uri="{BB962C8B-B14F-4D97-AF65-F5344CB8AC3E}">
        <p14:creationId xmlns:p14="http://schemas.microsoft.com/office/powerpoint/2010/main" val="6344623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2209800" y="715964"/>
            <a:ext cx="2286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三、磁畴</a:t>
            </a:r>
          </a:p>
        </p:txBody>
      </p:sp>
      <p:sp>
        <p:nvSpPr>
          <p:cNvPr id="67587" name="Rectangle 3"/>
          <p:cNvSpPr>
            <a:spLocks noChangeArrowheads="1"/>
          </p:cNvSpPr>
          <p:nvPr/>
        </p:nvSpPr>
        <p:spPr bwMode="auto">
          <a:xfrm>
            <a:off x="263352" y="1371600"/>
            <a:ext cx="11665296"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FontTx/>
              <a:buNone/>
            </a:pPr>
            <a:r>
              <a:rPr lang="zh-CN" altLang="en-US" sz="2800" dirty="0">
                <a:solidFill>
                  <a:srgbClr val="0000FF"/>
                </a:solidFill>
                <a:latin typeface="宋体" panose="02010600030101010101" pitchFamily="2" charset="-122"/>
              </a:rPr>
              <a:t>产生磁畴的原因是由于电子间具有交换作用，使电子自旋在平行排列时能量最低</a:t>
            </a:r>
            <a:r>
              <a:rPr lang="en-US" altLang="zh-CN" sz="2800" dirty="0">
                <a:solidFill>
                  <a:srgbClr val="0000FF"/>
                </a:solidFill>
                <a:latin typeface="宋体" panose="02010600030101010101" pitchFamily="2" charset="-122"/>
              </a:rPr>
              <a:t>.</a:t>
            </a:r>
          </a:p>
        </p:txBody>
      </p:sp>
      <p:sp>
        <p:nvSpPr>
          <p:cNvPr id="67588" name="Rectangle 4" descr="宽下对角线"/>
          <p:cNvSpPr>
            <a:spLocks noChangeArrowheads="1"/>
          </p:cNvSpPr>
          <p:nvPr/>
        </p:nvSpPr>
        <p:spPr bwMode="auto">
          <a:xfrm>
            <a:off x="2420938" y="3144838"/>
            <a:ext cx="520700" cy="520700"/>
          </a:xfrm>
          <a:prstGeom prst="rect">
            <a:avLst/>
          </a:prstGeom>
          <a:pattFill prst="wdDnDiag">
            <a:fgClr>
              <a:schemeClr val="accent1"/>
            </a:fgClr>
            <a:bgClr>
              <a:schemeClr val="bg1"/>
            </a:bgClr>
          </a:patt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67589" name="Rectangle 5" descr="宽上对角线"/>
          <p:cNvSpPr>
            <a:spLocks noChangeArrowheads="1"/>
          </p:cNvSpPr>
          <p:nvPr/>
        </p:nvSpPr>
        <p:spPr bwMode="auto">
          <a:xfrm>
            <a:off x="2941638" y="3141663"/>
            <a:ext cx="520700" cy="520700"/>
          </a:xfrm>
          <a:prstGeom prst="rect">
            <a:avLst/>
          </a:prstGeom>
          <a:pattFill prst="wdUpDiag">
            <a:fgClr>
              <a:schemeClr val="accent1"/>
            </a:fgClr>
            <a:bgClr>
              <a:schemeClr val="bg1"/>
            </a:bgClr>
          </a:patt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67590" name="Rectangle 6" descr="宽上对角线"/>
          <p:cNvSpPr>
            <a:spLocks noChangeArrowheads="1"/>
          </p:cNvSpPr>
          <p:nvPr/>
        </p:nvSpPr>
        <p:spPr bwMode="auto">
          <a:xfrm>
            <a:off x="2419350" y="2624138"/>
            <a:ext cx="520700" cy="520700"/>
          </a:xfrm>
          <a:prstGeom prst="rect">
            <a:avLst/>
          </a:prstGeom>
          <a:pattFill prst="wdUpDiag">
            <a:fgClr>
              <a:schemeClr val="accent1"/>
            </a:fgClr>
            <a:bgClr>
              <a:schemeClr val="bg1"/>
            </a:bgClr>
          </a:patt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67591" name="Rectangle 7" descr="宽下对角线"/>
          <p:cNvSpPr>
            <a:spLocks noChangeArrowheads="1"/>
          </p:cNvSpPr>
          <p:nvPr/>
        </p:nvSpPr>
        <p:spPr bwMode="auto">
          <a:xfrm>
            <a:off x="4176713" y="2632075"/>
            <a:ext cx="520700" cy="687388"/>
          </a:xfrm>
          <a:prstGeom prst="rect">
            <a:avLst/>
          </a:prstGeom>
          <a:pattFill prst="wdDnDiag">
            <a:fgClr>
              <a:schemeClr val="accent1"/>
            </a:fgClr>
            <a:bgClr>
              <a:schemeClr val="bg1"/>
            </a:bgClr>
          </a:patt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67592" name="Rectangle 8" descr="宽下对角线"/>
          <p:cNvSpPr>
            <a:spLocks noChangeArrowheads="1"/>
          </p:cNvSpPr>
          <p:nvPr/>
        </p:nvSpPr>
        <p:spPr bwMode="auto">
          <a:xfrm>
            <a:off x="3659188" y="3321051"/>
            <a:ext cx="520700" cy="354013"/>
          </a:xfrm>
          <a:prstGeom prst="rect">
            <a:avLst/>
          </a:prstGeom>
          <a:pattFill prst="wdDnDiag">
            <a:fgClr>
              <a:schemeClr val="accent1"/>
            </a:fgClr>
            <a:bgClr>
              <a:schemeClr val="bg1"/>
            </a:bgClr>
          </a:patt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67593" name="Rectangle 9" descr="宽上对角线"/>
          <p:cNvSpPr>
            <a:spLocks noChangeArrowheads="1"/>
          </p:cNvSpPr>
          <p:nvPr/>
        </p:nvSpPr>
        <p:spPr bwMode="auto">
          <a:xfrm>
            <a:off x="4179888" y="3322638"/>
            <a:ext cx="520700" cy="349250"/>
          </a:xfrm>
          <a:prstGeom prst="rect">
            <a:avLst/>
          </a:prstGeom>
          <a:pattFill prst="wdUpDiag">
            <a:fgClr>
              <a:schemeClr val="accent1"/>
            </a:fgClr>
            <a:bgClr>
              <a:schemeClr val="bg1"/>
            </a:bgClr>
          </a:patt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67594" name="Rectangle 10" descr="宽上对角线"/>
          <p:cNvSpPr>
            <a:spLocks noChangeArrowheads="1"/>
          </p:cNvSpPr>
          <p:nvPr/>
        </p:nvSpPr>
        <p:spPr bwMode="auto">
          <a:xfrm>
            <a:off x="3657600" y="2633664"/>
            <a:ext cx="520700" cy="687387"/>
          </a:xfrm>
          <a:prstGeom prst="rect">
            <a:avLst/>
          </a:prstGeom>
          <a:pattFill prst="wdUpDiag">
            <a:fgClr>
              <a:schemeClr val="accent1"/>
            </a:fgClr>
            <a:bgClr>
              <a:schemeClr val="bg1"/>
            </a:bgClr>
          </a:patt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67595" name="Rectangle 11" descr="宽下对角线"/>
          <p:cNvSpPr>
            <a:spLocks noChangeArrowheads="1"/>
          </p:cNvSpPr>
          <p:nvPr/>
        </p:nvSpPr>
        <p:spPr bwMode="auto">
          <a:xfrm>
            <a:off x="5443538" y="2651125"/>
            <a:ext cx="520700" cy="1035050"/>
          </a:xfrm>
          <a:prstGeom prst="rect">
            <a:avLst/>
          </a:prstGeom>
          <a:pattFill prst="wdDnDiag">
            <a:fgClr>
              <a:schemeClr val="accent1"/>
            </a:fgClr>
            <a:bgClr>
              <a:schemeClr val="bg1"/>
            </a:bgClr>
          </a:patt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67596" name="Rectangle 12" descr="宽上对角线"/>
          <p:cNvSpPr>
            <a:spLocks noChangeArrowheads="1"/>
          </p:cNvSpPr>
          <p:nvPr/>
        </p:nvSpPr>
        <p:spPr bwMode="auto">
          <a:xfrm>
            <a:off x="4924425" y="2652713"/>
            <a:ext cx="520700" cy="1035050"/>
          </a:xfrm>
          <a:prstGeom prst="rect">
            <a:avLst/>
          </a:prstGeom>
          <a:pattFill prst="wdUpDiag">
            <a:fgClr>
              <a:schemeClr val="accent1"/>
            </a:fgClr>
            <a:bgClr>
              <a:schemeClr val="bg1"/>
            </a:bgClr>
          </a:patt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67597" name="Line 13"/>
          <p:cNvSpPr>
            <a:spLocks noChangeShapeType="1"/>
          </p:cNvSpPr>
          <p:nvPr/>
        </p:nvSpPr>
        <p:spPr bwMode="auto">
          <a:xfrm flipV="1">
            <a:off x="2505076" y="2795588"/>
            <a:ext cx="233363" cy="233362"/>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nvGrpSpPr>
          <p:cNvPr id="67598" name="Group 14"/>
          <p:cNvGrpSpPr>
            <a:grpSpLocks/>
          </p:cNvGrpSpPr>
          <p:nvPr/>
        </p:nvGrpSpPr>
        <p:grpSpPr bwMode="auto">
          <a:xfrm>
            <a:off x="2938463" y="2622550"/>
            <a:ext cx="520700" cy="520700"/>
            <a:chOff x="894" y="1652"/>
            <a:chExt cx="328" cy="328"/>
          </a:xfrm>
        </p:grpSpPr>
        <p:sp>
          <p:nvSpPr>
            <p:cNvPr id="67647" name="Rectangle 15" descr="宽下对角线"/>
            <p:cNvSpPr>
              <a:spLocks noChangeArrowheads="1"/>
            </p:cNvSpPr>
            <p:nvPr/>
          </p:nvSpPr>
          <p:spPr bwMode="auto">
            <a:xfrm>
              <a:off x="894" y="1652"/>
              <a:ext cx="328" cy="328"/>
            </a:xfrm>
            <a:prstGeom prst="rect">
              <a:avLst/>
            </a:prstGeom>
            <a:pattFill prst="wdDnDiag">
              <a:fgClr>
                <a:schemeClr val="accent1"/>
              </a:fgClr>
              <a:bgClr>
                <a:schemeClr val="bg1"/>
              </a:bgClr>
            </a:patt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67648" name="Line 16"/>
            <p:cNvSpPr>
              <a:spLocks noChangeShapeType="1"/>
            </p:cNvSpPr>
            <p:nvPr/>
          </p:nvSpPr>
          <p:spPr bwMode="auto">
            <a:xfrm>
              <a:off x="948" y="1713"/>
              <a:ext cx="120" cy="12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67599" name="Line 17"/>
          <p:cNvSpPr>
            <a:spLocks noChangeShapeType="1"/>
          </p:cNvSpPr>
          <p:nvPr/>
        </p:nvSpPr>
        <p:spPr bwMode="auto">
          <a:xfrm flipH="1">
            <a:off x="3114676" y="3224214"/>
            <a:ext cx="257175" cy="257175"/>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00" name="Line 18"/>
          <p:cNvSpPr>
            <a:spLocks noChangeShapeType="1"/>
          </p:cNvSpPr>
          <p:nvPr/>
        </p:nvSpPr>
        <p:spPr bwMode="auto">
          <a:xfrm flipH="1" flipV="1">
            <a:off x="2538413" y="3271838"/>
            <a:ext cx="266700" cy="2667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01" name="Line 19"/>
          <p:cNvSpPr>
            <a:spLocks noChangeShapeType="1"/>
          </p:cNvSpPr>
          <p:nvPr/>
        </p:nvSpPr>
        <p:spPr bwMode="auto">
          <a:xfrm flipV="1">
            <a:off x="3695701" y="2886076"/>
            <a:ext cx="233363" cy="233363"/>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02" name="Line 20"/>
          <p:cNvSpPr>
            <a:spLocks noChangeShapeType="1"/>
          </p:cNvSpPr>
          <p:nvPr/>
        </p:nvSpPr>
        <p:spPr bwMode="auto">
          <a:xfrm flipH="1">
            <a:off x="4295776" y="3367089"/>
            <a:ext cx="257175" cy="257175"/>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03" name="Line 21"/>
          <p:cNvSpPr>
            <a:spLocks noChangeShapeType="1"/>
          </p:cNvSpPr>
          <p:nvPr/>
        </p:nvSpPr>
        <p:spPr bwMode="auto">
          <a:xfrm flipH="1" flipV="1">
            <a:off x="3743325" y="3357563"/>
            <a:ext cx="266700" cy="2667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04" name="Line 22"/>
          <p:cNvSpPr>
            <a:spLocks noChangeShapeType="1"/>
          </p:cNvSpPr>
          <p:nvPr/>
        </p:nvSpPr>
        <p:spPr bwMode="auto">
          <a:xfrm>
            <a:off x="4233864" y="2747963"/>
            <a:ext cx="257175" cy="24765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05" name="Line 23"/>
          <p:cNvSpPr>
            <a:spLocks noChangeShapeType="1"/>
          </p:cNvSpPr>
          <p:nvPr/>
        </p:nvSpPr>
        <p:spPr bwMode="auto">
          <a:xfrm flipV="1">
            <a:off x="4972051" y="3171826"/>
            <a:ext cx="233363" cy="233363"/>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06" name="Line 24"/>
          <p:cNvSpPr>
            <a:spLocks noChangeShapeType="1"/>
          </p:cNvSpPr>
          <p:nvPr/>
        </p:nvSpPr>
        <p:spPr bwMode="auto">
          <a:xfrm>
            <a:off x="5572126" y="3128963"/>
            <a:ext cx="257175" cy="24765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07" name="Rectangle 25" descr="深色横线"/>
          <p:cNvSpPr>
            <a:spLocks noChangeArrowheads="1"/>
          </p:cNvSpPr>
          <p:nvPr/>
        </p:nvSpPr>
        <p:spPr bwMode="auto">
          <a:xfrm>
            <a:off x="6843713" y="2674938"/>
            <a:ext cx="520700" cy="103505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67608" name="Rectangle 26" descr="深色横线"/>
          <p:cNvSpPr>
            <a:spLocks noChangeArrowheads="1"/>
          </p:cNvSpPr>
          <p:nvPr/>
        </p:nvSpPr>
        <p:spPr bwMode="auto">
          <a:xfrm>
            <a:off x="6324600" y="2676525"/>
            <a:ext cx="520700" cy="103505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67609" name="Rectangle 27" descr="深色横线"/>
          <p:cNvSpPr>
            <a:spLocks noChangeArrowheads="1"/>
          </p:cNvSpPr>
          <p:nvPr/>
        </p:nvSpPr>
        <p:spPr bwMode="auto">
          <a:xfrm>
            <a:off x="8239125" y="2679700"/>
            <a:ext cx="520700" cy="1035050"/>
          </a:xfrm>
          <a:prstGeom prst="rect">
            <a:avLst/>
          </a:prstGeom>
          <a:pattFill prst="dkHorz">
            <a:fgClr>
              <a:schemeClr val="accent1"/>
            </a:fgClr>
            <a:bgClr>
              <a:schemeClr val="bg1"/>
            </a:bgClr>
          </a:patt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67610" name="Rectangle 28" descr="深色横线"/>
          <p:cNvSpPr>
            <a:spLocks noChangeArrowheads="1"/>
          </p:cNvSpPr>
          <p:nvPr/>
        </p:nvSpPr>
        <p:spPr bwMode="auto">
          <a:xfrm>
            <a:off x="7720013" y="2681288"/>
            <a:ext cx="520700" cy="1035050"/>
          </a:xfrm>
          <a:prstGeom prst="rect">
            <a:avLst/>
          </a:prstGeom>
          <a:pattFill prst="dkHorz">
            <a:fgClr>
              <a:schemeClr val="accent1"/>
            </a:fgClr>
            <a:bgClr>
              <a:schemeClr val="bg1"/>
            </a:bgClr>
          </a:patt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67611" name="Line 29"/>
          <p:cNvSpPr>
            <a:spLocks noChangeShapeType="1"/>
          </p:cNvSpPr>
          <p:nvPr/>
        </p:nvSpPr>
        <p:spPr bwMode="auto">
          <a:xfrm flipV="1">
            <a:off x="6324600" y="2914650"/>
            <a:ext cx="514350" cy="52388"/>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12" name="Line 30"/>
          <p:cNvSpPr>
            <a:spLocks noChangeShapeType="1"/>
          </p:cNvSpPr>
          <p:nvPr/>
        </p:nvSpPr>
        <p:spPr bwMode="auto">
          <a:xfrm flipV="1">
            <a:off x="6324600" y="3014664"/>
            <a:ext cx="514350" cy="52387"/>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13" name="Line 31"/>
          <p:cNvSpPr>
            <a:spLocks noChangeShapeType="1"/>
          </p:cNvSpPr>
          <p:nvPr/>
        </p:nvSpPr>
        <p:spPr bwMode="auto">
          <a:xfrm flipV="1">
            <a:off x="6334125" y="3114675"/>
            <a:ext cx="514350" cy="52388"/>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14" name="Line 32"/>
          <p:cNvSpPr>
            <a:spLocks noChangeShapeType="1"/>
          </p:cNvSpPr>
          <p:nvPr/>
        </p:nvSpPr>
        <p:spPr bwMode="auto">
          <a:xfrm flipV="1">
            <a:off x="6334125" y="3214689"/>
            <a:ext cx="514350" cy="52387"/>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15" name="Line 33"/>
          <p:cNvSpPr>
            <a:spLocks noChangeShapeType="1"/>
          </p:cNvSpPr>
          <p:nvPr/>
        </p:nvSpPr>
        <p:spPr bwMode="auto">
          <a:xfrm flipV="1">
            <a:off x="6319838" y="3309939"/>
            <a:ext cx="514350" cy="52387"/>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16" name="Line 34"/>
          <p:cNvSpPr>
            <a:spLocks noChangeShapeType="1"/>
          </p:cNvSpPr>
          <p:nvPr/>
        </p:nvSpPr>
        <p:spPr bwMode="auto">
          <a:xfrm flipV="1">
            <a:off x="6319838" y="3409950"/>
            <a:ext cx="514350" cy="52388"/>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17" name="Line 35"/>
          <p:cNvSpPr>
            <a:spLocks noChangeShapeType="1"/>
          </p:cNvSpPr>
          <p:nvPr/>
        </p:nvSpPr>
        <p:spPr bwMode="auto">
          <a:xfrm flipV="1">
            <a:off x="6329363" y="3509964"/>
            <a:ext cx="514350" cy="52387"/>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18" name="Line 36"/>
          <p:cNvSpPr>
            <a:spLocks noChangeShapeType="1"/>
          </p:cNvSpPr>
          <p:nvPr/>
        </p:nvSpPr>
        <p:spPr bwMode="auto">
          <a:xfrm flipV="1">
            <a:off x="6329363" y="3609975"/>
            <a:ext cx="514350" cy="52388"/>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19" name="Line 37"/>
          <p:cNvSpPr>
            <a:spLocks noChangeShapeType="1"/>
          </p:cNvSpPr>
          <p:nvPr/>
        </p:nvSpPr>
        <p:spPr bwMode="auto">
          <a:xfrm flipV="1">
            <a:off x="6334125" y="2700339"/>
            <a:ext cx="514350" cy="52387"/>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20" name="Line 38"/>
          <p:cNvSpPr>
            <a:spLocks noChangeShapeType="1"/>
          </p:cNvSpPr>
          <p:nvPr/>
        </p:nvSpPr>
        <p:spPr bwMode="auto">
          <a:xfrm flipV="1">
            <a:off x="6334125" y="2800350"/>
            <a:ext cx="514350" cy="52388"/>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21" name="Line 39"/>
          <p:cNvSpPr>
            <a:spLocks noChangeShapeType="1"/>
          </p:cNvSpPr>
          <p:nvPr/>
        </p:nvSpPr>
        <p:spPr bwMode="auto">
          <a:xfrm>
            <a:off x="6843714" y="2800350"/>
            <a:ext cx="523875" cy="52388"/>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22" name="Line 40"/>
          <p:cNvSpPr>
            <a:spLocks noChangeShapeType="1"/>
          </p:cNvSpPr>
          <p:nvPr/>
        </p:nvSpPr>
        <p:spPr bwMode="auto">
          <a:xfrm>
            <a:off x="6843714" y="2700339"/>
            <a:ext cx="523875" cy="52387"/>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23" name="Line 41"/>
          <p:cNvSpPr>
            <a:spLocks noChangeShapeType="1"/>
          </p:cNvSpPr>
          <p:nvPr/>
        </p:nvSpPr>
        <p:spPr bwMode="auto">
          <a:xfrm>
            <a:off x="6843714" y="3014664"/>
            <a:ext cx="523875" cy="52387"/>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24" name="Line 42"/>
          <p:cNvSpPr>
            <a:spLocks noChangeShapeType="1"/>
          </p:cNvSpPr>
          <p:nvPr/>
        </p:nvSpPr>
        <p:spPr bwMode="auto">
          <a:xfrm>
            <a:off x="6843714" y="2914650"/>
            <a:ext cx="523875" cy="52388"/>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25" name="Line 43"/>
          <p:cNvSpPr>
            <a:spLocks noChangeShapeType="1"/>
          </p:cNvSpPr>
          <p:nvPr/>
        </p:nvSpPr>
        <p:spPr bwMode="auto">
          <a:xfrm>
            <a:off x="6843714" y="3214689"/>
            <a:ext cx="523875" cy="52387"/>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26" name="Line 44"/>
          <p:cNvSpPr>
            <a:spLocks noChangeShapeType="1"/>
          </p:cNvSpPr>
          <p:nvPr/>
        </p:nvSpPr>
        <p:spPr bwMode="auto">
          <a:xfrm>
            <a:off x="6843714" y="3114675"/>
            <a:ext cx="523875" cy="52388"/>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27" name="Line 45"/>
          <p:cNvSpPr>
            <a:spLocks noChangeShapeType="1"/>
          </p:cNvSpPr>
          <p:nvPr/>
        </p:nvSpPr>
        <p:spPr bwMode="auto">
          <a:xfrm>
            <a:off x="6843714" y="3400425"/>
            <a:ext cx="523875" cy="52388"/>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28" name="Line 46"/>
          <p:cNvSpPr>
            <a:spLocks noChangeShapeType="1"/>
          </p:cNvSpPr>
          <p:nvPr/>
        </p:nvSpPr>
        <p:spPr bwMode="auto">
          <a:xfrm>
            <a:off x="6843714" y="3300414"/>
            <a:ext cx="523875" cy="52387"/>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29" name="Line 47"/>
          <p:cNvSpPr>
            <a:spLocks noChangeShapeType="1"/>
          </p:cNvSpPr>
          <p:nvPr/>
        </p:nvSpPr>
        <p:spPr bwMode="auto">
          <a:xfrm>
            <a:off x="6843714" y="3609975"/>
            <a:ext cx="523875" cy="52388"/>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30" name="Line 48"/>
          <p:cNvSpPr>
            <a:spLocks noChangeShapeType="1"/>
          </p:cNvSpPr>
          <p:nvPr/>
        </p:nvSpPr>
        <p:spPr bwMode="auto">
          <a:xfrm>
            <a:off x="6843714" y="3509964"/>
            <a:ext cx="523875" cy="52387"/>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31" name="Line 49"/>
          <p:cNvSpPr>
            <a:spLocks noChangeShapeType="1"/>
          </p:cNvSpPr>
          <p:nvPr/>
        </p:nvSpPr>
        <p:spPr bwMode="auto">
          <a:xfrm flipV="1">
            <a:off x="6391275" y="3124200"/>
            <a:ext cx="342900" cy="33338"/>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32" name="Line 50"/>
          <p:cNvSpPr>
            <a:spLocks noChangeShapeType="1"/>
          </p:cNvSpPr>
          <p:nvPr/>
        </p:nvSpPr>
        <p:spPr bwMode="auto">
          <a:xfrm>
            <a:off x="6977063" y="3124201"/>
            <a:ext cx="304800" cy="28575"/>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33" name="Line 51"/>
          <p:cNvSpPr>
            <a:spLocks noChangeShapeType="1"/>
          </p:cNvSpPr>
          <p:nvPr/>
        </p:nvSpPr>
        <p:spPr bwMode="auto">
          <a:xfrm>
            <a:off x="7791450" y="3186113"/>
            <a:ext cx="361950"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34" name="Line 52"/>
          <p:cNvSpPr>
            <a:spLocks noChangeShapeType="1"/>
          </p:cNvSpPr>
          <p:nvPr/>
        </p:nvSpPr>
        <p:spPr bwMode="auto">
          <a:xfrm>
            <a:off x="8353425" y="3186113"/>
            <a:ext cx="361950"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35" name="Line 53"/>
          <p:cNvSpPr>
            <a:spLocks noChangeShapeType="1"/>
          </p:cNvSpPr>
          <p:nvPr/>
        </p:nvSpPr>
        <p:spPr bwMode="auto">
          <a:xfrm>
            <a:off x="3814763" y="3824288"/>
            <a:ext cx="762000"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36" name="Text Box 54"/>
          <p:cNvSpPr txBox="1">
            <a:spLocks noChangeArrowheads="1"/>
          </p:cNvSpPr>
          <p:nvPr/>
        </p:nvSpPr>
        <p:spPr bwMode="auto">
          <a:xfrm>
            <a:off x="3895725" y="3948114"/>
            <a:ext cx="6286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磁化场</a:t>
            </a:r>
          </a:p>
        </p:txBody>
      </p:sp>
      <p:sp>
        <p:nvSpPr>
          <p:cNvPr id="67637" name="Line 55"/>
          <p:cNvSpPr>
            <a:spLocks noChangeShapeType="1"/>
          </p:cNvSpPr>
          <p:nvPr/>
        </p:nvSpPr>
        <p:spPr bwMode="auto">
          <a:xfrm>
            <a:off x="5110163" y="3862388"/>
            <a:ext cx="762000"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38" name="Text Box 56"/>
          <p:cNvSpPr txBox="1">
            <a:spLocks noChangeArrowheads="1"/>
          </p:cNvSpPr>
          <p:nvPr/>
        </p:nvSpPr>
        <p:spPr bwMode="auto">
          <a:xfrm>
            <a:off x="5191125" y="3986214"/>
            <a:ext cx="6286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磁化场</a:t>
            </a:r>
          </a:p>
        </p:txBody>
      </p:sp>
      <p:sp>
        <p:nvSpPr>
          <p:cNvPr id="67639" name="Line 57"/>
          <p:cNvSpPr>
            <a:spLocks noChangeShapeType="1"/>
          </p:cNvSpPr>
          <p:nvPr/>
        </p:nvSpPr>
        <p:spPr bwMode="auto">
          <a:xfrm>
            <a:off x="6529388" y="3910013"/>
            <a:ext cx="762000"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40" name="Text Box 58"/>
          <p:cNvSpPr txBox="1">
            <a:spLocks noChangeArrowheads="1"/>
          </p:cNvSpPr>
          <p:nvPr/>
        </p:nvSpPr>
        <p:spPr bwMode="auto">
          <a:xfrm>
            <a:off x="6610350" y="4033839"/>
            <a:ext cx="6286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磁化场</a:t>
            </a:r>
          </a:p>
        </p:txBody>
      </p:sp>
      <p:sp>
        <p:nvSpPr>
          <p:cNvPr id="67641" name="Line 59"/>
          <p:cNvSpPr>
            <a:spLocks noChangeShapeType="1"/>
          </p:cNvSpPr>
          <p:nvPr/>
        </p:nvSpPr>
        <p:spPr bwMode="auto">
          <a:xfrm>
            <a:off x="7910513" y="3957638"/>
            <a:ext cx="762000"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7642" name="Text Box 60"/>
          <p:cNvSpPr txBox="1">
            <a:spLocks noChangeArrowheads="1"/>
          </p:cNvSpPr>
          <p:nvPr/>
        </p:nvSpPr>
        <p:spPr bwMode="auto">
          <a:xfrm>
            <a:off x="7991475" y="4030664"/>
            <a:ext cx="6286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磁化场</a:t>
            </a:r>
          </a:p>
        </p:txBody>
      </p:sp>
      <p:sp>
        <p:nvSpPr>
          <p:cNvPr id="67643" name="Text Box 61"/>
          <p:cNvSpPr txBox="1">
            <a:spLocks noChangeArrowheads="1"/>
          </p:cNvSpPr>
          <p:nvPr/>
        </p:nvSpPr>
        <p:spPr bwMode="auto">
          <a:xfrm>
            <a:off x="7791451" y="2195513"/>
            <a:ext cx="962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饱和</a:t>
            </a:r>
          </a:p>
        </p:txBody>
      </p:sp>
      <p:sp>
        <p:nvSpPr>
          <p:cNvPr id="67644" name="Text Box 62"/>
          <p:cNvSpPr txBox="1">
            <a:spLocks noChangeArrowheads="1"/>
          </p:cNvSpPr>
          <p:nvPr/>
        </p:nvSpPr>
        <p:spPr bwMode="auto">
          <a:xfrm>
            <a:off x="2146300" y="5270500"/>
            <a:ext cx="1587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技术磁化</a:t>
            </a:r>
          </a:p>
        </p:txBody>
      </p:sp>
      <p:sp>
        <p:nvSpPr>
          <p:cNvPr id="67645" name="Text Box 63"/>
          <p:cNvSpPr txBox="1">
            <a:spLocks noChangeArrowheads="1"/>
          </p:cNvSpPr>
          <p:nvPr/>
        </p:nvSpPr>
        <p:spPr bwMode="auto">
          <a:xfrm>
            <a:off x="3752851" y="5319713"/>
            <a:ext cx="53054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1800">
                <a:solidFill>
                  <a:srgbClr val="FF0000"/>
                </a:solidFill>
              </a:rPr>
              <a:t>饱和磁化强度</a:t>
            </a:r>
            <a:r>
              <a:rPr lang="en-US" altLang="zh-CN" sz="1800">
                <a:solidFill>
                  <a:srgbClr val="FF0000"/>
                </a:solidFill>
              </a:rPr>
              <a:t>Ms:</a:t>
            </a:r>
            <a:r>
              <a:rPr lang="zh-CN" altLang="en-US" sz="1800">
                <a:solidFill>
                  <a:srgbClr val="FF0000"/>
                </a:solidFill>
              </a:rPr>
              <a:t>等于每个磁畴中原有的磁化强度</a:t>
            </a:r>
          </a:p>
        </p:txBody>
      </p:sp>
      <p:sp>
        <p:nvSpPr>
          <p:cNvPr id="67646" name="Text Box 64"/>
          <p:cNvSpPr txBox="1">
            <a:spLocks noChangeArrowheads="1"/>
          </p:cNvSpPr>
          <p:nvPr/>
        </p:nvSpPr>
        <p:spPr bwMode="auto">
          <a:xfrm>
            <a:off x="2089151" y="5891213"/>
            <a:ext cx="70580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1800">
                <a:solidFill>
                  <a:srgbClr val="FF0000"/>
                </a:solidFill>
              </a:rPr>
              <a:t>介质里的掺杂和内应力在磁化场去掉后阻碍磁场恢复到原来的退磁状态 ，这是造成磁滞现象的原因。</a:t>
            </a:r>
          </a:p>
        </p:txBody>
      </p:sp>
    </p:spTree>
    <p:extLst>
      <p:ext uri="{BB962C8B-B14F-4D97-AF65-F5344CB8AC3E}">
        <p14:creationId xmlns:p14="http://schemas.microsoft.com/office/powerpoint/2010/main" val="1265241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ChangeArrowheads="1"/>
          </p:cNvSpPr>
          <p:nvPr/>
        </p:nvSpPr>
        <p:spPr bwMode="auto">
          <a:xfrm>
            <a:off x="335360" y="1806576"/>
            <a:ext cx="11089232"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FontTx/>
              <a:buNone/>
            </a:pPr>
            <a:r>
              <a:rPr lang="en-US" altLang="zh-CN" sz="2400" b="1" dirty="0">
                <a:solidFill>
                  <a:srgbClr val="0000FF"/>
                </a:solidFill>
                <a:latin typeface="楷体_GB2312"/>
                <a:ea typeface="楷体_GB2312"/>
                <a:cs typeface="楷体_GB2312"/>
              </a:rPr>
              <a:t>  </a:t>
            </a:r>
            <a:r>
              <a:rPr lang="zh-CN" altLang="en-US" sz="2800" dirty="0">
                <a:solidFill>
                  <a:srgbClr val="0000FF"/>
                </a:solidFill>
                <a:latin typeface="宋体" panose="02010600030101010101" pitchFamily="2" charset="-122"/>
              </a:rPr>
              <a:t>存在居里点原因</a:t>
            </a:r>
            <a:r>
              <a:rPr lang="en-US" altLang="zh-CN" sz="2800" dirty="0">
                <a:solidFill>
                  <a:srgbClr val="0000FF"/>
                </a:solidFill>
                <a:latin typeface="宋体" panose="02010600030101010101" pitchFamily="2" charset="-122"/>
              </a:rPr>
              <a:t>:</a:t>
            </a:r>
            <a:r>
              <a:rPr lang="zh-CN" altLang="en-US" sz="2800" dirty="0">
                <a:solidFill>
                  <a:srgbClr val="0000FF"/>
                </a:solidFill>
                <a:latin typeface="宋体" panose="02010600030101010101" pitchFamily="2" charset="-122"/>
              </a:rPr>
              <a:t>铁磁质中的自发磁化区域磁畴受到剧烈的分子热运动的破坏，磁畴被瓦解</a:t>
            </a:r>
            <a:r>
              <a:rPr lang="en-US" altLang="zh-CN" sz="2800" dirty="0">
                <a:solidFill>
                  <a:srgbClr val="0000FF"/>
                </a:solidFill>
                <a:latin typeface="宋体" panose="02010600030101010101" pitchFamily="2" charset="-122"/>
              </a:rPr>
              <a:t>,</a:t>
            </a:r>
            <a:r>
              <a:rPr lang="zh-CN" altLang="en-US" sz="2800" dirty="0">
                <a:solidFill>
                  <a:srgbClr val="0000FF"/>
                </a:solidFill>
                <a:latin typeface="宋体" panose="02010600030101010101" pitchFamily="2" charset="-122"/>
              </a:rPr>
              <a:t>铁磁质的特性消失</a:t>
            </a:r>
            <a:r>
              <a:rPr lang="en-US" altLang="zh-CN" sz="2800" dirty="0">
                <a:solidFill>
                  <a:srgbClr val="0000FF"/>
                </a:solidFill>
                <a:latin typeface="宋体" panose="02010600030101010101" pitchFamily="2" charset="-122"/>
              </a:rPr>
              <a:t>,</a:t>
            </a:r>
            <a:r>
              <a:rPr lang="zh-CN" altLang="en-US" sz="2800" dirty="0">
                <a:solidFill>
                  <a:srgbClr val="0000FF"/>
                </a:solidFill>
                <a:latin typeface="宋体" panose="02010600030101010101" pitchFamily="2" charset="-122"/>
              </a:rPr>
              <a:t>过渡到顺磁质</a:t>
            </a:r>
            <a:r>
              <a:rPr lang="en-US" altLang="zh-CN" sz="2800" dirty="0">
                <a:solidFill>
                  <a:srgbClr val="0000FF"/>
                </a:solidFill>
                <a:latin typeface="宋体" panose="02010600030101010101" pitchFamily="2" charset="-122"/>
              </a:rPr>
              <a:t>.</a:t>
            </a:r>
            <a:r>
              <a:rPr lang="zh-CN" altLang="en-US" sz="2800" dirty="0">
                <a:solidFill>
                  <a:srgbClr val="0000FF"/>
                </a:solidFill>
                <a:latin typeface="宋体" panose="02010600030101010101" pitchFamily="2" charset="-122"/>
              </a:rPr>
              <a:t>不同的铁磁质居里温度亦不同</a:t>
            </a:r>
            <a:r>
              <a:rPr lang="en-US" altLang="zh-CN" sz="2800" dirty="0">
                <a:solidFill>
                  <a:srgbClr val="0000FF"/>
                </a:solidFill>
                <a:latin typeface="宋体" panose="02010600030101010101" pitchFamily="2" charset="-122"/>
              </a:rPr>
              <a:t>.</a:t>
            </a:r>
          </a:p>
        </p:txBody>
      </p:sp>
      <p:sp>
        <p:nvSpPr>
          <p:cNvPr id="69635" name="Rectangle 3"/>
          <p:cNvSpPr>
            <a:spLocks noChangeArrowheads="1"/>
          </p:cNvSpPr>
          <p:nvPr/>
        </p:nvSpPr>
        <p:spPr bwMode="auto">
          <a:xfrm>
            <a:off x="335360" y="3666430"/>
            <a:ext cx="11233248"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FontTx/>
              <a:buNone/>
            </a:pPr>
            <a:r>
              <a:rPr lang="en-US" altLang="zh-CN" sz="2400" b="1" dirty="0">
                <a:solidFill>
                  <a:srgbClr val="0000FF"/>
                </a:solidFill>
                <a:latin typeface="楷体_GB2312"/>
                <a:ea typeface="楷体_GB2312"/>
                <a:cs typeface="楷体_GB2312"/>
              </a:rPr>
              <a:t>  </a:t>
            </a:r>
            <a:r>
              <a:rPr lang="zh-CN" altLang="en-US" sz="2800" dirty="0">
                <a:solidFill>
                  <a:srgbClr val="0000FF"/>
                </a:solidFill>
                <a:latin typeface="宋体" panose="02010600030101010101" pitchFamily="2" charset="-122"/>
              </a:rPr>
              <a:t>铁磁质的磁滞及剩磁原因</a:t>
            </a:r>
            <a:r>
              <a:rPr lang="en-US" altLang="zh-CN" sz="2800" dirty="0">
                <a:solidFill>
                  <a:srgbClr val="0000FF"/>
                </a:solidFill>
                <a:latin typeface="宋体" panose="02010600030101010101" pitchFamily="2" charset="-122"/>
              </a:rPr>
              <a:t>:</a:t>
            </a:r>
            <a:r>
              <a:rPr lang="zh-CN" altLang="en-US" sz="2800" dirty="0">
                <a:solidFill>
                  <a:srgbClr val="0000FF"/>
                </a:solidFill>
                <a:latin typeface="宋体" panose="02010600030101010101" pitchFamily="2" charset="-122"/>
              </a:rPr>
              <a:t>用于磁畴的转向需要克服阻力（来自磁畴间的摩擦），因此当外磁场减弱或消失时磁畴并不按原来的变化规律退回原状，因而表现磁滞现象。当外磁场停止作用后，磁畴的某种排列被保留下来，使得铁磁质仍能保留磁性。</a:t>
            </a:r>
          </a:p>
        </p:txBody>
      </p:sp>
      <p:graphicFrame>
        <p:nvGraphicFramePr>
          <p:cNvPr id="69636" name="Object 4"/>
          <p:cNvGraphicFramePr>
            <a:graphicFrameLocks noChangeAspect="1"/>
          </p:cNvGraphicFramePr>
          <p:nvPr/>
        </p:nvGraphicFramePr>
        <p:xfrm>
          <a:off x="4914901" y="354014"/>
          <a:ext cx="1833563" cy="420687"/>
        </p:xfrm>
        <a:graphic>
          <a:graphicData uri="http://schemas.openxmlformats.org/presentationml/2006/ole">
            <mc:AlternateContent xmlns:mc="http://schemas.openxmlformats.org/markup-compatibility/2006">
              <mc:Choice xmlns:v="urn:schemas-microsoft-com:vml" Requires="v">
                <p:oleObj spid="_x0000_s26642" name="Equation" r:id="rId4" imgW="981069" imgH="209414" progId="Equation.DSMT4">
                  <p:embed/>
                </p:oleObj>
              </mc:Choice>
              <mc:Fallback>
                <p:oleObj name="Equation" r:id="rId4" imgW="981069" imgH="209414"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4901" y="354014"/>
                        <a:ext cx="1833563"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37" name="Text Box 5"/>
          <p:cNvSpPr txBox="1">
            <a:spLocks noChangeArrowheads="1"/>
          </p:cNvSpPr>
          <p:nvPr/>
        </p:nvSpPr>
        <p:spPr bwMode="auto">
          <a:xfrm>
            <a:off x="1801813" y="341313"/>
            <a:ext cx="2654300" cy="469900"/>
          </a:xfrm>
          <a:prstGeom prst="rect">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 </a:t>
            </a:r>
            <a:r>
              <a:rPr lang="zh-CN" altLang="en-US" sz="2400"/>
              <a:t>居里</a:t>
            </a:r>
            <a:r>
              <a:rPr lang="en-US" altLang="zh-CN" sz="2400"/>
              <a:t>-</a:t>
            </a:r>
            <a:r>
              <a:rPr lang="zh-CN" altLang="en-US" sz="2400"/>
              <a:t>外斯定律：</a:t>
            </a:r>
          </a:p>
        </p:txBody>
      </p:sp>
      <p:sp>
        <p:nvSpPr>
          <p:cNvPr id="69638" name="Text Box 6"/>
          <p:cNvSpPr txBox="1">
            <a:spLocks noChangeArrowheads="1"/>
          </p:cNvSpPr>
          <p:nvPr/>
        </p:nvSpPr>
        <p:spPr bwMode="auto">
          <a:xfrm>
            <a:off x="1990725" y="1122363"/>
            <a:ext cx="2205038" cy="469900"/>
          </a:xfrm>
          <a:prstGeom prst="rect">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 Tc</a:t>
            </a:r>
            <a:r>
              <a:rPr lang="zh-CN" altLang="en-US" sz="2400"/>
              <a:t>：居里温度</a:t>
            </a:r>
          </a:p>
        </p:txBody>
      </p:sp>
      <p:sp>
        <p:nvSpPr>
          <p:cNvPr id="69639" name="Text Box 7"/>
          <p:cNvSpPr txBox="1">
            <a:spLocks noChangeArrowheads="1"/>
          </p:cNvSpPr>
          <p:nvPr/>
        </p:nvSpPr>
        <p:spPr bwMode="auto">
          <a:xfrm>
            <a:off x="4632325" y="1122363"/>
            <a:ext cx="5411788" cy="469900"/>
          </a:xfrm>
          <a:prstGeom prst="rect">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铁、钴、镍：</a:t>
            </a:r>
            <a:r>
              <a:rPr lang="en-US" altLang="zh-CN" sz="2400"/>
              <a:t>1040,1395,628K</a:t>
            </a:r>
          </a:p>
        </p:txBody>
      </p:sp>
    </p:spTree>
    <p:extLst>
      <p:ext uri="{BB962C8B-B14F-4D97-AF65-F5344CB8AC3E}">
        <p14:creationId xmlns:p14="http://schemas.microsoft.com/office/powerpoint/2010/main" val="40990645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p:cNvSpPr txBox="1">
            <a:spLocks noChangeArrowheads="1"/>
          </p:cNvSpPr>
          <p:nvPr/>
        </p:nvSpPr>
        <p:spPr bwMode="auto">
          <a:xfrm>
            <a:off x="2286000" y="762000"/>
            <a:ext cx="2667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四、磁材料</a:t>
            </a:r>
          </a:p>
        </p:txBody>
      </p:sp>
      <p:sp>
        <p:nvSpPr>
          <p:cNvPr id="71683" name="Rectangle 3"/>
          <p:cNvSpPr>
            <a:spLocks noChangeArrowheads="1"/>
          </p:cNvSpPr>
          <p:nvPr/>
        </p:nvSpPr>
        <p:spPr bwMode="auto">
          <a:xfrm>
            <a:off x="2286000" y="5334001"/>
            <a:ext cx="2438400"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sz="2400" b="1">
                <a:solidFill>
                  <a:srgbClr val="0000FF"/>
                </a:solidFill>
                <a:ea typeface="楷体_GB2312"/>
                <a:cs typeface="楷体_GB2312"/>
              </a:rPr>
              <a:t>a</a:t>
            </a:r>
            <a:r>
              <a:rPr lang="zh-CN" altLang="en-US" sz="2400" b="1">
                <a:solidFill>
                  <a:srgbClr val="0000FF"/>
                </a:solidFill>
                <a:ea typeface="楷体_GB2312"/>
                <a:cs typeface="楷体_GB2312"/>
              </a:rPr>
              <a:t>）软磁材料</a:t>
            </a:r>
          </a:p>
        </p:txBody>
      </p:sp>
      <p:sp>
        <p:nvSpPr>
          <p:cNvPr id="71684" name="Rectangle 4"/>
          <p:cNvSpPr>
            <a:spLocks noChangeArrowheads="1"/>
          </p:cNvSpPr>
          <p:nvPr/>
        </p:nvSpPr>
        <p:spPr bwMode="auto">
          <a:xfrm>
            <a:off x="4494213" y="5334001"/>
            <a:ext cx="2895600"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sz="2400" b="1">
                <a:solidFill>
                  <a:srgbClr val="0000FF"/>
                </a:solidFill>
                <a:ea typeface="楷体_GB2312"/>
                <a:cs typeface="楷体_GB2312"/>
              </a:rPr>
              <a:t>b</a:t>
            </a:r>
            <a:r>
              <a:rPr lang="zh-CN" altLang="en-US" sz="2400" b="1">
                <a:solidFill>
                  <a:srgbClr val="0000FF"/>
                </a:solidFill>
                <a:ea typeface="楷体_GB2312"/>
                <a:cs typeface="楷体_GB2312"/>
              </a:rPr>
              <a:t>）硬磁材料</a:t>
            </a:r>
          </a:p>
        </p:txBody>
      </p:sp>
      <p:sp>
        <p:nvSpPr>
          <p:cNvPr id="71685" name="Rectangle 5"/>
          <p:cNvSpPr>
            <a:spLocks noChangeArrowheads="1"/>
          </p:cNvSpPr>
          <p:nvPr/>
        </p:nvSpPr>
        <p:spPr bwMode="auto">
          <a:xfrm>
            <a:off x="6781800" y="5105401"/>
            <a:ext cx="3733800"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sz="2400" b="1">
                <a:solidFill>
                  <a:srgbClr val="0000FF"/>
                </a:solidFill>
                <a:ea typeface="楷体_GB2312"/>
                <a:cs typeface="楷体_GB2312"/>
              </a:rPr>
              <a:t>c</a:t>
            </a:r>
            <a:r>
              <a:rPr lang="zh-CN" altLang="en-US" sz="2400" b="1">
                <a:solidFill>
                  <a:srgbClr val="0000FF"/>
                </a:solidFill>
                <a:ea typeface="楷体_GB2312"/>
                <a:cs typeface="楷体_GB2312"/>
              </a:rPr>
              <a:t>）矩磁铁氧体材料</a:t>
            </a:r>
          </a:p>
        </p:txBody>
      </p:sp>
      <p:sp>
        <p:nvSpPr>
          <p:cNvPr id="71686" name="Line 6"/>
          <p:cNvSpPr>
            <a:spLocks noChangeShapeType="1"/>
          </p:cNvSpPr>
          <p:nvPr/>
        </p:nvSpPr>
        <p:spPr bwMode="auto">
          <a:xfrm>
            <a:off x="2232025" y="4006850"/>
            <a:ext cx="22860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87" name="Line 7"/>
          <p:cNvSpPr>
            <a:spLocks noChangeShapeType="1"/>
          </p:cNvSpPr>
          <p:nvPr/>
        </p:nvSpPr>
        <p:spPr bwMode="auto">
          <a:xfrm>
            <a:off x="3375025" y="2752725"/>
            <a:ext cx="0" cy="2514600"/>
          </a:xfrm>
          <a:prstGeom prst="line">
            <a:avLst/>
          </a:prstGeom>
          <a:noFill/>
          <a:ln w="12700">
            <a:solidFill>
              <a:schemeClr val="tx1"/>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1688" name="Group 8"/>
          <p:cNvGrpSpPr>
            <a:grpSpLocks/>
          </p:cNvGrpSpPr>
          <p:nvPr/>
        </p:nvGrpSpPr>
        <p:grpSpPr bwMode="auto">
          <a:xfrm>
            <a:off x="2744788" y="2852739"/>
            <a:ext cx="1446212" cy="2109787"/>
            <a:chOff x="351" y="2306"/>
            <a:chExt cx="911" cy="1329"/>
          </a:xfrm>
        </p:grpSpPr>
        <p:sp>
          <p:nvSpPr>
            <p:cNvPr id="71711" name="Arc 9"/>
            <p:cNvSpPr>
              <a:spLocks/>
            </p:cNvSpPr>
            <p:nvPr/>
          </p:nvSpPr>
          <p:spPr bwMode="auto">
            <a:xfrm>
              <a:off x="617" y="2306"/>
              <a:ext cx="607" cy="66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568"/>
                  </a:moveTo>
                  <a:cubicBezTo>
                    <a:pt x="17" y="9665"/>
                    <a:pt x="9661" y="19"/>
                    <a:pt x="21564" y="0"/>
                  </a:cubicBezTo>
                </a:path>
                <a:path w="21600" h="21600" stroke="0" extrusionOk="0">
                  <a:moveTo>
                    <a:pt x="0" y="21568"/>
                  </a:moveTo>
                  <a:cubicBezTo>
                    <a:pt x="17" y="9665"/>
                    <a:pt x="9661" y="19"/>
                    <a:pt x="21564" y="0"/>
                  </a:cubicBezTo>
                  <a:lnTo>
                    <a:pt x="21600" y="21600"/>
                  </a:lnTo>
                  <a:lnTo>
                    <a:pt x="0" y="21568"/>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12" name="Arc 10"/>
            <p:cNvSpPr>
              <a:spLocks/>
            </p:cNvSpPr>
            <p:nvPr/>
          </p:nvSpPr>
          <p:spPr bwMode="auto">
            <a:xfrm>
              <a:off x="921" y="2306"/>
              <a:ext cx="341" cy="66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568"/>
                  </a:moveTo>
                  <a:cubicBezTo>
                    <a:pt x="17" y="9675"/>
                    <a:pt x="9644" y="34"/>
                    <a:pt x="21537" y="0"/>
                  </a:cubicBezTo>
                </a:path>
                <a:path w="21600" h="21600" stroke="0" extrusionOk="0">
                  <a:moveTo>
                    <a:pt x="0" y="21568"/>
                  </a:moveTo>
                  <a:cubicBezTo>
                    <a:pt x="17" y="9675"/>
                    <a:pt x="9644" y="34"/>
                    <a:pt x="21537" y="0"/>
                  </a:cubicBezTo>
                  <a:lnTo>
                    <a:pt x="21600" y="21600"/>
                  </a:lnTo>
                  <a:lnTo>
                    <a:pt x="0" y="21568"/>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13" name="Arc 11"/>
            <p:cNvSpPr>
              <a:spLocks/>
            </p:cNvSpPr>
            <p:nvPr/>
          </p:nvSpPr>
          <p:spPr bwMode="auto">
            <a:xfrm>
              <a:off x="351" y="2969"/>
              <a:ext cx="570" cy="666"/>
            </a:xfrm>
            <a:custGeom>
              <a:avLst/>
              <a:gdLst>
                <a:gd name="T0" fmla="*/ 0 w 21638"/>
                <a:gd name="T1" fmla="*/ 0 h 21633"/>
                <a:gd name="T2" fmla="*/ 0 w 21638"/>
                <a:gd name="T3" fmla="*/ 0 h 21633"/>
                <a:gd name="T4" fmla="*/ 0 w 21638"/>
                <a:gd name="T5" fmla="*/ 0 h 21633"/>
                <a:gd name="T6" fmla="*/ 0 60000 65536"/>
                <a:gd name="T7" fmla="*/ 0 60000 65536"/>
                <a:gd name="T8" fmla="*/ 0 60000 65536"/>
                <a:gd name="T9" fmla="*/ 0 w 21638"/>
                <a:gd name="T10" fmla="*/ 0 h 21633"/>
                <a:gd name="T11" fmla="*/ 21638 w 21638"/>
                <a:gd name="T12" fmla="*/ 21633 h 21633"/>
              </a:gdLst>
              <a:ahLst/>
              <a:cxnLst>
                <a:cxn ang="T6">
                  <a:pos x="T0" y="T1"/>
                </a:cxn>
                <a:cxn ang="T7">
                  <a:pos x="T2" y="T3"/>
                </a:cxn>
                <a:cxn ang="T8">
                  <a:pos x="T4" y="T5"/>
                </a:cxn>
              </a:cxnLst>
              <a:rect l="T9" t="T10" r="T11" b="T12"/>
              <a:pathLst>
                <a:path w="21638" h="21633" fill="none" extrusionOk="0">
                  <a:moveTo>
                    <a:pt x="21637" y="0"/>
                  </a:moveTo>
                  <a:cubicBezTo>
                    <a:pt x="21637" y="11"/>
                    <a:pt x="21638" y="22"/>
                    <a:pt x="21638" y="33"/>
                  </a:cubicBezTo>
                  <a:cubicBezTo>
                    <a:pt x="21638" y="11962"/>
                    <a:pt x="11967" y="21633"/>
                    <a:pt x="38" y="21633"/>
                  </a:cubicBezTo>
                  <a:cubicBezTo>
                    <a:pt x="25" y="21633"/>
                    <a:pt x="12" y="21632"/>
                    <a:pt x="0" y="21632"/>
                  </a:cubicBezTo>
                </a:path>
                <a:path w="21638" h="21633" stroke="0" extrusionOk="0">
                  <a:moveTo>
                    <a:pt x="21637" y="0"/>
                  </a:moveTo>
                  <a:cubicBezTo>
                    <a:pt x="21637" y="11"/>
                    <a:pt x="21638" y="22"/>
                    <a:pt x="21638" y="33"/>
                  </a:cubicBezTo>
                  <a:cubicBezTo>
                    <a:pt x="21638" y="11962"/>
                    <a:pt x="11967" y="21633"/>
                    <a:pt x="38" y="21633"/>
                  </a:cubicBezTo>
                  <a:cubicBezTo>
                    <a:pt x="25" y="21633"/>
                    <a:pt x="12" y="21632"/>
                    <a:pt x="0" y="21632"/>
                  </a:cubicBezTo>
                  <a:lnTo>
                    <a:pt x="38" y="33"/>
                  </a:lnTo>
                  <a:lnTo>
                    <a:pt x="21637" y="0"/>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14" name="Arc 12"/>
            <p:cNvSpPr>
              <a:spLocks/>
            </p:cNvSpPr>
            <p:nvPr/>
          </p:nvSpPr>
          <p:spPr bwMode="auto">
            <a:xfrm>
              <a:off x="351" y="2969"/>
              <a:ext cx="266" cy="666"/>
            </a:xfrm>
            <a:custGeom>
              <a:avLst/>
              <a:gdLst>
                <a:gd name="T0" fmla="*/ 0 w 21681"/>
                <a:gd name="T1" fmla="*/ 0 h 21633"/>
                <a:gd name="T2" fmla="*/ 0 w 21681"/>
                <a:gd name="T3" fmla="*/ 0 h 21633"/>
                <a:gd name="T4" fmla="*/ 0 w 21681"/>
                <a:gd name="T5" fmla="*/ 0 h 21633"/>
                <a:gd name="T6" fmla="*/ 0 60000 65536"/>
                <a:gd name="T7" fmla="*/ 0 60000 65536"/>
                <a:gd name="T8" fmla="*/ 0 60000 65536"/>
                <a:gd name="T9" fmla="*/ 0 w 21681"/>
                <a:gd name="T10" fmla="*/ 0 h 21633"/>
                <a:gd name="T11" fmla="*/ 21681 w 21681"/>
                <a:gd name="T12" fmla="*/ 21633 h 21633"/>
              </a:gdLst>
              <a:ahLst/>
              <a:cxnLst>
                <a:cxn ang="T6">
                  <a:pos x="T0" y="T1"/>
                </a:cxn>
                <a:cxn ang="T7">
                  <a:pos x="T2" y="T3"/>
                </a:cxn>
                <a:cxn ang="T8">
                  <a:pos x="T4" y="T5"/>
                </a:cxn>
              </a:cxnLst>
              <a:rect l="T9" t="T10" r="T11" b="T12"/>
              <a:pathLst>
                <a:path w="21681" h="21633" fill="none" extrusionOk="0">
                  <a:moveTo>
                    <a:pt x="21680" y="0"/>
                  </a:moveTo>
                  <a:cubicBezTo>
                    <a:pt x="21680" y="11"/>
                    <a:pt x="21681" y="22"/>
                    <a:pt x="21681" y="33"/>
                  </a:cubicBezTo>
                  <a:cubicBezTo>
                    <a:pt x="21681" y="11962"/>
                    <a:pt x="12010" y="21633"/>
                    <a:pt x="81" y="21633"/>
                  </a:cubicBezTo>
                  <a:cubicBezTo>
                    <a:pt x="54" y="21633"/>
                    <a:pt x="27" y="21632"/>
                    <a:pt x="0" y="21632"/>
                  </a:cubicBezTo>
                </a:path>
                <a:path w="21681" h="21633" stroke="0" extrusionOk="0">
                  <a:moveTo>
                    <a:pt x="21680" y="0"/>
                  </a:moveTo>
                  <a:cubicBezTo>
                    <a:pt x="21680" y="11"/>
                    <a:pt x="21681" y="22"/>
                    <a:pt x="21681" y="33"/>
                  </a:cubicBezTo>
                  <a:cubicBezTo>
                    <a:pt x="21681" y="11962"/>
                    <a:pt x="12010" y="21633"/>
                    <a:pt x="81" y="21633"/>
                  </a:cubicBezTo>
                  <a:cubicBezTo>
                    <a:pt x="54" y="21633"/>
                    <a:pt x="27" y="21632"/>
                    <a:pt x="0" y="21632"/>
                  </a:cubicBezTo>
                  <a:lnTo>
                    <a:pt x="81" y="33"/>
                  </a:lnTo>
                  <a:lnTo>
                    <a:pt x="21680" y="0"/>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71689" name="Group 13"/>
          <p:cNvGrpSpPr>
            <a:grpSpLocks/>
          </p:cNvGrpSpPr>
          <p:nvPr/>
        </p:nvGrpSpPr>
        <p:grpSpPr bwMode="auto">
          <a:xfrm>
            <a:off x="4364039" y="2743200"/>
            <a:ext cx="2668587" cy="2287588"/>
            <a:chOff x="1775" y="2276"/>
            <a:chExt cx="1681" cy="1441"/>
          </a:xfrm>
        </p:grpSpPr>
        <p:sp>
          <p:nvSpPr>
            <p:cNvPr id="71707" name="Arc 14"/>
            <p:cNvSpPr>
              <a:spLocks/>
            </p:cNvSpPr>
            <p:nvPr/>
          </p:nvSpPr>
          <p:spPr bwMode="auto">
            <a:xfrm>
              <a:off x="2304" y="2276"/>
              <a:ext cx="1008" cy="72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570"/>
                  </a:moveTo>
                  <a:cubicBezTo>
                    <a:pt x="16" y="9660"/>
                    <a:pt x="9669" y="11"/>
                    <a:pt x="21579" y="0"/>
                  </a:cubicBezTo>
                </a:path>
                <a:path w="21600" h="21600" stroke="0" extrusionOk="0">
                  <a:moveTo>
                    <a:pt x="0" y="21570"/>
                  </a:moveTo>
                  <a:cubicBezTo>
                    <a:pt x="16" y="9660"/>
                    <a:pt x="9669" y="11"/>
                    <a:pt x="21579" y="0"/>
                  </a:cubicBezTo>
                  <a:lnTo>
                    <a:pt x="21600" y="21600"/>
                  </a:lnTo>
                  <a:lnTo>
                    <a:pt x="0" y="21570"/>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08" name="Arc 15"/>
            <p:cNvSpPr>
              <a:spLocks/>
            </p:cNvSpPr>
            <p:nvPr/>
          </p:nvSpPr>
          <p:spPr bwMode="auto">
            <a:xfrm>
              <a:off x="2784" y="2276"/>
              <a:ext cx="672" cy="76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572"/>
                  </a:moveTo>
                  <a:cubicBezTo>
                    <a:pt x="15" y="9666"/>
                    <a:pt x="9662" y="17"/>
                    <a:pt x="21568" y="0"/>
                  </a:cubicBezTo>
                </a:path>
                <a:path w="21600" h="21600" stroke="0" extrusionOk="0">
                  <a:moveTo>
                    <a:pt x="0" y="21572"/>
                  </a:moveTo>
                  <a:cubicBezTo>
                    <a:pt x="15" y="9666"/>
                    <a:pt x="9662" y="17"/>
                    <a:pt x="21568" y="0"/>
                  </a:cubicBezTo>
                  <a:lnTo>
                    <a:pt x="21600" y="21600"/>
                  </a:lnTo>
                  <a:lnTo>
                    <a:pt x="0" y="21572"/>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09" name="Arc 16"/>
            <p:cNvSpPr>
              <a:spLocks/>
            </p:cNvSpPr>
            <p:nvPr/>
          </p:nvSpPr>
          <p:spPr bwMode="auto">
            <a:xfrm>
              <a:off x="1919" y="2948"/>
              <a:ext cx="864" cy="735"/>
            </a:xfrm>
            <a:custGeom>
              <a:avLst/>
              <a:gdLst>
                <a:gd name="T0" fmla="*/ 0 w 21600"/>
                <a:gd name="T1" fmla="*/ 0 h 21629"/>
                <a:gd name="T2" fmla="*/ 0 w 21600"/>
                <a:gd name="T3" fmla="*/ 0 h 21629"/>
                <a:gd name="T4" fmla="*/ 0 w 21600"/>
                <a:gd name="T5" fmla="*/ 0 h 21629"/>
                <a:gd name="T6" fmla="*/ 0 60000 65536"/>
                <a:gd name="T7" fmla="*/ 0 60000 65536"/>
                <a:gd name="T8" fmla="*/ 0 60000 65536"/>
                <a:gd name="T9" fmla="*/ 0 w 21600"/>
                <a:gd name="T10" fmla="*/ 0 h 21629"/>
                <a:gd name="T11" fmla="*/ 21600 w 21600"/>
                <a:gd name="T12" fmla="*/ 21629 h 21629"/>
              </a:gdLst>
              <a:ahLst/>
              <a:cxnLst>
                <a:cxn ang="T6">
                  <a:pos x="T0" y="T1"/>
                </a:cxn>
                <a:cxn ang="T7">
                  <a:pos x="T2" y="T3"/>
                </a:cxn>
                <a:cxn ang="T8">
                  <a:pos x="T4" y="T5"/>
                </a:cxn>
              </a:cxnLst>
              <a:rect l="T9" t="T10" r="T11" b="T12"/>
              <a:pathLst>
                <a:path w="21600" h="21629" fill="none" extrusionOk="0">
                  <a:moveTo>
                    <a:pt x="21599" y="0"/>
                  </a:moveTo>
                  <a:cubicBezTo>
                    <a:pt x="21599" y="9"/>
                    <a:pt x="21600" y="19"/>
                    <a:pt x="21600" y="29"/>
                  </a:cubicBezTo>
                  <a:cubicBezTo>
                    <a:pt x="21600" y="11958"/>
                    <a:pt x="11929" y="21628"/>
                    <a:pt x="0" y="21629"/>
                  </a:cubicBezTo>
                </a:path>
                <a:path w="21600" h="21629" stroke="0" extrusionOk="0">
                  <a:moveTo>
                    <a:pt x="21599" y="0"/>
                  </a:moveTo>
                  <a:cubicBezTo>
                    <a:pt x="21599" y="9"/>
                    <a:pt x="21600" y="19"/>
                    <a:pt x="21600" y="29"/>
                  </a:cubicBezTo>
                  <a:cubicBezTo>
                    <a:pt x="21600" y="11958"/>
                    <a:pt x="11929" y="21628"/>
                    <a:pt x="0" y="21629"/>
                  </a:cubicBezTo>
                  <a:lnTo>
                    <a:pt x="0" y="29"/>
                  </a:lnTo>
                  <a:lnTo>
                    <a:pt x="21599" y="0"/>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10" name="Arc 17"/>
            <p:cNvSpPr>
              <a:spLocks/>
            </p:cNvSpPr>
            <p:nvPr/>
          </p:nvSpPr>
          <p:spPr bwMode="auto">
            <a:xfrm>
              <a:off x="1775" y="2948"/>
              <a:ext cx="528" cy="769"/>
            </a:xfrm>
            <a:custGeom>
              <a:avLst/>
              <a:gdLst>
                <a:gd name="T0" fmla="*/ 0 w 21600"/>
                <a:gd name="T1" fmla="*/ 0 h 21628"/>
                <a:gd name="T2" fmla="*/ 0 w 21600"/>
                <a:gd name="T3" fmla="*/ 0 h 21628"/>
                <a:gd name="T4" fmla="*/ 0 w 21600"/>
                <a:gd name="T5" fmla="*/ 0 h 21628"/>
                <a:gd name="T6" fmla="*/ 0 60000 65536"/>
                <a:gd name="T7" fmla="*/ 0 60000 65536"/>
                <a:gd name="T8" fmla="*/ 0 60000 65536"/>
                <a:gd name="T9" fmla="*/ 0 w 21600"/>
                <a:gd name="T10" fmla="*/ 0 h 21628"/>
                <a:gd name="T11" fmla="*/ 21600 w 21600"/>
                <a:gd name="T12" fmla="*/ 21628 h 21628"/>
              </a:gdLst>
              <a:ahLst/>
              <a:cxnLst>
                <a:cxn ang="T6">
                  <a:pos x="T0" y="T1"/>
                </a:cxn>
                <a:cxn ang="T7">
                  <a:pos x="T2" y="T3"/>
                </a:cxn>
                <a:cxn ang="T8">
                  <a:pos x="T4" y="T5"/>
                </a:cxn>
              </a:cxnLst>
              <a:rect l="T9" t="T10" r="T11" b="T12"/>
              <a:pathLst>
                <a:path w="21600" h="21628" fill="none" extrusionOk="0">
                  <a:moveTo>
                    <a:pt x="21599" y="0"/>
                  </a:moveTo>
                  <a:cubicBezTo>
                    <a:pt x="21599" y="9"/>
                    <a:pt x="21600" y="18"/>
                    <a:pt x="21600" y="28"/>
                  </a:cubicBezTo>
                  <a:cubicBezTo>
                    <a:pt x="21600" y="11957"/>
                    <a:pt x="11929" y="21627"/>
                    <a:pt x="0" y="21628"/>
                  </a:cubicBezTo>
                </a:path>
                <a:path w="21600" h="21628" stroke="0" extrusionOk="0">
                  <a:moveTo>
                    <a:pt x="21599" y="0"/>
                  </a:moveTo>
                  <a:cubicBezTo>
                    <a:pt x="21599" y="9"/>
                    <a:pt x="21600" y="18"/>
                    <a:pt x="21600" y="28"/>
                  </a:cubicBezTo>
                  <a:cubicBezTo>
                    <a:pt x="21600" y="11957"/>
                    <a:pt x="11929" y="21627"/>
                    <a:pt x="0" y="21628"/>
                  </a:cubicBezTo>
                  <a:lnTo>
                    <a:pt x="0" y="28"/>
                  </a:lnTo>
                  <a:lnTo>
                    <a:pt x="21599" y="0"/>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71690" name="Group 18"/>
          <p:cNvGrpSpPr>
            <a:grpSpLocks/>
          </p:cNvGrpSpPr>
          <p:nvPr/>
        </p:nvGrpSpPr>
        <p:grpSpPr bwMode="auto">
          <a:xfrm>
            <a:off x="6934200" y="2857500"/>
            <a:ext cx="2211388" cy="2058988"/>
            <a:chOff x="3120" y="2082"/>
            <a:chExt cx="1393" cy="1297"/>
          </a:xfrm>
        </p:grpSpPr>
        <p:sp>
          <p:nvSpPr>
            <p:cNvPr id="71703" name="Arc 19"/>
            <p:cNvSpPr>
              <a:spLocks/>
            </p:cNvSpPr>
            <p:nvPr/>
          </p:nvSpPr>
          <p:spPr bwMode="auto">
            <a:xfrm>
              <a:off x="3457" y="2082"/>
              <a:ext cx="100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78"/>
                    <a:pt x="9657" y="11"/>
                    <a:pt x="21579" y="0"/>
                  </a:cubicBezTo>
                </a:path>
                <a:path w="21600" h="21600" stroke="0" extrusionOk="0">
                  <a:moveTo>
                    <a:pt x="0" y="21600"/>
                  </a:moveTo>
                  <a:cubicBezTo>
                    <a:pt x="0" y="9678"/>
                    <a:pt x="9657" y="11"/>
                    <a:pt x="21579" y="0"/>
                  </a:cubicBezTo>
                  <a:lnTo>
                    <a:pt x="21600" y="21600"/>
                  </a:lnTo>
                  <a:lnTo>
                    <a:pt x="0" y="21600"/>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04" name="Arc 20"/>
            <p:cNvSpPr>
              <a:spLocks/>
            </p:cNvSpPr>
            <p:nvPr/>
          </p:nvSpPr>
          <p:spPr bwMode="auto">
            <a:xfrm>
              <a:off x="4129" y="2082"/>
              <a:ext cx="384" cy="108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581"/>
                  </a:moveTo>
                  <a:cubicBezTo>
                    <a:pt x="10" y="9680"/>
                    <a:pt x="9643" y="30"/>
                    <a:pt x="21544" y="0"/>
                  </a:cubicBezTo>
                </a:path>
                <a:path w="21600" h="21600" stroke="0" extrusionOk="0">
                  <a:moveTo>
                    <a:pt x="0" y="21581"/>
                  </a:moveTo>
                  <a:cubicBezTo>
                    <a:pt x="10" y="9680"/>
                    <a:pt x="9643" y="30"/>
                    <a:pt x="21544" y="0"/>
                  </a:cubicBezTo>
                  <a:lnTo>
                    <a:pt x="21600" y="21600"/>
                  </a:lnTo>
                  <a:lnTo>
                    <a:pt x="0" y="21581"/>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05" name="Arc 21"/>
            <p:cNvSpPr>
              <a:spLocks/>
            </p:cNvSpPr>
            <p:nvPr/>
          </p:nvSpPr>
          <p:spPr bwMode="auto">
            <a:xfrm>
              <a:off x="3168" y="3137"/>
              <a:ext cx="960" cy="242"/>
            </a:xfrm>
            <a:custGeom>
              <a:avLst/>
              <a:gdLst>
                <a:gd name="T0" fmla="*/ 0 w 21600"/>
                <a:gd name="T1" fmla="*/ 0 h 21690"/>
                <a:gd name="T2" fmla="*/ 0 w 21600"/>
                <a:gd name="T3" fmla="*/ 0 h 21690"/>
                <a:gd name="T4" fmla="*/ 0 w 21600"/>
                <a:gd name="T5" fmla="*/ 0 h 21690"/>
                <a:gd name="T6" fmla="*/ 0 60000 65536"/>
                <a:gd name="T7" fmla="*/ 0 60000 65536"/>
                <a:gd name="T8" fmla="*/ 0 60000 65536"/>
                <a:gd name="T9" fmla="*/ 0 w 21600"/>
                <a:gd name="T10" fmla="*/ 0 h 21690"/>
                <a:gd name="T11" fmla="*/ 21600 w 21600"/>
                <a:gd name="T12" fmla="*/ 21690 h 21690"/>
              </a:gdLst>
              <a:ahLst/>
              <a:cxnLst>
                <a:cxn ang="T6">
                  <a:pos x="T0" y="T1"/>
                </a:cxn>
                <a:cxn ang="T7">
                  <a:pos x="T2" y="T3"/>
                </a:cxn>
                <a:cxn ang="T8">
                  <a:pos x="T4" y="T5"/>
                </a:cxn>
              </a:cxnLst>
              <a:rect l="T9" t="T10" r="T11" b="T12"/>
              <a:pathLst>
                <a:path w="21600" h="21690" fill="none" extrusionOk="0">
                  <a:moveTo>
                    <a:pt x="21599" y="0"/>
                  </a:moveTo>
                  <a:cubicBezTo>
                    <a:pt x="21599" y="30"/>
                    <a:pt x="21600" y="60"/>
                    <a:pt x="21600" y="90"/>
                  </a:cubicBezTo>
                  <a:cubicBezTo>
                    <a:pt x="21600" y="12019"/>
                    <a:pt x="11929" y="21689"/>
                    <a:pt x="0" y="21690"/>
                  </a:cubicBezTo>
                </a:path>
                <a:path w="21600" h="21690" stroke="0" extrusionOk="0">
                  <a:moveTo>
                    <a:pt x="21599" y="0"/>
                  </a:moveTo>
                  <a:cubicBezTo>
                    <a:pt x="21599" y="30"/>
                    <a:pt x="21600" y="60"/>
                    <a:pt x="21600" y="90"/>
                  </a:cubicBezTo>
                  <a:cubicBezTo>
                    <a:pt x="21600" y="12019"/>
                    <a:pt x="11929" y="21689"/>
                    <a:pt x="0" y="21690"/>
                  </a:cubicBezTo>
                  <a:lnTo>
                    <a:pt x="0" y="90"/>
                  </a:lnTo>
                  <a:lnTo>
                    <a:pt x="21599" y="0"/>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06" name="Arc 22"/>
            <p:cNvSpPr>
              <a:spLocks/>
            </p:cNvSpPr>
            <p:nvPr/>
          </p:nvSpPr>
          <p:spPr bwMode="auto">
            <a:xfrm>
              <a:off x="3120" y="2369"/>
              <a:ext cx="336" cy="100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381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1691" name="Line 23"/>
          <p:cNvSpPr>
            <a:spLocks noChangeShapeType="1"/>
          </p:cNvSpPr>
          <p:nvPr/>
        </p:nvSpPr>
        <p:spPr bwMode="auto">
          <a:xfrm>
            <a:off x="4419600" y="4006850"/>
            <a:ext cx="22860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92" name="Line 24"/>
          <p:cNvSpPr>
            <a:spLocks noChangeShapeType="1"/>
          </p:cNvSpPr>
          <p:nvPr/>
        </p:nvSpPr>
        <p:spPr bwMode="auto">
          <a:xfrm>
            <a:off x="5562600" y="2752725"/>
            <a:ext cx="0" cy="2514600"/>
          </a:xfrm>
          <a:prstGeom prst="line">
            <a:avLst/>
          </a:prstGeom>
          <a:noFill/>
          <a:ln w="12700">
            <a:solidFill>
              <a:schemeClr val="tx1"/>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93" name="Line 25"/>
          <p:cNvSpPr>
            <a:spLocks noChangeShapeType="1"/>
          </p:cNvSpPr>
          <p:nvPr/>
        </p:nvSpPr>
        <p:spPr bwMode="auto">
          <a:xfrm>
            <a:off x="6880225" y="4006850"/>
            <a:ext cx="22860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94" name="Line 26"/>
          <p:cNvSpPr>
            <a:spLocks noChangeShapeType="1"/>
          </p:cNvSpPr>
          <p:nvPr/>
        </p:nvSpPr>
        <p:spPr bwMode="auto">
          <a:xfrm>
            <a:off x="8023225" y="2752725"/>
            <a:ext cx="0" cy="2514600"/>
          </a:xfrm>
          <a:prstGeom prst="line">
            <a:avLst/>
          </a:prstGeom>
          <a:noFill/>
          <a:ln w="12700">
            <a:solidFill>
              <a:schemeClr val="tx1"/>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95" name="Text Box 27"/>
          <p:cNvSpPr txBox="1">
            <a:spLocks noChangeArrowheads="1"/>
          </p:cNvSpPr>
          <p:nvPr/>
        </p:nvSpPr>
        <p:spPr bwMode="auto">
          <a:xfrm>
            <a:off x="2514601" y="1371600"/>
            <a:ext cx="7248525"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004" tIns="39001" rIns="78004" bIns="39001">
            <a:spAutoFit/>
          </a:bodyPr>
          <a:lstStyle>
            <a:lvl1pPr defTabSz="78105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7810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78105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8105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8105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8105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8105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8105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8105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sz="2800">
                <a:solidFill>
                  <a:srgbClr val="0000FF"/>
                </a:solidFill>
              </a:rPr>
              <a:t>不同铁磁性物质的磁滞回线有很大差异。图示三种铁磁材料的磁滞回线。</a:t>
            </a:r>
          </a:p>
        </p:txBody>
      </p:sp>
      <p:sp>
        <p:nvSpPr>
          <p:cNvPr id="71696" name="Rectangle 28"/>
          <p:cNvSpPr>
            <a:spLocks noChangeArrowheads="1"/>
          </p:cNvSpPr>
          <p:nvPr/>
        </p:nvSpPr>
        <p:spPr bwMode="auto">
          <a:xfrm>
            <a:off x="6378575" y="4038601"/>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rgbClr val="0000FF"/>
                </a:solidFill>
                <a:ea typeface="楷体_GB2312"/>
                <a:cs typeface="楷体_GB2312"/>
              </a:rPr>
              <a:t>H</a:t>
            </a:r>
          </a:p>
        </p:txBody>
      </p:sp>
      <p:sp>
        <p:nvSpPr>
          <p:cNvPr id="71697" name="Rectangle 29"/>
          <p:cNvSpPr>
            <a:spLocks noChangeArrowheads="1"/>
          </p:cNvSpPr>
          <p:nvPr/>
        </p:nvSpPr>
        <p:spPr bwMode="auto">
          <a:xfrm>
            <a:off x="5207001" y="2733676"/>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rgbClr val="0000FF"/>
                </a:solidFill>
                <a:ea typeface="楷体_GB2312"/>
                <a:cs typeface="楷体_GB2312"/>
              </a:rPr>
              <a:t>B</a:t>
            </a:r>
          </a:p>
        </p:txBody>
      </p:sp>
      <p:sp>
        <p:nvSpPr>
          <p:cNvPr id="71698" name="Rectangle 30"/>
          <p:cNvSpPr>
            <a:spLocks noChangeArrowheads="1"/>
          </p:cNvSpPr>
          <p:nvPr/>
        </p:nvSpPr>
        <p:spPr bwMode="auto">
          <a:xfrm>
            <a:off x="4114800" y="4038601"/>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rgbClr val="0000FF"/>
                </a:solidFill>
                <a:ea typeface="楷体_GB2312"/>
                <a:cs typeface="楷体_GB2312"/>
              </a:rPr>
              <a:t>H</a:t>
            </a:r>
          </a:p>
        </p:txBody>
      </p:sp>
      <p:sp>
        <p:nvSpPr>
          <p:cNvPr id="71699" name="Rectangle 31"/>
          <p:cNvSpPr>
            <a:spLocks noChangeArrowheads="1"/>
          </p:cNvSpPr>
          <p:nvPr/>
        </p:nvSpPr>
        <p:spPr bwMode="auto">
          <a:xfrm>
            <a:off x="2987676" y="2733676"/>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rgbClr val="0000FF"/>
                </a:solidFill>
                <a:ea typeface="楷体_GB2312"/>
                <a:cs typeface="楷体_GB2312"/>
              </a:rPr>
              <a:t>B</a:t>
            </a:r>
          </a:p>
        </p:txBody>
      </p:sp>
      <p:sp>
        <p:nvSpPr>
          <p:cNvPr id="71700" name="Rectangle 32"/>
          <p:cNvSpPr>
            <a:spLocks noChangeArrowheads="1"/>
          </p:cNvSpPr>
          <p:nvPr/>
        </p:nvSpPr>
        <p:spPr bwMode="auto">
          <a:xfrm>
            <a:off x="8785225" y="4025901"/>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rgbClr val="0000FF"/>
                </a:solidFill>
                <a:ea typeface="楷体_GB2312"/>
                <a:cs typeface="楷体_GB2312"/>
              </a:rPr>
              <a:t>H</a:t>
            </a:r>
          </a:p>
        </p:txBody>
      </p:sp>
      <p:sp>
        <p:nvSpPr>
          <p:cNvPr id="71701" name="Rectangle 33"/>
          <p:cNvSpPr>
            <a:spLocks noChangeArrowheads="1"/>
          </p:cNvSpPr>
          <p:nvPr/>
        </p:nvSpPr>
        <p:spPr bwMode="auto">
          <a:xfrm>
            <a:off x="7635876" y="2667001"/>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rgbClr val="0000FF"/>
                </a:solidFill>
                <a:ea typeface="楷体_GB2312"/>
                <a:cs typeface="楷体_GB2312"/>
              </a:rPr>
              <a:t>B</a:t>
            </a:r>
          </a:p>
        </p:txBody>
      </p:sp>
      <p:sp>
        <p:nvSpPr>
          <p:cNvPr id="71702" name="Text Box 34"/>
          <p:cNvSpPr txBox="1">
            <a:spLocks noChangeArrowheads="1"/>
          </p:cNvSpPr>
          <p:nvPr/>
        </p:nvSpPr>
        <p:spPr bwMode="auto">
          <a:xfrm>
            <a:off x="7454901" y="5918201"/>
            <a:ext cx="21764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作业：</a:t>
            </a:r>
            <a:r>
              <a:rPr lang="en-US" altLang="zh-CN" sz="2400"/>
              <a:t>6</a:t>
            </a:r>
            <a:r>
              <a:rPr lang="zh-CN" altLang="en-US" sz="2400"/>
              <a:t>，</a:t>
            </a:r>
            <a:r>
              <a:rPr lang="en-US" altLang="zh-CN" sz="2400"/>
              <a:t>9,11</a:t>
            </a:r>
          </a:p>
        </p:txBody>
      </p:sp>
    </p:spTree>
    <p:extLst>
      <p:ext uri="{BB962C8B-B14F-4D97-AF65-F5344CB8AC3E}">
        <p14:creationId xmlns:p14="http://schemas.microsoft.com/office/powerpoint/2010/main" val="18887807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2209800" y="609601"/>
            <a:ext cx="7772400" cy="677863"/>
          </a:xfrm>
        </p:spPr>
        <p:txBody>
          <a:bodyPr>
            <a:normAutofit fontScale="90000"/>
          </a:bodyPr>
          <a:lstStyle/>
          <a:p>
            <a:pPr eaLnBrk="1" hangingPunct="1"/>
            <a:r>
              <a:rPr lang="zh-CN" altLang="en-US" sz="4000"/>
              <a:t>铁磁，亚铁磁，反铁磁</a:t>
            </a:r>
            <a:br>
              <a:rPr lang="zh-CN" altLang="en-US" sz="4000"/>
            </a:br>
            <a:endParaRPr lang="zh-CN" altLang="en-US" sz="4000"/>
          </a:p>
        </p:txBody>
      </p:sp>
      <p:sp>
        <p:nvSpPr>
          <p:cNvPr id="73731" name="Rectangle 3"/>
          <p:cNvSpPr>
            <a:spLocks noGrp="1" noChangeArrowheads="1"/>
          </p:cNvSpPr>
          <p:nvPr>
            <p:ph type="body" idx="1"/>
          </p:nvPr>
        </p:nvSpPr>
        <p:spPr>
          <a:xfrm>
            <a:off x="2181225" y="1792289"/>
            <a:ext cx="7772400" cy="1690687"/>
          </a:xfrm>
        </p:spPr>
        <p:txBody>
          <a:bodyPr/>
          <a:lstStyle/>
          <a:p>
            <a:pPr eaLnBrk="1" hangingPunct="1"/>
            <a:r>
              <a:rPr lang="zh-CN" altLang="en-US"/>
              <a:t>量子交换作用</a:t>
            </a:r>
          </a:p>
          <a:p>
            <a:pPr eaLnBrk="1" hangingPunct="1"/>
            <a:r>
              <a:rPr lang="en-US" altLang="zh-CN"/>
              <a:t>1907</a:t>
            </a:r>
            <a:r>
              <a:rPr lang="zh-CN" altLang="en-US"/>
              <a:t>年外斯提出磁畴假说，</a:t>
            </a:r>
            <a:r>
              <a:rPr lang="en-US" altLang="zh-CN"/>
              <a:t>1948</a:t>
            </a:r>
            <a:r>
              <a:rPr lang="zh-CN" altLang="en-US"/>
              <a:t>年毕特发明磁粉</a:t>
            </a:r>
          </a:p>
        </p:txBody>
      </p:sp>
      <p:sp>
        <p:nvSpPr>
          <p:cNvPr id="73732" name="Rectangle 4"/>
          <p:cNvSpPr>
            <a:spLocks noChangeArrowheads="1"/>
          </p:cNvSpPr>
          <p:nvPr/>
        </p:nvSpPr>
        <p:spPr bwMode="auto">
          <a:xfrm>
            <a:off x="2728913" y="3743326"/>
            <a:ext cx="1363662" cy="2163763"/>
          </a:xfrm>
          <a:prstGeom prst="rect">
            <a:avLst/>
          </a:prstGeom>
          <a:solidFill>
            <a:schemeClr val="bg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3733" name="Line 5"/>
          <p:cNvSpPr>
            <a:spLocks noChangeShapeType="1"/>
          </p:cNvSpPr>
          <p:nvPr/>
        </p:nvSpPr>
        <p:spPr bwMode="auto">
          <a:xfrm flipV="1">
            <a:off x="2873375" y="5070475"/>
            <a:ext cx="1588" cy="706438"/>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34" name="Line 6"/>
          <p:cNvSpPr>
            <a:spLocks noChangeShapeType="1"/>
          </p:cNvSpPr>
          <p:nvPr/>
        </p:nvSpPr>
        <p:spPr bwMode="auto">
          <a:xfrm flipV="1">
            <a:off x="3192464" y="5070475"/>
            <a:ext cx="1587" cy="706438"/>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35" name="Line 7"/>
          <p:cNvSpPr>
            <a:spLocks noChangeShapeType="1"/>
          </p:cNvSpPr>
          <p:nvPr/>
        </p:nvSpPr>
        <p:spPr bwMode="auto">
          <a:xfrm flipV="1">
            <a:off x="3497264" y="5056189"/>
            <a:ext cx="1587" cy="706437"/>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36" name="Line 8"/>
          <p:cNvSpPr>
            <a:spLocks noChangeShapeType="1"/>
          </p:cNvSpPr>
          <p:nvPr/>
        </p:nvSpPr>
        <p:spPr bwMode="auto">
          <a:xfrm flipV="1">
            <a:off x="3816350" y="5056189"/>
            <a:ext cx="1588" cy="706437"/>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37" name="Line 9"/>
          <p:cNvSpPr>
            <a:spLocks noChangeShapeType="1"/>
          </p:cNvSpPr>
          <p:nvPr/>
        </p:nvSpPr>
        <p:spPr bwMode="auto">
          <a:xfrm flipV="1">
            <a:off x="3657600" y="5056189"/>
            <a:ext cx="1588" cy="706437"/>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38" name="Line 10"/>
          <p:cNvSpPr>
            <a:spLocks noChangeShapeType="1"/>
          </p:cNvSpPr>
          <p:nvPr/>
        </p:nvSpPr>
        <p:spPr bwMode="auto">
          <a:xfrm flipV="1">
            <a:off x="3976689" y="5049838"/>
            <a:ext cx="1587" cy="6985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39" name="Line 11"/>
          <p:cNvSpPr>
            <a:spLocks noChangeShapeType="1"/>
          </p:cNvSpPr>
          <p:nvPr/>
        </p:nvSpPr>
        <p:spPr bwMode="auto">
          <a:xfrm flipV="1">
            <a:off x="3019425" y="5056189"/>
            <a:ext cx="1588" cy="706437"/>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40" name="Line 12"/>
          <p:cNvSpPr>
            <a:spLocks noChangeShapeType="1"/>
          </p:cNvSpPr>
          <p:nvPr/>
        </p:nvSpPr>
        <p:spPr bwMode="auto">
          <a:xfrm flipV="1">
            <a:off x="3338514" y="5056189"/>
            <a:ext cx="1587" cy="706437"/>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41" name="Line 13"/>
          <p:cNvSpPr>
            <a:spLocks noChangeShapeType="1"/>
          </p:cNvSpPr>
          <p:nvPr/>
        </p:nvSpPr>
        <p:spPr bwMode="auto">
          <a:xfrm flipV="1">
            <a:off x="2828925" y="3995739"/>
            <a:ext cx="1588" cy="706437"/>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42" name="Line 14"/>
          <p:cNvSpPr>
            <a:spLocks noChangeShapeType="1"/>
          </p:cNvSpPr>
          <p:nvPr/>
        </p:nvSpPr>
        <p:spPr bwMode="auto">
          <a:xfrm flipV="1">
            <a:off x="3148014" y="3995739"/>
            <a:ext cx="1587" cy="706437"/>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43" name="Line 15"/>
          <p:cNvSpPr>
            <a:spLocks noChangeShapeType="1"/>
          </p:cNvSpPr>
          <p:nvPr/>
        </p:nvSpPr>
        <p:spPr bwMode="auto">
          <a:xfrm flipV="1">
            <a:off x="3452814" y="3981450"/>
            <a:ext cx="1587" cy="706438"/>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44" name="Line 16"/>
          <p:cNvSpPr>
            <a:spLocks noChangeShapeType="1"/>
          </p:cNvSpPr>
          <p:nvPr/>
        </p:nvSpPr>
        <p:spPr bwMode="auto">
          <a:xfrm flipV="1">
            <a:off x="3771900" y="3981450"/>
            <a:ext cx="1588" cy="706438"/>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45" name="Line 17"/>
          <p:cNvSpPr>
            <a:spLocks noChangeShapeType="1"/>
          </p:cNvSpPr>
          <p:nvPr/>
        </p:nvSpPr>
        <p:spPr bwMode="auto">
          <a:xfrm flipV="1">
            <a:off x="3613150" y="3981450"/>
            <a:ext cx="1588" cy="706438"/>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46" name="Line 18"/>
          <p:cNvSpPr>
            <a:spLocks noChangeShapeType="1"/>
          </p:cNvSpPr>
          <p:nvPr/>
        </p:nvSpPr>
        <p:spPr bwMode="auto">
          <a:xfrm flipV="1">
            <a:off x="3932239" y="3975100"/>
            <a:ext cx="1587" cy="6985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47" name="Line 19"/>
          <p:cNvSpPr>
            <a:spLocks noChangeShapeType="1"/>
          </p:cNvSpPr>
          <p:nvPr/>
        </p:nvSpPr>
        <p:spPr bwMode="auto">
          <a:xfrm flipV="1">
            <a:off x="2974975" y="3981450"/>
            <a:ext cx="1588" cy="706438"/>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48" name="Line 20"/>
          <p:cNvSpPr>
            <a:spLocks noChangeShapeType="1"/>
          </p:cNvSpPr>
          <p:nvPr/>
        </p:nvSpPr>
        <p:spPr bwMode="auto">
          <a:xfrm flipV="1">
            <a:off x="3294064" y="3981450"/>
            <a:ext cx="1587" cy="706438"/>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49" name="Rectangle 21"/>
          <p:cNvSpPr>
            <a:spLocks noChangeArrowheads="1"/>
          </p:cNvSpPr>
          <p:nvPr/>
        </p:nvSpPr>
        <p:spPr bwMode="auto">
          <a:xfrm>
            <a:off x="5297488" y="3729038"/>
            <a:ext cx="1363662" cy="2163762"/>
          </a:xfrm>
          <a:prstGeom prst="rect">
            <a:avLst/>
          </a:prstGeom>
          <a:solidFill>
            <a:schemeClr val="bg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3750" name="Line 30"/>
          <p:cNvSpPr>
            <a:spLocks noChangeShapeType="1"/>
          </p:cNvSpPr>
          <p:nvPr/>
        </p:nvSpPr>
        <p:spPr bwMode="auto">
          <a:xfrm flipV="1">
            <a:off x="5397500" y="3981450"/>
            <a:ext cx="1588" cy="706438"/>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51" name="Line 31"/>
          <p:cNvSpPr>
            <a:spLocks noChangeShapeType="1"/>
          </p:cNvSpPr>
          <p:nvPr/>
        </p:nvSpPr>
        <p:spPr bwMode="auto">
          <a:xfrm flipV="1">
            <a:off x="5716589" y="3981450"/>
            <a:ext cx="1587" cy="706438"/>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52" name="Line 32"/>
          <p:cNvSpPr>
            <a:spLocks noChangeShapeType="1"/>
          </p:cNvSpPr>
          <p:nvPr/>
        </p:nvSpPr>
        <p:spPr bwMode="auto">
          <a:xfrm flipV="1">
            <a:off x="6021389" y="3967164"/>
            <a:ext cx="1587" cy="706437"/>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53" name="Line 33"/>
          <p:cNvSpPr>
            <a:spLocks noChangeShapeType="1"/>
          </p:cNvSpPr>
          <p:nvPr/>
        </p:nvSpPr>
        <p:spPr bwMode="auto">
          <a:xfrm flipV="1">
            <a:off x="6340475" y="3967164"/>
            <a:ext cx="1588" cy="706437"/>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54" name="Line 34"/>
          <p:cNvSpPr>
            <a:spLocks noChangeShapeType="1"/>
          </p:cNvSpPr>
          <p:nvPr/>
        </p:nvSpPr>
        <p:spPr bwMode="auto">
          <a:xfrm flipV="1">
            <a:off x="6181725" y="4300538"/>
            <a:ext cx="1588" cy="373062"/>
          </a:xfrm>
          <a:prstGeom prst="line">
            <a:avLst/>
          </a:prstGeom>
          <a:noFill/>
          <a:ln w="12700" cap="sq">
            <a:solidFill>
              <a:schemeClr val="tx1"/>
            </a:solidFill>
            <a:miter lim="800000"/>
            <a:headEnd type="triangle" w="med" len="med"/>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55" name="Line 35"/>
          <p:cNvSpPr>
            <a:spLocks noChangeShapeType="1"/>
          </p:cNvSpPr>
          <p:nvPr/>
        </p:nvSpPr>
        <p:spPr bwMode="auto">
          <a:xfrm flipV="1">
            <a:off x="6500814" y="4265613"/>
            <a:ext cx="1587" cy="393700"/>
          </a:xfrm>
          <a:prstGeom prst="line">
            <a:avLst/>
          </a:prstGeom>
          <a:noFill/>
          <a:ln w="12700" cap="sq">
            <a:solidFill>
              <a:schemeClr val="tx1"/>
            </a:solidFill>
            <a:miter lim="800000"/>
            <a:headEnd type="triangle" w="med" len="med"/>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56" name="Line 36"/>
          <p:cNvSpPr>
            <a:spLocks noChangeShapeType="1"/>
          </p:cNvSpPr>
          <p:nvPr/>
        </p:nvSpPr>
        <p:spPr bwMode="auto">
          <a:xfrm flipV="1">
            <a:off x="5543550" y="4243388"/>
            <a:ext cx="1588" cy="430212"/>
          </a:xfrm>
          <a:prstGeom prst="line">
            <a:avLst/>
          </a:prstGeom>
          <a:noFill/>
          <a:ln w="12700" cap="sq">
            <a:solidFill>
              <a:schemeClr val="tx1"/>
            </a:solidFill>
            <a:miter lim="800000"/>
            <a:headEnd type="triangle" w="med" len="med"/>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57" name="Line 37"/>
          <p:cNvSpPr>
            <a:spLocks noChangeShapeType="1"/>
          </p:cNvSpPr>
          <p:nvPr/>
        </p:nvSpPr>
        <p:spPr bwMode="auto">
          <a:xfrm flipV="1">
            <a:off x="5862639" y="4300538"/>
            <a:ext cx="1587" cy="373062"/>
          </a:xfrm>
          <a:prstGeom prst="line">
            <a:avLst/>
          </a:prstGeom>
          <a:noFill/>
          <a:ln w="12700" cap="sq">
            <a:solidFill>
              <a:schemeClr val="tx1"/>
            </a:solidFill>
            <a:miter lim="800000"/>
            <a:headEnd type="triangle" w="med" len="med"/>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58" name="Line 38"/>
          <p:cNvSpPr>
            <a:spLocks noChangeShapeType="1"/>
          </p:cNvSpPr>
          <p:nvPr/>
        </p:nvSpPr>
        <p:spPr bwMode="auto">
          <a:xfrm flipV="1">
            <a:off x="5427664" y="4953000"/>
            <a:ext cx="1587" cy="706438"/>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59" name="Line 39"/>
          <p:cNvSpPr>
            <a:spLocks noChangeShapeType="1"/>
          </p:cNvSpPr>
          <p:nvPr/>
        </p:nvSpPr>
        <p:spPr bwMode="auto">
          <a:xfrm flipV="1">
            <a:off x="5746750" y="4953000"/>
            <a:ext cx="1588" cy="706438"/>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60" name="Line 40"/>
          <p:cNvSpPr>
            <a:spLocks noChangeShapeType="1"/>
          </p:cNvSpPr>
          <p:nvPr/>
        </p:nvSpPr>
        <p:spPr bwMode="auto">
          <a:xfrm flipV="1">
            <a:off x="6051550" y="4938714"/>
            <a:ext cx="1588" cy="706437"/>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61" name="Line 41"/>
          <p:cNvSpPr>
            <a:spLocks noChangeShapeType="1"/>
          </p:cNvSpPr>
          <p:nvPr/>
        </p:nvSpPr>
        <p:spPr bwMode="auto">
          <a:xfrm flipV="1">
            <a:off x="6370639" y="4938714"/>
            <a:ext cx="1587" cy="706437"/>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62" name="Line 42"/>
          <p:cNvSpPr>
            <a:spLocks noChangeShapeType="1"/>
          </p:cNvSpPr>
          <p:nvPr/>
        </p:nvSpPr>
        <p:spPr bwMode="auto">
          <a:xfrm flipV="1">
            <a:off x="6211889" y="5272088"/>
            <a:ext cx="1587" cy="373062"/>
          </a:xfrm>
          <a:prstGeom prst="line">
            <a:avLst/>
          </a:prstGeom>
          <a:noFill/>
          <a:ln w="12700" cap="sq">
            <a:solidFill>
              <a:schemeClr val="tx1"/>
            </a:solidFill>
            <a:miter lim="800000"/>
            <a:headEnd type="triangle" w="med" len="med"/>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63" name="Line 43"/>
          <p:cNvSpPr>
            <a:spLocks noChangeShapeType="1"/>
          </p:cNvSpPr>
          <p:nvPr/>
        </p:nvSpPr>
        <p:spPr bwMode="auto">
          <a:xfrm flipV="1">
            <a:off x="6530975" y="5237163"/>
            <a:ext cx="1588" cy="393700"/>
          </a:xfrm>
          <a:prstGeom prst="line">
            <a:avLst/>
          </a:prstGeom>
          <a:noFill/>
          <a:ln w="12700" cap="sq">
            <a:solidFill>
              <a:schemeClr val="tx1"/>
            </a:solidFill>
            <a:miter lim="800000"/>
            <a:headEnd type="triangle" w="med" len="med"/>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64" name="Line 44"/>
          <p:cNvSpPr>
            <a:spLocks noChangeShapeType="1"/>
          </p:cNvSpPr>
          <p:nvPr/>
        </p:nvSpPr>
        <p:spPr bwMode="auto">
          <a:xfrm flipV="1">
            <a:off x="5573714" y="5214938"/>
            <a:ext cx="1587" cy="430212"/>
          </a:xfrm>
          <a:prstGeom prst="line">
            <a:avLst/>
          </a:prstGeom>
          <a:noFill/>
          <a:ln w="12700" cap="sq">
            <a:solidFill>
              <a:schemeClr val="tx1"/>
            </a:solidFill>
            <a:miter lim="800000"/>
            <a:headEnd type="triangle" w="med" len="med"/>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65" name="Line 45"/>
          <p:cNvSpPr>
            <a:spLocks noChangeShapeType="1"/>
          </p:cNvSpPr>
          <p:nvPr/>
        </p:nvSpPr>
        <p:spPr bwMode="auto">
          <a:xfrm flipV="1">
            <a:off x="5892800" y="5272088"/>
            <a:ext cx="1588" cy="373062"/>
          </a:xfrm>
          <a:prstGeom prst="line">
            <a:avLst/>
          </a:prstGeom>
          <a:noFill/>
          <a:ln w="12700" cap="sq">
            <a:solidFill>
              <a:schemeClr val="tx1"/>
            </a:solidFill>
            <a:miter lim="800000"/>
            <a:headEnd type="triangle" w="med" len="med"/>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66" name="Rectangle 46"/>
          <p:cNvSpPr>
            <a:spLocks noChangeArrowheads="1"/>
          </p:cNvSpPr>
          <p:nvPr/>
        </p:nvSpPr>
        <p:spPr bwMode="auto">
          <a:xfrm>
            <a:off x="8258176" y="3656013"/>
            <a:ext cx="1363663" cy="2163762"/>
          </a:xfrm>
          <a:prstGeom prst="rect">
            <a:avLst/>
          </a:prstGeom>
          <a:solidFill>
            <a:schemeClr val="bg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3767" name="Line 47"/>
          <p:cNvSpPr>
            <a:spLocks noChangeShapeType="1"/>
          </p:cNvSpPr>
          <p:nvPr/>
        </p:nvSpPr>
        <p:spPr bwMode="auto">
          <a:xfrm flipV="1">
            <a:off x="8402639" y="4983164"/>
            <a:ext cx="1587" cy="706437"/>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68" name="Line 48"/>
          <p:cNvSpPr>
            <a:spLocks noChangeShapeType="1"/>
          </p:cNvSpPr>
          <p:nvPr/>
        </p:nvSpPr>
        <p:spPr bwMode="auto">
          <a:xfrm flipV="1">
            <a:off x="8721725" y="4983164"/>
            <a:ext cx="1588" cy="706437"/>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69" name="Line 49"/>
          <p:cNvSpPr>
            <a:spLocks noChangeShapeType="1"/>
          </p:cNvSpPr>
          <p:nvPr/>
        </p:nvSpPr>
        <p:spPr bwMode="auto">
          <a:xfrm flipV="1">
            <a:off x="9026525" y="4968875"/>
            <a:ext cx="1588" cy="706438"/>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70" name="Line 50"/>
          <p:cNvSpPr>
            <a:spLocks noChangeShapeType="1"/>
          </p:cNvSpPr>
          <p:nvPr/>
        </p:nvSpPr>
        <p:spPr bwMode="auto">
          <a:xfrm flipV="1">
            <a:off x="9345614" y="4968875"/>
            <a:ext cx="1587" cy="706438"/>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71" name="Line 51"/>
          <p:cNvSpPr>
            <a:spLocks noChangeShapeType="1"/>
          </p:cNvSpPr>
          <p:nvPr/>
        </p:nvSpPr>
        <p:spPr bwMode="auto">
          <a:xfrm flipV="1">
            <a:off x="9186864" y="4968875"/>
            <a:ext cx="1587" cy="706438"/>
          </a:xfrm>
          <a:prstGeom prst="line">
            <a:avLst/>
          </a:prstGeom>
          <a:noFill/>
          <a:ln w="12700" cap="sq">
            <a:solidFill>
              <a:schemeClr val="tx1"/>
            </a:solidFill>
            <a:miter lim="800000"/>
            <a:headEnd type="triangle" w="med" len="med"/>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72" name="Line 52"/>
          <p:cNvSpPr>
            <a:spLocks noChangeShapeType="1"/>
          </p:cNvSpPr>
          <p:nvPr/>
        </p:nvSpPr>
        <p:spPr bwMode="auto">
          <a:xfrm flipV="1">
            <a:off x="9505950" y="4962525"/>
            <a:ext cx="1588" cy="698500"/>
          </a:xfrm>
          <a:prstGeom prst="line">
            <a:avLst/>
          </a:prstGeom>
          <a:noFill/>
          <a:ln w="12700" cap="sq">
            <a:solidFill>
              <a:schemeClr val="tx1"/>
            </a:solidFill>
            <a:miter lim="800000"/>
            <a:headEnd type="triangle" w="med" len="med"/>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73" name="Line 53"/>
          <p:cNvSpPr>
            <a:spLocks noChangeShapeType="1"/>
          </p:cNvSpPr>
          <p:nvPr/>
        </p:nvSpPr>
        <p:spPr bwMode="auto">
          <a:xfrm flipV="1">
            <a:off x="8548689" y="4968875"/>
            <a:ext cx="1587" cy="706438"/>
          </a:xfrm>
          <a:prstGeom prst="line">
            <a:avLst/>
          </a:prstGeom>
          <a:noFill/>
          <a:ln w="12700" cap="sq">
            <a:solidFill>
              <a:schemeClr val="tx1"/>
            </a:solidFill>
            <a:miter lim="800000"/>
            <a:headEnd type="triangle" w="med" len="med"/>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74" name="Line 54"/>
          <p:cNvSpPr>
            <a:spLocks noChangeShapeType="1"/>
          </p:cNvSpPr>
          <p:nvPr/>
        </p:nvSpPr>
        <p:spPr bwMode="auto">
          <a:xfrm flipV="1">
            <a:off x="8867775" y="4968875"/>
            <a:ext cx="1588" cy="706438"/>
          </a:xfrm>
          <a:prstGeom prst="line">
            <a:avLst/>
          </a:prstGeom>
          <a:noFill/>
          <a:ln w="12700" cap="sq">
            <a:solidFill>
              <a:schemeClr val="tx1"/>
            </a:solidFill>
            <a:miter lim="800000"/>
            <a:headEnd type="triangle" w="med" len="med"/>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75" name="Line 55"/>
          <p:cNvSpPr>
            <a:spLocks noChangeShapeType="1"/>
          </p:cNvSpPr>
          <p:nvPr/>
        </p:nvSpPr>
        <p:spPr bwMode="auto">
          <a:xfrm flipV="1">
            <a:off x="8358189" y="3908425"/>
            <a:ext cx="1587" cy="706438"/>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76" name="Line 56"/>
          <p:cNvSpPr>
            <a:spLocks noChangeShapeType="1"/>
          </p:cNvSpPr>
          <p:nvPr/>
        </p:nvSpPr>
        <p:spPr bwMode="auto">
          <a:xfrm flipV="1">
            <a:off x="8677275" y="3908425"/>
            <a:ext cx="1588" cy="706438"/>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77" name="Line 57"/>
          <p:cNvSpPr>
            <a:spLocks noChangeShapeType="1"/>
          </p:cNvSpPr>
          <p:nvPr/>
        </p:nvSpPr>
        <p:spPr bwMode="auto">
          <a:xfrm flipV="1">
            <a:off x="8982075" y="3894139"/>
            <a:ext cx="1588" cy="706437"/>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78" name="Line 58"/>
          <p:cNvSpPr>
            <a:spLocks noChangeShapeType="1"/>
          </p:cNvSpPr>
          <p:nvPr/>
        </p:nvSpPr>
        <p:spPr bwMode="auto">
          <a:xfrm flipV="1">
            <a:off x="9301164" y="3894139"/>
            <a:ext cx="1587" cy="706437"/>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79" name="Line 59"/>
          <p:cNvSpPr>
            <a:spLocks noChangeShapeType="1"/>
          </p:cNvSpPr>
          <p:nvPr/>
        </p:nvSpPr>
        <p:spPr bwMode="auto">
          <a:xfrm flipV="1">
            <a:off x="9142414" y="3894139"/>
            <a:ext cx="1587" cy="706437"/>
          </a:xfrm>
          <a:prstGeom prst="line">
            <a:avLst/>
          </a:prstGeom>
          <a:noFill/>
          <a:ln w="12700" cap="sq">
            <a:solidFill>
              <a:schemeClr val="tx1"/>
            </a:solidFill>
            <a:miter lim="800000"/>
            <a:headEnd type="triangle" w="med" len="med"/>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80" name="Line 60"/>
          <p:cNvSpPr>
            <a:spLocks noChangeShapeType="1"/>
          </p:cNvSpPr>
          <p:nvPr/>
        </p:nvSpPr>
        <p:spPr bwMode="auto">
          <a:xfrm flipV="1">
            <a:off x="9461500" y="3887788"/>
            <a:ext cx="1588" cy="698500"/>
          </a:xfrm>
          <a:prstGeom prst="line">
            <a:avLst/>
          </a:prstGeom>
          <a:noFill/>
          <a:ln w="12700" cap="sq">
            <a:solidFill>
              <a:schemeClr val="tx1"/>
            </a:solidFill>
            <a:miter lim="800000"/>
            <a:headEnd type="triangle" w="med" len="med"/>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81" name="Line 61"/>
          <p:cNvSpPr>
            <a:spLocks noChangeShapeType="1"/>
          </p:cNvSpPr>
          <p:nvPr/>
        </p:nvSpPr>
        <p:spPr bwMode="auto">
          <a:xfrm flipV="1">
            <a:off x="8504239" y="3894139"/>
            <a:ext cx="1587" cy="706437"/>
          </a:xfrm>
          <a:prstGeom prst="line">
            <a:avLst/>
          </a:prstGeom>
          <a:noFill/>
          <a:ln w="12700" cap="sq">
            <a:solidFill>
              <a:schemeClr val="tx1"/>
            </a:solidFill>
            <a:miter lim="800000"/>
            <a:headEnd type="triangle" w="med" len="med"/>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82" name="Line 62"/>
          <p:cNvSpPr>
            <a:spLocks noChangeShapeType="1"/>
          </p:cNvSpPr>
          <p:nvPr/>
        </p:nvSpPr>
        <p:spPr bwMode="auto">
          <a:xfrm flipV="1">
            <a:off x="8823325" y="3894139"/>
            <a:ext cx="1588" cy="706437"/>
          </a:xfrm>
          <a:prstGeom prst="line">
            <a:avLst/>
          </a:prstGeom>
          <a:noFill/>
          <a:ln w="12700" cap="sq">
            <a:solidFill>
              <a:schemeClr val="tx1"/>
            </a:solidFill>
            <a:miter lim="800000"/>
            <a:headEnd type="triangle" w="med" len="med"/>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3783" name="Rectangle 63"/>
          <p:cNvSpPr>
            <a:spLocks noChangeArrowheads="1"/>
          </p:cNvSpPr>
          <p:nvPr/>
        </p:nvSpPr>
        <p:spPr bwMode="auto">
          <a:xfrm>
            <a:off x="2887663" y="6042026"/>
            <a:ext cx="895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chemeClr val="tx2"/>
                </a:solidFill>
              </a:rPr>
              <a:t>铁磁</a:t>
            </a:r>
          </a:p>
        </p:txBody>
      </p:sp>
      <p:sp>
        <p:nvSpPr>
          <p:cNvPr id="73784" name="Rectangle 64"/>
          <p:cNvSpPr>
            <a:spLocks noChangeArrowheads="1"/>
          </p:cNvSpPr>
          <p:nvPr/>
        </p:nvSpPr>
        <p:spPr bwMode="auto">
          <a:xfrm>
            <a:off x="4702176" y="6111875"/>
            <a:ext cx="3071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chemeClr val="tx2"/>
                </a:solidFill>
              </a:rPr>
              <a:t>亚铁磁</a:t>
            </a:r>
            <a:r>
              <a:rPr lang="zh-CN" altLang="en-US" sz="2400"/>
              <a:t>；剩余磁矩</a:t>
            </a:r>
          </a:p>
        </p:txBody>
      </p:sp>
      <p:sp>
        <p:nvSpPr>
          <p:cNvPr id="73785" name="Rectangle 65"/>
          <p:cNvSpPr>
            <a:spLocks noChangeArrowheads="1"/>
          </p:cNvSpPr>
          <p:nvPr/>
        </p:nvSpPr>
        <p:spPr bwMode="auto">
          <a:xfrm>
            <a:off x="8402638" y="5980113"/>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chemeClr val="tx2"/>
                </a:solidFill>
              </a:rPr>
              <a:t>反铁磁</a:t>
            </a:r>
          </a:p>
        </p:txBody>
      </p:sp>
    </p:spTree>
    <p:extLst>
      <p:ext uri="{BB962C8B-B14F-4D97-AF65-F5344CB8AC3E}">
        <p14:creationId xmlns:p14="http://schemas.microsoft.com/office/powerpoint/2010/main" val="3630774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p:cNvSpPr txBox="1">
            <a:spLocks noChangeArrowheads="1"/>
          </p:cNvSpPr>
          <p:nvPr/>
        </p:nvSpPr>
        <p:spPr bwMode="auto">
          <a:xfrm>
            <a:off x="1992314" y="1125538"/>
            <a:ext cx="8135937"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lang="en-US" altLang="zh-CN" sz="2400"/>
              <a:t>       </a:t>
            </a:r>
            <a:r>
              <a:rPr lang="zh-CN" altLang="en-US" sz="2400"/>
              <a:t>人类最早发现和利用的强磁性物质天然磁石</a:t>
            </a:r>
            <a:r>
              <a:rPr lang="en-US" altLang="zh-CN" sz="2400"/>
              <a:t>Fe</a:t>
            </a:r>
            <a:r>
              <a:rPr lang="en-US" altLang="zh-CN" sz="2400" baseline="-25000"/>
              <a:t>3</a:t>
            </a:r>
            <a:r>
              <a:rPr lang="en-US" altLang="zh-CN" sz="2400"/>
              <a:t>O</a:t>
            </a:r>
            <a:r>
              <a:rPr lang="en-US" altLang="zh-CN" sz="2400" baseline="-25000"/>
              <a:t>4</a:t>
            </a:r>
            <a:r>
              <a:rPr lang="zh-CN" altLang="en-US" sz="2400"/>
              <a:t>就是亚铁磁性物质，上世纪</a:t>
            </a:r>
            <a:r>
              <a:rPr lang="en-US" altLang="zh-CN" sz="2400"/>
              <a:t>30</a:t>
            </a:r>
            <a:r>
              <a:rPr lang="zh-CN" altLang="en-US" sz="2400"/>
              <a:t>～</a:t>
            </a:r>
            <a:r>
              <a:rPr lang="en-US" altLang="zh-CN" sz="2400"/>
              <a:t>40</a:t>
            </a:r>
            <a:r>
              <a:rPr lang="zh-CN" altLang="en-US" sz="2400"/>
              <a:t>年代开始在此基础上人工合成了一些具有亚铁磁性的氧化物，但其宏观磁性质和铁磁物质相似，很长时间以来，人们并未意识到它的特殊性，</a:t>
            </a:r>
            <a:r>
              <a:rPr lang="en-US" altLang="zh-CN" sz="2400"/>
              <a:t>1948 </a:t>
            </a:r>
            <a:r>
              <a:rPr lang="zh-CN" altLang="en-US" sz="2400"/>
              <a:t>年 </a:t>
            </a:r>
            <a:r>
              <a:rPr lang="en-US" altLang="zh-CN" sz="2400"/>
              <a:t>Neel</a:t>
            </a:r>
            <a:r>
              <a:rPr lang="zh-CN" altLang="en-US" sz="2400"/>
              <a:t>在反铁磁理论的基础上创建了亚铁磁性理论后，人们才认识到这类物质的特殊性，在</a:t>
            </a:r>
            <a:r>
              <a:rPr lang="zh-CN" altLang="en-US" sz="2400" b="1">
                <a:solidFill>
                  <a:srgbClr val="FF0000"/>
                </a:solidFill>
              </a:rPr>
              <a:t>磁结构</a:t>
            </a:r>
            <a:r>
              <a:rPr lang="zh-CN" altLang="en-US" sz="2400"/>
              <a:t>的本质上它和</a:t>
            </a:r>
            <a:r>
              <a:rPr lang="zh-CN" altLang="en-US" sz="2400" b="1">
                <a:solidFill>
                  <a:srgbClr val="FF0000"/>
                </a:solidFill>
              </a:rPr>
              <a:t>反铁磁</a:t>
            </a:r>
            <a:r>
              <a:rPr lang="zh-CN" altLang="en-US" sz="2400"/>
              <a:t>物质相似，但</a:t>
            </a:r>
            <a:r>
              <a:rPr lang="zh-CN" altLang="en-US" sz="2400" b="1">
                <a:solidFill>
                  <a:srgbClr val="00CC00"/>
                </a:solidFill>
              </a:rPr>
              <a:t>宏观表现</a:t>
            </a:r>
            <a:r>
              <a:rPr lang="zh-CN" altLang="en-US" sz="2400"/>
              <a:t>上却更接近于</a:t>
            </a:r>
            <a:r>
              <a:rPr lang="zh-CN" altLang="en-US" sz="2400" b="1">
                <a:solidFill>
                  <a:srgbClr val="00CC00"/>
                </a:solidFill>
              </a:rPr>
              <a:t>铁磁</a:t>
            </a:r>
            <a:r>
              <a:rPr lang="zh-CN" altLang="en-US" sz="2400"/>
              <a:t>物质。对这类材料的研究和利用克服了金属铁磁材料电阻率低的缺点，极大地推动了磁性材料在高频和微波领域中的应用，成为今日磁性材料用于信息技术的主体。           </a:t>
            </a:r>
            <a:r>
              <a:rPr lang="zh-CN" altLang="en-US" sz="2400" b="1">
                <a:solidFill>
                  <a:srgbClr val="FF0000"/>
                </a:solidFill>
              </a:rPr>
              <a:t>强磁！</a:t>
            </a:r>
          </a:p>
        </p:txBody>
      </p:sp>
      <p:sp>
        <p:nvSpPr>
          <p:cNvPr id="75779" name="Rectangle 3"/>
          <p:cNvSpPr>
            <a:spLocks noGrp="1" noChangeArrowheads="1"/>
          </p:cNvSpPr>
          <p:nvPr>
            <p:ph type="title"/>
          </p:nvPr>
        </p:nvSpPr>
        <p:spPr>
          <a:xfrm>
            <a:off x="1981200" y="-26988"/>
            <a:ext cx="8229600" cy="1143001"/>
          </a:xfrm>
        </p:spPr>
        <p:txBody>
          <a:bodyPr/>
          <a:lstStyle/>
          <a:p>
            <a:pPr algn="l" eaLnBrk="1" hangingPunct="1"/>
            <a:r>
              <a:rPr lang="zh-CN" altLang="en-US" sz="2800" b="1">
                <a:solidFill>
                  <a:srgbClr val="0000FF"/>
                </a:solidFill>
              </a:rPr>
              <a:t>亚铁磁性（</a:t>
            </a:r>
            <a:r>
              <a:rPr lang="en-US" altLang="zh-CN" sz="2800" b="1">
                <a:solidFill>
                  <a:srgbClr val="0000FF"/>
                </a:solidFill>
              </a:rPr>
              <a:t>Ferrimagnetism)</a:t>
            </a:r>
          </a:p>
        </p:txBody>
      </p:sp>
    </p:spTree>
    <p:extLst>
      <p:ext uri="{BB962C8B-B14F-4D97-AF65-F5344CB8AC3E}">
        <p14:creationId xmlns:p14="http://schemas.microsoft.com/office/powerpoint/2010/main" val="36029907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6802" name="Object 2"/>
          <p:cNvGraphicFramePr>
            <a:graphicFrameLocks noChangeAspect="1"/>
          </p:cNvGraphicFramePr>
          <p:nvPr/>
        </p:nvGraphicFramePr>
        <p:xfrm>
          <a:off x="1524001" y="1341439"/>
          <a:ext cx="8964613" cy="4167187"/>
        </p:xfrm>
        <a:graphic>
          <a:graphicData uri="http://schemas.openxmlformats.org/presentationml/2006/ole">
            <mc:AlternateContent xmlns:mc="http://schemas.openxmlformats.org/markup-compatibility/2006">
              <mc:Choice xmlns:v="urn:schemas-microsoft-com:vml" Requires="v">
                <p:oleObj spid="_x0000_s27665" name="Image" r:id="rId3" imgW="3727396" imgH="1642736" progId="Photoshop.Image.6">
                  <p:embed/>
                </p:oleObj>
              </mc:Choice>
              <mc:Fallback>
                <p:oleObj name="Image" r:id="rId3" imgW="3727396" imgH="1642736" progId="Photoshop.Image.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1" y="1341439"/>
                        <a:ext cx="8964613" cy="4167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6803" name="Text Box 3"/>
          <p:cNvSpPr txBox="1">
            <a:spLocks noChangeArrowheads="1"/>
          </p:cNvSpPr>
          <p:nvPr/>
        </p:nvSpPr>
        <p:spPr bwMode="auto">
          <a:xfrm>
            <a:off x="1919288" y="1052513"/>
            <a:ext cx="3598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磁化率倒数和温度关系</a:t>
            </a:r>
          </a:p>
        </p:txBody>
      </p:sp>
      <p:sp>
        <p:nvSpPr>
          <p:cNvPr id="76804" name="Text Box 4"/>
          <p:cNvSpPr txBox="1">
            <a:spLocks noChangeArrowheads="1"/>
          </p:cNvSpPr>
          <p:nvPr/>
        </p:nvSpPr>
        <p:spPr bwMode="auto">
          <a:xfrm>
            <a:off x="6672263" y="836613"/>
            <a:ext cx="3598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饱和磁化强度温度关系</a:t>
            </a:r>
          </a:p>
        </p:txBody>
      </p:sp>
      <p:sp>
        <p:nvSpPr>
          <p:cNvPr id="76805" name="Text Box 5"/>
          <p:cNvSpPr txBox="1">
            <a:spLocks noChangeArrowheads="1"/>
          </p:cNvSpPr>
          <p:nvPr/>
        </p:nvSpPr>
        <p:spPr bwMode="auto">
          <a:xfrm>
            <a:off x="1847851" y="5734050"/>
            <a:ext cx="8424863"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spcBef>
                <a:spcPct val="50000"/>
              </a:spcBef>
              <a:buFontTx/>
              <a:buNone/>
            </a:pPr>
            <a:r>
              <a:rPr lang="en-US" altLang="zh-CN" sz="2400"/>
              <a:t>       </a:t>
            </a:r>
            <a:r>
              <a:rPr lang="zh-CN" altLang="en-US" sz="2400"/>
              <a:t>亚铁磁物质的磁化率和磁化强度一般比铁磁物质低，但其电阻率一般要高的多。</a:t>
            </a:r>
          </a:p>
        </p:txBody>
      </p:sp>
      <p:sp>
        <p:nvSpPr>
          <p:cNvPr id="76806" name="Rectangle 6"/>
          <p:cNvSpPr>
            <a:spLocks noGrp="1" noChangeArrowheads="1"/>
          </p:cNvSpPr>
          <p:nvPr>
            <p:ph type="title"/>
          </p:nvPr>
        </p:nvSpPr>
        <p:spPr>
          <a:xfrm>
            <a:off x="1981200" y="-100013"/>
            <a:ext cx="8229600" cy="1143001"/>
          </a:xfrm>
        </p:spPr>
        <p:txBody>
          <a:bodyPr/>
          <a:lstStyle/>
          <a:p>
            <a:pPr algn="l" eaLnBrk="1" hangingPunct="1"/>
            <a:r>
              <a:rPr lang="zh-CN" altLang="en-US" sz="2800" b="1">
                <a:solidFill>
                  <a:srgbClr val="0000FF"/>
                </a:solidFill>
              </a:rPr>
              <a:t>铁磁性和亚铁磁性的宏观区别</a:t>
            </a:r>
          </a:p>
        </p:txBody>
      </p:sp>
    </p:spTree>
    <p:extLst>
      <p:ext uri="{BB962C8B-B14F-4D97-AF65-F5344CB8AC3E}">
        <p14:creationId xmlns:p14="http://schemas.microsoft.com/office/powerpoint/2010/main" val="29866190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p:cNvSpPr txBox="1">
            <a:spLocks noChangeArrowheads="1"/>
          </p:cNvSpPr>
          <p:nvPr/>
        </p:nvSpPr>
        <p:spPr bwMode="auto">
          <a:xfrm>
            <a:off x="1847850" y="549276"/>
            <a:ext cx="864235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       </a:t>
            </a:r>
            <a:r>
              <a:rPr lang="zh-CN" altLang="en-US" sz="2400"/>
              <a:t>亚铁磁物质主要是一些人工合成的含</a:t>
            </a:r>
            <a:r>
              <a:rPr lang="zh-CN" altLang="en-US" sz="2400" b="1">
                <a:solidFill>
                  <a:srgbClr val="FF0000"/>
                </a:solidFill>
              </a:rPr>
              <a:t>过渡族</a:t>
            </a:r>
            <a:r>
              <a:rPr lang="zh-CN" altLang="en-US" sz="2400"/>
              <a:t>元素和</a:t>
            </a:r>
            <a:r>
              <a:rPr lang="zh-CN" altLang="en-US" sz="2400" b="1">
                <a:solidFill>
                  <a:srgbClr val="FF0000"/>
                </a:solidFill>
              </a:rPr>
              <a:t>稀土</a:t>
            </a:r>
            <a:r>
              <a:rPr lang="zh-CN" altLang="en-US" sz="2400"/>
              <a:t>元素的某些特定结构的氧化物</a:t>
            </a:r>
            <a:r>
              <a:rPr lang="zh-CN" altLang="en-US" sz="2800"/>
              <a:t>，</a:t>
            </a:r>
            <a:r>
              <a:rPr lang="zh-CN" altLang="en-US" sz="2400"/>
              <a:t>例如：</a:t>
            </a:r>
          </a:p>
          <a:p>
            <a:pPr eaLnBrk="1" hangingPunct="1">
              <a:spcBef>
                <a:spcPct val="50000"/>
              </a:spcBef>
              <a:buFontTx/>
              <a:buNone/>
            </a:pPr>
            <a:r>
              <a:rPr lang="zh-CN" altLang="en-US" sz="2400"/>
              <a:t>尖晶石结构：</a:t>
            </a:r>
            <a:r>
              <a:rPr lang="en-US" altLang="zh-CN" sz="2400"/>
              <a:t>Fe</a:t>
            </a:r>
            <a:r>
              <a:rPr lang="en-US" altLang="zh-CN" sz="2400" baseline="-25000"/>
              <a:t>3</a:t>
            </a:r>
            <a:r>
              <a:rPr lang="en-US" altLang="zh-CN" sz="2400"/>
              <a:t>O</a:t>
            </a:r>
            <a:r>
              <a:rPr lang="en-US" altLang="zh-CN" sz="2400" baseline="-25000"/>
              <a:t>4</a:t>
            </a:r>
            <a:r>
              <a:rPr lang="en-US" altLang="zh-CN" sz="2400"/>
              <a:t>,  MnFe</a:t>
            </a:r>
            <a:r>
              <a:rPr lang="en-US" altLang="zh-CN" sz="2400" baseline="-25000"/>
              <a:t>2</a:t>
            </a:r>
            <a:r>
              <a:rPr lang="en-US" altLang="zh-CN" sz="2400"/>
              <a:t>O</a:t>
            </a:r>
            <a:r>
              <a:rPr lang="en-US" altLang="zh-CN" sz="2400" baseline="-25000"/>
              <a:t>4</a:t>
            </a:r>
            <a:r>
              <a:rPr lang="en-US" altLang="zh-CN" sz="2400"/>
              <a:t>, CoFe</a:t>
            </a:r>
            <a:r>
              <a:rPr lang="en-US" altLang="zh-CN" sz="2400" baseline="-25000"/>
              <a:t>2</a:t>
            </a:r>
            <a:r>
              <a:rPr lang="en-US" altLang="zh-CN" sz="2400"/>
              <a:t>O</a:t>
            </a:r>
            <a:r>
              <a:rPr lang="en-US" altLang="zh-CN" sz="2400" baseline="-25000"/>
              <a:t>4</a:t>
            </a:r>
          </a:p>
          <a:p>
            <a:pPr eaLnBrk="1" hangingPunct="1">
              <a:spcBef>
                <a:spcPct val="50000"/>
              </a:spcBef>
              <a:buFontTx/>
              <a:buNone/>
            </a:pPr>
            <a:r>
              <a:rPr lang="zh-CN" altLang="en-US" sz="2400"/>
              <a:t>石榴石结构：</a:t>
            </a:r>
            <a:r>
              <a:rPr lang="en-US" altLang="zh-CN" sz="2400"/>
              <a:t>A</a:t>
            </a:r>
            <a:r>
              <a:rPr lang="en-US" altLang="zh-CN" sz="2400" baseline="-25000"/>
              <a:t>3</a:t>
            </a:r>
            <a:r>
              <a:rPr lang="en-US" altLang="zh-CN" sz="2400"/>
              <a:t>Fe</a:t>
            </a:r>
            <a:r>
              <a:rPr lang="en-US" altLang="zh-CN" sz="2400" baseline="-25000"/>
              <a:t>5</a:t>
            </a:r>
            <a:r>
              <a:rPr lang="en-US" altLang="zh-CN" sz="2400"/>
              <a:t>O</a:t>
            </a:r>
            <a:r>
              <a:rPr lang="en-US" altLang="zh-CN" sz="2400" baseline="-25000"/>
              <a:t>12</a:t>
            </a:r>
            <a:r>
              <a:rPr lang="en-US" altLang="zh-CN" sz="2400"/>
              <a:t>,  (A=Y,Sm,Gd,Dy,Ho,Er,Yb  )</a:t>
            </a:r>
          </a:p>
          <a:p>
            <a:pPr eaLnBrk="1" hangingPunct="1">
              <a:spcBef>
                <a:spcPct val="50000"/>
              </a:spcBef>
              <a:buFontTx/>
              <a:buNone/>
            </a:pPr>
            <a:r>
              <a:rPr lang="zh-CN" altLang="en-US" sz="2400"/>
              <a:t>磁铅石结构：</a:t>
            </a:r>
            <a:r>
              <a:rPr lang="en-US" altLang="zh-CN" sz="2400"/>
              <a:t>BaFe</a:t>
            </a:r>
            <a:r>
              <a:rPr lang="en-US" altLang="zh-CN" sz="2400" baseline="-25000"/>
              <a:t>12</a:t>
            </a:r>
            <a:r>
              <a:rPr lang="en-US" altLang="zh-CN" sz="2400"/>
              <a:t>O</a:t>
            </a:r>
            <a:r>
              <a:rPr lang="en-US" altLang="zh-CN" sz="2400" baseline="-25000"/>
              <a:t>19</a:t>
            </a:r>
            <a:r>
              <a:rPr lang="en-US" altLang="zh-CN" sz="2400"/>
              <a:t>, PbFe</a:t>
            </a:r>
            <a:r>
              <a:rPr lang="en-US" altLang="zh-CN" sz="2400" baseline="-25000"/>
              <a:t>12</a:t>
            </a:r>
            <a:r>
              <a:rPr lang="en-US" altLang="zh-CN" sz="2400"/>
              <a:t>O</a:t>
            </a:r>
            <a:r>
              <a:rPr lang="en-US" altLang="zh-CN" sz="2400" baseline="-25000"/>
              <a:t>19</a:t>
            </a:r>
            <a:r>
              <a:rPr lang="en-US" altLang="zh-CN" sz="2400"/>
              <a:t>,  SrFe</a:t>
            </a:r>
            <a:r>
              <a:rPr lang="en-US" altLang="zh-CN" sz="2400" baseline="-25000"/>
              <a:t>12</a:t>
            </a:r>
            <a:r>
              <a:rPr lang="en-US" altLang="zh-CN" sz="2400"/>
              <a:t>O</a:t>
            </a:r>
            <a:r>
              <a:rPr lang="en-US" altLang="zh-CN" sz="2400" baseline="-25000"/>
              <a:t>19</a:t>
            </a:r>
            <a:r>
              <a:rPr lang="en-US" altLang="zh-CN" sz="2400"/>
              <a:t>,</a:t>
            </a:r>
          </a:p>
          <a:p>
            <a:pPr eaLnBrk="1" hangingPunct="1">
              <a:spcBef>
                <a:spcPct val="50000"/>
              </a:spcBef>
              <a:buFontTx/>
              <a:buNone/>
            </a:pPr>
            <a:r>
              <a:rPr lang="zh-CN" altLang="en-US" sz="2400"/>
              <a:t>钙钛矿结构：</a:t>
            </a:r>
            <a:r>
              <a:rPr lang="en-US" altLang="zh-CN" sz="2400"/>
              <a:t>LaFeO</a:t>
            </a:r>
            <a:r>
              <a:rPr lang="en-US" altLang="zh-CN" sz="2400" baseline="-25000"/>
              <a:t>3</a:t>
            </a:r>
            <a:r>
              <a:rPr lang="en-US" altLang="zh-CN" sz="2400"/>
              <a:t>,</a:t>
            </a:r>
          </a:p>
        </p:txBody>
      </p:sp>
    </p:spTree>
    <p:extLst>
      <p:ext uri="{BB962C8B-B14F-4D97-AF65-F5344CB8AC3E}">
        <p14:creationId xmlns:p14="http://schemas.microsoft.com/office/powerpoint/2010/main" val="18821814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a:spLocks noChangeArrowheads="1"/>
          </p:cNvSpPr>
          <p:nvPr/>
        </p:nvSpPr>
        <p:spPr bwMode="auto">
          <a:xfrm>
            <a:off x="1847851" y="692150"/>
            <a:ext cx="8569325" cy="135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spcBef>
                <a:spcPct val="50000"/>
              </a:spcBef>
              <a:buFontTx/>
              <a:buNone/>
            </a:pPr>
            <a:r>
              <a:rPr lang="en-US" altLang="zh-CN" sz="2400"/>
              <a:t>        </a:t>
            </a:r>
            <a:r>
              <a:rPr lang="zh-CN" altLang="en-US" sz="2400"/>
              <a:t>反铁磁性是</a:t>
            </a:r>
            <a:r>
              <a:rPr lang="en-US" altLang="zh-CN" sz="2400"/>
              <a:t>1936</a:t>
            </a:r>
            <a:r>
              <a:rPr lang="zh-CN" altLang="en-US" sz="2400"/>
              <a:t>年首先由法国科学家</a:t>
            </a:r>
            <a:r>
              <a:rPr lang="en-US" altLang="zh-CN" sz="2400"/>
              <a:t>Neel</a:t>
            </a:r>
            <a:r>
              <a:rPr lang="zh-CN" altLang="en-US" sz="2400"/>
              <a:t>从理论上预言、</a:t>
            </a:r>
            <a:r>
              <a:rPr lang="en-US" altLang="zh-CN" sz="2400"/>
              <a:t>1938</a:t>
            </a:r>
            <a:r>
              <a:rPr lang="zh-CN" altLang="en-US" sz="2400"/>
              <a:t>年发现，</a:t>
            </a:r>
            <a:r>
              <a:rPr lang="en-US" altLang="zh-CN" sz="2400"/>
              <a:t>1949</a:t>
            </a:r>
            <a:r>
              <a:rPr lang="zh-CN" altLang="en-US" sz="2400"/>
              <a:t>年被中子实验证实的，它的基本特征是存在一个磁性</a:t>
            </a:r>
            <a:r>
              <a:rPr lang="zh-CN" altLang="en-US" sz="2400" b="1">
                <a:solidFill>
                  <a:srgbClr val="FF0000"/>
                </a:solidFill>
              </a:rPr>
              <a:t>转变温度</a:t>
            </a:r>
            <a:r>
              <a:rPr lang="zh-CN" altLang="en-US" sz="2400"/>
              <a:t>，在此点磁化率温度关系出现</a:t>
            </a:r>
            <a:r>
              <a:rPr lang="zh-CN" altLang="en-US" sz="2400" b="1">
                <a:solidFill>
                  <a:srgbClr val="FF0000"/>
                </a:solidFill>
              </a:rPr>
              <a:t>峰值</a:t>
            </a:r>
            <a:r>
              <a:rPr lang="zh-CN" altLang="en-US" sz="2400"/>
              <a:t>。</a:t>
            </a:r>
          </a:p>
        </p:txBody>
      </p:sp>
      <p:graphicFrame>
        <p:nvGraphicFramePr>
          <p:cNvPr id="78851" name="Object 2"/>
          <p:cNvGraphicFramePr>
            <a:graphicFrameLocks noChangeAspect="1"/>
          </p:cNvGraphicFramePr>
          <p:nvPr/>
        </p:nvGraphicFramePr>
        <p:xfrm>
          <a:off x="1774825" y="2255838"/>
          <a:ext cx="8713788" cy="4629150"/>
        </p:xfrm>
        <a:graphic>
          <a:graphicData uri="http://schemas.openxmlformats.org/presentationml/2006/ole">
            <mc:AlternateContent xmlns:mc="http://schemas.openxmlformats.org/markup-compatibility/2006">
              <mc:Choice xmlns:v="urn:schemas-microsoft-com:vml" Requires="v">
                <p:oleObj spid="_x0000_s28689" name="Image" r:id="rId3" imgW="3386048" imgH="1798171" progId="Photoshop.Image.6">
                  <p:embed/>
                </p:oleObj>
              </mc:Choice>
              <mc:Fallback>
                <p:oleObj name="Image" r:id="rId3" imgW="3386048" imgH="1798171" progId="Photoshop.Image.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4825" y="2255838"/>
                        <a:ext cx="8713788" cy="462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8852" name="Rectangle 4"/>
          <p:cNvSpPr>
            <a:spLocks noGrp="1" noChangeArrowheads="1"/>
          </p:cNvSpPr>
          <p:nvPr>
            <p:ph type="title"/>
          </p:nvPr>
        </p:nvSpPr>
        <p:spPr>
          <a:xfrm>
            <a:off x="1981200" y="-171450"/>
            <a:ext cx="8229600" cy="1143000"/>
          </a:xfrm>
        </p:spPr>
        <p:txBody>
          <a:bodyPr/>
          <a:lstStyle/>
          <a:p>
            <a:pPr algn="l" eaLnBrk="1" hangingPunct="1"/>
            <a:r>
              <a:rPr lang="zh-CN" altLang="en-US" sz="2800" b="1">
                <a:solidFill>
                  <a:srgbClr val="0000FF"/>
                </a:solidFill>
              </a:rPr>
              <a:t>反铁磁性（</a:t>
            </a:r>
            <a:r>
              <a:rPr lang="en-US" altLang="zh-CN" sz="2800" b="1">
                <a:solidFill>
                  <a:srgbClr val="0000FF"/>
                </a:solidFill>
              </a:rPr>
              <a:t>Antiferromagnetism)</a:t>
            </a:r>
          </a:p>
        </p:txBody>
      </p:sp>
      <p:sp>
        <p:nvSpPr>
          <p:cNvPr id="78853" name="Text Box 5"/>
          <p:cNvSpPr txBox="1">
            <a:spLocks noChangeArrowheads="1"/>
          </p:cNvSpPr>
          <p:nvPr/>
        </p:nvSpPr>
        <p:spPr bwMode="auto">
          <a:xfrm>
            <a:off x="8904288" y="3500439"/>
            <a:ext cx="1079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solidFill>
                  <a:srgbClr val="FF0000"/>
                </a:solidFill>
              </a:rPr>
              <a:t>弱磁！</a:t>
            </a:r>
          </a:p>
        </p:txBody>
      </p:sp>
    </p:spTree>
    <p:extLst>
      <p:ext uri="{BB962C8B-B14F-4D97-AF65-F5344CB8AC3E}">
        <p14:creationId xmlns:p14="http://schemas.microsoft.com/office/powerpoint/2010/main" val="24572030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874" name="Object 2"/>
          <p:cNvGraphicFramePr>
            <a:graphicFrameLocks noChangeAspect="1"/>
          </p:cNvGraphicFramePr>
          <p:nvPr/>
        </p:nvGraphicFramePr>
        <p:xfrm>
          <a:off x="1774825" y="1196975"/>
          <a:ext cx="5113338" cy="2806700"/>
        </p:xfrm>
        <a:graphic>
          <a:graphicData uri="http://schemas.openxmlformats.org/presentationml/2006/ole">
            <mc:AlternateContent xmlns:mc="http://schemas.openxmlformats.org/markup-compatibility/2006">
              <mc:Choice xmlns:v="urn:schemas-microsoft-com:vml" Requires="v">
                <p:oleObj spid="_x0000_s29773" name="Image" r:id="rId3" imgW="2743205" imgH="1505460" progId="Photoshop.Image.6">
                  <p:embed/>
                </p:oleObj>
              </mc:Choice>
              <mc:Fallback>
                <p:oleObj name="Image" r:id="rId3" imgW="2743205" imgH="1505460" progId="Photoshop.Image.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4825" y="1196975"/>
                        <a:ext cx="5113338" cy="280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875" name="Text Box 4"/>
          <p:cNvSpPr txBox="1">
            <a:spLocks noChangeArrowheads="1"/>
          </p:cNvSpPr>
          <p:nvPr/>
        </p:nvSpPr>
        <p:spPr bwMode="auto">
          <a:xfrm>
            <a:off x="2063750" y="404813"/>
            <a:ext cx="7272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文献中也常绘成磁化率倒数和温度关系：</a:t>
            </a:r>
          </a:p>
        </p:txBody>
      </p:sp>
      <p:sp>
        <p:nvSpPr>
          <p:cNvPr id="79876" name="Line 5"/>
          <p:cNvSpPr>
            <a:spLocks noChangeShapeType="1"/>
          </p:cNvSpPr>
          <p:nvPr/>
        </p:nvSpPr>
        <p:spPr bwMode="auto">
          <a:xfrm>
            <a:off x="7608888" y="1196975"/>
            <a:ext cx="0" cy="2160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77" name="Line 6"/>
          <p:cNvSpPr>
            <a:spLocks noChangeShapeType="1"/>
          </p:cNvSpPr>
          <p:nvPr/>
        </p:nvSpPr>
        <p:spPr bwMode="auto">
          <a:xfrm>
            <a:off x="7104064" y="3068638"/>
            <a:ext cx="30956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78" name="Line 7"/>
          <p:cNvSpPr>
            <a:spLocks noChangeShapeType="1"/>
          </p:cNvSpPr>
          <p:nvPr/>
        </p:nvSpPr>
        <p:spPr bwMode="auto">
          <a:xfrm>
            <a:off x="8472488" y="1341438"/>
            <a:ext cx="0" cy="17272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79" name="Line 8"/>
          <p:cNvSpPr>
            <a:spLocks noChangeShapeType="1"/>
          </p:cNvSpPr>
          <p:nvPr/>
        </p:nvSpPr>
        <p:spPr bwMode="auto">
          <a:xfrm flipH="1">
            <a:off x="8472488" y="1989138"/>
            <a:ext cx="1295400" cy="10795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9880" name="Object 3"/>
          <p:cNvGraphicFramePr>
            <a:graphicFrameLocks noChangeAspect="1"/>
          </p:cNvGraphicFramePr>
          <p:nvPr/>
        </p:nvGraphicFramePr>
        <p:xfrm>
          <a:off x="9625014" y="3141664"/>
          <a:ext cx="719137" cy="384175"/>
        </p:xfrm>
        <a:graphic>
          <a:graphicData uri="http://schemas.openxmlformats.org/presentationml/2006/ole">
            <mc:AlternateContent xmlns:mc="http://schemas.openxmlformats.org/markup-compatibility/2006">
              <mc:Choice xmlns:v="urn:schemas-microsoft-com:vml" Requires="v">
                <p:oleObj spid="_x0000_s29774" name="Equation" r:id="rId5" imgW="380835" imgH="203112" progId="Equation.DSMT4">
                  <p:embed/>
                </p:oleObj>
              </mc:Choice>
              <mc:Fallback>
                <p:oleObj name="Equation" r:id="rId5" imgW="380835" imgH="203112"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25014" y="3141664"/>
                        <a:ext cx="719137"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81" name="Object 4"/>
          <p:cNvGraphicFramePr>
            <a:graphicFrameLocks noChangeAspect="1"/>
          </p:cNvGraphicFramePr>
          <p:nvPr/>
        </p:nvGraphicFramePr>
        <p:xfrm>
          <a:off x="7175501" y="1125538"/>
          <a:ext cx="333375" cy="785812"/>
        </p:xfrm>
        <a:graphic>
          <a:graphicData uri="http://schemas.openxmlformats.org/presentationml/2006/ole">
            <mc:AlternateContent xmlns:mc="http://schemas.openxmlformats.org/markup-compatibility/2006">
              <mc:Choice xmlns:v="urn:schemas-microsoft-com:vml" Requires="v">
                <p:oleObj spid="_x0000_s29775" name="Equation" r:id="rId7" imgW="177723" imgH="418918" progId="Equation.DSMT4">
                  <p:embed/>
                </p:oleObj>
              </mc:Choice>
              <mc:Fallback>
                <p:oleObj name="Equation" r:id="rId7" imgW="177723" imgH="418918"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75501" y="1125538"/>
                        <a:ext cx="333375" cy="785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82" name="Text Box 11"/>
          <p:cNvSpPr txBox="1">
            <a:spLocks noChangeArrowheads="1"/>
          </p:cNvSpPr>
          <p:nvPr/>
        </p:nvSpPr>
        <p:spPr bwMode="auto">
          <a:xfrm>
            <a:off x="8040689" y="3633789"/>
            <a:ext cx="2016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t>铁磁性</a:t>
            </a:r>
          </a:p>
        </p:txBody>
      </p:sp>
      <p:graphicFrame>
        <p:nvGraphicFramePr>
          <p:cNvPr id="79883" name="Object 5"/>
          <p:cNvGraphicFramePr>
            <a:graphicFrameLocks noChangeAspect="1"/>
          </p:cNvGraphicFramePr>
          <p:nvPr/>
        </p:nvGraphicFramePr>
        <p:xfrm>
          <a:off x="8328025" y="3068639"/>
          <a:ext cx="312738" cy="401637"/>
        </p:xfrm>
        <a:graphic>
          <a:graphicData uri="http://schemas.openxmlformats.org/presentationml/2006/ole">
            <mc:AlternateContent xmlns:mc="http://schemas.openxmlformats.org/markup-compatibility/2006">
              <mc:Choice xmlns:v="urn:schemas-microsoft-com:vml" Requires="v">
                <p:oleObj spid="_x0000_s29776" name="Equation" r:id="rId9" imgW="177646" imgH="228402" progId="Equation.DSMT4">
                  <p:embed/>
                </p:oleObj>
              </mc:Choice>
              <mc:Fallback>
                <p:oleObj name="Equation" r:id="rId9" imgW="177646" imgH="228402"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28025" y="3068639"/>
                        <a:ext cx="312738"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84" name="Text Box 13"/>
          <p:cNvSpPr txBox="1">
            <a:spLocks noChangeArrowheads="1"/>
          </p:cNvSpPr>
          <p:nvPr/>
        </p:nvSpPr>
        <p:spPr bwMode="auto">
          <a:xfrm>
            <a:off x="2135188" y="4221163"/>
            <a:ext cx="7848600"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spcBef>
                <a:spcPct val="50000"/>
              </a:spcBef>
              <a:buFontTx/>
              <a:buNone/>
            </a:pPr>
            <a:r>
              <a:rPr lang="en-US" altLang="zh-CN" sz="2400"/>
              <a:t>       </a:t>
            </a:r>
            <a:r>
              <a:rPr lang="zh-CN" altLang="en-US" sz="2400"/>
              <a:t>低温下表现为反铁磁性的物质，超过磁性转变温度（一般称作</a:t>
            </a:r>
            <a:r>
              <a:rPr lang="en-US" altLang="zh-CN" sz="2400"/>
              <a:t>Neel</a:t>
            </a:r>
            <a:r>
              <a:rPr lang="zh-CN" altLang="en-US" sz="2400"/>
              <a:t>温度）后变为顺磁性的，其磁化率温度关系服从居里</a:t>
            </a:r>
            <a:r>
              <a:rPr lang="en-US" altLang="zh-CN" sz="2400"/>
              <a:t>-</a:t>
            </a:r>
            <a:r>
              <a:rPr lang="zh-CN" altLang="en-US" sz="2400"/>
              <a:t>外斯定律：</a:t>
            </a:r>
          </a:p>
          <a:p>
            <a:pPr eaLnBrk="1" hangingPunct="1">
              <a:spcBef>
                <a:spcPct val="50000"/>
              </a:spcBef>
              <a:buFontTx/>
              <a:buNone/>
            </a:pPr>
            <a:r>
              <a:rPr lang="zh-CN" altLang="en-US" sz="2400"/>
              <a:t>注意与铁磁性的区别！</a:t>
            </a:r>
          </a:p>
        </p:txBody>
      </p:sp>
      <p:graphicFrame>
        <p:nvGraphicFramePr>
          <p:cNvPr id="79885" name="Object 6"/>
          <p:cNvGraphicFramePr>
            <a:graphicFrameLocks noChangeAspect="1"/>
          </p:cNvGraphicFramePr>
          <p:nvPr>
            <p:extLst>
              <p:ext uri="{D42A27DB-BD31-4B8C-83A1-F6EECF244321}">
                <p14:modId xmlns:p14="http://schemas.microsoft.com/office/powerpoint/2010/main" val="145835596"/>
              </p:ext>
            </p:extLst>
          </p:nvPr>
        </p:nvGraphicFramePr>
        <p:xfrm>
          <a:off x="6888163" y="5300664"/>
          <a:ext cx="1338262" cy="884237"/>
        </p:xfrm>
        <a:graphic>
          <a:graphicData uri="http://schemas.openxmlformats.org/presentationml/2006/ole">
            <mc:AlternateContent xmlns:mc="http://schemas.openxmlformats.org/markup-compatibility/2006">
              <mc:Choice xmlns:v="urn:schemas-microsoft-com:vml" Requires="v">
                <p:oleObj spid="_x0000_s29777" name="Equation" r:id="rId11" imgW="672808" imgH="444307" progId="Equation.DSMT4">
                  <p:embed/>
                </p:oleObj>
              </mc:Choice>
              <mc:Fallback>
                <p:oleObj name="Equation" r:id="rId11" imgW="672808" imgH="444307"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88163" y="5300664"/>
                        <a:ext cx="1338262" cy="884237"/>
                      </a:xfrm>
                      <a:prstGeom prst="rect">
                        <a:avLst/>
                      </a:prstGeom>
                      <a:noFill/>
                      <a:ln>
                        <a:noFill/>
                      </a:ln>
                      <a:effectLst/>
                    </p:spPr>
                  </p:pic>
                </p:oleObj>
              </mc:Fallback>
            </mc:AlternateContent>
          </a:graphicData>
        </a:graphic>
      </p:graphicFrame>
      <p:sp>
        <p:nvSpPr>
          <p:cNvPr id="79886" name="Text Box 15"/>
          <p:cNvSpPr txBox="1">
            <a:spLocks noChangeArrowheads="1"/>
          </p:cNvSpPr>
          <p:nvPr/>
        </p:nvSpPr>
        <p:spPr bwMode="auto">
          <a:xfrm>
            <a:off x="7821297" y="1125538"/>
            <a:ext cx="492443"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t>磁化率表现复杂</a:t>
            </a:r>
          </a:p>
        </p:txBody>
      </p:sp>
      <p:sp>
        <p:nvSpPr>
          <p:cNvPr id="79887" name="Line 17"/>
          <p:cNvSpPr>
            <a:spLocks noChangeShapeType="1"/>
          </p:cNvSpPr>
          <p:nvPr/>
        </p:nvSpPr>
        <p:spPr bwMode="auto">
          <a:xfrm flipV="1">
            <a:off x="4151313" y="3357564"/>
            <a:ext cx="1079500" cy="1366837"/>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888" name="Text Box 18"/>
          <p:cNvSpPr txBox="1">
            <a:spLocks noChangeArrowheads="1"/>
          </p:cNvSpPr>
          <p:nvPr/>
        </p:nvSpPr>
        <p:spPr bwMode="auto">
          <a:xfrm>
            <a:off x="4151313" y="3133726"/>
            <a:ext cx="431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i="1">
                <a:sym typeface="Symbol" panose="05050102010706020507" pitchFamily="18" charset="2"/>
              </a:rPr>
              <a:t>T</a:t>
            </a:r>
            <a:r>
              <a:rPr lang="en-US" altLang="zh-CN" sz="2400" b="1" i="1" baseline="-25000">
                <a:sym typeface="Symbol" panose="05050102010706020507" pitchFamily="18" charset="2"/>
              </a:rPr>
              <a:t>p</a:t>
            </a:r>
            <a:endParaRPr lang="en-US" altLang="zh-CN" sz="2400" b="1" i="1">
              <a:sym typeface="Symbol" panose="05050102010706020507" pitchFamily="18" charset="2"/>
            </a:endParaRPr>
          </a:p>
        </p:txBody>
      </p:sp>
      <p:sp>
        <p:nvSpPr>
          <p:cNvPr id="79889" name="Text Box 19"/>
          <p:cNvSpPr txBox="1">
            <a:spLocks noChangeArrowheads="1"/>
          </p:cNvSpPr>
          <p:nvPr/>
        </p:nvSpPr>
        <p:spPr bwMode="auto">
          <a:xfrm>
            <a:off x="9228139" y="3644900"/>
            <a:ext cx="1189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i="1"/>
              <a:t>T</a:t>
            </a:r>
            <a:r>
              <a:rPr lang="en-US" altLang="zh-CN" sz="2400" b="1" baseline="-25000"/>
              <a:t>p</a:t>
            </a:r>
            <a:r>
              <a:rPr lang="en-US" altLang="zh-CN" sz="2400" b="1">
                <a:sym typeface="Symbol" panose="05050102010706020507" pitchFamily="18" charset="2"/>
              </a:rPr>
              <a:t></a:t>
            </a:r>
            <a:r>
              <a:rPr lang="en-US" altLang="zh-CN" sz="2400" b="1" i="1">
                <a:sym typeface="Symbol" panose="05050102010706020507" pitchFamily="18" charset="2"/>
              </a:rPr>
              <a:t>T</a:t>
            </a:r>
            <a:r>
              <a:rPr lang="en-US" altLang="zh-CN" sz="2400" b="1" baseline="-25000">
                <a:sym typeface="Symbol" panose="05050102010706020507" pitchFamily="18" charset="2"/>
              </a:rPr>
              <a:t>C</a:t>
            </a:r>
            <a:endParaRPr lang="en-US" altLang="zh-CN" sz="2400" b="1">
              <a:sym typeface="Symbol" panose="05050102010706020507" pitchFamily="18" charset="2"/>
            </a:endParaRPr>
          </a:p>
        </p:txBody>
      </p:sp>
    </p:spTree>
    <p:extLst>
      <p:ext uri="{BB962C8B-B14F-4D97-AF65-F5344CB8AC3E}">
        <p14:creationId xmlns:p14="http://schemas.microsoft.com/office/powerpoint/2010/main" val="10724915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0898" name="Object 2"/>
          <p:cNvGraphicFramePr>
            <a:graphicFrameLocks noChangeAspect="1"/>
          </p:cNvGraphicFramePr>
          <p:nvPr/>
        </p:nvGraphicFramePr>
        <p:xfrm>
          <a:off x="6096000" y="2420938"/>
          <a:ext cx="4465638" cy="4330700"/>
        </p:xfrm>
        <a:graphic>
          <a:graphicData uri="http://schemas.openxmlformats.org/presentationml/2006/ole">
            <mc:AlternateContent xmlns:mc="http://schemas.openxmlformats.org/markup-compatibility/2006">
              <mc:Choice xmlns:v="urn:schemas-microsoft-com:vml" Requires="v">
                <p:oleObj spid="_x0000_s30737" name="Image" r:id="rId3" imgW="1956654" imgH="1898586" progId="Photoshop.Image.6">
                  <p:embed/>
                </p:oleObj>
              </mc:Choice>
              <mc:Fallback>
                <p:oleObj name="Image" r:id="rId3" imgW="1956654" imgH="1898586" progId="Photoshop.Image.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420938"/>
                        <a:ext cx="4465638" cy="433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0899" name="Text Box 3"/>
          <p:cNvSpPr txBox="1">
            <a:spLocks noChangeArrowheads="1"/>
          </p:cNvSpPr>
          <p:nvPr/>
        </p:nvSpPr>
        <p:spPr bwMode="auto">
          <a:xfrm>
            <a:off x="1774826" y="260350"/>
            <a:ext cx="8424863"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         </a:t>
            </a:r>
            <a:r>
              <a:rPr lang="zh-CN" altLang="en-US" sz="2400"/>
              <a:t>反铁磁物质主要是一些</a:t>
            </a:r>
            <a:r>
              <a:rPr lang="zh-CN" altLang="en-US" sz="2400">
                <a:solidFill>
                  <a:srgbClr val="FF0000"/>
                </a:solidFill>
              </a:rPr>
              <a:t>过渡族元素</a:t>
            </a:r>
            <a:r>
              <a:rPr lang="zh-CN" altLang="en-US" sz="2400"/>
              <a:t>的氧化物、卤化物、硫化物， 如：</a:t>
            </a:r>
          </a:p>
          <a:p>
            <a:pPr eaLnBrk="1" hangingPunct="1">
              <a:spcBef>
                <a:spcPct val="50000"/>
              </a:spcBef>
              <a:buFontTx/>
              <a:buNone/>
            </a:pPr>
            <a:r>
              <a:rPr lang="zh-CN" altLang="en-US" sz="2400"/>
              <a:t>   </a:t>
            </a:r>
            <a:r>
              <a:rPr lang="en-US" altLang="zh-CN" sz="2400"/>
              <a:t>FeO, MnO, NiO,  CoO, Cr</a:t>
            </a:r>
            <a:r>
              <a:rPr lang="en-US" altLang="zh-CN" sz="2400" baseline="-25000"/>
              <a:t>2</a:t>
            </a:r>
            <a:r>
              <a:rPr lang="en-US" altLang="zh-CN" sz="2400"/>
              <a:t>O</a:t>
            </a:r>
            <a:r>
              <a:rPr lang="en-US" altLang="zh-CN" sz="2400" baseline="-25000"/>
              <a:t>3</a:t>
            </a:r>
            <a:r>
              <a:rPr lang="en-US" altLang="zh-CN" sz="2400"/>
              <a:t>,</a:t>
            </a:r>
          </a:p>
          <a:p>
            <a:pPr eaLnBrk="1" hangingPunct="1">
              <a:spcBef>
                <a:spcPct val="50000"/>
              </a:spcBef>
              <a:buFontTx/>
              <a:buNone/>
            </a:pPr>
            <a:r>
              <a:rPr lang="en-US" altLang="zh-CN" sz="2400"/>
              <a:t>   FeCl</a:t>
            </a:r>
            <a:r>
              <a:rPr lang="en-US" altLang="zh-CN" sz="2400" baseline="-25000"/>
              <a:t>2</a:t>
            </a:r>
            <a:r>
              <a:rPr lang="en-US" altLang="zh-CN" sz="2400"/>
              <a:t>, FeF</a:t>
            </a:r>
            <a:r>
              <a:rPr lang="en-US" altLang="zh-CN" sz="2400" baseline="-25000"/>
              <a:t>2</a:t>
            </a:r>
            <a:r>
              <a:rPr lang="en-US" altLang="zh-CN" sz="2400"/>
              <a:t>, MnF</a:t>
            </a:r>
            <a:r>
              <a:rPr lang="en-US" altLang="zh-CN" sz="2400" baseline="-25000"/>
              <a:t>2</a:t>
            </a:r>
            <a:r>
              <a:rPr lang="en-US" altLang="zh-CN" sz="2400"/>
              <a:t>,</a:t>
            </a:r>
            <a:endParaRPr lang="en-US" altLang="zh-CN" sz="2400" baseline="-25000"/>
          </a:p>
          <a:p>
            <a:pPr eaLnBrk="1" hangingPunct="1">
              <a:spcBef>
                <a:spcPct val="50000"/>
              </a:spcBef>
              <a:buFontTx/>
              <a:buNone/>
            </a:pPr>
            <a:r>
              <a:rPr lang="en-US" altLang="zh-CN" sz="2400" baseline="-25000"/>
              <a:t>    </a:t>
            </a:r>
            <a:r>
              <a:rPr lang="en-US" altLang="zh-CN" sz="2400"/>
              <a:t>FeS, MnS</a:t>
            </a:r>
          </a:p>
        </p:txBody>
      </p:sp>
      <p:sp>
        <p:nvSpPr>
          <p:cNvPr id="80900" name="Line 4"/>
          <p:cNvSpPr>
            <a:spLocks noChangeShapeType="1"/>
          </p:cNvSpPr>
          <p:nvPr/>
        </p:nvSpPr>
        <p:spPr bwMode="auto">
          <a:xfrm>
            <a:off x="8183564" y="2636839"/>
            <a:ext cx="73025" cy="2879725"/>
          </a:xfrm>
          <a:prstGeom prst="line">
            <a:avLst/>
          </a:prstGeom>
          <a:noFill/>
          <a:ln w="25400">
            <a:solidFill>
              <a:srgbClr val="3366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1" name="Text Box 5"/>
          <p:cNvSpPr txBox="1">
            <a:spLocks noChangeArrowheads="1"/>
          </p:cNvSpPr>
          <p:nvPr/>
        </p:nvSpPr>
        <p:spPr bwMode="auto">
          <a:xfrm>
            <a:off x="2063751" y="3716339"/>
            <a:ext cx="3743325"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spcBef>
                <a:spcPct val="50000"/>
              </a:spcBef>
              <a:buFontTx/>
              <a:buNone/>
            </a:pPr>
            <a:r>
              <a:rPr lang="zh-CN" altLang="en-US" sz="2400"/>
              <a:t>右图是</a:t>
            </a:r>
            <a:r>
              <a:rPr lang="en-US" altLang="zh-CN" sz="2400"/>
              <a:t>1938 </a:t>
            </a:r>
            <a:r>
              <a:rPr lang="zh-CN" altLang="en-US" sz="2400"/>
              <a:t>年测到的</a:t>
            </a:r>
            <a:r>
              <a:rPr lang="en-US" altLang="zh-CN" sz="2400"/>
              <a:t>MnO</a:t>
            </a:r>
            <a:r>
              <a:rPr lang="zh-CN" altLang="en-US" sz="2400"/>
              <a:t>磁化率温度曲线，它是被发现的第一个反铁磁物质，转变温度 </a:t>
            </a:r>
            <a:r>
              <a:rPr lang="en-US" altLang="zh-CN" sz="2400"/>
              <a:t>122K</a:t>
            </a:r>
            <a:r>
              <a:rPr lang="zh-CN" altLang="en-US" sz="2400"/>
              <a:t>。</a:t>
            </a:r>
          </a:p>
        </p:txBody>
      </p:sp>
    </p:spTree>
    <p:extLst>
      <p:ext uri="{BB962C8B-B14F-4D97-AF65-F5344CB8AC3E}">
        <p14:creationId xmlns:p14="http://schemas.microsoft.com/office/powerpoint/2010/main" val="33939980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22" name="Object 2"/>
          <p:cNvGraphicFramePr>
            <a:graphicFrameLocks noChangeAspect="1"/>
          </p:cNvGraphicFramePr>
          <p:nvPr/>
        </p:nvGraphicFramePr>
        <p:xfrm>
          <a:off x="1703389" y="333376"/>
          <a:ext cx="8713787" cy="3986213"/>
        </p:xfrm>
        <a:graphic>
          <a:graphicData uri="http://schemas.openxmlformats.org/presentationml/2006/ole">
            <mc:AlternateContent xmlns:mc="http://schemas.openxmlformats.org/markup-compatibility/2006">
              <mc:Choice xmlns:v="urn:schemas-microsoft-com:vml" Requires="v">
                <p:oleObj spid="_x0000_s31761" name="Image" r:id="rId3" imgW="5062738" imgH="2316289" progId="Photoshop.Image.6">
                  <p:embed/>
                </p:oleObj>
              </mc:Choice>
              <mc:Fallback>
                <p:oleObj name="Image" r:id="rId3" imgW="5062738" imgH="2316289" progId="Photoshop.Image.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3389" y="333376"/>
                        <a:ext cx="8713787" cy="3986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3" name="Text Box 3"/>
          <p:cNvSpPr txBox="1">
            <a:spLocks noChangeArrowheads="1"/>
          </p:cNvSpPr>
          <p:nvPr/>
        </p:nvSpPr>
        <p:spPr bwMode="auto">
          <a:xfrm>
            <a:off x="2135189" y="4652964"/>
            <a:ext cx="81375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50000"/>
              </a:spcBef>
              <a:buFontTx/>
              <a:buNone/>
            </a:pPr>
            <a:r>
              <a:rPr lang="zh-CN" altLang="en-US" sz="2400"/>
              <a:t>反铁磁物质的</a:t>
            </a:r>
            <a:r>
              <a:rPr lang="zh-CN" altLang="en-US" sz="2400" b="1">
                <a:solidFill>
                  <a:srgbClr val="FF0000"/>
                </a:solidFill>
              </a:rPr>
              <a:t>转变温度一般较低</a:t>
            </a:r>
            <a:r>
              <a:rPr lang="zh-CN" altLang="en-US" sz="2400"/>
              <a:t>，只能在低温下才观察到反铁磁性。</a:t>
            </a:r>
          </a:p>
        </p:txBody>
      </p:sp>
      <p:sp>
        <p:nvSpPr>
          <p:cNvPr id="81924" name="Text Box 4"/>
          <p:cNvSpPr txBox="1">
            <a:spLocks noChangeArrowheads="1"/>
          </p:cNvSpPr>
          <p:nvPr/>
        </p:nvSpPr>
        <p:spPr bwMode="auto">
          <a:xfrm>
            <a:off x="6096000" y="765176"/>
            <a:ext cx="431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i="1">
                <a:solidFill>
                  <a:srgbClr val="FF0000"/>
                </a:solidFill>
                <a:sym typeface="Symbol" panose="05050102010706020507" pitchFamily="18" charset="2"/>
              </a:rPr>
              <a:t>T</a:t>
            </a:r>
            <a:r>
              <a:rPr lang="en-US" altLang="zh-CN" sz="2400" b="1" i="1" baseline="-25000">
                <a:solidFill>
                  <a:srgbClr val="FF0000"/>
                </a:solidFill>
                <a:sym typeface="Symbol" panose="05050102010706020507" pitchFamily="18" charset="2"/>
              </a:rPr>
              <a:t>p</a:t>
            </a:r>
            <a:endParaRPr lang="en-US" altLang="zh-CN" sz="2400" b="1" i="1">
              <a:solidFill>
                <a:srgbClr val="FF0000"/>
              </a:solidFill>
              <a:sym typeface="Symbol" panose="05050102010706020507" pitchFamily="18" charset="2"/>
            </a:endParaRPr>
          </a:p>
        </p:txBody>
      </p:sp>
    </p:spTree>
    <p:extLst>
      <p:ext uri="{BB962C8B-B14F-4D97-AF65-F5344CB8AC3E}">
        <p14:creationId xmlns:p14="http://schemas.microsoft.com/office/powerpoint/2010/main" val="3066456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2" descr="几种磁性示意图"/>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814" y="920750"/>
            <a:ext cx="6192837" cy="589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Text Box 3"/>
          <p:cNvSpPr txBox="1">
            <a:spLocks noChangeArrowheads="1"/>
          </p:cNvSpPr>
          <p:nvPr/>
        </p:nvSpPr>
        <p:spPr bwMode="auto">
          <a:xfrm>
            <a:off x="1919288" y="188913"/>
            <a:ext cx="8208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endParaRPr lang="zh-CN" altLang="zh-CN" sz="2400" b="1"/>
          </a:p>
        </p:txBody>
      </p:sp>
      <p:sp>
        <p:nvSpPr>
          <p:cNvPr id="82948" name="Rectangle 4"/>
          <p:cNvSpPr>
            <a:spLocks noGrp="1" noChangeArrowheads="1"/>
          </p:cNvSpPr>
          <p:nvPr>
            <p:ph type="title"/>
          </p:nvPr>
        </p:nvSpPr>
        <p:spPr>
          <a:xfrm>
            <a:off x="1981200" y="-26988"/>
            <a:ext cx="8229600" cy="1143001"/>
          </a:xfrm>
        </p:spPr>
        <p:txBody>
          <a:bodyPr/>
          <a:lstStyle/>
          <a:p>
            <a:pPr algn="l" eaLnBrk="1" hangingPunct="1"/>
            <a:r>
              <a:rPr lang="zh-CN" altLang="en-US" sz="2800" b="1">
                <a:solidFill>
                  <a:srgbClr val="0000FF"/>
                </a:solidFill>
              </a:rPr>
              <a:t>五种主要磁性的原子磁距分布特点</a:t>
            </a:r>
            <a:endParaRPr lang="zh-CN" altLang="en-US" sz="2800">
              <a:solidFill>
                <a:srgbClr val="0000FF"/>
              </a:solidFill>
            </a:endParaRPr>
          </a:p>
        </p:txBody>
      </p:sp>
    </p:spTree>
    <p:extLst>
      <p:ext uri="{BB962C8B-B14F-4D97-AF65-F5344CB8AC3E}">
        <p14:creationId xmlns:p14="http://schemas.microsoft.com/office/powerpoint/2010/main" val="38382991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2135189" y="1052514"/>
            <a:ext cx="8137525"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50000"/>
              </a:spcBef>
              <a:buFontTx/>
              <a:buNone/>
            </a:pPr>
            <a:r>
              <a:rPr lang="en-US" altLang="zh-CN" sz="2400"/>
              <a:t>       20</a:t>
            </a:r>
            <a:r>
              <a:rPr lang="zh-CN" altLang="en-US" sz="2400"/>
              <a:t>世纪</a:t>
            </a:r>
            <a:r>
              <a:rPr lang="en-US" altLang="zh-CN" sz="2400"/>
              <a:t>70</a:t>
            </a:r>
            <a:r>
              <a:rPr lang="zh-CN" altLang="en-US" sz="2400"/>
              <a:t>年代后，随着稀土元素的研究和观测技术的提高，人们又在晶状材料中发现了很多</a:t>
            </a:r>
            <a:r>
              <a:rPr lang="zh-CN" altLang="en-US" sz="2400" b="1">
                <a:solidFill>
                  <a:srgbClr val="FF0000"/>
                </a:solidFill>
              </a:rPr>
              <a:t>非共线的磁结构</a:t>
            </a:r>
            <a:r>
              <a:rPr lang="zh-CN" altLang="en-US" sz="2400"/>
              <a:t>，即在这些材料的不同原子层中的原子磁矩或在原子层平面内、或在与原子平面成一定角度的锥面内，</a:t>
            </a:r>
            <a:r>
              <a:rPr lang="zh-CN" altLang="en-US" sz="2400" b="1">
                <a:solidFill>
                  <a:srgbClr val="FF0000"/>
                </a:solidFill>
              </a:rPr>
              <a:t>以一定的旋转角度做螺旋式排列</a:t>
            </a:r>
            <a:r>
              <a:rPr lang="zh-CN" altLang="en-US" sz="2400"/>
              <a:t>（产生平面螺旋磁性或锥面螺旋磁性，通称螺旋型磁结构。虽然在磁性结构上，它和铁磁性、反铁磁性有所不同，但其宏观表现上是相似的。</a:t>
            </a:r>
          </a:p>
        </p:txBody>
      </p:sp>
      <p:sp>
        <p:nvSpPr>
          <p:cNvPr id="83971" name="Text Box 3"/>
          <p:cNvSpPr txBox="1">
            <a:spLocks noChangeArrowheads="1"/>
          </p:cNvSpPr>
          <p:nvPr/>
        </p:nvSpPr>
        <p:spPr bwMode="auto">
          <a:xfrm>
            <a:off x="2208214" y="4797426"/>
            <a:ext cx="770413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例如：</a:t>
            </a:r>
            <a:r>
              <a:rPr lang="en-US" altLang="zh-CN" sz="2400"/>
              <a:t>Gd</a:t>
            </a:r>
            <a:r>
              <a:rPr lang="zh-CN" altLang="en-US" sz="2400"/>
              <a:t>：</a:t>
            </a:r>
            <a:r>
              <a:rPr lang="en-US" altLang="zh-CN" sz="2400"/>
              <a:t>T&lt; 221K, </a:t>
            </a:r>
            <a:r>
              <a:rPr lang="zh-CN" altLang="en-US" sz="2400"/>
              <a:t>是平面型简单铁磁性。</a:t>
            </a:r>
          </a:p>
          <a:p>
            <a:pPr eaLnBrk="1" hangingPunct="1">
              <a:spcBef>
                <a:spcPct val="50000"/>
              </a:spcBef>
              <a:buFontTx/>
              <a:buNone/>
            </a:pPr>
            <a:r>
              <a:rPr lang="zh-CN" altLang="en-US" sz="2400"/>
              <a:t>                </a:t>
            </a:r>
            <a:r>
              <a:rPr lang="en-US" altLang="zh-CN" sz="2400"/>
              <a:t>221K&lt; T &lt;228K</a:t>
            </a:r>
            <a:r>
              <a:rPr lang="zh-CN" altLang="en-US" sz="2400"/>
              <a:t>，是平面型螺旋反铁磁性。</a:t>
            </a:r>
          </a:p>
        </p:txBody>
      </p:sp>
      <p:sp>
        <p:nvSpPr>
          <p:cNvPr id="83972" name="Rectangle 4"/>
          <p:cNvSpPr>
            <a:spLocks noGrp="1" noChangeArrowheads="1"/>
          </p:cNvSpPr>
          <p:nvPr>
            <p:ph type="title"/>
          </p:nvPr>
        </p:nvSpPr>
        <p:spPr>
          <a:xfrm>
            <a:off x="1981200" y="-26988"/>
            <a:ext cx="8229600" cy="1143001"/>
          </a:xfrm>
        </p:spPr>
        <p:txBody>
          <a:bodyPr/>
          <a:lstStyle/>
          <a:p>
            <a:pPr algn="l" eaLnBrk="1" hangingPunct="1"/>
            <a:r>
              <a:rPr lang="zh-CN" altLang="en-US" sz="2800" b="1">
                <a:solidFill>
                  <a:srgbClr val="0000FF"/>
                </a:solidFill>
              </a:rPr>
              <a:t>螺旋型磁结构</a:t>
            </a:r>
            <a:r>
              <a:rPr lang="en-US" altLang="zh-CN" sz="2800" b="1">
                <a:solidFill>
                  <a:srgbClr val="0000FF"/>
                </a:solidFill>
              </a:rPr>
              <a:t>(Helimagnetism)</a:t>
            </a:r>
          </a:p>
        </p:txBody>
      </p:sp>
    </p:spTree>
    <p:extLst>
      <p:ext uri="{BB962C8B-B14F-4D97-AF65-F5344CB8AC3E}">
        <p14:creationId xmlns:p14="http://schemas.microsoft.com/office/powerpoint/2010/main" val="18457834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994" name="Object 2"/>
          <p:cNvGraphicFramePr>
            <a:graphicFrameLocks noChangeAspect="1"/>
          </p:cNvGraphicFramePr>
          <p:nvPr/>
        </p:nvGraphicFramePr>
        <p:xfrm>
          <a:off x="2424113" y="74613"/>
          <a:ext cx="7416800" cy="6775450"/>
        </p:xfrm>
        <a:graphic>
          <a:graphicData uri="http://schemas.openxmlformats.org/presentationml/2006/ole">
            <mc:AlternateContent xmlns:mc="http://schemas.openxmlformats.org/markup-compatibility/2006">
              <mc:Choice xmlns:v="urn:schemas-microsoft-com:vml" Requires="v">
                <p:oleObj spid="_x0000_s32785" name="Image" r:id="rId3" imgW="3599695" imgH="3288520" progId="Photoshop.Image.6">
                  <p:embed/>
                </p:oleObj>
              </mc:Choice>
              <mc:Fallback>
                <p:oleObj name="Image" r:id="rId3" imgW="3599695" imgH="3288520" progId="Photoshop.Image.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4113" y="74613"/>
                        <a:ext cx="7416800" cy="677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3378240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a:spLocks noChangeArrowheads="1"/>
          </p:cNvSpPr>
          <p:nvPr/>
        </p:nvSpPr>
        <p:spPr bwMode="auto">
          <a:xfrm>
            <a:off x="2063750" y="908051"/>
            <a:ext cx="8135938"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lang="en-US" altLang="zh-CN" sz="2400"/>
              <a:t>        </a:t>
            </a:r>
            <a:r>
              <a:rPr lang="zh-CN" altLang="en-US" sz="2400"/>
              <a:t>当铁磁颗粒减小到临界尺寸以下</a:t>
            </a:r>
            <a:r>
              <a:rPr lang="en-US" altLang="zh-CN" sz="2400"/>
              <a:t>(1~10 nm)</a:t>
            </a:r>
            <a:r>
              <a:rPr lang="zh-CN" altLang="en-US" sz="2400"/>
              <a:t>，微粒的各向异性能远小于热运动能量，微粒的磁化矢量不再有确定的方向时，铁磁粒子的行为类似于顺磁性一样。这些磁性颗粒系统的总磁性叫做</a:t>
            </a:r>
            <a:r>
              <a:rPr lang="zh-CN" altLang="en-US" sz="2400" b="1">
                <a:solidFill>
                  <a:srgbClr val="FF0000"/>
                </a:solidFill>
              </a:rPr>
              <a:t>超顺磁性</a:t>
            </a:r>
            <a:r>
              <a:rPr lang="zh-CN" altLang="en-US" sz="2400" b="1"/>
              <a:t>。</a:t>
            </a:r>
            <a:r>
              <a:rPr lang="zh-CN" altLang="en-US" sz="2400"/>
              <a:t>普通顺磁性是具有固有磁矩的原子或分子在外磁场中的取向，而</a:t>
            </a:r>
            <a:r>
              <a:rPr lang="zh-CN" altLang="en-US" sz="2400" b="1">
                <a:solidFill>
                  <a:srgbClr val="FF0000"/>
                </a:solidFill>
              </a:rPr>
              <a:t>超顺磁性是均匀磁化的单畴粒子的原本无序取向的磁化矢量在外磁场中的取向。每个单畴粒子包含较大数目的原子所以有大得多的磁矩。</a:t>
            </a:r>
          </a:p>
        </p:txBody>
      </p:sp>
      <p:sp>
        <p:nvSpPr>
          <p:cNvPr id="86019" name="Rectangle 3"/>
          <p:cNvSpPr>
            <a:spLocks noGrp="1" noChangeArrowheads="1"/>
          </p:cNvSpPr>
          <p:nvPr>
            <p:ph type="title"/>
          </p:nvPr>
        </p:nvSpPr>
        <p:spPr>
          <a:xfrm>
            <a:off x="1981200" y="-26988"/>
            <a:ext cx="8229600" cy="1143001"/>
          </a:xfrm>
        </p:spPr>
        <p:txBody>
          <a:bodyPr/>
          <a:lstStyle/>
          <a:p>
            <a:pPr algn="l" eaLnBrk="1" hangingPunct="1"/>
            <a:r>
              <a:rPr lang="zh-CN" altLang="en-US" sz="2800" b="1">
                <a:solidFill>
                  <a:srgbClr val="0000FF"/>
                </a:solidFill>
              </a:rPr>
              <a:t>超顺磁性（</a:t>
            </a:r>
            <a:r>
              <a:rPr lang="en-US" altLang="zh-CN" sz="2800" b="1">
                <a:solidFill>
                  <a:srgbClr val="0000FF"/>
                </a:solidFill>
              </a:rPr>
              <a:t>Superparamagnetism</a:t>
            </a:r>
            <a:r>
              <a:rPr lang="zh-CN" altLang="en-US" sz="2800" b="1">
                <a:solidFill>
                  <a:srgbClr val="0000FF"/>
                </a:solidFill>
              </a:rPr>
              <a:t>）</a:t>
            </a:r>
          </a:p>
        </p:txBody>
      </p:sp>
      <p:pic>
        <p:nvPicPr>
          <p:cNvPr id="860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1" y="4149725"/>
            <a:ext cx="6251575" cy="263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1" name="Text Box 5"/>
          <p:cNvSpPr txBox="1">
            <a:spLocks noChangeArrowheads="1"/>
          </p:cNvSpPr>
          <p:nvPr/>
        </p:nvSpPr>
        <p:spPr bwMode="auto">
          <a:xfrm>
            <a:off x="8401051" y="4581526"/>
            <a:ext cx="2087563"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Superpara-:</a:t>
            </a:r>
          </a:p>
          <a:p>
            <a:pPr eaLnBrk="1" hangingPunct="1">
              <a:spcBef>
                <a:spcPct val="50000"/>
              </a:spcBef>
              <a:buFontTx/>
              <a:buNone/>
            </a:pPr>
            <a:r>
              <a:rPr lang="en-US" altLang="zh-CN" sz="2000" b="1"/>
              <a:t>High </a:t>
            </a:r>
            <a:r>
              <a:rPr lang="en-US" altLang="zh-CN" sz="2000" b="1" i="1"/>
              <a:t>M</a:t>
            </a:r>
            <a:r>
              <a:rPr lang="en-US" altLang="zh-CN" sz="2000" b="1" baseline="-25000"/>
              <a:t>S</a:t>
            </a:r>
            <a:r>
              <a:rPr lang="en-US" altLang="zh-CN" sz="2000" b="1"/>
              <a:t>, no </a:t>
            </a:r>
            <a:r>
              <a:rPr lang="en-US" altLang="zh-CN" sz="2000" b="1" i="1"/>
              <a:t>M</a:t>
            </a:r>
            <a:r>
              <a:rPr lang="en-US" altLang="zh-CN" sz="2000" b="1" baseline="-25000"/>
              <a:t>R</a:t>
            </a:r>
            <a:r>
              <a:rPr lang="en-US" altLang="zh-CN" sz="2000" b="1"/>
              <a:t>;</a:t>
            </a:r>
          </a:p>
          <a:p>
            <a:pPr eaLnBrk="1" hangingPunct="1">
              <a:spcBef>
                <a:spcPct val="50000"/>
              </a:spcBef>
              <a:buFontTx/>
              <a:buNone/>
            </a:pPr>
            <a:r>
              <a:rPr lang="en-US" altLang="zh-CN" sz="2000" b="1"/>
              <a:t>Para- ?</a:t>
            </a:r>
          </a:p>
        </p:txBody>
      </p:sp>
    </p:spTree>
    <p:extLst>
      <p:ext uri="{BB962C8B-B14F-4D97-AF65-F5344CB8AC3E}">
        <p14:creationId xmlns:p14="http://schemas.microsoft.com/office/powerpoint/2010/main" val="5290715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p:cNvSpPr txBox="1">
            <a:spLocks noChangeArrowheads="1"/>
          </p:cNvSpPr>
          <p:nvPr/>
        </p:nvSpPr>
        <p:spPr bwMode="auto">
          <a:xfrm>
            <a:off x="2063751" y="1052514"/>
            <a:ext cx="8353425"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lang="en-US" altLang="zh-CN" sz="2400"/>
              <a:t>         </a:t>
            </a:r>
            <a:r>
              <a:rPr lang="zh-CN" altLang="en-US" sz="2400"/>
              <a:t>这是在某些</a:t>
            </a:r>
            <a:r>
              <a:rPr lang="zh-CN" altLang="en-US" sz="2400" b="1">
                <a:solidFill>
                  <a:srgbClr val="FF0000"/>
                </a:solidFill>
              </a:rPr>
              <a:t>非晶材料</a:t>
            </a:r>
            <a:r>
              <a:rPr lang="zh-CN" altLang="en-US" sz="2400"/>
              <a:t>中发现的一种磁结构，由于非晶材料中原子磁矩间的间距有一定分布，从而使得原子磁矩不再有一致的排列，而是有了一定的分散排列，这种虽然分散但仍有序的磁矩排列称作散磁性，按其基本趋向又可以细分为</a:t>
            </a:r>
            <a:r>
              <a:rPr lang="zh-CN" altLang="en-US" sz="2400">
                <a:solidFill>
                  <a:srgbClr val="FF0000"/>
                </a:solidFill>
              </a:rPr>
              <a:t>散铁磁性</a:t>
            </a:r>
            <a:r>
              <a:rPr lang="zh-CN" altLang="en-US" sz="2400"/>
              <a:t>、</a:t>
            </a:r>
            <a:r>
              <a:rPr lang="zh-CN" altLang="en-US" sz="2400">
                <a:solidFill>
                  <a:srgbClr val="FF0000"/>
                </a:solidFill>
              </a:rPr>
              <a:t>散反铁磁性</a:t>
            </a:r>
            <a:r>
              <a:rPr lang="zh-CN" altLang="en-US" sz="2400"/>
              <a:t>和</a:t>
            </a:r>
            <a:r>
              <a:rPr lang="zh-CN" altLang="en-US" sz="2400">
                <a:solidFill>
                  <a:srgbClr val="FF0000"/>
                </a:solidFill>
              </a:rPr>
              <a:t>散亚铁磁性</a:t>
            </a:r>
            <a:r>
              <a:rPr lang="zh-CN" altLang="en-US" sz="2400"/>
              <a:t>。</a:t>
            </a:r>
          </a:p>
        </p:txBody>
      </p:sp>
      <p:sp>
        <p:nvSpPr>
          <p:cNvPr id="87043" name="Rectangle 3"/>
          <p:cNvSpPr>
            <a:spLocks noGrp="1" noChangeArrowheads="1"/>
          </p:cNvSpPr>
          <p:nvPr>
            <p:ph type="title"/>
          </p:nvPr>
        </p:nvSpPr>
        <p:spPr>
          <a:xfrm>
            <a:off x="1981200" y="-26988"/>
            <a:ext cx="8229600" cy="1143001"/>
          </a:xfrm>
        </p:spPr>
        <p:txBody>
          <a:bodyPr/>
          <a:lstStyle/>
          <a:p>
            <a:pPr algn="l" eaLnBrk="1" hangingPunct="1"/>
            <a:r>
              <a:rPr lang="zh-CN" altLang="en-US" sz="2800" b="1">
                <a:solidFill>
                  <a:srgbClr val="0000FF"/>
                </a:solidFill>
              </a:rPr>
              <a:t>散磁性</a:t>
            </a:r>
          </a:p>
        </p:txBody>
      </p:sp>
    </p:spTree>
    <p:extLst>
      <p:ext uri="{BB962C8B-B14F-4D97-AF65-F5344CB8AC3E}">
        <p14:creationId xmlns:p14="http://schemas.microsoft.com/office/powerpoint/2010/main" val="3852992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8066" name="Object 2"/>
          <p:cNvGraphicFramePr>
            <a:graphicFrameLocks noChangeAspect="1"/>
          </p:cNvGraphicFramePr>
          <p:nvPr/>
        </p:nvGraphicFramePr>
        <p:xfrm>
          <a:off x="2782889" y="192089"/>
          <a:ext cx="6626225" cy="6473825"/>
        </p:xfrm>
        <a:graphic>
          <a:graphicData uri="http://schemas.openxmlformats.org/presentationml/2006/ole">
            <mc:AlternateContent xmlns:mc="http://schemas.openxmlformats.org/markup-compatibility/2006">
              <mc:Choice xmlns:v="urn:schemas-microsoft-com:vml" Requires="v">
                <p:oleObj spid="_x0000_s33809" name="Image" r:id="rId3" imgW="3188214" imgH="3114799" progId="Photoshop.Image.6">
                  <p:embed/>
                </p:oleObj>
              </mc:Choice>
              <mc:Fallback>
                <p:oleObj name="Image" r:id="rId3" imgW="3188214" imgH="3114799" progId="Photoshop.Image.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2889" y="192089"/>
                        <a:ext cx="6626225" cy="647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77498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57176"/>
            <a:ext cx="9144000" cy="640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1" name="Text Box 3"/>
          <p:cNvSpPr txBox="1">
            <a:spLocks noChangeArrowheads="1"/>
          </p:cNvSpPr>
          <p:nvPr/>
        </p:nvSpPr>
        <p:spPr bwMode="auto">
          <a:xfrm>
            <a:off x="1524000" y="115889"/>
            <a:ext cx="2592388"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endParaRPr lang="zh-CN" altLang="zh-CN" sz="2400"/>
          </a:p>
        </p:txBody>
      </p:sp>
    </p:spTree>
    <p:extLst>
      <p:ext uri="{BB962C8B-B14F-4D97-AF65-F5344CB8AC3E}">
        <p14:creationId xmlns:p14="http://schemas.microsoft.com/office/powerpoint/2010/main" val="18899106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0114" name="Object 2"/>
          <p:cNvGraphicFramePr>
            <a:graphicFrameLocks noChangeAspect="1"/>
          </p:cNvGraphicFramePr>
          <p:nvPr/>
        </p:nvGraphicFramePr>
        <p:xfrm>
          <a:off x="2351089" y="1196976"/>
          <a:ext cx="5113337" cy="5006975"/>
        </p:xfrm>
        <a:graphic>
          <a:graphicData uri="http://schemas.openxmlformats.org/presentationml/2006/ole">
            <mc:AlternateContent xmlns:mc="http://schemas.openxmlformats.org/markup-compatibility/2006">
              <mc:Choice xmlns:v="urn:schemas-microsoft-com:vml" Requires="v">
                <p:oleObj spid="_x0000_s34833" name="Image" r:id="rId3" imgW="1755354" imgH="1718930" progId="Photoshop.Image.6">
                  <p:embed/>
                </p:oleObj>
              </mc:Choice>
              <mc:Fallback>
                <p:oleObj name="Image" r:id="rId3" imgW="1755354" imgH="1718930" progId="Photoshop.Image.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1089" y="1196976"/>
                        <a:ext cx="5113337" cy="500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0115" name="Text Box 3"/>
          <p:cNvSpPr txBox="1">
            <a:spLocks noChangeArrowheads="1"/>
          </p:cNvSpPr>
          <p:nvPr/>
        </p:nvSpPr>
        <p:spPr bwMode="auto">
          <a:xfrm>
            <a:off x="1919289" y="188914"/>
            <a:ext cx="7775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t>物质磁性分类是一个复杂问题，存在着不同观点 </a:t>
            </a:r>
          </a:p>
        </p:txBody>
      </p:sp>
      <p:sp>
        <p:nvSpPr>
          <p:cNvPr id="90116" name="Text Box 4"/>
          <p:cNvSpPr txBox="1">
            <a:spLocks noChangeArrowheads="1"/>
          </p:cNvSpPr>
          <p:nvPr/>
        </p:nvSpPr>
        <p:spPr bwMode="auto">
          <a:xfrm>
            <a:off x="6816726" y="3141663"/>
            <a:ext cx="331152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       </a:t>
            </a:r>
            <a:r>
              <a:rPr lang="zh-CN" altLang="en-US" sz="2400"/>
              <a:t>这是一种弱磁场中显示顺磁性，超过某一磁场值后，显示铁磁性的材料。</a:t>
            </a:r>
          </a:p>
        </p:txBody>
      </p:sp>
      <p:sp>
        <p:nvSpPr>
          <p:cNvPr id="90117" name="AutoShape 5"/>
          <p:cNvSpPr>
            <a:spLocks noChangeArrowheads="1"/>
          </p:cNvSpPr>
          <p:nvPr/>
        </p:nvSpPr>
        <p:spPr bwMode="auto">
          <a:xfrm>
            <a:off x="3935414" y="3284538"/>
            <a:ext cx="3457575" cy="144462"/>
          </a:xfrm>
          <a:prstGeom prst="rightArrow">
            <a:avLst>
              <a:gd name="adj1" fmla="val 50000"/>
              <a:gd name="adj2" fmla="val 598354"/>
            </a:avLst>
          </a:prstGeom>
          <a:solidFill>
            <a:schemeClr val="accent1"/>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Tree>
    <p:extLst>
      <p:ext uri="{BB962C8B-B14F-4D97-AF65-F5344CB8AC3E}">
        <p14:creationId xmlns:p14="http://schemas.microsoft.com/office/powerpoint/2010/main" val="11280569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1138" name="Object 2"/>
          <p:cNvGraphicFramePr>
            <a:graphicFrameLocks noChangeAspect="1"/>
          </p:cNvGraphicFramePr>
          <p:nvPr/>
        </p:nvGraphicFramePr>
        <p:xfrm>
          <a:off x="3071814" y="1484313"/>
          <a:ext cx="6264275" cy="5175250"/>
        </p:xfrm>
        <a:graphic>
          <a:graphicData uri="http://schemas.openxmlformats.org/presentationml/2006/ole">
            <mc:AlternateContent xmlns:mc="http://schemas.openxmlformats.org/markup-compatibility/2006">
              <mc:Choice xmlns:v="urn:schemas-microsoft-com:vml" Requires="v">
                <p:oleObj spid="_x0000_s35857" name="Image" r:id="rId3" imgW="2048087" imgH="1691643" progId="Photoshop.Image.6">
                  <p:embed/>
                </p:oleObj>
              </mc:Choice>
              <mc:Fallback>
                <p:oleObj name="Image" r:id="rId3" imgW="2048087" imgH="1691643" progId="Photoshop.Image.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1814" y="1484313"/>
                        <a:ext cx="6264275" cy="517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1139" name="Text Box 4"/>
          <p:cNvSpPr txBox="1">
            <a:spLocks noChangeArrowheads="1"/>
          </p:cNvSpPr>
          <p:nvPr/>
        </p:nvSpPr>
        <p:spPr bwMode="auto">
          <a:xfrm>
            <a:off x="8904288" y="1628775"/>
            <a:ext cx="151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t>亚铁磁性</a:t>
            </a:r>
          </a:p>
        </p:txBody>
      </p:sp>
      <p:sp>
        <p:nvSpPr>
          <p:cNvPr id="91140" name="Line 5"/>
          <p:cNvSpPr>
            <a:spLocks noChangeShapeType="1"/>
          </p:cNvSpPr>
          <p:nvPr/>
        </p:nvSpPr>
        <p:spPr bwMode="auto">
          <a:xfrm>
            <a:off x="3503614" y="5084763"/>
            <a:ext cx="5113337" cy="0"/>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41" name="Rectangle 6"/>
          <p:cNvSpPr>
            <a:spLocks noGrp="1" noChangeArrowheads="1"/>
          </p:cNvSpPr>
          <p:nvPr>
            <p:ph type="title"/>
          </p:nvPr>
        </p:nvSpPr>
        <p:spPr>
          <a:xfrm>
            <a:off x="1981200" y="-26988"/>
            <a:ext cx="8229600" cy="1143001"/>
          </a:xfrm>
        </p:spPr>
        <p:txBody>
          <a:bodyPr/>
          <a:lstStyle/>
          <a:p>
            <a:pPr algn="l" eaLnBrk="1" hangingPunct="1"/>
            <a:r>
              <a:rPr lang="zh-CN" altLang="en-US" sz="2800" b="1">
                <a:solidFill>
                  <a:srgbClr val="0000FF"/>
                </a:solidFill>
              </a:rPr>
              <a:t>各种磁性的磁化曲线特征</a:t>
            </a:r>
          </a:p>
        </p:txBody>
      </p:sp>
    </p:spTree>
    <p:extLst>
      <p:ext uri="{BB962C8B-B14F-4D97-AF65-F5344CB8AC3E}">
        <p14:creationId xmlns:p14="http://schemas.microsoft.com/office/powerpoint/2010/main" val="29840223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62" name="Object 2"/>
          <p:cNvGraphicFramePr>
            <a:graphicFrameLocks noChangeAspect="1"/>
          </p:cNvGraphicFramePr>
          <p:nvPr/>
        </p:nvGraphicFramePr>
        <p:xfrm>
          <a:off x="1524000" y="1870075"/>
          <a:ext cx="9144000" cy="3119438"/>
        </p:xfrm>
        <a:graphic>
          <a:graphicData uri="http://schemas.openxmlformats.org/presentationml/2006/ole">
            <mc:AlternateContent xmlns:mc="http://schemas.openxmlformats.org/markup-compatibility/2006">
              <mc:Choice xmlns:v="urn:schemas-microsoft-com:vml" Requires="v">
                <p:oleObj spid="_x0000_s36881" name="Image" r:id="rId3" imgW="4154432" imgH="1417323" progId="Photoshop.Image.6">
                  <p:embed/>
                </p:oleObj>
              </mc:Choice>
              <mc:Fallback>
                <p:oleObj name="Image" r:id="rId3" imgW="4154432" imgH="1417323" progId="Photoshop.Image.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870075"/>
                        <a:ext cx="9144000" cy="311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6008346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2"/>
          <p:cNvSpPr txBox="1">
            <a:spLocks noChangeArrowheads="1"/>
          </p:cNvSpPr>
          <p:nvPr/>
        </p:nvSpPr>
        <p:spPr bwMode="auto">
          <a:xfrm>
            <a:off x="2425700" y="622300"/>
            <a:ext cx="1866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rgbClr val="FF0000"/>
                </a:solidFill>
              </a:rPr>
              <a:t>边界条件</a:t>
            </a:r>
          </a:p>
        </p:txBody>
      </p:sp>
      <p:sp>
        <p:nvSpPr>
          <p:cNvPr id="93187" name="Text Box 3"/>
          <p:cNvSpPr txBox="1">
            <a:spLocks noChangeArrowheads="1"/>
          </p:cNvSpPr>
          <p:nvPr/>
        </p:nvSpPr>
        <p:spPr bwMode="auto">
          <a:xfrm>
            <a:off x="2209800" y="5397500"/>
            <a:ext cx="2730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solidFill>
                  <a:srgbClr val="0000FF"/>
                </a:solidFill>
              </a:rPr>
              <a:t>对于各向同性介质</a:t>
            </a:r>
          </a:p>
        </p:txBody>
      </p:sp>
      <p:graphicFrame>
        <p:nvGraphicFramePr>
          <p:cNvPr id="93188" name="Object 4"/>
          <p:cNvGraphicFramePr>
            <a:graphicFrameLocks noChangeAspect="1"/>
          </p:cNvGraphicFramePr>
          <p:nvPr/>
        </p:nvGraphicFramePr>
        <p:xfrm>
          <a:off x="2424114" y="1200151"/>
          <a:ext cx="2014537" cy="815975"/>
        </p:xfrm>
        <a:graphic>
          <a:graphicData uri="http://schemas.openxmlformats.org/presentationml/2006/ole">
            <mc:AlternateContent xmlns:mc="http://schemas.openxmlformats.org/markup-compatibility/2006">
              <mc:Choice xmlns:v="urn:schemas-microsoft-com:vml" Requires="v">
                <p:oleObj spid="_x0000_s37995" name="Equation" r:id="rId4" imgW="885959" imgH="352391" progId="Equation.DSMT4">
                  <p:embed/>
                </p:oleObj>
              </mc:Choice>
              <mc:Fallback>
                <p:oleObj name="Equation" r:id="rId4" imgW="885959" imgH="352391"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4114" y="1200151"/>
                        <a:ext cx="2014537"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189" name="Object 5"/>
          <p:cNvGraphicFramePr>
            <a:graphicFrameLocks noChangeAspect="1"/>
          </p:cNvGraphicFramePr>
          <p:nvPr/>
        </p:nvGraphicFramePr>
        <p:xfrm>
          <a:off x="2433639" y="3103563"/>
          <a:ext cx="1589087" cy="844550"/>
        </p:xfrm>
        <a:graphic>
          <a:graphicData uri="http://schemas.openxmlformats.org/presentationml/2006/ole">
            <mc:AlternateContent xmlns:mc="http://schemas.openxmlformats.org/markup-compatibility/2006">
              <mc:Choice xmlns:v="urn:schemas-microsoft-com:vml" Requires="v">
                <p:oleObj spid="_x0000_s37996" name="Equation" r:id="rId6" imgW="695433" imgH="361882" progId="Equation.DSMT4">
                  <p:embed/>
                </p:oleObj>
              </mc:Choice>
              <mc:Fallback>
                <p:oleObj name="Equation" r:id="rId6" imgW="695433" imgH="361882"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3639" y="3103563"/>
                        <a:ext cx="1589087" cy="844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190" name="Object 6"/>
          <p:cNvGraphicFramePr>
            <a:graphicFrameLocks noChangeAspect="1"/>
          </p:cNvGraphicFramePr>
          <p:nvPr/>
        </p:nvGraphicFramePr>
        <p:xfrm>
          <a:off x="2398714" y="2012951"/>
          <a:ext cx="3006725" cy="842963"/>
        </p:xfrm>
        <a:graphic>
          <a:graphicData uri="http://schemas.openxmlformats.org/presentationml/2006/ole">
            <mc:AlternateContent xmlns:mc="http://schemas.openxmlformats.org/markup-compatibility/2006">
              <mc:Choice xmlns:v="urn:schemas-microsoft-com:vml" Requires="v">
                <p:oleObj spid="_x0000_s37997" name="Equation" r:id="rId8" imgW="1323892" imgH="361882" progId="Equation.DSMT4">
                  <p:embed/>
                </p:oleObj>
              </mc:Choice>
              <mc:Fallback>
                <p:oleObj name="Equation" r:id="rId8" imgW="1323892" imgH="361882"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98714" y="2012951"/>
                        <a:ext cx="3006725" cy="842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191" name="Object 7"/>
          <p:cNvGraphicFramePr>
            <a:graphicFrameLocks noChangeAspect="1"/>
          </p:cNvGraphicFramePr>
          <p:nvPr/>
        </p:nvGraphicFramePr>
        <p:xfrm>
          <a:off x="6643689" y="3717926"/>
          <a:ext cx="1247775" cy="479425"/>
        </p:xfrm>
        <a:graphic>
          <a:graphicData uri="http://schemas.openxmlformats.org/presentationml/2006/ole">
            <mc:AlternateContent xmlns:mc="http://schemas.openxmlformats.org/markup-compatibility/2006">
              <mc:Choice xmlns:v="urn:schemas-microsoft-com:vml" Requires="v">
                <p:oleObj spid="_x0000_s37998" name="Equation" r:id="rId10" imgW="542829" imgH="199923" progId="Equation.DSMT4">
                  <p:embed/>
                </p:oleObj>
              </mc:Choice>
              <mc:Fallback>
                <p:oleObj name="Equation" r:id="rId10" imgW="542829" imgH="199923"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43689" y="3717926"/>
                        <a:ext cx="1247775"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192" name="Object 8"/>
          <p:cNvGraphicFramePr>
            <a:graphicFrameLocks noChangeAspect="1"/>
          </p:cNvGraphicFramePr>
          <p:nvPr/>
        </p:nvGraphicFramePr>
        <p:xfrm>
          <a:off x="6443663" y="1517651"/>
          <a:ext cx="1503362" cy="561975"/>
        </p:xfrm>
        <a:graphic>
          <a:graphicData uri="http://schemas.openxmlformats.org/presentationml/2006/ole">
            <mc:AlternateContent xmlns:mc="http://schemas.openxmlformats.org/markup-compatibility/2006">
              <mc:Choice xmlns:v="urn:schemas-microsoft-com:vml" Requires="v">
                <p:oleObj spid="_x0000_s37999" name="Equation" r:id="rId12" imgW="657206" imgH="238193" progId="Equation.DSMT4">
                  <p:embed/>
                </p:oleObj>
              </mc:Choice>
              <mc:Fallback>
                <p:oleObj name="Equation" r:id="rId12" imgW="657206" imgH="238193"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43663" y="1517651"/>
                        <a:ext cx="15033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193" name="Object 9"/>
          <p:cNvGraphicFramePr>
            <a:graphicFrameLocks noChangeAspect="1"/>
          </p:cNvGraphicFramePr>
          <p:nvPr/>
        </p:nvGraphicFramePr>
        <p:xfrm>
          <a:off x="2393950" y="4043363"/>
          <a:ext cx="2127250" cy="844550"/>
        </p:xfrm>
        <a:graphic>
          <a:graphicData uri="http://schemas.openxmlformats.org/presentationml/2006/ole">
            <mc:AlternateContent xmlns:mc="http://schemas.openxmlformats.org/markup-compatibility/2006">
              <mc:Choice xmlns:v="urn:schemas-microsoft-com:vml" Requires="v">
                <p:oleObj spid="_x0000_s38000" name="Equation" r:id="rId14" imgW="933361" imgH="361882" progId="Equation.DSMT4">
                  <p:embed/>
                </p:oleObj>
              </mc:Choice>
              <mc:Fallback>
                <p:oleObj name="Equation" r:id="rId14" imgW="933361" imgH="361882"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93950" y="4043363"/>
                        <a:ext cx="2127250" cy="844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194" name="Object 10"/>
          <p:cNvGraphicFramePr>
            <a:graphicFrameLocks noChangeAspect="1"/>
          </p:cNvGraphicFramePr>
          <p:nvPr/>
        </p:nvGraphicFramePr>
        <p:xfrm>
          <a:off x="7389814" y="5414963"/>
          <a:ext cx="1531937" cy="563562"/>
        </p:xfrm>
        <a:graphic>
          <a:graphicData uri="http://schemas.openxmlformats.org/presentationml/2006/ole">
            <mc:AlternateContent xmlns:mc="http://schemas.openxmlformats.org/markup-compatibility/2006">
              <mc:Choice xmlns:v="urn:schemas-microsoft-com:vml" Requires="v">
                <p:oleObj spid="_x0000_s38001" name="Equation" r:id="rId16" imgW="666686" imgH="238193" progId="Equation.DSMT4">
                  <p:embed/>
                </p:oleObj>
              </mc:Choice>
              <mc:Fallback>
                <p:oleObj name="Equation" r:id="rId16" imgW="666686" imgH="238193"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389814" y="5414963"/>
                        <a:ext cx="1531937" cy="563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195" name="AutoShape 11"/>
          <p:cNvSpPr>
            <a:spLocks noChangeArrowheads="1"/>
          </p:cNvSpPr>
          <p:nvPr/>
        </p:nvSpPr>
        <p:spPr bwMode="auto">
          <a:xfrm>
            <a:off x="5448300" y="1651000"/>
            <a:ext cx="914400" cy="355600"/>
          </a:xfrm>
          <a:prstGeom prst="rightArrow">
            <a:avLst>
              <a:gd name="adj1" fmla="val 50000"/>
              <a:gd name="adj2" fmla="val 64286"/>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93196" name="AutoShape 12"/>
          <p:cNvSpPr>
            <a:spLocks noChangeArrowheads="1"/>
          </p:cNvSpPr>
          <p:nvPr/>
        </p:nvSpPr>
        <p:spPr bwMode="auto">
          <a:xfrm>
            <a:off x="5194300" y="3746500"/>
            <a:ext cx="914400" cy="355600"/>
          </a:xfrm>
          <a:prstGeom prst="rightArrow">
            <a:avLst>
              <a:gd name="adj1" fmla="val 50000"/>
              <a:gd name="adj2" fmla="val 64286"/>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93197" name="AutoShape 13"/>
          <p:cNvSpPr>
            <a:spLocks noChangeArrowheads="1"/>
          </p:cNvSpPr>
          <p:nvPr/>
        </p:nvSpPr>
        <p:spPr bwMode="auto">
          <a:xfrm>
            <a:off x="5715000" y="5524500"/>
            <a:ext cx="914400" cy="355600"/>
          </a:xfrm>
          <a:prstGeom prst="rightArrow">
            <a:avLst>
              <a:gd name="adj1" fmla="val 50000"/>
              <a:gd name="adj2" fmla="val 64286"/>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Tree>
    <p:extLst>
      <p:ext uri="{BB962C8B-B14F-4D97-AF65-F5344CB8AC3E}">
        <p14:creationId xmlns:p14="http://schemas.microsoft.com/office/powerpoint/2010/main" val="17853248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2425700" y="622300"/>
            <a:ext cx="2501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solidFill>
                  <a:srgbClr val="FF0000"/>
                </a:solidFill>
              </a:rPr>
              <a:t>B</a:t>
            </a:r>
            <a:r>
              <a:rPr lang="zh-CN" altLang="en-US" sz="2400" b="1">
                <a:solidFill>
                  <a:srgbClr val="FF0000"/>
                </a:solidFill>
              </a:rPr>
              <a:t>法向分量连续</a:t>
            </a:r>
          </a:p>
        </p:txBody>
      </p:sp>
      <p:sp>
        <p:nvSpPr>
          <p:cNvPr id="95235" name="Text Box 3"/>
          <p:cNvSpPr txBox="1">
            <a:spLocks noChangeArrowheads="1"/>
          </p:cNvSpPr>
          <p:nvPr/>
        </p:nvSpPr>
        <p:spPr bwMode="auto">
          <a:xfrm>
            <a:off x="1981200" y="5613400"/>
            <a:ext cx="617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0000FF"/>
                </a:solidFill>
              </a:rPr>
              <a:t>即：边界面两侧磁感应强度法线分量连续</a:t>
            </a:r>
          </a:p>
        </p:txBody>
      </p:sp>
      <p:graphicFrame>
        <p:nvGraphicFramePr>
          <p:cNvPr id="95236" name="Object 4"/>
          <p:cNvGraphicFramePr>
            <a:graphicFrameLocks noChangeAspect="1"/>
          </p:cNvGraphicFramePr>
          <p:nvPr/>
        </p:nvGraphicFramePr>
        <p:xfrm>
          <a:off x="2497139" y="1223963"/>
          <a:ext cx="1589087" cy="844550"/>
        </p:xfrm>
        <a:graphic>
          <a:graphicData uri="http://schemas.openxmlformats.org/presentationml/2006/ole">
            <mc:AlternateContent xmlns:mc="http://schemas.openxmlformats.org/markup-compatibility/2006">
              <mc:Choice xmlns:v="urn:schemas-microsoft-com:vml" Requires="v">
                <p:oleObj spid="_x0000_s39064" name="Equation" r:id="rId4" imgW="695433" imgH="361882" progId="Equation.DSMT4">
                  <p:embed/>
                </p:oleObj>
              </mc:Choice>
              <mc:Fallback>
                <p:oleObj name="Equation" r:id="rId4" imgW="695433" imgH="361882"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7139" y="1223963"/>
                        <a:ext cx="1589087" cy="844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37" name="Object 5"/>
          <p:cNvGraphicFramePr>
            <a:graphicFrameLocks noChangeAspect="1"/>
          </p:cNvGraphicFramePr>
          <p:nvPr/>
        </p:nvGraphicFramePr>
        <p:xfrm>
          <a:off x="2541589" y="2041526"/>
          <a:ext cx="1247775" cy="479425"/>
        </p:xfrm>
        <a:graphic>
          <a:graphicData uri="http://schemas.openxmlformats.org/presentationml/2006/ole">
            <mc:AlternateContent xmlns:mc="http://schemas.openxmlformats.org/markup-compatibility/2006">
              <mc:Choice xmlns:v="urn:schemas-microsoft-com:vml" Requires="v">
                <p:oleObj spid="_x0000_s39065" name="Equation" r:id="rId6" imgW="542829" imgH="199923" progId="Equation.DSMT4">
                  <p:embed/>
                </p:oleObj>
              </mc:Choice>
              <mc:Fallback>
                <p:oleObj name="Equation" r:id="rId6" imgW="542829" imgH="19992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41589" y="2041526"/>
                        <a:ext cx="1247775"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238" name="AutoShape 6"/>
          <p:cNvSpPr>
            <a:spLocks noChangeArrowheads="1"/>
          </p:cNvSpPr>
          <p:nvPr/>
        </p:nvSpPr>
        <p:spPr bwMode="auto">
          <a:xfrm>
            <a:off x="6896100" y="1168400"/>
            <a:ext cx="2387600" cy="596900"/>
          </a:xfrm>
          <a:prstGeom prst="parallelogram">
            <a:avLst>
              <a:gd name="adj" fmla="val 100000"/>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95239" name="AutoShape 7"/>
          <p:cNvSpPr>
            <a:spLocks noChangeArrowheads="1"/>
          </p:cNvSpPr>
          <p:nvPr/>
        </p:nvSpPr>
        <p:spPr bwMode="auto">
          <a:xfrm>
            <a:off x="7518400" y="1536700"/>
            <a:ext cx="762000" cy="304800"/>
          </a:xfrm>
          <a:prstGeom prst="can">
            <a:avLst>
              <a:gd name="adj" fmla="val 45833"/>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95240" name="Line 8"/>
          <p:cNvSpPr>
            <a:spLocks noChangeShapeType="1"/>
          </p:cNvSpPr>
          <p:nvPr/>
        </p:nvSpPr>
        <p:spPr bwMode="auto">
          <a:xfrm flipV="1">
            <a:off x="7899400" y="876300"/>
            <a:ext cx="0" cy="7112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95241" name="Line 9"/>
          <p:cNvSpPr>
            <a:spLocks noChangeShapeType="1"/>
          </p:cNvSpPr>
          <p:nvPr/>
        </p:nvSpPr>
        <p:spPr bwMode="auto">
          <a:xfrm flipV="1">
            <a:off x="7899400" y="889000"/>
            <a:ext cx="685800" cy="6858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95242" name="Line 10"/>
          <p:cNvSpPr>
            <a:spLocks noChangeShapeType="1"/>
          </p:cNvSpPr>
          <p:nvPr/>
        </p:nvSpPr>
        <p:spPr bwMode="auto">
          <a:xfrm flipV="1">
            <a:off x="8483600" y="876300"/>
            <a:ext cx="685800" cy="6858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95243" name="Line 11"/>
          <p:cNvSpPr>
            <a:spLocks noChangeShapeType="1"/>
          </p:cNvSpPr>
          <p:nvPr/>
        </p:nvSpPr>
        <p:spPr bwMode="auto">
          <a:xfrm flipV="1">
            <a:off x="6731000" y="1752600"/>
            <a:ext cx="685800" cy="6858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95244" name="Line 12"/>
          <p:cNvSpPr>
            <a:spLocks noChangeShapeType="1"/>
          </p:cNvSpPr>
          <p:nvPr/>
        </p:nvSpPr>
        <p:spPr bwMode="auto">
          <a:xfrm flipV="1">
            <a:off x="7759700" y="1790700"/>
            <a:ext cx="685800" cy="6858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95245" name="Object 13"/>
          <p:cNvGraphicFramePr>
            <a:graphicFrameLocks noChangeAspect="1"/>
          </p:cNvGraphicFramePr>
          <p:nvPr/>
        </p:nvGraphicFramePr>
        <p:xfrm>
          <a:off x="7240589" y="1270000"/>
          <a:ext cx="509587" cy="395288"/>
        </p:xfrm>
        <a:graphic>
          <a:graphicData uri="http://schemas.openxmlformats.org/presentationml/2006/ole">
            <mc:AlternateContent xmlns:mc="http://schemas.openxmlformats.org/markup-compatibility/2006">
              <mc:Choice xmlns:v="urn:schemas-microsoft-com:vml" Requires="v">
                <p:oleObj spid="_x0000_s39066" name="Equation" r:id="rId8" imgW="209486" imgH="161959" progId="Equation.DSMT4">
                  <p:embed/>
                </p:oleObj>
              </mc:Choice>
              <mc:Fallback>
                <p:oleObj name="Equation" r:id="rId8" imgW="209486" imgH="161959"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40589" y="1270000"/>
                        <a:ext cx="509587"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46" name="Object 14"/>
          <p:cNvGraphicFramePr>
            <a:graphicFrameLocks noChangeAspect="1"/>
          </p:cNvGraphicFramePr>
          <p:nvPr/>
        </p:nvGraphicFramePr>
        <p:xfrm>
          <a:off x="8589964" y="639763"/>
          <a:ext cx="427037" cy="565150"/>
        </p:xfrm>
        <a:graphic>
          <a:graphicData uri="http://schemas.openxmlformats.org/presentationml/2006/ole">
            <mc:AlternateContent xmlns:mc="http://schemas.openxmlformats.org/markup-compatibility/2006">
              <mc:Choice xmlns:v="urn:schemas-microsoft-com:vml" Requires="v">
                <p:oleObj spid="_x0000_s39067" name="Equation" r:id="rId10" imgW="171565" imgH="238193" progId="Equation.DSMT4">
                  <p:embed/>
                </p:oleObj>
              </mc:Choice>
              <mc:Fallback>
                <p:oleObj name="Equation" r:id="rId10" imgW="171565" imgH="238193"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589964" y="639763"/>
                        <a:ext cx="427037"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47" name="Object 15"/>
          <p:cNvGraphicFramePr>
            <a:graphicFrameLocks noChangeAspect="1"/>
          </p:cNvGraphicFramePr>
          <p:nvPr/>
        </p:nvGraphicFramePr>
        <p:xfrm>
          <a:off x="7594601" y="609600"/>
          <a:ext cx="284163" cy="395288"/>
        </p:xfrm>
        <a:graphic>
          <a:graphicData uri="http://schemas.openxmlformats.org/presentationml/2006/ole">
            <mc:AlternateContent xmlns:mc="http://schemas.openxmlformats.org/markup-compatibility/2006">
              <mc:Choice xmlns:v="urn:schemas-microsoft-com:vml" Requires="v">
                <p:oleObj spid="_x0000_s39068" name="Equation" r:id="rId12" imgW="104896" imgH="161959" progId="Equation.DSMT4">
                  <p:embed/>
                </p:oleObj>
              </mc:Choice>
              <mc:Fallback>
                <p:oleObj name="Equation" r:id="rId12" imgW="104896" imgH="161959"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94601" y="609600"/>
                        <a:ext cx="284163"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48" name="Object 16"/>
          <p:cNvGraphicFramePr>
            <a:graphicFrameLocks noChangeAspect="1"/>
          </p:cNvGraphicFramePr>
          <p:nvPr/>
        </p:nvGraphicFramePr>
        <p:xfrm>
          <a:off x="7359651" y="1884363"/>
          <a:ext cx="371475" cy="565150"/>
        </p:xfrm>
        <a:graphic>
          <a:graphicData uri="http://schemas.openxmlformats.org/presentationml/2006/ole">
            <mc:AlternateContent xmlns:mc="http://schemas.openxmlformats.org/markup-compatibility/2006">
              <mc:Choice xmlns:v="urn:schemas-microsoft-com:vml" Requires="v">
                <p:oleObj spid="_x0000_s39069" name="Equation" r:id="rId14" imgW="142818" imgH="238193" progId="Equation.DSMT4">
                  <p:embed/>
                </p:oleObj>
              </mc:Choice>
              <mc:Fallback>
                <p:oleObj name="Equation" r:id="rId14" imgW="142818" imgH="238193"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359651" y="1884363"/>
                        <a:ext cx="371475"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249" name="Text Box 17"/>
          <p:cNvSpPr txBox="1">
            <a:spLocks noChangeArrowheads="1"/>
          </p:cNvSpPr>
          <p:nvPr/>
        </p:nvSpPr>
        <p:spPr bwMode="auto">
          <a:xfrm>
            <a:off x="8966200" y="1270000"/>
            <a:ext cx="1181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solidFill>
                  <a:srgbClr val="0000FF"/>
                </a:solidFill>
              </a:rPr>
              <a:t>分界面</a:t>
            </a:r>
          </a:p>
        </p:txBody>
      </p:sp>
      <p:sp>
        <p:nvSpPr>
          <p:cNvPr id="95250" name="Text Box 18"/>
          <p:cNvSpPr txBox="1">
            <a:spLocks noChangeArrowheads="1"/>
          </p:cNvSpPr>
          <p:nvPr/>
        </p:nvSpPr>
        <p:spPr bwMode="auto">
          <a:xfrm>
            <a:off x="8267700" y="1930400"/>
            <a:ext cx="104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solidFill>
                  <a:srgbClr val="0000FF"/>
                </a:solidFill>
              </a:rPr>
              <a:t>介质</a:t>
            </a:r>
            <a:r>
              <a:rPr lang="en-US" altLang="zh-CN" sz="2400" i="1">
                <a:solidFill>
                  <a:srgbClr val="0000FF"/>
                </a:solidFill>
              </a:rPr>
              <a:t>1</a:t>
            </a:r>
          </a:p>
        </p:txBody>
      </p:sp>
      <p:sp>
        <p:nvSpPr>
          <p:cNvPr id="95251" name="Text Box 19"/>
          <p:cNvSpPr txBox="1">
            <a:spLocks noChangeArrowheads="1"/>
          </p:cNvSpPr>
          <p:nvPr/>
        </p:nvSpPr>
        <p:spPr bwMode="auto">
          <a:xfrm>
            <a:off x="6718300" y="838200"/>
            <a:ext cx="104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solidFill>
                  <a:srgbClr val="0000FF"/>
                </a:solidFill>
              </a:rPr>
              <a:t>介质</a:t>
            </a:r>
            <a:r>
              <a:rPr lang="en-US" altLang="zh-CN" sz="2400" i="1">
                <a:solidFill>
                  <a:srgbClr val="0000FF"/>
                </a:solidFill>
              </a:rPr>
              <a:t>2</a:t>
            </a:r>
          </a:p>
        </p:txBody>
      </p:sp>
      <p:graphicFrame>
        <p:nvGraphicFramePr>
          <p:cNvPr id="95252" name="Object 20"/>
          <p:cNvGraphicFramePr>
            <a:graphicFrameLocks noChangeAspect="1"/>
          </p:cNvGraphicFramePr>
          <p:nvPr/>
        </p:nvGraphicFramePr>
        <p:xfrm>
          <a:off x="2178050" y="2697163"/>
          <a:ext cx="4768850" cy="844550"/>
        </p:xfrm>
        <a:graphic>
          <a:graphicData uri="http://schemas.openxmlformats.org/presentationml/2006/ole">
            <mc:AlternateContent xmlns:mc="http://schemas.openxmlformats.org/markup-compatibility/2006">
              <mc:Choice xmlns:v="urn:schemas-microsoft-com:vml" Requires="v">
                <p:oleObj spid="_x0000_s39070" name="Equation" r:id="rId16" imgW="2114435" imgH="361882" progId="Equation.DSMT4">
                  <p:embed/>
                </p:oleObj>
              </mc:Choice>
              <mc:Fallback>
                <p:oleObj name="Equation" r:id="rId16" imgW="2114435" imgH="361882"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78050" y="2697163"/>
                        <a:ext cx="4768850" cy="844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53" name="Object 21"/>
          <p:cNvGraphicFramePr>
            <a:graphicFrameLocks noChangeAspect="1"/>
          </p:cNvGraphicFramePr>
          <p:nvPr/>
        </p:nvGraphicFramePr>
        <p:xfrm>
          <a:off x="2230439" y="3662363"/>
          <a:ext cx="4003675" cy="844550"/>
        </p:xfrm>
        <a:graphic>
          <a:graphicData uri="http://schemas.openxmlformats.org/presentationml/2006/ole">
            <mc:AlternateContent xmlns:mc="http://schemas.openxmlformats.org/markup-compatibility/2006">
              <mc:Choice xmlns:v="urn:schemas-microsoft-com:vml" Requires="v">
                <p:oleObj spid="_x0000_s39071" name="Equation" r:id="rId18" imgW="1771612" imgH="361882" progId="Equation.DSMT4">
                  <p:embed/>
                </p:oleObj>
              </mc:Choice>
              <mc:Fallback>
                <p:oleObj name="Equation" r:id="rId18" imgW="1771612" imgH="361882"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30439" y="3662363"/>
                        <a:ext cx="4003675" cy="844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54" name="Object 22"/>
          <p:cNvGraphicFramePr>
            <a:graphicFrameLocks noChangeAspect="1"/>
          </p:cNvGraphicFramePr>
          <p:nvPr/>
        </p:nvGraphicFramePr>
        <p:xfrm>
          <a:off x="2374900" y="4360863"/>
          <a:ext cx="1987550" cy="563562"/>
        </p:xfrm>
        <a:graphic>
          <a:graphicData uri="http://schemas.openxmlformats.org/presentationml/2006/ole">
            <mc:AlternateContent xmlns:mc="http://schemas.openxmlformats.org/markup-compatibility/2006">
              <mc:Choice xmlns:v="urn:schemas-microsoft-com:vml" Requires="v">
                <p:oleObj spid="_x0000_s39072" name="Equation" r:id="rId20" imgW="866692" imgH="238193" progId="Equation.DSMT4">
                  <p:embed/>
                </p:oleObj>
              </mc:Choice>
              <mc:Fallback>
                <p:oleObj name="Equation" r:id="rId20" imgW="866692" imgH="238193"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374900" y="4360863"/>
                        <a:ext cx="1987550" cy="563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55" name="Object 23"/>
          <p:cNvGraphicFramePr>
            <a:graphicFrameLocks noChangeAspect="1"/>
          </p:cNvGraphicFramePr>
          <p:nvPr/>
        </p:nvGraphicFramePr>
        <p:xfrm>
          <a:off x="2600326" y="5073650"/>
          <a:ext cx="1306513" cy="508000"/>
        </p:xfrm>
        <a:graphic>
          <a:graphicData uri="http://schemas.openxmlformats.org/presentationml/2006/ole">
            <mc:AlternateContent xmlns:mc="http://schemas.openxmlformats.org/markup-compatibility/2006">
              <mc:Choice xmlns:v="urn:schemas-microsoft-com:vml" Requires="v">
                <p:oleObj spid="_x0000_s39073" name="Equation" r:id="rId22" imgW="562096" imgH="209414" progId="Equation.DSMT4">
                  <p:embed/>
                </p:oleObj>
              </mc:Choice>
              <mc:Fallback>
                <p:oleObj name="Equation" r:id="rId22" imgW="562096" imgH="209414"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600326" y="5073650"/>
                        <a:ext cx="1306513"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256" name="Text Box 24"/>
          <p:cNvSpPr txBox="1">
            <a:spLocks noChangeArrowheads="1"/>
          </p:cNvSpPr>
          <p:nvPr/>
        </p:nvSpPr>
        <p:spPr bwMode="auto">
          <a:xfrm>
            <a:off x="6705600" y="3378200"/>
            <a:ext cx="246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0000FF"/>
                </a:solidFill>
              </a:rPr>
              <a:t>侧面积很小</a:t>
            </a:r>
          </a:p>
        </p:txBody>
      </p:sp>
    </p:spTree>
    <p:extLst>
      <p:ext uri="{BB962C8B-B14F-4D97-AF65-F5344CB8AC3E}">
        <p14:creationId xmlns:p14="http://schemas.microsoft.com/office/powerpoint/2010/main" val="19096472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p:cNvSpPr txBox="1">
            <a:spLocks noChangeArrowheads="1"/>
          </p:cNvSpPr>
          <p:nvPr/>
        </p:nvSpPr>
        <p:spPr bwMode="auto">
          <a:xfrm>
            <a:off x="2425700" y="622300"/>
            <a:ext cx="2501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solidFill>
                  <a:srgbClr val="FF0000"/>
                </a:solidFill>
              </a:rPr>
              <a:t>H</a:t>
            </a:r>
            <a:r>
              <a:rPr lang="zh-CN" altLang="en-US" sz="2400" b="1">
                <a:solidFill>
                  <a:srgbClr val="FF0000"/>
                </a:solidFill>
              </a:rPr>
              <a:t>切向分量连续</a:t>
            </a:r>
          </a:p>
        </p:txBody>
      </p:sp>
      <p:sp>
        <p:nvSpPr>
          <p:cNvPr id="97283" name="Text Box 3"/>
          <p:cNvSpPr txBox="1">
            <a:spLocks noChangeArrowheads="1"/>
          </p:cNvSpPr>
          <p:nvPr/>
        </p:nvSpPr>
        <p:spPr bwMode="auto">
          <a:xfrm>
            <a:off x="1981200" y="5613400"/>
            <a:ext cx="617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0000FF"/>
                </a:solidFill>
              </a:rPr>
              <a:t>即：界面两侧磁场强度切向分量连续</a:t>
            </a:r>
          </a:p>
        </p:txBody>
      </p:sp>
      <p:graphicFrame>
        <p:nvGraphicFramePr>
          <p:cNvPr id="97284" name="Object 4"/>
          <p:cNvGraphicFramePr>
            <a:graphicFrameLocks noChangeAspect="1"/>
          </p:cNvGraphicFramePr>
          <p:nvPr/>
        </p:nvGraphicFramePr>
        <p:xfrm>
          <a:off x="2511426" y="1236663"/>
          <a:ext cx="1560513" cy="817562"/>
        </p:xfrm>
        <a:graphic>
          <a:graphicData uri="http://schemas.openxmlformats.org/presentationml/2006/ole">
            <mc:AlternateContent xmlns:mc="http://schemas.openxmlformats.org/markup-compatibility/2006">
              <mc:Choice xmlns:v="urn:schemas-microsoft-com:vml" Requires="v">
                <p:oleObj spid="_x0000_s40133" name="Equation" r:id="rId4" imgW="676167" imgH="352391" progId="Equation.DSMT4">
                  <p:embed/>
                </p:oleObj>
              </mc:Choice>
              <mc:Fallback>
                <p:oleObj name="Equation" r:id="rId4" imgW="676167" imgH="352391"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1426" y="1236663"/>
                        <a:ext cx="1560513" cy="817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285" name="Line 5"/>
          <p:cNvSpPr>
            <a:spLocks noChangeShapeType="1"/>
          </p:cNvSpPr>
          <p:nvPr/>
        </p:nvSpPr>
        <p:spPr bwMode="auto">
          <a:xfrm flipV="1">
            <a:off x="7899400" y="876300"/>
            <a:ext cx="0" cy="7112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97286" name="Line 6"/>
          <p:cNvSpPr>
            <a:spLocks noChangeShapeType="1"/>
          </p:cNvSpPr>
          <p:nvPr/>
        </p:nvSpPr>
        <p:spPr bwMode="auto">
          <a:xfrm flipV="1">
            <a:off x="7899400" y="889000"/>
            <a:ext cx="685800" cy="6858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97287" name="Line 7"/>
          <p:cNvSpPr>
            <a:spLocks noChangeShapeType="1"/>
          </p:cNvSpPr>
          <p:nvPr/>
        </p:nvSpPr>
        <p:spPr bwMode="auto">
          <a:xfrm flipV="1">
            <a:off x="8483600" y="876300"/>
            <a:ext cx="685800" cy="6858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97288" name="Line 8"/>
          <p:cNvSpPr>
            <a:spLocks noChangeShapeType="1"/>
          </p:cNvSpPr>
          <p:nvPr/>
        </p:nvSpPr>
        <p:spPr bwMode="auto">
          <a:xfrm flipV="1">
            <a:off x="6731000" y="1752600"/>
            <a:ext cx="685800" cy="6858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97289" name="Line 9"/>
          <p:cNvSpPr>
            <a:spLocks noChangeShapeType="1"/>
          </p:cNvSpPr>
          <p:nvPr/>
        </p:nvSpPr>
        <p:spPr bwMode="auto">
          <a:xfrm flipV="1">
            <a:off x="7759700" y="1790700"/>
            <a:ext cx="685800" cy="6858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97290" name="Object 10"/>
          <p:cNvGraphicFramePr>
            <a:graphicFrameLocks noChangeAspect="1"/>
          </p:cNvGraphicFramePr>
          <p:nvPr/>
        </p:nvGraphicFramePr>
        <p:xfrm>
          <a:off x="8561389" y="639763"/>
          <a:ext cx="484187" cy="565150"/>
        </p:xfrm>
        <a:graphic>
          <a:graphicData uri="http://schemas.openxmlformats.org/presentationml/2006/ole">
            <mc:AlternateContent xmlns:mc="http://schemas.openxmlformats.org/markup-compatibility/2006">
              <mc:Choice xmlns:v="urn:schemas-microsoft-com:vml" Requires="v">
                <p:oleObj spid="_x0000_s40134" name="Equation" r:id="rId6" imgW="200006" imgH="238193" progId="Equation.DSMT4">
                  <p:embed/>
                </p:oleObj>
              </mc:Choice>
              <mc:Fallback>
                <p:oleObj name="Equation" r:id="rId6" imgW="200006" imgH="23819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61389" y="639763"/>
                        <a:ext cx="484187"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291" name="Object 11"/>
          <p:cNvGraphicFramePr>
            <a:graphicFrameLocks noChangeAspect="1"/>
          </p:cNvGraphicFramePr>
          <p:nvPr/>
        </p:nvGraphicFramePr>
        <p:xfrm>
          <a:off x="7594601" y="609600"/>
          <a:ext cx="284163" cy="395288"/>
        </p:xfrm>
        <a:graphic>
          <a:graphicData uri="http://schemas.openxmlformats.org/presentationml/2006/ole">
            <mc:AlternateContent xmlns:mc="http://schemas.openxmlformats.org/markup-compatibility/2006">
              <mc:Choice xmlns:v="urn:schemas-microsoft-com:vml" Requires="v">
                <p:oleObj spid="_x0000_s40135" name="Equation" r:id="rId8" imgW="104896" imgH="161959" progId="Equation.DSMT4">
                  <p:embed/>
                </p:oleObj>
              </mc:Choice>
              <mc:Fallback>
                <p:oleObj name="Equation" r:id="rId8" imgW="104896" imgH="161959"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94601" y="609600"/>
                        <a:ext cx="284163"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292" name="Object 12"/>
          <p:cNvGraphicFramePr>
            <a:graphicFrameLocks noChangeAspect="1"/>
          </p:cNvGraphicFramePr>
          <p:nvPr/>
        </p:nvGraphicFramePr>
        <p:xfrm>
          <a:off x="7316788" y="1884363"/>
          <a:ext cx="457200" cy="565150"/>
        </p:xfrm>
        <a:graphic>
          <a:graphicData uri="http://schemas.openxmlformats.org/presentationml/2006/ole">
            <mc:AlternateContent xmlns:mc="http://schemas.openxmlformats.org/markup-compatibility/2006">
              <mc:Choice xmlns:v="urn:schemas-microsoft-com:vml" Requires="v">
                <p:oleObj spid="_x0000_s40136" name="Equation" r:id="rId10" imgW="181045" imgH="238193" progId="Equation.DSMT4">
                  <p:embed/>
                </p:oleObj>
              </mc:Choice>
              <mc:Fallback>
                <p:oleObj name="Equation" r:id="rId10" imgW="181045" imgH="238193"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16788" y="1884363"/>
                        <a:ext cx="457200"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293" name="Text Box 13"/>
          <p:cNvSpPr txBox="1">
            <a:spLocks noChangeArrowheads="1"/>
          </p:cNvSpPr>
          <p:nvPr/>
        </p:nvSpPr>
        <p:spPr bwMode="auto">
          <a:xfrm>
            <a:off x="8966200" y="1270000"/>
            <a:ext cx="1181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solidFill>
                  <a:srgbClr val="0000FF"/>
                </a:solidFill>
              </a:rPr>
              <a:t>分界面</a:t>
            </a:r>
          </a:p>
        </p:txBody>
      </p:sp>
      <p:sp>
        <p:nvSpPr>
          <p:cNvPr id="97294" name="Text Box 14"/>
          <p:cNvSpPr txBox="1">
            <a:spLocks noChangeArrowheads="1"/>
          </p:cNvSpPr>
          <p:nvPr/>
        </p:nvSpPr>
        <p:spPr bwMode="auto">
          <a:xfrm>
            <a:off x="8267700" y="1930400"/>
            <a:ext cx="104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solidFill>
                  <a:srgbClr val="0000FF"/>
                </a:solidFill>
              </a:rPr>
              <a:t>介质</a:t>
            </a:r>
            <a:r>
              <a:rPr lang="en-US" altLang="zh-CN" sz="2400" i="1">
                <a:solidFill>
                  <a:srgbClr val="0000FF"/>
                </a:solidFill>
              </a:rPr>
              <a:t>1</a:t>
            </a:r>
          </a:p>
        </p:txBody>
      </p:sp>
      <p:sp>
        <p:nvSpPr>
          <p:cNvPr id="97295" name="Text Box 15"/>
          <p:cNvSpPr txBox="1">
            <a:spLocks noChangeArrowheads="1"/>
          </p:cNvSpPr>
          <p:nvPr/>
        </p:nvSpPr>
        <p:spPr bwMode="auto">
          <a:xfrm>
            <a:off x="6718300" y="838200"/>
            <a:ext cx="104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solidFill>
                  <a:srgbClr val="0000FF"/>
                </a:solidFill>
              </a:rPr>
              <a:t>介质</a:t>
            </a:r>
            <a:r>
              <a:rPr lang="en-US" altLang="zh-CN" sz="2400" i="1">
                <a:solidFill>
                  <a:srgbClr val="0000FF"/>
                </a:solidFill>
              </a:rPr>
              <a:t>2</a:t>
            </a:r>
          </a:p>
        </p:txBody>
      </p:sp>
      <p:graphicFrame>
        <p:nvGraphicFramePr>
          <p:cNvPr id="97296" name="Object 16"/>
          <p:cNvGraphicFramePr>
            <a:graphicFrameLocks noChangeAspect="1"/>
          </p:cNvGraphicFramePr>
          <p:nvPr/>
        </p:nvGraphicFramePr>
        <p:xfrm>
          <a:off x="2063750" y="4654550"/>
          <a:ext cx="2584450" cy="508000"/>
        </p:xfrm>
        <a:graphic>
          <a:graphicData uri="http://schemas.openxmlformats.org/presentationml/2006/ole">
            <mc:AlternateContent xmlns:mc="http://schemas.openxmlformats.org/markup-compatibility/2006">
              <mc:Choice xmlns:v="urn:schemas-microsoft-com:vml" Requires="v">
                <p:oleObj spid="_x0000_s40137" name="Equation" r:id="rId12" imgW="1133367" imgH="209414" progId="Equation.DSMT4">
                  <p:embed/>
                </p:oleObj>
              </mc:Choice>
              <mc:Fallback>
                <p:oleObj name="Equation" r:id="rId12" imgW="1133367" imgH="209414"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63750" y="4654550"/>
                        <a:ext cx="258445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297" name="Text Box 17"/>
          <p:cNvSpPr txBox="1">
            <a:spLocks noChangeArrowheads="1"/>
          </p:cNvSpPr>
          <p:nvPr/>
        </p:nvSpPr>
        <p:spPr bwMode="auto">
          <a:xfrm>
            <a:off x="7632700" y="2692400"/>
            <a:ext cx="246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solidFill>
                  <a:srgbClr val="0000FF"/>
                </a:solidFill>
              </a:rPr>
              <a:t>BC</a:t>
            </a:r>
            <a:r>
              <a:rPr lang="zh-CN" altLang="en-US" sz="2400">
                <a:solidFill>
                  <a:srgbClr val="0000FF"/>
                </a:solidFill>
              </a:rPr>
              <a:t>和</a:t>
            </a:r>
            <a:r>
              <a:rPr lang="en-US" altLang="zh-CN" sz="2400">
                <a:solidFill>
                  <a:srgbClr val="0000FF"/>
                </a:solidFill>
              </a:rPr>
              <a:t>DA</a:t>
            </a:r>
            <a:r>
              <a:rPr lang="zh-CN" altLang="en-US" sz="2400">
                <a:solidFill>
                  <a:srgbClr val="0000FF"/>
                </a:solidFill>
              </a:rPr>
              <a:t>近于</a:t>
            </a:r>
            <a:r>
              <a:rPr lang="en-US" altLang="zh-CN" sz="2400">
                <a:solidFill>
                  <a:srgbClr val="0000FF"/>
                </a:solidFill>
              </a:rPr>
              <a:t>0</a:t>
            </a:r>
          </a:p>
        </p:txBody>
      </p:sp>
      <p:sp>
        <p:nvSpPr>
          <p:cNvPr id="97298" name="Freeform 18"/>
          <p:cNvSpPr>
            <a:spLocks/>
          </p:cNvSpPr>
          <p:nvPr/>
        </p:nvSpPr>
        <p:spPr bwMode="auto">
          <a:xfrm>
            <a:off x="6769100" y="1530350"/>
            <a:ext cx="2146300" cy="374650"/>
          </a:xfrm>
          <a:custGeom>
            <a:avLst/>
            <a:gdLst>
              <a:gd name="T0" fmla="*/ 0 w 1352"/>
              <a:gd name="T1" fmla="*/ 2147483646 h 236"/>
              <a:gd name="T2" fmla="*/ 2147483646 w 1352"/>
              <a:gd name="T3" fmla="*/ 2147483646 h 236"/>
              <a:gd name="T4" fmla="*/ 2147483646 w 1352"/>
              <a:gd name="T5" fmla="*/ 2147483646 h 236"/>
              <a:gd name="T6" fmla="*/ 2147483646 w 1352"/>
              <a:gd name="T7" fmla="*/ 2147483646 h 236"/>
              <a:gd name="T8" fmla="*/ 2147483646 w 1352"/>
              <a:gd name="T9" fmla="*/ 2147483646 h 236"/>
              <a:gd name="T10" fmla="*/ 2147483646 w 1352"/>
              <a:gd name="T11" fmla="*/ 2147483646 h 236"/>
              <a:gd name="T12" fmla="*/ 2147483646 w 1352"/>
              <a:gd name="T13" fmla="*/ 2147483646 h 236"/>
              <a:gd name="T14" fmla="*/ 0 60000 65536"/>
              <a:gd name="T15" fmla="*/ 0 60000 65536"/>
              <a:gd name="T16" fmla="*/ 0 60000 65536"/>
              <a:gd name="T17" fmla="*/ 0 60000 65536"/>
              <a:gd name="T18" fmla="*/ 0 60000 65536"/>
              <a:gd name="T19" fmla="*/ 0 60000 65536"/>
              <a:gd name="T20" fmla="*/ 0 60000 65536"/>
              <a:gd name="T21" fmla="*/ 0 w 1352"/>
              <a:gd name="T22" fmla="*/ 0 h 236"/>
              <a:gd name="T23" fmla="*/ 1352 w 1352"/>
              <a:gd name="T24" fmla="*/ 236 h 2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52" h="236">
                <a:moveTo>
                  <a:pt x="0" y="236"/>
                </a:moveTo>
                <a:cubicBezTo>
                  <a:pt x="72" y="159"/>
                  <a:pt x="145" y="83"/>
                  <a:pt x="256" y="44"/>
                </a:cubicBezTo>
                <a:cubicBezTo>
                  <a:pt x="367" y="5"/>
                  <a:pt x="567" y="8"/>
                  <a:pt x="664" y="4"/>
                </a:cubicBezTo>
                <a:cubicBezTo>
                  <a:pt x="761" y="0"/>
                  <a:pt x="780" y="16"/>
                  <a:pt x="840" y="20"/>
                </a:cubicBezTo>
                <a:cubicBezTo>
                  <a:pt x="900" y="24"/>
                  <a:pt x="959" y="24"/>
                  <a:pt x="1024" y="28"/>
                </a:cubicBezTo>
                <a:cubicBezTo>
                  <a:pt x="1089" y="32"/>
                  <a:pt x="1177" y="35"/>
                  <a:pt x="1232" y="44"/>
                </a:cubicBezTo>
                <a:cubicBezTo>
                  <a:pt x="1287" y="53"/>
                  <a:pt x="1319" y="68"/>
                  <a:pt x="1352" y="84"/>
                </a:cubicBezTo>
              </a:path>
            </a:pathLst>
          </a:custGeom>
          <a:noFill/>
          <a:ln w="381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7299" name="Rectangle 19"/>
          <p:cNvSpPr>
            <a:spLocks noChangeArrowheads="1"/>
          </p:cNvSpPr>
          <p:nvPr/>
        </p:nvSpPr>
        <p:spPr bwMode="auto">
          <a:xfrm>
            <a:off x="7454900" y="1460500"/>
            <a:ext cx="1041400" cy="20320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97300" name="Object 20"/>
          <p:cNvGraphicFramePr>
            <a:graphicFrameLocks noChangeAspect="1"/>
          </p:cNvGraphicFramePr>
          <p:nvPr/>
        </p:nvGraphicFramePr>
        <p:xfrm>
          <a:off x="7745413" y="1703388"/>
          <a:ext cx="514350" cy="368300"/>
        </p:xfrm>
        <a:graphic>
          <a:graphicData uri="http://schemas.openxmlformats.org/presentationml/2006/ole">
            <mc:AlternateContent xmlns:mc="http://schemas.openxmlformats.org/markup-compatibility/2006">
              <mc:Choice xmlns:v="urn:schemas-microsoft-com:vml" Requires="v">
                <p:oleObj spid="_x0000_s40138" name="Equation" r:id="rId14" imgW="209486" imgH="142977" progId="Equation.DSMT4">
                  <p:embed/>
                </p:oleObj>
              </mc:Choice>
              <mc:Fallback>
                <p:oleObj name="Equation" r:id="rId14" imgW="209486" imgH="142977"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745413" y="1703388"/>
                        <a:ext cx="51435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301" name="Object 21"/>
          <p:cNvGraphicFramePr>
            <a:graphicFrameLocks noChangeAspect="1"/>
          </p:cNvGraphicFramePr>
          <p:nvPr/>
        </p:nvGraphicFramePr>
        <p:xfrm>
          <a:off x="7158038" y="1625601"/>
          <a:ext cx="342900" cy="396875"/>
        </p:xfrm>
        <a:graphic>
          <a:graphicData uri="http://schemas.openxmlformats.org/presentationml/2006/ole">
            <mc:AlternateContent xmlns:mc="http://schemas.openxmlformats.org/markup-compatibility/2006">
              <mc:Choice xmlns:v="urn:schemas-microsoft-com:vml" Requires="v">
                <p:oleObj spid="_x0000_s40139" name="Equation" r:id="rId16" imgW="133337" imgH="161959" progId="Equation.DSMT4">
                  <p:embed/>
                </p:oleObj>
              </mc:Choice>
              <mc:Fallback>
                <p:oleObj name="Equation" r:id="rId16" imgW="133337" imgH="161959"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158038" y="1625601"/>
                        <a:ext cx="3429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302" name="Object 22"/>
          <p:cNvGraphicFramePr>
            <a:graphicFrameLocks noChangeAspect="1"/>
          </p:cNvGraphicFramePr>
          <p:nvPr/>
        </p:nvGraphicFramePr>
        <p:xfrm>
          <a:off x="8326438" y="1106488"/>
          <a:ext cx="342900" cy="368300"/>
        </p:xfrm>
        <a:graphic>
          <a:graphicData uri="http://schemas.openxmlformats.org/presentationml/2006/ole">
            <mc:AlternateContent xmlns:mc="http://schemas.openxmlformats.org/markup-compatibility/2006">
              <mc:Choice xmlns:v="urn:schemas-microsoft-com:vml" Requires="v">
                <p:oleObj spid="_x0000_s40140" name="Equation" r:id="rId18" imgW="133337" imgH="142977" progId="Equation.DSMT4">
                  <p:embed/>
                </p:oleObj>
              </mc:Choice>
              <mc:Fallback>
                <p:oleObj name="Equation" r:id="rId18" imgW="133337" imgH="142977"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326438" y="1106488"/>
                        <a:ext cx="3429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303" name="Object 23"/>
          <p:cNvGraphicFramePr>
            <a:graphicFrameLocks noChangeAspect="1"/>
          </p:cNvGraphicFramePr>
          <p:nvPr/>
        </p:nvGraphicFramePr>
        <p:xfrm>
          <a:off x="7158038" y="1246188"/>
          <a:ext cx="342900" cy="368300"/>
        </p:xfrm>
        <a:graphic>
          <a:graphicData uri="http://schemas.openxmlformats.org/presentationml/2006/ole">
            <mc:AlternateContent xmlns:mc="http://schemas.openxmlformats.org/markup-compatibility/2006">
              <mc:Choice xmlns:v="urn:schemas-microsoft-com:vml" Requires="v">
                <p:oleObj spid="_x0000_s40141" name="Equation" r:id="rId20" imgW="133337" imgH="142977" progId="Equation.DSMT4">
                  <p:embed/>
                </p:oleObj>
              </mc:Choice>
              <mc:Fallback>
                <p:oleObj name="Equation" r:id="rId20" imgW="133337" imgH="142977"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158038" y="1246188"/>
                        <a:ext cx="3429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304" name="Object 24"/>
          <p:cNvGraphicFramePr>
            <a:graphicFrameLocks noChangeAspect="1"/>
          </p:cNvGraphicFramePr>
          <p:nvPr/>
        </p:nvGraphicFramePr>
        <p:xfrm>
          <a:off x="8388351" y="1550988"/>
          <a:ext cx="371475" cy="368300"/>
        </p:xfrm>
        <a:graphic>
          <a:graphicData uri="http://schemas.openxmlformats.org/presentationml/2006/ole">
            <mc:AlternateContent xmlns:mc="http://schemas.openxmlformats.org/markup-compatibility/2006">
              <mc:Choice xmlns:v="urn:schemas-microsoft-com:vml" Requires="v">
                <p:oleObj spid="_x0000_s40142" name="Equation" r:id="rId22" imgW="142818" imgH="142977" progId="Equation.DSMT4">
                  <p:embed/>
                </p:oleObj>
              </mc:Choice>
              <mc:Fallback>
                <p:oleObj name="Equation" r:id="rId22" imgW="142818" imgH="142977"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388351" y="1550988"/>
                        <a:ext cx="37147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305" name="Line 25"/>
          <p:cNvSpPr>
            <a:spLocks noChangeShapeType="1"/>
          </p:cNvSpPr>
          <p:nvPr/>
        </p:nvSpPr>
        <p:spPr bwMode="auto">
          <a:xfrm>
            <a:off x="7734300" y="1663700"/>
            <a:ext cx="431800" cy="0"/>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97306" name="Line 26"/>
          <p:cNvSpPr>
            <a:spLocks noChangeShapeType="1"/>
          </p:cNvSpPr>
          <p:nvPr/>
        </p:nvSpPr>
        <p:spPr bwMode="auto">
          <a:xfrm flipH="1">
            <a:off x="7937500" y="1460500"/>
            <a:ext cx="381000" cy="0"/>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97307" name="Object 27"/>
          <p:cNvGraphicFramePr>
            <a:graphicFrameLocks noChangeAspect="1"/>
          </p:cNvGraphicFramePr>
          <p:nvPr/>
        </p:nvGraphicFramePr>
        <p:xfrm>
          <a:off x="2068514" y="2419350"/>
          <a:ext cx="5419725" cy="1042988"/>
        </p:xfrm>
        <a:graphic>
          <a:graphicData uri="http://schemas.openxmlformats.org/presentationml/2006/ole">
            <mc:AlternateContent xmlns:mc="http://schemas.openxmlformats.org/markup-compatibility/2006">
              <mc:Choice xmlns:v="urn:schemas-microsoft-com:vml" Requires="v">
                <p:oleObj spid="_x0000_s40143" name="Equation" r:id="rId24" imgW="2409857" imgH="447607" progId="Equation.DSMT4">
                  <p:embed/>
                </p:oleObj>
              </mc:Choice>
              <mc:Fallback>
                <p:oleObj name="Equation" r:id="rId24" imgW="2409857" imgH="447607" progId="Equation.DSMT4">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068514" y="2419350"/>
                        <a:ext cx="5419725" cy="1042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308" name="Object 28"/>
          <p:cNvGraphicFramePr>
            <a:graphicFrameLocks noChangeAspect="1"/>
          </p:cNvGraphicFramePr>
          <p:nvPr/>
        </p:nvGraphicFramePr>
        <p:xfrm>
          <a:off x="2024063" y="3486150"/>
          <a:ext cx="5789612" cy="1042988"/>
        </p:xfrm>
        <a:graphic>
          <a:graphicData uri="http://schemas.openxmlformats.org/presentationml/2006/ole">
            <mc:AlternateContent xmlns:mc="http://schemas.openxmlformats.org/markup-compatibility/2006">
              <mc:Choice xmlns:v="urn:schemas-microsoft-com:vml" Requires="v">
                <p:oleObj spid="_x0000_s40144" name="Equation" r:id="rId26" imgW="2571635" imgH="447607" progId="Equation.DSMT4">
                  <p:embed/>
                </p:oleObj>
              </mc:Choice>
              <mc:Fallback>
                <p:oleObj name="Equation" r:id="rId26" imgW="2571635" imgH="447607" progId="Equation.DSMT4">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024063" y="3486150"/>
                        <a:ext cx="5789612" cy="1042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309" name="Object 29"/>
          <p:cNvGraphicFramePr>
            <a:graphicFrameLocks noChangeAspect="1"/>
          </p:cNvGraphicFramePr>
          <p:nvPr/>
        </p:nvGraphicFramePr>
        <p:xfrm>
          <a:off x="5291139" y="4692650"/>
          <a:ext cx="1362075" cy="508000"/>
        </p:xfrm>
        <a:graphic>
          <a:graphicData uri="http://schemas.openxmlformats.org/presentationml/2006/ole">
            <mc:AlternateContent xmlns:mc="http://schemas.openxmlformats.org/markup-compatibility/2006">
              <mc:Choice xmlns:v="urn:schemas-microsoft-com:vml" Requires="v">
                <p:oleObj spid="_x0000_s40145" name="Equation" r:id="rId28" imgW="590537" imgH="209414" progId="Equation.DSMT4">
                  <p:embed/>
                </p:oleObj>
              </mc:Choice>
              <mc:Fallback>
                <p:oleObj name="Equation" r:id="rId28" imgW="590537" imgH="209414" progId="Equation.DSMT4">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291139" y="4692650"/>
                        <a:ext cx="136207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310" name="Text Box 30"/>
          <p:cNvSpPr txBox="1">
            <a:spLocks noChangeArrowheads="1"/>
          </p:cNvSpPr>
          <p:nvPr/>
        </p:nvSpPr>
        <p:spPr bwMode="auto">
          <a:xfrm>
            <a:off x="7137400" y="4762500"/>
            <a:ext cx="246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0000FF"/>
                </a:solidFill>
              </a:rPr>
              <a:t>无传导电流</a:t>
            </a:r>
          </a:p>
        </p:txBody>
      </p:sp>
    </p:spTree>
    <p:extLst>
      <p:ext uri="{BB962C8B-B14F-4D97-AF65-F5344CB8AC3E}">
        <p14:creationId xmlns:p14="http://schemas.microsoft.com/office/powerpoint/2010/main" val="21908382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p:cNvSpPr txBox="1">
            <a:spLocks noChangeArrowheads="1"/>
          </p:cNvSpPr>
          <p:nvPr/>
        </p:nvSpPr>
        <p:spPr bwMode="auto">
          <a:xfrm>
            <a:off x="2425700" y="622300"/>
            <a:ext cx="2857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rgbClr val="FF0000"/>
                </a:solidFill>
              </a:rPr>
              <a:t>界面两侧</a:t>
            </a:r>
            <a:r>
              <a:rPr lang="en-US" altLang="zh-CN" sz="2400" b="1">
                <a:solidFill>
                  <a:srgbClr val="FF0000"/>
                </a:solidFill>
              </a:rPr>
              <a:t>B</a:t>
            </a:r>
            <a:r>
              <a:rPr lang="zh-CN" altLang="en-US" sz="2400" b="1">
                <a:solidFill>
                  <a:srgbClr val="FF0000"/>
                </a:solidFill>
              </a:rPr>
              <a:t>的方向</a:t>
            </a:r>
          </a:p>
        </p:txBody>
      </p:sp>
      <p:sp>
        <p:nvSpPr>
          <p:cNvPr id="99331" name="Line 3"/>
          <p:cNvSpPr>
            <a:spLocks noChangeShapeType="1"/>
          </p:cNvSpPr>
          <p:nvPr/>
        </p:nvSpPr>
        <p:spPr bwMode="auto">
          <a:xfrm flipV="1">
            <a:off x="7899400" y="876300"/>
            <a:ext cx="0" cy="16891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99332" name="Object 4"/>
          <p:cNvGraphicFramePr>
            <a:graphicFrameLocks noChangeAspect="1"/>
          </p:cNvGraphicFramePr>
          <p:nvPr/>
        </p:nvGraphicFramePr>
        <p:xfrm>
          <a:off x="8588376" y="639763"/>
          <a:ext cx="428625" cy="565150"/>
        </p:xfrm>
        <a:graphic>
          <a:graphicData uri="http://schemas.openxmlformats.org/presentationml/2006/ole">
            <mc:AlternateContent xmlns:mc="http://schemas.openxmlformats.org/markup-compatibility/2006">
              <mc:Choice xmlns:v="urn:schemas-microsoft-com:vml" Requires="v">
                <p:oleObj spid="_x0000_s41202" name="Equation" r:id="rId4" imgW="171565" imgH="238193" progId="Equation.DSMT4">
                  <p:embed/>
                </p:oleObj>
              </mc:Choice>
              <mc:Fallback>
                <p:oleObj name="Equation" r:id="rId4" imgW="171565" imgH="23819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88376" y="639763"/>
                        <a:ext cx="428625"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3" name="Object 5"/>
          <p:cNvGraphicFramePr>
            <a:graphicFrameLocks noChangeAspect="1"/>
          </p:cNvGraphicFramePr>
          <p:nvPr/>
        </p:nvGraphicFramePr>
        <p:xfrm>
          <a:off x="7594601" y="609600"/>
          <a:ext cx="284163" cy="395288"/>
        </p:xfrm>
        <a:graphic>
          <a:graphicData uri="http://schemas.openxmlformats.org/presentationml/2006/ole">
            <mc:AlternateContent xmlns:mc="http://schemas.openxmlformats.org/markup-compatibility/2006">
              <mc:Choice xmlns:v="urn:schemas-microsoft-com:vml" Requires="v">
                <p:oleObj spid="_x0000_s41203" name="Equation" r:id="rId6" imgW="104896" imgH="161959" progId="Equation.DSMT4">
                  <p:embed/>
                </p:oleObj>
              </mc:Choice>
              <mc:Fallback>
                <p:oleObj name="Equation" r:id="rId6" imgW="104896" imgH="161959"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94601" y="609600"/>
                        <a:ext cx="284163"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9334" name="Text Box 6"/>
          <p:cNvSpPr txBox="1">
            <a:spLocks noChangeArrowheads="1"/>
          </p:cNvSpPr>
          <p:nvPr/>
        </p:nvSpPr>
        <p:spPr bwMode="auto">
          <a:xfrm>
            <a:off x="8966200" y="1270000"/>
            <a:ext cx="1181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solidFill>
                  <a:srgbClr val="0000FF"/>
                </a:solidFill>
              </a:rPr>
              <a:t>分界面</a:t>
            </a:r>
          </a:p>
        </p:txBody>
      </p:sp>
      <p:sp>
        <p:nvSpPr>
          <p:cNvPr id="99335" name="Text Box 7"/>
          <p:cNvSpPr txBox="1">
            <a:spLocks noChangeArrowheads="1"/>
          </p:cNvSpPr>
          <p:nvPr/>
        </p:nvSpPr>
        <p:spPr bwMode="auto">
          <a:xfrm>
            <a:off x="8267700" y="1930400"/>
            <a:ext cx="104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solidFill>
                  <a:srgbClr val="0000FF"/>
                </a:solidFill>
              </a:rPr>
              <a:t>介质</a:t>
            </a:r>
            <a:r>
              <a:rPr lang="en-US" altLang="zh-CN" sz="2400" i="1">
                <a:solidFill>
                  <a:srgbClr val="0000FF"/>
                </a:solidFill>
              </a:rPr>
              <a:t>1</a:t>
            </a:r>
          </a:p>
        </p:txBody>
      </p:sp>
      <p:sp>
        <p:nvSpPr>
          <p:cNvPr id="99336" name="Text Box 8"/>
          <p:cNvSpPr txBox="1">
            <a:spLocks noChangeArrowheads="1"/>
          </p:cNvSpPr>
          <p:nvPr/>
        </p:nvSpPr>
        <p:spPr bwMode="auto">
          <a:xfrm>
            <a:off x="6718300" y="838200"/>
            <a:ext cx="104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solidFill>
                  <a:srgbClr val="0000FF"/>
                </a:solidFill>
              </a:rPr>
              <a:t>介质</a:t>
            </a:r>
            <a:r>
              <a:rPr lang="en-US" altLang="zh-CN" sz="2400" i="1">
                <a:solidFill>
                  <a:srgbClr val="0000FF"/>
                </a:solidFill>
              </a:rPr>
              <a:t>2</a:t>
            </a:r>
          </a:p>
        </p:txBody>
      </p:sp>
      <p:graphicFrame>
        <p:nvGraphicFramePr>
          <p:cNvPr id="99337" name="Object 9"/>
          <p:cNvGraphicFramePr>
            <a:graphicFrameLocks noChangeAspect="1"/>
          </p:cNvGraphicFramePr>
          <p:nvPr/>
        </p:nvGraphicFramePr>
        <p:xfrm>
          <a:off x="2305050" y="3654425"/>
          <a:ext cx="4770438" cy="958850"/>
        </p:xfrm>
        <a:graphic>
          <a:graphicData uri="http://schemas.openxmlformats.org/presentationml/2006/ole">
            <mc:AlternateContent xmlns:mc="http://schemas.openxmlformats.org/markup-compatibility/2006">
              <mc:Choice xmlns:v="urn:schemas-microsoft-com:vml" Requires="v">
                <p:oleObj spid="_x0000_s41204" name="Equation" r:id="rId8" imgW="2114435" imgH="409643" progId="Equation.DSMT4">
                  <p:embed/>
                </p:oleObj>
              </mc:Choice>
              <mc:Fallback>
                <p:oleObj name="Equation" r:id="rId8" imgW="2114435" imgH="409643"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05050" y="3654425"/>
                        <a:ext cx="4770438" cy="958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8" name="Object 10"/>
          <p:cNvGraphicFramePr>
            <a:graphicFrameLocks noChangeAspect="1"/>
          </p:cNvGraphicFramePr>
          <p:nvPr/>
        </p:nvGraphicFramePr>
        <p:xfrm>
          <a:off x="7842251" y="858839"/>
          <a:ext cx="371475" cy="509587"/>
        </p:xfrm>
        <a:graphic>
          <a:graphicData uri="http://schemas.openxmlformats.org/presentationml/2006/ole">
            <mc:AlternateContent xmlns:mc="http://schemas.openxmlformats.org/markup-compatibility/2006">
              <mc:Choice xmlns:v="urn:schemas-microsoft-com:vml" Requires="v">
                <p:oleObj spid="_x0000_s41205" name="Equation" r:id="rId10" imgW="142818" imgH="209414" progId="Equation.DSMT4">
                  <p:embed/>
                </p:oleObj>
              </mc:Choice>
              <mc:Fallback>
                <p:oleObj name="Equation" r:id="rId10" imgW="142818" imgH="209414"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842251" y="858839"/>
                        <a:ext cx="371475" cy="50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9" name="Object 11"/>
          <p:cNvGraphicFramePr>
            <a:graphicFrameLocks noChangeAspect="1"/>
          </p:cNvGraphicFramePr>
          <p:nvPr/>
        </p:nvGraphicFramePr>
        <p:xfrm>
          <a:off x="7115176" y="1176339"/>
          <a:ext cx="428625" cy="509587"/>
        </p:xfrm>
        <a:graphic>
          <a:graphicData uri="http://schemas.openxmlformats.org/presentationml/2006/ole">
            <mc:AlternateContent xmlns:mc="http://schemas.openxmlformats.org/markup-compatibility/2006">
              <mc:Choice xmlns:v="urn:schemas-microsoft-com:vml" Requires="v">
                <p:oleObj spid="_x0000_s41206" name="Equation" r:id="rId12" imgW="171565" imgH="209414" progId="Equation.DSMT4">
                  <p:embed/>
                </p:oleObj>
              </mc:Choice>
              <mc:Fallback>
                <p:oleObj name="Equation" r:id="rId12" imgW="171565" imgH="209414"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15176" y="1176339"/>
                        <a:ext cx="428625" cy="50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40" name="Object 12"/>
          <p:cNvGraphicFramePr>
            <a:graphicFrameLocks noChangeAspect="1"/>
          </p:cNvGraphicFramePr>
          <p:nvPr/>
        </p:nvGraphicFramePr>
        <p:xfrm>
          <a:off x="2535239" y="1250950"/>
          <a:ext cx="1362075" cy="508000"/>
        </p:xfrm>
        <a:graphic>
          <a:graphicData uri="http://schemas.openxmlformats.org/presentationml/2006/ole">
            <mc:AlternateContent xmlns:mc="http://schemas.openxmlformats.org/markup-compatibility/2006">
              <mc:Choice xmlns:v="urn:schemas-microsoft-com:vml" Requires="v">
                <p:oleObj spid="_x0000_s41207" name="Equation" r:id="rId14" imgW="590537" imgH="209414" progId="Equation.DSMT4">
                  <p:embed/>
                </p:oleObj>
              </mc:Choice>
              <mc:Fallback>
                <p:oleObj name="Equation" r:id="rId14" imgW="590537" imgH="209414"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35239" y="1250950"/>
                        <a:ext cx="136207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9341" name="Freeform 13"/>
          <p:cNvSpPr>
            <a:spLocks/>
          </p:cNvSpPr>
          <p:nvPr/>
        </p:nvSpPr>
        <p:spPr bwMode="auto">
          <a:xfrm>
            <a:off x="7073900" y="1620838"/>
            <a:ext cx="2044700" cy="309562"/>
          </a:xfrm>
          <a:custGeom>
            <a:avLst/>
            <a:gdLst>
              <a:gd name="T0" fmla="*/ 0 w 1288"/>
              <a:gd name="T1" fmla="*/ 2147483646 h 195"/>
              <a:gd name="T2" fmla="*/ 2147483646 w 1288"/>
              <a:gd name="T3" fmla="*/ 2147483646 h 195"/>
              <a:gd name="T4" fmla="*/ 2147483646 w 1288"/>
              <a:gd name="T5" fmla="*/ 2147483646 h 195"/>
              <a:gd name="T6" fmla="*/ 2147483646 w 1288"/>
              <a:gd name="T7" fmla="*/ 2147483646 h 195"/>
              <a:gd name="T8" fmla="*/ 2147483646 w 1288"/>
              <a:gd name="T9" fmla="*/ 2147483646 h 195"/>
              <a:gd name="T10" fmla="*/ 2147483646 w 1288"/>
              <a:gd name="T11" fmla="*/ 2147483646 h 195"/>
              <a:gd name="T12" fmla="*/ 0 60000 65536"/>
              <a:gd name="T13" fmla="*/ 0 60000 65536"/>
              <a:gd name="T14" fmla="*/ 0 60000 65536"/>
              <a:gd name="T15" fmla="*/ 0 60000 65536"/>
              <a:gd name="T16" fmla="*/ 0 60000 65536"/>
              <a:gd name="T17" fmla="*/ 0 60000 65536"/>
              <a:gd name="T18" fmla="*/ 0 w 1288"/>
              <a:gd name="T19" fmla="*/ 0 h 195"/>
              <a:gd name="T20" fmla="*/ 1288 w 1288"/>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1288" h="195">
                <a:moveTo>
                  <a:pt x="0" y="195"/>
                </a:moveTo>
                <a:cubicBezTo>
                  <a:pt x="65" y="131"/>
                  <a:pt x="131" y="67"/>
                  <a:pt x="232" y="35"/>
                </a:cubicBezTo>
                <a:cubicBezTo>
                  <a:pt x="333" y="3"/>
                  <a:pt x="495" y="0"/>
                  <a:pt x="608" y="3"/>
                </a:cubicBezTo>
                <a:cubicBezTo>
                  <a:pt x="721" y="6"/>
                  <a:pt x="823" y="30"/>
                  <a:pt x="912" y="51"/>
                </a:cubicBezTo>
                <a:cubicBezTo>
                  <a:pt x="1001" y="72"/>
                  <a:pt x="1081" y="108"/>
                  <a:pt x="1144" y="131"/>
                </a:cubicBezTo>
                <a:cubicBezTo>
                  <a:pt x="1207" y="154"/>
                  <a:pt x="1247" y="170"/>
                  <a:pt x="1288" y="187"/>
                </a:cubicBezTo>
              </a:path>
            </a:pathLst>
          </a:custGeom>
          <a:noFill/>
          <a:ln w="381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9342" name="Line 14"/>
          <p:cNvSpPr>
            <a:spLocks noChangeShapeType="1"/>
          </p:cNvSpPr>
          <p:nvPr/>
        </p:nvSpPr>
        <p:spPr bwMode="auto">
          <a:xfrm flipV="1">
            <a:off x="7899400" y="952500"/>
            <a:ext cx="609600" cy="647700"/>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99343" name="Line 15"/>
          <p:cNvSpPr>
            <a:spLocks noChangeShapeType="1"/>
          </p:cNvSpPr>
          <p:nvPr/>
        </p:nvSpPr>
        <p:spPr bwMode="auto">
          <a:xfrm flipV="1">
            <a:off x="7556500" y="1638300"/>
            <a:ext cx="317500" cy="850900"/>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99344" name="Object 16"/>
          <p:cNvGraphicFramePr>
            <a:graphicFrameLocks noChangeAspect="1"/>
          </p:cNvGraphicFramePr>
          <p:nvPr/>
        </p:nvGraphicFramePr>
        <p:xfrm>
          <a:off x="7627938" y="1912939"/>
          <a:ext cx="342900" cy="509587"/>
        </p:xfrm>
        <a:graphic>
          <a:graphicData uri="http://schemas.openxmlformats.org/presentationml/2006/ole">
            <mc:AlternateContent xmlns:mc="http://schemas.openxmlformats.org/markup-compatibility/2006">
              <mc:Choice xmlns:v="urn:schemas-microsoft-com:vml" Requires="v">
                <p:oleObj spid="_x0000_s41208" name="Equation" r:id="rId16" imgW="133337" imgH="209414" progId="Equation.DSMT4">
                  <p:embed/>
                </p:oleObj>
              </mc:Choice>
              <mc:Fallback>
                <p:oleObj name="Equation" r:id="rId16" imgW="133337" imgH="209414"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27938" y="1912939"/>
                        <a:ext cx="342900" cy="50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45" name="Object 17"/>
          <p:cNvGraphicFramePr>
            <a:graphicFrameLocks noChangeAspect="1"/>
          </p:cNvGraphicFramePr>
          <p:nvPr/>
        </p:nvGraphicFramePr>
        <p:xfrm>
          <a:off x="7015163" y="1824039"/>
          <a:ext cx="400050" cy="509587"/>
        </p:xfrm>
        <a:graphic>
          <a:graphicData uri="http://schemas.openxmlformats.org/presentationml/2006/ole">
            <mc:AlternateContent xmlns:mc="http://schemas.openxmlformats.org/markup-compatibility/2006">
              <mc:Choice xmlns:v="urn:schemas-microsoft-com:vml" Requires="v">
                <p:oleObj spid="_x0000_s41209" name="Equation" r:id="rId18" imgW="161778" imgH="209414" progId="Equation.DSMT4">
                  <p:embed/>
                </p:oleObj>
              </mc:Choice>
              <mc:Fallback>
                <p:oleObj name="Equation" r:id="rId18" imgW="161778" imgH="209414"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015163" y="1824039"/>
                        <a:ext cx="400050" cy="50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46" name="Object 18"/>
          <p:cNvGraphicFramePr>
            <a:graphicFrameLocks noChangeAspect="1"/>
          </p:cNvGraphicFramePr>
          <p:nvPr/>
        </p:nvGraphicFramePr>
        <p:xfrm>
          <a:off x="7181851" y="2354263"/>
          <a:ext cx="371475" cy="565150"/>
        </p:xfrm>
        <a:graphic>
          <a:graphicData uri="http://schemas.openxmlformats.org/presentationml/2006/ole">
            <mc:AlternateContent xmlns:mc="http://schemas.openxmlformats.org/markup-compatibility/2006">
              <mc:Choice xmlns:v="urn:schemas-microsoft-com:vml" Requires="v">
                <p:oleObj spid="_x0000_s41210" name="Equation" r:id="rId20" imgW="142818" imgH="238193" progId="Equation.DSMT4">
                  <p:embed/>
                </p:oleObj>
              </mc:Choice>
              <mc:Fallback>
                <p:oleObj name="Equation" r:id="rId20" imgW="142818" imgH="238193"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181851" y="2354263"/>
                        <a:ext cx="371475"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47" name="Object 19"/>
          <p:cNvGraphicFramePr>
            <a:graphicFrameLocks noChangeAspect="1"/>
          </p:cNvGraphicFramePr>
          <p:nvPr/>
        </p:nvGraphicFramePr>
        <p:xfrm>
          <a:off x="2551114" y="1822450"/>
          <a:ext cx="1304925" cy="508000"/>
        </p:xfrm>
        <a:graphic>
          <a:graphicData uri="http://schemas.openxmlformats.org/presentationml/2006/ole">
            <mc:AlternateContent xmlns:mc="http://schemas.openxmlformats.org/markup-compatibility/2006">
              <mc:Choice xmlns:v="urn:schemas-microsoft-com:vml" Requires="v">
                <p:oleObj spid="_x0000_s41211" name="Equation" r:id="rId22" imgW="562096" imgH="209414" progId="Equation.DSMT4">
                  <p:embed/>
                </p:oleObj>
              </mc:Choice>
              <mc:Fallback>
                <p:oleObj name="Equation" r:id="rId22" imgW="562096" imgH="209414"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551114" y="1822450"/>
                        <a:ext cx="130492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48" name="Object 20"/>
          <p:cNvGraphicFramePr>
            <a:graphicFrameLocks noChangeAspect="1"/>
          </p:cNvGraphicFramePr>
          <p:nvPr/>
        </p:nvGraphicFramePr>
        <p:xfrm>
          <a:off x="2465389" y="2432050"/>
          <a:ext cx="1958975" cy="508000"/>
        </p:xfrm>
        <a:graphic>
          <a:graphicData uri="http://schemas.openxmlformats.org/presentationml/2006/ole">
            <mc:AlternateContent xmlns:mc="http://schemas.openxmlformats.org/markup-compatibility/2006">
              <mc:Choice xmlns:v="urn:schemas-microsoft-com:vml" Requires="v">
                <p:oleObj spid="_x0000_s41212" name="Equation" r:id="rId24" imgW="857212" imgH="209414" progId="Equation.DSMT4">
                  <p:embed/>
                </p:oleObj>
              </mc:Choice>
              <mc:Fallback>
                <p:oleObj name="Equation" r:id="rId24" imgW="857212" imgH="209414" progId="Equation.DSMT4">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465389" y="2432050"/>
                        <a:ext cx="195897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49" name="Object 21"/>
          <p:cNvGraphicFramePr>
            <a:graphicFrameLocks noChangeAspect="1"/>
          </p:cNvGraphicFramePr>
          <p:nvPr/>
        </p:nvGraphicFramePr>
        <p:xfrm>
          <a:off x="2398713" y="3041650"/>
          <a:ext cx="2043112" cy="508000"/>
        </p:xfrm>
        <a:graphic>
          <a:graphicData uri="http://schemas.openxmlformats.org/presentationml/2006/ole">
            <mc:AlternateContent xmlns:mc="http://schemas.openxmlformats.org/markup-compatibility/2006">
              <mc:Choice xmlns:v="urn:schemas-microsoft-com:vml" Requires="v">
                <p:oleObj spid="_x0000_s41213" name="Equation" r:id="rId26" imgW="895439" imgH="209414" progId="Equation.DSMT4">
                  <p:embed/>
                </p:oleObj>
              </mc:Choice>
              <mc:Fallback>
                <p:oleObj name="Equation" r:id="rId26" imgW="895439" imgH="209414" progId="Equation.DSMT4">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398713" y="3041650"/>
                        <a:ext cx="2043112"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50" name="Object 22"/>
          <p:cNvGraphicFramePr>
            <a:graphicFrameLocks noChangeAspect="1"/>
          </p:cNvGraphicFramePr>
          <p:nvPr/>
        </p:nvGraphicFramePr>
        <p:xfrm>
          <a:off x="4884739" y="3041650"/>
          <a:ext cx="2098675" cy="508000"/>
        </p:xfrm>
        <a:graphic>
          <a:graphicData uri="http://schemas.openxmlformats.org/presentationml/2006/ole">
            <mc:AlternateContent xmlns:mc="http://schemas.openxmlformats.org/markup-compatibility/2006">
              <mc:Choice xmlns:v="urn:schemas-microsoft-com:vml" Requires="v">
                <p:oleObj spid="_x0000_s41214" name="Equation" r:id="rId28" imgW="923880" imgH="209414" progId="Equation.DSMT4">
                  <p:embed/>
                </p:oleObj>
              </mc:Choice>
              <mc:Fallback>
                <p:oleObj name="Equation" r:id="rId28" imgW="923880" imgH="209414" progId="Equation.DSMT4">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884739" y="3041650"/>
                        <a:ext cx="209867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51" name="Object 23"/>
          <p:cNvGraphicFramePr>
            <a:graphicFrameLocks noChangeAspect="1"/>
          </p:cNvGraphicFramePr>
          <p:nvPr/>
        </p:nvGraphicFramePr>
        <p:xfrm>
          <a:off x="4862514" y="2495550"/>
          <a:ext cx="2014537" cy="508000"/>
        </p:xfrm>
        <a:graphic>
          <a:graphicData uri="http://schemas.openxmlformats.org/presentationml/2006/ole">
            <mc:AlternateContent xmlns:mc="http://schemas.openxmlformats.org/markup-compatibility/2006">
              <mc:Choice xmlns:v="urn:schemas-microsoft-com:vml" Requires="v">
                <p:oleObj spid="_x0000_s41215" name="Equation" r:id="rId30" imgW="885959" imgH="209414" progId="Equation.DSMT4">
                  <p:embed/>
                </p:oleObj>
              </mc:Choice>
              <mc:Fallback>
                <p:oleObj name="Equation" r:id="rId30" imgW="885959" imgH="209414" progId="Equation.DSMT4">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862514" y="2495550"/>
                        <a:ext cx="2014537"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52" name="Object 24"/>
          <p:cNvGraphicFramePr>
            <a:graphicFrameLocks noChangeAspect="1"/>
          </p:cNvGraphicFramePr>
          <p:nvPr/>
        </p:nvGraphicFramePr>
        <p:xfrm>
          <a:off x="2179638" y="4619625"/>
          <a:ext cx="4997450" cy="958850"/>
        </p:xfrm>
        <a:graphic>
          <a:graphicData uri="http://schemas.openxmlformats.org/presentationml/2006/ole">
            <mc:AlternateContent xmlns:mc="http://schemas.openxmlformats.org/markup-compatibility/2006">
              <mc:Choice xmlns:v="urn:schemas-microsoft-com:vml" Requires="v">
                <p:oleObj spid="_x0000_s41216" name="Equation" r:id="rId32" imgW="2219331" imgH="409643" progId="Equation.DSMT4">
                  <p:embed/>
                </p:oleObj>
              </mc:Choice>
              <mc:Fallback>
                <p:oleObj name="Equation" r:id="rId32" imgW="2219331" imgH="409643" progId="Equation.DSMT4">
                  <p:embed/>
                  <p:pic>
                    <p:nvPicPr>
                      <p:cNvPr id="0" name=""/>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179638" y="4619625"/>
                        <a:ext cx="4997450" cy="958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53" name="Object 25"/>
          <p:cNvGraphicFramePr>
            <a:graphicFrameLocks noChangeAspect="1"/>
          </p:cNvGraphicFramePr>
          <p:nvPr/>
        </p:nvGraphicFramePr>
        <p:xfrm>
          <a:off x="8345489" y="3946525"/>
          <a:ext cx="1476375" cy="958850"/>
        </p:xfrm>
        <a:graphic>
          <a:graphicData uri="http://schemas.openxmlformats.org/presentationml/2006/ole">
            <mc:AlternateContent xmlns:mc="http://schemas.openxmlformats.org/markup-compatibility/2006">
              <mc:Choice xmlns:v="urn:schemas-microsoft-com:vml" Requires="v">
                <p:oleObj spid="_x0000_s41217" name="Equation" r:id="rId34" imgW="638245" imgH="409643" progId="Equation.DSMT4">
                  <p:embed/>
                </p:oleObj>
              </mc:Choice>
              <mc:Fallback>
                <p:oleObj name="Equation" r:id="rId34" imgW="638245" imgH="409643" progId="Equation.DSMT4">
                  <p:embed/>
                  <p:pic>
                    <p:nvPicPr>
                      <p:cNvPr id="0" name=""/>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8345489" y="3946525"/>
                        <a:ext cx="1476375" cy="958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9354" name="Text Box 26"/>
          <p:cNvSpPr txBox="1">
            <a:spLocks noChangeArrowheads="1"/>
          </p:cNvSpPr>
          <p:nvPr/>
        </p:nvSpPr>
        <p:spPr bwMode="auto">
          <a:xfrm>
            <a:off x="2400300" y="5702301"/>
            <a:ext cx="7518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即：界面两侧磁感应线与法线夹角的正切之比等于两侧磁导率之比。</a:t>
            </a:r>
          </a:p>
        </p:txBody>
      </p:sp>
    </p:spTree>
    <p:extLst>
      <p:ext uri="{BB962C8B-B14F-4D97-AF65-F5344CB8AC3E}">
        <p14:creationId xmlns:p14="http://schemas.microsoft.com/office/powerpoint/2010/main" val="35554716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2"/>
          <p:cNvSpPr txBox="1">
            <a:spLocks noChangeArrowheads="1"/>
          </p:cNvSpPr>
          <p:nvPr/>
        </p:nvSpPr>
        <p:spPr bwMode="auto">
          <a:xfrm>
            <a:off x="2425700" y="622300"/>
            <a:ext cx="2857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rgbClr val="FF0000"/>
                </a:solidFill>
              </a:rPr>
              <a:t>界面两侧</a:t>
            </a:r>
            <a:r>
              <a:rPr lang="en-US" altLang="zh-CN" sz="2400" b="1">
                <a:solidFill>
                  <a:srgbClr val="FF0000"/>
                </a:solidFill>
              </a:rPr>
              <a:t>B</a:t>
            </a:r>
            <a:r>
              <a:rPr lang="zh-CN" altLang="en-US" sz="2400" b="1">
                <a:solidFill>
                  <a:srgbClr val="FF0000"/>
                </a:solidFill>
              </a:rPr>
              <a:t>的方向</a:t>
            </a:r>
          </a:p>
        </p:txBody>
      </p:sp>
      <p:sp>
        <p:nvSpPr>
          <p:cNvPr id="101379" name="Line 3"/>
          <p:cNvSpPr>
            <a:spLocks noChangeShapeType="1"/>
          </p:cNvSpPr>
          <p:nvPr/>
        </p:nvSpPr>
        <p:spPr bwMode="auto">
          <a:xfrm flipV="1">
            <a:off x="7899400" y="876300"/>
            <a:ext cx="0" cy="16891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01380" name="Object 4"/>
          <p:cNvGraphicFramePr>
            <a:graphicFrameLocks noChangeAspect="1"/>
          </p:cNvGraphicFramePr>
          <p:nvPr/>
        </p:nvGraphicFramePr>
        <p:xfrm>
          <a:off x="8588376" y="639763"/>
          <a:ext cx="428625" cy="565150"/>
        </p:xfrm>
        <a:graphic>
          <a:graphicData uri="http://schemas.openxmlformats.org/presentationml/2006/ole">
            <mc:AlternateContent xmlns:mc="http://schemas.openxmlformats.org/markup-compatibility/2006">
              <mc:Choice xmlns:v="urn:schemas-microsoft-com:vml" Requires="v">
                <p:oleObj spid="_x0000_s42151" name="Equation" r:id="rId4" imgW="171565" imgH="238193" progId="Equation.DSMT4">
                  <p:embed/>
                </p:oleObj>
              </mc:Choice>
              <mc:Fallback>
                <p:oleObj name="Equation" r:id="rId4" imgW="171565" imgH="23819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88376" y="639763"/>
                        <a:ext cx="428625"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81" name="Object 5"/>
          <p:cNvGraphicFramePr>
            <a:graphicFrameLocks noChangeAspect="1"/>
          </p:cNvGraphicFramePr>
          <p:nvPr/>
        </p:nvGraphicFramePr>
        <p:xfrm>
          <a:off x="7594601" y="609600"/>
          <a:ext cx="284163" cy="395288"/>
        </p:xfrm>
        <a:graphic>
          <a:graphicData uri="http://schemas.openxmlformats.org/presentationml/2006/ole">
            <mc:AlternateContent xmlns:mc="http://schemas.openxmlformats.org/markup-compatibility/2006">
              <mc:Choice xmlns:v="urn:schemas-microsoft-com:vml" Requires="v">
                <p:oleObj spid="_x0000_s42152" name="Equation" r:id="rId6" imgW="104896" imgH="161959" progId="Equation.DSMT4">
                  <p:embed/>
                </p:oleObj>
              </mc:Choice>
              <mc:Fallback>
                <p:oleObj name="Equation" r:id="rId6" imgW="104896" imgH="161959"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94601" y="609600"/>
                        <a:ext cx="284163"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382" name="Text Box 6"/>
          <p:cNvSpPr txBox="1">
            <a:spLocks noChangeArrowheads="1"/>
          </p:cNvSpPr>
          <p:nvPr/>
        </p:nvSpPr>
        <p:spPr bwMode="auto">
          <a:xfrm>
            <a:off x="8966200" y="1270000"/>
            <a:ext cx="1181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solidFill>
                  <a:srgbClr val="0000FF"/>
                </a:solidFill>
              </a:rPr>
              <a:t>分界面</a:t>
            </a:r>
          </a:p>
        </p:txBody>
      </p:sp>
      <p:sp>
        <p:nvSpPr>
          <p:cNvPr id="101383" name="Text Box 7"/>
          <p:cNvSpPr txBox="1">
            <a:spLocks noChangeArrowheads="1"/>
          </p:cNvSpPr>
          <p:nvPr/>
        </p:nvSpPr>
        <p:spPr bwMode="auto">
          <a:xfrm>
            <a:off x="8267700" y="1930400"/>
            <a:ext cx="104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solidFill>
                  <a:srgbClr val="0000FF"/>
                </a:solidFill>
              </a:rPr>
              <a:t>介质</a:t>
            </a:r>
            <a:r>
              <a:rPr lang="en-US" altLang="zh-CN" sz="2400" i="1">
                <a:solidFill>
                  <a:srgbClr val="0000FF"/>
                </a:solidFill>
              </a:rPr>
              <a:t>1</a:t>
            </a:r>
          </a:p>
        </p:txBody>
      </p:sp>
      <p:sp>
        <p:nvSpPr>
          <p:cNvPr id="101384" name="Text Box 8"/>
          <p:cNvSpPr txBox="1">
            <a:spLocks noChangeArrowheads="1"/>
          </p:cNvSpPr>
          <p:nvPr/>
        </p:nvSpPr>
        <p:spPr bwMode="auto">
          <a:xfrm>
            <a:off x="6718300" y="838200"/>
            <a:ext cx="104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i="1">
                <a:solidFill>
                  <a:srgbClr val="0000FF"/>
                </a:solidFill>
              </a:rPr>
              <a:t>介质</a:t>
            </a:r>
            <a:r>
              <a:rPr lang="en-US" altLang="zh-CN" sz="2400" i="1">
                <a:solidFill>
                  <a:srgbClr val="0000FF"/>
                </a:solidFill>
              </a:rPr>
              <a:t>2</a:t>
            </a:r>
          </a:p>
        </p:txBody>
      </p:sp>
      <p:graphicFrame>
        <p:nvGraphicFramePr>
          <p:cNvPr id="101385" name="Object 9"/>
          <p:cNvGraphicFramePr>
            <a:graphicFrameLocks noChangeAspect="1"/>
          </p:cNvGraphicFramePr>
          <p:nvPr/>
        </p:nvGraphicFramePr>
        <p:xfrm>
          <a:off x="7842251" y="858839"/>
          <a:ext cx="371475" cy="509587"/>
        </p:xfrm>
        <a:graphic>
          <a:graphicData uri="http://schemas.openxmlformats.org/presentationml/2006/ole">
            <mc:AlternateContent xmlns:mc="http://schemas.openxmlformats.org/markup-compatibility/2006">
              <mc:Choice xmlns:v="urn:schemas-microsoft-com:vml" Requires="v">
                <p:oleObj spid="_x0000_s42153" name="Equation" r:id="rId8" imgW="142818" imgH="209414" progId="Equation.DSMT4">
                  <p:embed/>
                </p:oleObj>
              </mc:Choice>
              <mc:Fallback>
                <p:oleObj name="Equation" r:id="rId8" imgW="142818" imgH="209414"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42251" y="858839"/>
                        <a:ext cx="371475" cy="50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86" name="Object 10"/>
          <p:cNvGraphicFramePr>
            <a:graphicFrameLocks noChangeAspect="1"/>
          </p:cNvGraphicFramePr>
          <p:nvPr/>
        </p:nvGraphicFramePr>
        <p:xfrm>
          <a:off x="7115176" y="1176339"/>
          <a:ext cx="428625" cy="509587"/>
        </p:xfrm>
        <a:graphic>
          <a:graphicData uri="http://schemas.openxmlformats.org/presentationml/2006/ole">
            <mc:AlternateContent xmlns:mc="http://schemas.openxmlformats.org/markup-compatibility/2006">
              <mc:Choice xmlns:v="urn:schemas-microsoft-com:vml" Requires="v">
                <p:oleObj spid="_x0000_s42154" name="Equation" r:id="rId10" imgW="171565" imgH="209414" progId="Equation.DSMT4">
                  <p:embed/>
                </p:oleObj>
              </mc:Choice>
              <mc:Fallback>
                <p:oleObj name="Equation" r:id="rId10" imgW="171565" imgH="209414"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15176" y="1176339"/>
                        <a:ext cx="428625" cy="50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387" name="Freeform 11"/>
          <p:cNvSpPr>
            <a:spLocks/>
          </p:cNvSpPr>
          <p:nvPr/>
        </p:nvSpPr>
        <p:spPr bwMode="auto">
          <a:xfrm>
            <a:off x="7073900" y="1620838"/>
            <a:ext cx="2044700" cy="309562"/>
          </a:xfrm>
          <a:custGeom>
            <a:avLst/>
            <a:gdLst>
              <a:gd name="T0" fmla="*/ 0 w 1288"/>
              <a:gd name="T1" fmla="*/ 2147483646 h 195"/>
              <a:gd name="T2" fmla="*/ 2147483646 w 1288"/>
              <a:gd name="T3" fmla="*/ 2147483646 h 195"/>
              <a:gd name="T4" fmla="*/ 2147483646 w 1288"/>
              <a:gd name="T5" fmla="*/ 2147483646 h 195"/>
              <a:gd name="T6" fmla="*/ 2147483646 w 1288"/>
              <a:gd name="T7" fmla="*/ 2147483646 h 195"/>
              <a:gd name="T8" fmla="*/ 2147483646 w 1288"/>
              <a:gd name="T9" fmla="*/ 2147483646 h 195"/>
              <a:gd name="T10" fmla="*/ 2147483646 w 1288"/>
              <a:gd name="T11" fmla="*/ 2147483646 h 195"/>
              <a:gd name="T12" fmla="*/ 0 60000 65536"/>
              <a:gd name="T13" fmla="*/ 0 60000 65536"/>
              <a:gd name="T14" fmla="*/ 0 60000 65536"/>
              <a:gd name="T15" fmla="*/ 0 60000 65536"/>
              <a:gd name="T16" fmla="*/ 0 60000 65536"/>
              <a:gd name="T17" fmla="*/ 0 60000 65536"/>
              <a:gd name="T18" fmla="*/ 0 w 1288"/>
              <a:gd name="T19" fmla="*/ 0 h 195"/>
              <a:gd name="T20" fmla="*/ 1288 w 1288"/>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1288" h="195">
                <a:moveTo>
                  <a:pt x="0" y="195"/>
                </a:moveTo>
                <a:cubicBezTo>
                  <a:pt x="65" y="131"/>
                  <a:pt x="131" y="67"/>
                  <a:pt x="232" y="35"/>
                </a:cubicBezTo>
                <a:cubicBezTo>
                  <a:pt x="333" y="3"/>
                  <a:pt x="495" y="0"/>
                  <a:pt x="608" y="3"/>
                </a:cubicBezTo>
                <a:cubicBezTo>
                  <a:pt x="721" y="6"/>
                  <a:pt x="823" y="30"/>
                  <a:pt x="912" y="51"/>
                </a:cubicBezTo>
                <a:cubicBezTo>
                  <a:pt x="1001" y="72"/>
                  <a:pt x="1081" y="108"/>
                  <a:pt x="1144" y="131"/>
                </a:cubicBezTo>
                <a:cubicBezTo>
                  <a:pt x="1207" y="154"/>
                  <a:pt x="1247" y="170"/>
                  <a:pt x="1288" y="187"/>
                </a:cubicBezTo>
              </a:path>
            </a:pathLst>
          </a:custGeom>
          <a:noFill/>
          <a:ln w="381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1388" name="Line 12"/>
          <p:cNvSpPr>
            <a:spLocks noChangeShapeType="1"/>
          </p:cNvSpPr>
          <p:nvPr/>
        </p:nvSpPr>
        <p:spPr bwMode="auto">
          <a:xfrm flipV="1">
            <a:off x="7899400" y="952500"/>
            <a:ext cx="609600" cy="647700"/>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1389" name="Line 13"/>
          <p:cNvSpPr>
            <a:spLocks noChangeShapeType="1"/>
          </p:cNvSpPr>
          <p:nvPr/>
        </p:nvSpPr>
        <p:spPr bwMode="auto">
          <a:xfrm flipV="1">
            <a:off x="7556500" y="1638300"/>
            <a:ext cx="317500" cy="850900"/>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01390" name="Object 14"/>
          <p:cNvGraphicFramePr>
            <a:graphicFrameLocks noChangeAspect="1"/>
          </p:cNvGraphicFramePr>
          <p:nvPr/>
        </p:nvGraphicFramePr>
        <p:xfrm>
          <a:off x="7627938" y="1912939"/>
          <a:ext cx="342900" cy="509587"/>
        </p:xfrm>
        <a:graphic>
          <a:graphicData uri="http://schemas.openxmlformats.org/presentationml/2006/ole">
            <mc:AlternateContent xmlns:mc="http://schemas.openxmlformats.org/markup-compatibility/2006">
              <mc:Choice xmlns:v="urn:schemas-microsoft-com:vml" Requires="v">
                <p:oleObj spid="_x0000_s42155" name="Equation" r:id="rId12" imgW="133337" imgH="209414" progId="Equation.DSMT4">
                  <p:embed/>
                </p:oleObj>
              </mc:Choice>
              <mc:Fallback>
                <p:oleObj name="Equation" r:id="rId12" imgW="133337" imgH="209414"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27938" y="1912939"/>
                        <a:ext cx="342900" cy="50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91" name="Object 15"/>
          <p:cNvGraphicFramePr>
            <a:graphicFrameLocks noChangeAspect="1"/>
          </p:cNvGraphicFramePr>
          <p:nvPr/>
        </p:nvGraphicFramePr>
        <p:xfrm>
          <a:off x="7015163" y="1824039"/>
          <a:ext cx="400050" cy="509587"/>
        </p:xfrm>
        <a:graphic>
          <a:graphicData uri="http://schemas.openxmlformats.org/presentationml/2006/ole">
            <mc:AlternateContent xmlns:mc="http://schemas.openxmlformats.org/markup-compatibility/2006">
              <mc:Choice xmlns:v="urn:schemas-microsoft-com:vml" Requires="v">
                <p:oleObj spid="_x0000_s42156" name="Equation" r:id="rId14" imgW="161778" imgH="209414" progId="Equation.DSMT4">
                  <p:embed/>
                </p:oleObj>
              </mc:Choice>
              <mc:Fallback>
                <p:oleObj name="Equation" r:id="rId14" imgW="161778" imgH="209414"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15163" y="1824039"/>
                        <a:ext cx="400050" cy="50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92" name="Object 16"/>
          <p:cNvGraphicFramePr>
            <a:graphicFrameLocks noChangeAspect="1"/>
          </p:cNvGraphicFramePr>
          <p:nvPr/>
        </p:nvGraphicFramePr>
        <p:xfrm>
          <a:off x="7181851" y="2354263"/>
          <a:ext cx="371475" cy="565150"/>
        </p:xfrm>
        <a:graphic>
          <a:graphicData uri="http://schemas.openxmlformats.org/presentationml/2006/ole">
            <mc:AlternateContent xmlns:mc="http://schemas.openxmlformats.org/markup-compatibility/2006">
              <mc:Choice xmlns:v="urn:schemas-microsoft-com:vml" Requires="v">
                <p:oleObj spid="_x0000_s42157" name="Equation" r:id="rId16" imgW="142818" imgH="238193" progId="Equation.DSMT4">
                  <p:embed/>
                </p:oleObj>
              </mc:Choice>
              <mc:Fallback>
                <p:oleObj name="Equation" r:id="rId16" imgW="142818" imgH="238193"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181851" y="2354263"/>
                        <a:ext cx="371475"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93" name="Object 17"/>
          <p:cNvGraphicFramePr>
            <a:graphicFrameLocks noChangeAspect="1"/>
          </p:cNvGraphicFramePr>
          <p:nvPr/>
        </p:nvGraphicFramePr>
        <p:xfrm>
          <a:off x="2503489" y="1203325"/>
          <a:ext cx="1476375" cy="958850"/>
        </p:xfrm>
        <a:graphic>
          <a:graphicData uri="http://schemas.openxmlformats.org/presentationml/2006/ole">
            <mc:AlternateContent xmlns:mc="http://schemas.openxmlformats.org/markup-compatibility/2006">
              <mc:Choice xmlns:v="urn:schemas-microsoft-com:vml" Requires="v">
                <p:oleObj spid="_x0000_s42158" name="Equation" r:id="rId18" imgW="638245" imgH="409643" progId="Equation.DSMT4">
                  <p:embed/>
                </p:oleObj>
              </mc:Choice>
              <mc:Fallback>
                <p:oleObj name="Equation" r:id="rId18" imgW="638245" imgH="409643"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503489" y="1203325"/>
                        <a:ext cx="1476375" cy="958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394" name="Text Box 18"/>
          <p:cNvSpPr txBox="1">
            <a:spLocks noChangeArrowheads="1"/>
          </p:cNvSpPr>
          <p:nvPr/>
        </p:nvSpPr>
        <p:spPr bwMode="auto">
          <a:xfrm>
            <a:off x="1905000" y="2781300"/>
            <a:ext cx="1866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介质</a:t>
            </a:r>
            <a:r>
              <a:rPr lang="en-US" altLang="zh-CN" sz="2400"/>
              <a:t>2</a:t>
            </a:r>
            <a:r>
              <a:rPr lang="zh-CN" altLang="en-US" sz="2400"/>
              <a:t>：真空</a:t>
            </a:r>
          </a:p>
        </p:txBody>
      </p:sp>
      <p:graphicFrame>
        <p:nvGraphicFramePr>
          <p:cNvPr id="101395" name="Object 19"/>
          <p:cNvGraphicFramePr>
            <a:graphicFrameLocks noChangeAspect="1"/>
          </p:cNvGraphicFramePr>
          <p:nvPr/>
        </p:nvGraphicFramePr>
        <p:xfrm>
          <a:off x="3875088" y="2725739"/>
          <a:ext cx="914400" cy="509587"/>
        </p:xfrm>
        <a:graphic>
          <a:graphicData uri="http://schemas.openxmlformats.org/presentationml/2006/ole">
            <mc:AlternateContent xmlns:mc="http://schemas.openxmlformats.org/markup-compatibility/2006">
              <mc:Choice xmlns:v="urn:schemas-microsoft-com:vml" Requires="v">
                <p:oleObj spid="_x0000_s42159" name="Equation" r:id="rId20" imgW="390531" imgH="209414" progId="Equation.DSMT4">
                  <p:embed/>
                </p:oleObj>
              </mc:Choice>
              <mc:Fallback>
                <p:oleObj name="Equation" r:id="rId20" imgW="390531" imgH="209414"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875088" y="2725739"/>
                        <a:ext cx="914400" cy="50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396" name="Text Box 20"/>
          <p:cNvSpPr txBox="1">
            <a:spLocks noChangeArrowheads="1"/>
          </p:cNvSpPr>
          <p:nvPr/>
        </p:nvSpPr>
        <p:spPr bwMode="auto">
          <a:xfrm>
            <a:off x="1828800" y="3568700"/>
            <a:ext cx="2527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介质</a:t>
            </a:r>
            <a:r>
              <a:rPr lang="en-US" altLang="zh-CN" sz="2400"/>
              <a:t>1</a:t>
            </a:r>
            <a:r>
              <a:rPr lang="zh-CN" altLang="en-US" sz="2400"/>
              <a:t>：铁磁介质</a:t>
            </a:r>
          </a:p>
        </p:txBody>
      </p:sp>
      <p:graphicFrame>
        <p:nvGraphicFramePr>
          <p:cNvPr id="101397" name="Object 21"/>
          <p:cNvGraphicFramePr>
            <a:graphicFrameLocks noChangeAspect="1"/>
          </p:cNvGraphicFramePr>
          <p:nvPr/>
        </p:nvGraphicFramePr>
        <p:xfrm>
          <a:off x="4367213" y="3551239"/>
          <a:ext cx="971550" cy="509587"/>
        </p:xfrm>
        <a:graphic>
          <a:graphicData uri="http://schemas.openxmlformats.org/presentationml/2006/ole">
            <mc:AlternateContent xmlns:mc="http://schemas.openxmlformats.org/markup-compatibility/2006">
              <mc:Choice xmlns:v="urn:schemas-microsoft-com:vml" Requires="v">
                <p:oleObj spid="_x0000_s42160" name="Equation" r:id="rId22" imgW="409492" imgH="209414" progId="Equation.DSMT4">
                  <p:embed/>
                </p:oleObj>
              </mc:Choice>
              <mc:Fallback>
                <p:oleObj name="Equation" r:id="rId22" imgW="409492" imgH="209414"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367213" y="3551239"/>
                        <a:ext cx="971550" cy="50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398" name="AutoShape 22"/>
          <p:cNvSpPr>
            <a:spLocks/>
          </p:cNvSpPr>
          <p:nvPr/>
        </p:nvSpPr>
        <p:spPr bwMode="auto">
          <a:xfrm>
            <a:off x="5600700" y="3022600"/>
            <a:ext cx="266700" cy="812800"/>
          </a:xfrm>
          <a:prstGeom prst="rightBrace">
            <a:avLst>
              <a:gd name="adj1" fmla="val 25397"/>
              <a:gd name="adj2" fmla="val 50000"/>
            </a:avLst>
          </a:pr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101399" name="Object 23"/>
          <p:cNvGraphicFramePr>
            <a:graphicFrameLocks noChangeAspect="1"/>
          </p:cNvGraphicFramePr>
          <p:nvPr/>
        </p:nvGraphicFramePr>
        <p:xfrm>
          <a:off x="7435851" y="2889250"/>
          <a:ext cx="1285875" cy="1047750"/>
        </p:xfrm>
        <a:graphic>
          <a:graphicData uri="http://schemas.openxmlformats.org/presentationml/2006/ole">
            <mc:AlternateContent xmlns:mc="http://schemas.openxmlformats.org/markup-compatibility/2006">
              <mc:Choice xmlns:v="urn:schemas-microsoft-com:vml" Requires="v">
                <p:oleObj spid="_x0000_s42161" name="Equation" r:id="rId24" imgW="552310" imgH="447607" progId="Equation.DSMT4">
                  <p:embed/>
                </p:oleObj>
              </mc:Choice>
              <mc:Fallback>
                <p:oleObj name="Equation" r:id="rId24" imgW="552310" imgH="447607" progId="Equation.DSMT4">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435851" y="2889250"/>
                        <a:ext cx="1285875" cy="1047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400" name="AutoShape 24"/>
          <p:cNvSpPr>
            <a:spLocks noChangeArrowheads="1"/>
          </p:cNvSpPr>
          <p:nvPr/>
        </p:nvSpPr>
        <p:spPr bwMode="auto">
          <a:xfrm>
            <a:off x="5994400" y="3187700"/>
            <a:ext cx="1130300" cy="406400"/>
          </a:xfrm>
          <a:prstGeom prst="rightArrow">
            <a:avLst>
              <a:gd name="adj1" fmla="val 50000"/>
              <a:gd name="adj2" fmla="val 69531"/>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1401" name="Text Box 25"/>
          <p:cNvSpPr txBox="1">
            <a:spLocks noChangeArrowheads="1"/>
          </p:cNvSpPr>
          <p:nvPr/>
        </p:nvSpPr>
        <p:spPr bwMode="auto">
          <a:xfrm>
            <a:off x="1523492" y="5127626"/>
            <a:ext cx="914501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l-GR" altLang="zh-CN" sz="2400" dirty="0">
                <a:latin typeface="宋体" panose="02010600030101010101" pitchFamily="2" charset="-122"/>
              </a:rPr>
              <a:t>μ</a:t>
            </a:r>
            <a:r>
              <a:rPr lang="en-US" altLang="zh-CN" sz="2400" baseline="-25000" dirty="0">
                <a:latin typeface="宋体" panose="02010600030101010101" pitchFamily="2" charset="-122"/>
              </a:rPr>
              <a:t>1</a:t>
            </a:r>
            <a:r>
              <a:rPr lang="zh-CN" altLang="en-US" sz="2400" dirty="0"/>
              <a:t>越大</a:t>
            </a:r>
            <a:r>
              <a:rPr lang="el-GR" altLang="zh-CN" sz="2400" dirty="0">
                <a:latin typeface="宋体" panose="02010600030101010101" pitchFamily="2" charset="-122"/>
              </a:rPr>
              <a:t>θ</a:t>
            </a:r>
            <a:r>
              <a:rPr lang="en-US" altLang="zh-CN" sz="2400" baseline="-25000" dirty="0">
                <a:latin typeface="宋体" panose="02010600030101010101" pitchFamily="2" charset="-122"/>
              </a:rPr>
              <a:t>1</a:t>
            </a:r>
            <a:r>
              <a:rPr lang="zh-CN" altLang="en-US" sz="2400" dirty="0">
                <a:latin typeface="宋体" panose="02010600030101010101" pitchFamily="2" charset="-122"/>
              </a:rPr>
              <a:t>越接近</a:t>
            </a:r>
            <a:r>
              <a:rPr lang="en-US" altLang="zh-CN" sz="2400" dirty="0">
                <a:latin typeface="宋体" panose="02010600030101010101" pitchFamily="2" charset="-122"/>
              </a:rPr>
              <a:t>90</a:t>
            </a:r>
            <a:r>
              <a:rPr lang="zh-CN" altLang="en-US" sz="2400" dirty="0">
                <a:latin typeface="宋体" panose="02010600030101010101" pitchFamily="2" charset="-122"/>
              </a:rPr>
              <a:t>度，磁感应线越接近于表面平行漏到外面的磁通很少。高磁导率的铁芯将磁感应集中到自己的内部。</a:t>
            </a:r>
          </a:p>
        </p:txBody>
      </p:sp>
    </p:spTree>
    <p:extLst>
      <p:ext uri="{BB962C8B-B14F-4D97-AF65-F5344CB8AC3E}">
        <p14:creationId xmlns:p14="http://schemas.microsoft.com/office/powerpoint/2010/main" val="8491877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 Box 2"/>
          <p:cNvSpPr txBox="1">
            <a:spLocks noChangeArrowheads="1"/>
          </p:cNvSpPr>
          <p:nvPr/>
        </p:nvSpPr>
        <p:spPr bwMode="auto">
          <a:xfrm>
            <a:off x="2078038" y="533400"/>
            <a:ext cx="3048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磁路定理</a:t>
            </a:r>
          </a:p>
        </p:txBody>
      </p:sp>
      <p:sp>
        <p:nvSpPr>
          <p:cNvPr id="103427" name="Text Box 3"/>
          <p:cNvSpPr txBox="1">
            <a:spLocks noChangeArrowheads="1"/>
          </p:cNvSpPr>
          <p:nvPr/>
        </p:nvSpPr>
        <p:spPr bwMode="auto">
          <a:xfrm>
            <a:off x="3970339" y="4597401"/>
            <a:ext cx="2955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FF"/>
                </a:solidFill>
                <a:latin typeface="Symbol" panose="05050102010706020507" pitchFamily="18" charset="2"/>
              </a:rPr>
              <a:t>m</a:t>
            </a:r>
            <a:r>
              <a:rPr lang="zh-CN" altLang="en-US" sz="2800">
                <a:solidFill>
                  <a:srgbClr val="0000FF"/>
                </a:solidFill>
                <a:latin typeface="宋体" panose="02010600030101010101" pitchFamily="2" charset="-122"/>
              </a:rPr>
              <a:t>：</a:t>
            </a:r>
            <a:r>
              <a:rPr lang="en-US" altLang="zh-CN" sz="2800">
                <a:solidFill>
                  <a:srgbClr val="0000FF"/>
                </a:solidFill>
                <a:latin typeface="宋体" panose="02010600030101010101" pitchFamily="2" charset="-122"/>
              </a:rPr>
              <a:t>10</a:t>
            </a:r>
            <a:r>
              <a:rPr lang="en-US" altLang="zh-CN" sz="2800" baseline="30000">
                <a:solidFill>
                  <a:srgbClr val="0000FF"/>
                </a:solidFill>
                <a:latin typeface="宋体" panose="02010600030101010101" pitchFamily="2" charset="-122"/>
              </a:rPr>
              <a:t>2</a:t>
            </a:r>
            <a:r>
              <a:rPr lang="en-US" altLang="zh-CN" sz="2800">
                <a:solidFill>
                  <a:srgbClr val="0000FF"/>
                </a:solidFill>
                <a:latin typeface="宋体" panose="02010600030101010101" pitchFamily="2" charset="-122"/>
              </a:rPr>
              <a:t>-10</a:t>
            </a:r>
            <a:r>
              <a:rPr lang="en-US" altLang="zh-CN" sz="2800" baseline="30000">
                <a:solidFill>
                  <a:srgbClr val="0000FF"/>
                </a:solidFill>
                <a:latin typeface="宋体" panose="02010600030101010101" pitchFamily="2" charset="-122"/>
              </a:rPr>
              <a:t>6</a:t>
            </a:r>
            <a:endParaRPr lang="el-GR" altLang="zh-CN" sz="2800" baseline="30000">
              <a:solidFill>
                <a:srgbClr val="0000FF"/>
              </a:solidFill>
              <a:latin typeface="宋体" panose="02010600030101010101" pitchFamily="2" charset="-122"/>
            </a:endParaRPr>
          </a:p>
        </p:txBody>
      </p:sp>
      <p:sp>
        <p:nvSpPr>
          <p:cNvPr id="103428" name="Text Box 4"/>
          <p:cNvSpPr txBox="1">
            <a:spLocks noChangeArrowheads="1"/>
          </p:cNvSpPr>
          <p:nvPr/>
        </p:nvSpPr>
        <p:spPr bwMode="auto">
          <a:xfrm>
            <a:off x="2065338" y="4965701"/>
            <a:ext cx="2006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铁磁材料：</a:t>
            </a:r>
          </a:p>
        </p:txBody>
      </p:sp>
      <p:grpSp>
        <p:nvGrpSpPr>
          <p:cNvPr id="103429" name="Group 5"/>
          <p:cNvGrpSpPr>
            <a:grpSpLocks/>
          </p:cNvGrpSpPr>
          <p:nvPr/>
        </p:nvGrpSpPr>
        <p:grpSpPr bwMode="auto">
          <a:xfrm>
            <a:off x="6604000" y="584200"/>
            <a:ext cx="3760788" cy="2171700"/>
            <a:chOff x="1671" y="1920"/>
            <a:chExt cx="3506" cy="1728"/>
          </a:xfrm>
        </p:grpSpPr>
        <p:sp>
          <p:nvSpPr>
            <p:cNvPr id="103678" name="Freeform 6"/>
            <p:cNvSpPr>
              <a:spLocks/>
            </p:cNvSpPr>
            <p:nvPr/>
          </p:nvSpPr>
          <p:spPr bwMode="auto">
            <a:xfrm>
              <a:off x="1674" y="3047"/>
              <a:ext cx="566" cy="0"/>
            </a:xfrm>
            <a:custGeom>
              <a:avLst/>
              <a:gdLst>
                <a:gd name="T0" fmla="*/ 696 w 543"/>
                <a:gd name="T1" fmla="*/ 0 h 1"/>
                <a:gd name="T2" fmla="*/ 0 w 543"/>
                <a:gd name="T3" fmla="*/ 0 h 1"/>
                <a:gd name="T4" fmla="*/ 0 60000 65536"/>
                <a:gd name="T5" fmla="*/ 0 60000 65536"/>
                <a:gd name="T6" fmla="*/ 0 w 543"/>
                <a:gd name="T7" fmla="*/ 0 h 1"/>
                <a:gd name="T8" fmla="*/ 543 w 543"/>
                <a:gd name="T9" fmla="*/ 0 h 1"/>
              </a:gdLst>
              <a:ahLst/>
              <a:cxnLst>
                <a:cxn ang="T4">
                  <a:pos x="T0" y="T1"/>
                </a:cxn>
                <a:cxn ang="T5">
                  <a:pos x="T2" y="T3"/>
                </a:cxn>
              </a:cxnLst>
              <a:rect l="T6" t="T7" r="T8" b="T9"/>
              <a:pathLst>
                <a:path w="543" h="1">
                  <a:moveTo>
                    <a:pt x="543" y="0"/>
                  </a:moveTo>
                  <a:lnTo>
                    <a:pt x="0" y="0"/>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79" name="Freeform 7"/>
            <p:cNvSpPr>
              <a:spLocks/>
            </p:cNvSpPr>
            <p:nvPr/>
          </p:nvSpPr>
          <p:spPr bwMode="auto">
            <a:xfrm>
              <a:off x="2174" y="1920"/>
              <a:ext cx="2641" cy="1728"/>
            </a:xfrm>
            <a:custGeom>
              <a:avLst/>
              <a:gdLst>
                <a:gd name="T0" fmla="*/ 2210 w 2641"/>
                <a:gd name="T1" fmla="*/ 777 h 1728"/>
                <a:gd name="T2" fmla="*/ 2210 w 2641"/>
                <a:gd name="T3" fmla="*/ 324 h 1728"/>
                <a:gd name="T4" fmla="*/ 1615 w 2641"/>
                <a:gd name="T5" fmla="*/ 324 h 1728"/>
                <a:gd name="T6" fmla="*/ 1615 w 2641"/>
                <a:gd name="T7" fmla="*/ 1411 h 1728"/>
                <a:gd name="T8" fmla="*/ 2210 w 2641"/>
                <a:gd name="T9" fmla="*/ 1411 h 1728"/>
                <a:gd name="T10" fmla="*/ 2210 w 2641"/>
                <a:gd name="T11" fmla="*/ 1094 h 1728"/>
                <a:gd name="T12" fmla="*/ 2629 w 2641"/>
                <a:gd name="T13" fmla="*/ 1087 h 1728"/>
                <a:gd name="T14" fmla="*/ 2626 w 2641"/>
                <a:gd name="T15" fmla="*/ 1714 h 1728"/>
                <a:gd name="T16" fmla="*/ 0 w 2641"/>
                <a:gd name="T17" fmla="*/ 1728 h 1728"/>
                <a:gd name="T18" fmla="*/ 0 w 2641"/>
                <a:gd name="T19" fmla="*/ 7 h 1728"/>
                <a:gd name="T20" fmla="*/ 2641 w 2641"/>
                <a:gd name="T21" fmla="*/ 0 h 1728"/>
                <a:gd name="T22" fmla="*/ 2641 w 2641"/>
                <a:gd name="T23" fmla="*/ 790 h 1728"/>
                <a:gd name="T24" fmla="*/ 2228 w 2641"/>
                <a:gd name="T25" fmla="*/ 790 h 1728"/>
                <a:gd name="T26" fmla="*/ 2210 w 2641"/>
                <a:gd name="T27" fmla="*/ 777 h 17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641"/>
                <a:gd name="T43" fmla="*/ 0 h 1728"/>
                <a:gd name="T44" fmla="*/ 2641 w 2641"/>
                <a:gd name="T45" fmla="*/ 1728 h 17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641" h="1728">
                  <a:moveTo>
                    <a:pt x="2210" y="777"/>
                  </a:moveTo>
                  <a:lnTo>
                    <a:pt x="2210" y="324"/>
                  </a:lnTo>
                  <a:lnTo>
                    <a:pt x="1615" y="324"/>
                  </a:lnTo>
                  <a:lnTo>
                    <a:pt x="1615" y="1411"/>
                  </a:lnTo>
                  <a:lnTo>
                    <a:pt x="2210" y="1411"/>
                  </a:lnTo>
                  <a:lnTo>
                    <a:pt x="2210" y="1094"/>
                  </a:lnTo>
                  <a:lnTo>
                    <a:pt x="2629" y="1087"/>
                  </a:lnTo>
                  <a:lnTo>
                    <a:pt x="2626" y="1714"/>
                  </a:lnTo>
                  <a:lnTo>
                    <a:pt x="0" y="1728"/>
                  </a:lnTo>
                  <a:lnTo>
                    <a:pt x="0" y="7"/>
                  </a:lnTo>
                  <a:lnTo>
                    <a:pt x="2641" y="0"/>
                  </a:lnTo>
                  <a:lnTo>
                    <a:pt x="2641" y="790"/>
                  </a:lnTo>
                  <a:lnTo>
                    <a:pt x="2228" y="790"/>
                  </a:lnTo>
                  <a:lnTo>
                    <a:pt x="2210" y="777"/>
                  </a:lnTo>
                  <a:close/>
                </a:path>
              </a:pathLst>
            </a:custGeom>
            <a:solidFill>
              <a:schemeClr val="bg1"/>
            </a:solidFill>
            <a:ln w="38100">
              <a:solidFill>
                <a:schemeClr val="bg2"/>
              </a:solidFill>
              <a:round/>
              <a:headEnd/>
              <a:tailEnd/>
            </a:ln>
          </p:spPr>
          <p:txBody>
            <a:bodyPr wrap="none"/>
            <a:lstStyle/>
            <a:p>
              <a:endParaRPr lang="zh-CN" altLang="en-US"/>
            </a:p>
          </p:txBody>
        </p:sp>
        <p:sp>
          <p:nvSpPr>
            <p:cNvPr id="103680" name="Rectangle 8"/>
            <p:cNvSpPr>
              <a:spLocks noChangeArrowheads="1"/>
            </p:cNvSpPr>
            <p:nvPr/>
          </p:nvSpPr>
          <p:spPr bwMode="auto">
            <a:xfrm>
              <a:off x="2641" y="2380"/>
              <a:ext cx="553" cy="724"/>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681" name="Freeform 9"/>
            <p:cNvSpPr>
              <a:spLocks/>
            </p:cNvSpPr>
            <p:nvPr/>
          </p:nvSpPr>
          <p:spPr bwMode="auto">
            <a:xfrm>
              <a:off x="2448" y="2063"/>
              <a:ext cx="2160" cy="1404"/>
            </a:xfrm>
            <a:custGeom>
              <a:avLst/>
              <a:gdLst>
                <a:gd name="T0" fmla="*/ 953 w 2544"/>
                <a:gd name="T1" fmla="*/ 474 h 1488"/>
                <a:gd name="T2" fmla="*/ 953 w 2544"/>
                <a:gd name="T3" fmla="*/ 0 h 1488"/>
                <a:gd name="T4" fmla="*/ 0 w 2544"/>
                <a:gd name="T5" fmla="*/ 0 h 1488"/>
                <a:gd name="T6" fmla="*/ 0 w 2544"/>
                <a:gd name="T7" fmla="*/ 1049 h 1488"/>
                <a:gd name="T8" fmla="*/ 953 w 2544"/>
                <a:gd name="T9" fmla="*/ 1049 h 1488"/>
                <a:gd name="T10" fmla="*/ 953 w 2544"/>
                <a:gd name="T11" fmla="*/ 710 h 1488"/>
                <a:gd name="T12" fmla="*/ 0 60000 65536"/>
                <a:gd name="T13" fmla="*/ 0 60000 65536"/>
                <a:gd name="T14" fmla="*/ 0 60000 65536"/>
                <a:gd name="T15" fmla="*/ 0 60000 65536"/>
                <a:gd name="T16" fmla="*/ 0 60000 65536"/>
                <a:gd name="T17" fmla="*/ 0 60000 65536"/>
                <a:gd name="T18" fmla="*/ 0 w 2544"/>
                <a:gd name="T19" fmla="*/ 0 h 1488"/>
                <a:gd name="T20" fmla="*/ 2544 w 2544"/>
                <a:gd name="T21" fmla="*/ 1488 h 1488"/>
              </a:gdLst>
              <a:ahLst/>
              <a:cxnLst>
                <a:cxn ang="T12">
                  <a:pos x="T0" y="T1"/>
                </a:cxn>
                <a:cxn ang="T13">
                  <a:pos x="T2" y="T3"/>
                </a:cxn>
                <a:cxn ang="T14">
                  <a:pos x="T4" y="T5"/>
                </a:cxn>
                <a:cxn ang="T15">
                  <a:pos x="T6" y="T7"/>
                </a:cxn>
                <a:cxn ang="T16">
                  <a:pos x="T8" y="T9"/>
                </a:cxn>
                <a:cxn ang="T17">
                  <a:pos x="T10" y="T11"/>
                </a:cxn>
              </a:cxnLst>
              <a:rect l="T18" t="T19" r="T20" b="T21"/>
              <a:pathLst>
                <a:path w="2544" h="1488">
                  <a:moveTo>
                    <a:pt x="2544" y="672"/>
                  </a:moveTo>
                  <a:lnTo>
                    <a:pt x="2544" y="0"/>
                  </a:lnTo>
                  <a:lnTo>
                    <a:pt x="0" y="0"/>
                  </a:lnTo>
                  <a:lnTo>
                    <a:pt x="0" y="1488"/>
                  </a:lnTo>
                  <a:lnTo>
                    <a:pt x="2544" y="1488"/>
                  </a:lnTo>
                  <a:lnTo>
                    <a:pt x="2544" y="1008"/>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3682" name="Freeform 10"/>
            <p:cNvSpPr>
              <a:spLocks/>
            </p:cNvSpPr>
            <p:nvPr/>
          </p:nvSpPr>
          <p:spPr bwMode="auto">
            <a:xfrm>
              <a:off x="4594" y="2742"/>
              <a:ext cx="1" cy="272"/>
            </a:xfrm>
            <a:custGeom>
              <a:avLst/>
              <a:gdLst>
                <a:gd name="T0" fmla="*/ 0 w 1"/>
                <a:gd name="T1" fmla="*/ 0 h 288"/>
                <a:gd name="T2" fmla="*/ 0 w 1"/>
                <a:gd name="T3" fmla="*/ 204 h 288"/>
                <a:gd name="T4" fmla="*/ 0 60000 65536"/>
                <a:gd name="T5" fmla="*/ 0 60000 65536"/>
                <a:gd name="T6" fmla="*/ 0 w 1"/>
                <a:gd name="T7" fmla="*/ 0 h 288"/>
                <a:gd name="T8" fmla="*/ 1 w 1"/>
                <a:gd name="T9" fmla="*/ 288 h 288"/>
              </a:gdLst>
              <a:ahLst/>
              <a:cxnLst>
                <a:cxn ang="T4">
                  <a:pos x="T0" y="T1"/>
                </a:cxn>
                <a:cxn ang="T5">
                  <a:pos x="T2" y="T3"/>
                </a:cxn>
              </a:cxnLst>
              <a:rect l="T6" t="T7" r="T8" b="T9"/>
              <a:pathLst>
                <a:path w="1" h="288">
                  <a:moveTo>
                    <a:pt x="0" y="0"/>
                  </a:moveTo>
                  <a:cubicBezTo>
                    <a:pt x="0" y="0"/>
                    <a:pt x="0" y="144"/>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3683" name="Freeform 11"/>
            <p:cNvSpPr>
              <a:spLocks/>
            </p:cNvSpPr>
            <p:nvPr/>
          </p:nvSpPr>
          <p:spPr bwMode="auto">
            <a:xfrm>
              <a:off x="4654" y="2742"/>
              <a:ext cx="30" cy="272"/>
            </a:xfrm>
            <a:custGeom>
              <a:avLst/>
              <a:gdLst>
                <a:gd name="T0" fmla="*/ 0 w 33"/>
                <a:gd name="T1" fmla="*/ 0 h 288"/>
                <a:gd name="T2" fmla="*/ 19 w 33"/>
                <a:gd name="T3" fmla="*/ 93 h 288"/>
                <a:gd name="T4" fmla="*/ 0 w 33"/>
                <a:gd name="T5" fmla="*/ 204 h 288"/>
                <a:gd name="T6" fmla="*/ 0 60000 65536"/>
                <a:gd name="T7" fmla="*/ 0 60000 65536"/>
                <a:gd name="T8" fmla="*/ 0 60000 65536"/>
                <a:gd name="T9" fmla="*/ 0 w 33"/>
                <a:gd name="T10" fmla="*/ 0 h 288"/>
                <a:gd name="T11" fmla="*/ 33 w 33"/>
                <a:gd name="T12" fmla="*/ 288 h 288"/>
              </a:gdLst>
              <a:ahLst/>
              <a:cxnLst>
                <a:cxn ang="T6">
                  <a:pos x="T0" y="T1"/>
                </a:cxn>
                <a:cxn ang="T7">
                  <a:pos x="T2" y="T3"/>
                </a:cxn>
                <a:cxn ang="T8">
                  <a:pos x="T4" y="T5"/>
                </a:cxn>
              </a:cxnLst>
              <a:rect l="T9" t="T10" r="T11" b="T12"/>
              <a:pathLst>
                <a:path w="33" h="288">
                  <a:moveTo>
                    <a:pt x="0" y="0"/>
                  </a:moveTo>
                  <a:cubicBezTo>
                    <a:pt x="6" y="22"/>
                    <a:pt x="33" y="82"/>
                    <a:pt x="33" y="130"/>
                  </a:cubicBezTo>
                  <a:cubicBezTo>
                    <a:pt x="33" y="178"/>
                    <a:pt x="7" y="255"/>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3684" name="Freeform 12"/>
            <p:cNvSpPr>
              <a:spLocks/>
            </p:cNvSpPr>
            <p:nvPr/>
          </p:nvSpPr>
          <p:spPr bwMode="auto">
            <a:xfrm>
              <a:off x="4743" y="2742"/>
              <a:ext cx="46" cy="272"/>
            </a:xfrm>
            <a:custGeom>
              <a:avLst/>
              <a:gdLst>
                <a:gd name="T0" fmla="*/ 0 w 52"/>
                <a:gd name="T1" fmla="*/ 0 h 288"/>
                <a:gd name="T2" fmla="*/ 25 w 52"/>
                <a:gd name="T3" fmla="*/ 93 h 288"/>
                <a:gd name="T4" fmla="*/ 0 w 52"/>
                <a:gd name="T5" fmla="*/ 204 h 288"/>
                <a:gd name="T6" fmla="*/ 0 60000 65536"/>
                <a:gd name="T7" fmla="*/ 0 60000 65536"/>
                <a:gd name="T8" fmla="*/ 0 60000 65536"/>
                <a:gd name="T9" fmla="*/ 0 w 52"/>
                <a:gd name="T10" fmla="*/ 0 h 288"/>
                <a:gd name="T11" fmla="*/ 52 w 52"/>
                <a:gd name="T12" fmla="*/ 288 h 288"/>
              </a:gdLst>
              <a:ahLst/>
              <a:cxnLst>
                <a:cxn ang="T6">
                  <a:pos x="T0" y="T1"/>
                </a:cxn>
                <a:cxn ang="T7">
                  <a:pos x="T2" y="T3"/>
                </a:cxn>
                <a:cxn ang="T8">
                  <a:pos x="T4" y="T5"/>
                </a:cxn>
              </a:cxnLst>
              <a:rect l="T9" t="T10" r="T11" b="T12"/>
              <a:pathLst>
                <a:path w="52" h="288">
                  <a:moveTo>
                    <a:pt x="0" y="0"/>
                  </a:moveTo>
                  <a:cubicBezTo>
                    <a:pt x="9" y="22"/>
                    <a:pt x="52" y="82"/>
                    <a:pt x="52" y="130"/>
                  </a:cubicBezTo>
                  <a:cubicBezTo>
                    <a:pt x="52" y="178"/>
                    <a:pt x="11" y="255"/>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3685" name="Freeform 13"/>
            <p:cNvSpPr>
              <a:spLocks/>
            </p:cNvSpPr>
            <p:nvPr/>
          </p:nvSpPr>
          <p:spPr bwMode="auto">
            <a:xfrm>
              <a:off x="4823" y="2742"/>
              <a:ext cx="50" cy="272"/>
            </a:xfrm>
            <a:custGeom>
              <a:avLst/>
              <a:gdLst>
                <a:gd name="T0" fmla="*/ 0 w 56"/>
                <a:gd name="T1" fmla="*/ 0 h 288"/>
                <a:gd name="T2" fmla="*/ 29 w 56"/>
                <a:gd name="T3" fmla="*/ 102 h 288"/>
                <a:gd name="T4" fmla="*/ 0 w 56"/>
                <a:gd name="T5" fmla="*/ 204 h 288"/>
                <a:gd name="T6" fmla="*/ 0 60000 65536"/>
                <a:gd name="T7" fmla="*/ 0 60000 65536"/>
                <a:gd name="T8" fmla="*/ 0 60000 65536"/>
                <a:gd name="T9" fmla="*/ 0 w 56"/>
                <a:gd name="T10" fmla="*/ 0 h 288"/>
                <a:gd name="T11" fmla="*/ 56 w 56"/>
                <a:gd name="T12" fmla="*/ 288 h 288"/>
              </a:gdLst>
              <a:ahLst/>
              <a:cxnLst>
                <a:cxn ang="T6">
                  <a:pos x="T0" y="T1"/>
                </a:cxn>
                <a:cxn ang="T7">
                  <a:pos x="T2" y="T3"/>
                </a:cxn>
                <a:cxn ang="T8">
                  <a:pos x="T4" y="T5"/>
                </a:cxn>
              </a:cxnLst>
              <a:rect l="T9" t="T10" r="T11" b="T12"/>
              <a:pathLst>
                <a:path w="56" h="288">
                  <a:moveTo>
                    <a:pt x="0" y="0"/>
                  </a:moveTo>
                  <a:cubicBezTo>
                    <a:pt x="9" y="24"/>
                    <a:pt x="56" y="96"/>
                    <a:pt x="56" y="144"/>
                  </a:cubicBezTo>
                  <a:cubicBezTo>
                    <a:pt x="56" y="192"/>
                    <a:pt x="12" y="258"/>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3686" name="Freeform 14"/>
            <p:cNvSpPr>
              <a:spLocks/>
            </p:cNvSpPr>
            <p:nvPr/>
          </p:nvSpPr>
          <p:spPr bwMode="auto">
            <a:xfrm flipH="1">
              <a:off x="4506" y="2742"/>
              <a:ext cx="29" cy="272"/>
            </a:xfrm>
            <a:custGeom>
              <a:avLst/>
              <a:gdLst>
                <a:gd name="T0" fmla="*/ 0 w 33"/>
                <a:gd name="T1" fmla="*/ 0 h 288"/>
                <a:gd name="T2" fmla="*/ 15 w 33"/>
                <a:gd name="T3" fmla="*/ 93 h 288"/>
                <a:gd name="T4" fmla="*/ 0 w 33"/>
                <a:gd name="T5" fmla="*/ 204 h 288"/>
                <a:gd name="T6" fmla="*/ 0 60000 65536"/>
                <a:gd name="T7" fmla="*/ 0 60000 65536"/>
                <a:gd name="T8" fmla="*/ 0 60000 65536"/>
                <a:gd name="T9" fmla="*/ 0 w 33"/>
                <a:gd name="T10" fmla="*/ 0 h 288"/>
                <a:gd name="T11" fmla="*/ 33 w 33"/>
                <a:gd name="T12" fmla="*/ 288 h 288"/>
              </a:gdLst>
              <a:ahLst/>
              <a:cxnLst>
                <a:cxn ang="T6">
                  <a:pos x="T0" y="T1"/>
                </a:cxn>
                <a:cxn ang="T7">
                  <a:pos x="T2" y="T3"/>
                </a:cxn>
                <a:cxn ang="T8">
                  <a:pos x="T4" y="T5"/>
                </a:cxn>
              </a:cxnLst>
              <a:rect l="T9" t="T10" r="T11" b="T12"/>
              <a:pathLst>
                <a:path w="33" h="288">
                  <a:moveTo>
                    <a:pt x="0" y="0"/>
                  </a:moveTo>
                  <a:cubicBezTo>
                    <a:pt x="6" y="22"/>
                    <a:pt x="33" y="82"/>
                    <a:pt x="33" y="130"/>
                  </a:cubicBezTo>
                  <a:cubicBezTo>
                    <a:pt x="33" y="178"/>
                    <a:pt x="7" y="255"/>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3687" name="Freeform 15"/>
            <p:cNvSpPr>
              <a:spLocks/>
            </p:cNvSpPr>
            <p:nvPr/>
          </p:nvSpPr>
          <p:spPr bwMode="auto">
            <a:xfrm flipH="1">
              <a:off x="4400" y="2742"/>
              <a:ext cx="46" cy="272"/>
            </a:xfrm>
            <a:custGeom>
              <a:avLst/>
              <a:gdLst>
                <a:gd name="T0" fmla="*/ 0 w 52"/>
                <a:gd name="T1" fmla="*/ 0 h 288"/>
                <a:gd name="T2" fmla="*/ 25 w 52"/>
                <a:gd name="T3" fmla="*/ 93 h 288"/>
                <a:gd name="T4" fmla="*/ 0 w 52"/>
                <a:gd name="T5" fmla="*/ 204 h 288"/>
                <a:gd name="T6" fmla="*/ 0 60000 65536"/>
                <a:gd name="T7" fmla="*/ 0 60000 65536"/>
                <a:gd name="T8" fmla="*/ 0 60000 65536"/>
                <a:gd name="T9" fmla="*/ 0 w 52"/>
                <a:gd name="T10" fmla="*/ 0 h 288"/>
                <a:gd name="T11" fmla="*/ 52 w 52"/>
                <a:gd name="T12" fmla="*/ 288 h 288"/>
              </a:gdLst>
              <a:ahLst/>
              <a:cxnLst>
                <a:cxn ang="T6">
                  <a:pos x="T0" y="T1"/>
                </a:cxn>
                <a:cxn ang="T7">
                  <a:pos x="T2" y="T3"/>
                </a:cxn>
                <a:cxn ang="T8">
                  <a:pos x="T4" y="T5"/>
                </a:cxn>
              </a:cxnLst>
              <a:rect l="T9" t="T10" r="T11" b="T12"/>
              <a:pathLst>
                <a:path w="52" h="288">
                  <a:moveTo>
                    <a:pt x="0" y="0"/>
                  </a:moveTo>
                  <a:cubicBezTo>
                    <a:pt x="9" y="22"/>
                    <a:pt x="52" y="82"/>
                    <a:pt x="52" y="130"/>
                  </a:cubicBezTo>
                  <a:cubicBezTo>
                    <a:pt x="52" y="178"/>
                    <a:pt x="11" y="255"/>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3688" name="Freeform 16"/>
            <p:cNvSpPr>
              <a:spLocks/>
            </p:cNvSpPr>
            <p:nvPr/>
          </p:nvSpPr>
          <p:spPr bwMode="auto">
            <a:xfrm flipH="1">
              <a:off x="4329" y="2742"/>
              <a:ext cx="49" cy="272"/>
            </a:xfrm>
            <a:custGeom>
              <a:avLst/>
              <a:gdLst>
                <a:gd name="T0" fmla="*/ 0 w 56"/>
                <a:gd name="T1" fmla="*/ 0 h 288"/>
                <a:gd name="T2" fmla="*/ 25 w 56"/>
                <a:gd name="T3" fmla="*/ 102 h 288"/>
                <a:gd name="T4" fmla="*/ 0 w 56"/>
                <a:gd name="T5" fmla="*/ 204 h 288"/>
                <a:gd name="T6" fmla="*/ 0 60000 65536"/>
                <a:gd name="T7" fmla="*/ 0 60000 65536"/>
                <a:gd name="T8" fmla="*/ 0 60000 65536"/>
                <a:gd name="T9" fmla="*/ 0 w 56"/>
                <a:gd name="T10" fmla="*/ 0 h 288"/>
                <a:gd name="T11" fmla="*/ 56 w 56"/>
                <a:gd name="T12" fmla="*/ 288 h 288"/>
              </a:gdLst>
              <a:ahLst/>
              <a:cxnLst>
                <a:cxn ang="T6">
                  <a:pos x="T0" y="T1"/>
                </a:cxn>
                <a:cxn ang="T7">
                  <a:pos x="T2" y="T3"/>
                </a:cxn>
                <a:cxn ang="T8">
                  <a:pos x="T4" y="T5"/>
                </a:cxn>
              </a:cxnLst>
              <a:rect l="T9" t="T10" r="T11" b="T12"/>
              <a:pathLst>
                <a:path w="56" h="288">
                  <a:moveTo>
                    <a:pt x="0" y="0"/>
                  </a:moveTo>
                  <a:cubicBezTo>
                    <a:pt x="9" y="24"/>
                    <a:pt x="56" y="96"/>
                    <a:pt x="56" y="144"/>
                  </a:cubicBezTo>
                  <a:cubicBezTo>
                    <a:pt x="56" y="192"/>
                    <a:pt x="12" y="258"/>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3689" name="Line 17"/>
            <p:cNvSpPr>
              <a:spLocks noChangeShapeType="1"/>
            </p:cNvSpPr>
            <p:nvPr/>
          </p:nvSpPr>
          <p:spPr bwMode="auto">
            <a:xfrm>
              <a:off x="4596" y="3104"/>
              <a:ext cx="0" cy="318"/>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690" name="Line 18"/>
            <p:cNvSpPr>
              <a:spLocks noChangeShapeType="1"/>
            </p:cNvSpPr>
            <p:nvPr/>
          </p:nvSpPr>
          <p:spPr bwMode="auto">
            <a:xfrm rot="5400000">
              <a:off x="4192" y="3308"/>
              <a:ext cx="0" cy="298"/>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691" name="Line 19"/>
            <p:cNvSpPr>
              <a:spLocks noChangeShapeType="1"/>
            </p:cNvSpPr>
            <p:nvPr/>
          </p:nvSpPr>
          <p:spPr bwMode="auto">
            <a:xfrm rot="-5400000">
              <a:off x="2663" y="1914"/>
              <a:ext cx="0" cy="297"/>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692" name="Line 20"/>
            <p:cNvSpPr>
              <a:spLocks noChangeShapeType="1"/>
            </p:cNvSpPr>
            <p:nvPr/>
          </p:nvSpPr>
          <p:spPr bwMode="auto">
            <a:xfrm rot="-5400000">
              <a:off x="4320" y="1914"/>
              <a:ext cx="0" cy="297"/>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693" name="Line 21"/>
            <p:cNvSpPr>
              <a:spLocks noChangeShapeType="1"/>
            </p:cNvSpPr>
            <p:nvPr/>
          </p:nvSpPr>
          <p:spPr bwMode="auto">
            <a:xfrm>
              <a:off x="4596" y="2244"/>
              <a:ext cx="0" cy="317"/>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694" name="Freeform 22"/>
            <p:cNvSpPr>
              <a:spLocks/>
            </p:cNvSpPr>
            <p:nvPr/>
          </p:nvSpPr>
          <p:spPr bwMode="auto">
            <a:xfrm>
              <a:off x="2114" y="2907"/>
              <a:ext cx="561" cy="148"/>
            </a:xfrm>
            <a:custGeom>
              <a:avLst/>
              <a:gdLst>
                <a:gd name="T0" fmla="*/ 420 w 357"/>
                <a:gd name="T1" fmla="*/ 0 h 143"/>
                <a:gd name="T2" fmla="*/ 151 w 357"/>
                <a:gd name="T3" fmla="*/ 28 h 143"/>
                <a:gd name="T4" fmla="*/ 49 w 357"/>
                <a:gd name="T5" fmla="*/ 38 h 143"/>
                <a:gd name="T6" fmla="*/ 0 w 357"/>
                <a:gd name="T7" fmla="*/ 53 h 143"/>
                <a:gd name="T8" fmla="*/ 0 w 357"/>
                <a:gd name="T9" fmla="*/ 64 h 143"/>
                <a:gd name="T10" fmla="*/ 49 w 357"/>
                <a:gd name="T11" fmla="*/ 71 h 143"/>
                <a:gd name="T12" fmla="*/ 190 w 357"/>
                <a:gd name="T13" fmla="*/ 81 h 143"/>
                <a:gd name="T14" fmla="*/ 420 w 357"/>
                <a:gd name="T15" fmla="*/ 88 h 143"/>
                <a:gd name="T16" fmla="*/ 575 w 357"/>
                <a:gd name="T17" fmla="*/ 92 h 143"/>
                <a:gd name="T18" fmla="*/ 792 w 357"/>
                <a:gd name="T19" fmla="*/ 92 h 143"/>
                <a:gd name="T20" fmla="*/ 1054 w 357"/>
                <a:gd name="T21" fmla="*/ 92 h 143"/>
                <a:gd name="T22" fmla="*/ 1353 w 357"/>
                <a:gd name="T23" fmla="*/ 92 h 143"/>
                <a:gd name="T24" fmla="*/ 1983 w 357"/>
                <a:gd name="T25" fmla="*/ 92 h 143"/>
                <a:gd name="T26" fmla="*/ 2697 w 357"/>
                <a:gd name="T27" fmla="*/ 88 h 143"/>
                <a:gd name="T28" fmla="*/ 3402 w 357"/>
                <a:gd name="T29" fmla="*/ 85 h 143"/>
                <a:gd name="T30" fmla="*/ 4035 w 357"/>
                <a:gd name="T31" fmla="*/ 85 h 143"/>
                <a:gd name="T32" fmla="*/ 4342 w 357"/>
                <a:gd name="T33" fmla="*/ 85 h 143"/>
                <a:gd name="T34" fmla="*/ 4590 w 357"/>
                <a:gd name="T35" fmla="*/ 85 h 143"/>
                <a:gd name="T36" fmla="*/ 4815 w 357"/>
                <a:gd name="T37" fmla="*/ 85 h 143"/>
                <a:gd name="T38" fmla="*/ 4975 w 357"/>
                <a:gd name="T39" fmla="*/ 88 h 143"/>
                <a:gd name="T40" fmla="*/ 5195 w 357"/>
                <a:gd name="T41" fmla="*/ 94 h 143"/>
                <a:gd name="T42" fmla="*/ 5346 w 357"/>
                <a:gd name="T43" fmla="*/ 102 h 143"/>
                <a:gd name="T44" fmla="*/ 5379 w 357"/>
                <a:gd name="T45" fmla="*/ 111 h 143"/>
                <a:gd name="T46" fmla="*/ 5379 w 357"/>
                <a:gd name="T47" fmla="*/ 125 h 143"/>
                <a:gd name="T48" fmla="*/ 5346 w 357"/>
                <a:gd name="T49" fmla="*/ 136 h 143"/>
                <a:gd name="T50" fmla="*/ 5220 w 357"/>
                <a:gd name="T51" fmla="*/ 149 h 143"/>
                <a:gd name="T52" fmla="*/ 4975 w 357"/>
                <a:gd name="T53" fmla="*/ 176 h 14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57"/>
                <a:gd name="T82" fmla="*/ 0 h 143"/>
                <a:gd name="T83" fmla="*/ 357 w 357"/>
                <a:gd name="T84" fmla="*/ 143 h 14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57" h="143">
                  <a:moveTo>
                    <a:pt x="28" y="0"/>
                  </a:moveTo>
                  <a:lnTo>
                    <a:pt x="10" y="22"/>
                  </a:lnTo>
                  <a:lnTo>
                    <a:pt x="3" y="32"/>
                  </a:lnTo>
                  <a:lnTo>
                    <a:pt x="0" y="42"/>
                  </a:lnTo>
                  <a:lnTo>
                    <a:pt x="0" y="52"/>
                  </a:lnTo>
                  <a:lnTo>
                    <a:pt x="3" y="59"/>
                  </a:lnTo>
                  <a:lnTo>
                    <a:pt x="13" y="66"/>
                  </a:lnTo>
                  <a:lnTo>
                    <a:pt x="28" y="71"/>
                  </a:lnTo>
                  <a:lnTo>
                    <a:pt x="38" y="74"/>
                  </a:lnTo>
                  <a:lnTo>
                    <a:pt x="53" y="74"/>
                  </a:lnTo>
                  <a:lnTo>
                    <a:pt x="70" y="74"/>
                  </a:lnTo>
                  <a:lnTo>
                    <a:pt x="90" y="74"/>
                  </a:lnTo>
                  <a:lnTo>
                    <a:pt x="132" y="74"/>
                  </a:lnTo>
                  <a:lnTo>
                    <a:pt x="179" y="71"/>
                  </a:lnTo>
                  <a:lnTo>
                    <a:pt x="226" y="69"/>
                  </a:lnTo>
                  <a:lnTo>
                    <a:pt x="268" y="69"/>
                  </a:lnTo>
                  <a:lnTo>
                    <a:pt x="288" y="69"/>
                  </a:lnTo>
                  <a:lnTo>
                    <a:pt x="305" y="69"/>
                  </a:lnTo>
                  <a:lnTo>
                    <a:pt x="320" y="69"/>
                  </a:lnTo>
                  <a:lnTo>
                    <a:pt x="330" y="71"/>
                  </a:lnTo>
                  <a:lnTo>
                    <a:pt x="345" y="76"/>
                  </a:lnTo>
                  <a:lnTo>
                    <a:pt x="355" y="84"/>
                  </a:lnTo>
                  <a:lnTo>
                    <a:pt x="357" y="91"/>
                  </a:lnTo>
                  <a:lnTo>
                    <a:pt x="357" y="101"/>
                  </a:lnTo>
                  <a:lnTo>
                    <a:pt x="355" y="111"/>
                  </a:lnTo>
                  <a:lnTo>
                    <a:pt x="347" y="121"/>
                  </a:lnTo>
                  <a:lnTo>
                    <a:pt x="330" y="143"/>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95" name="Freeform 23"/>
            <p:cNvSpPr>
              <a:spLocks/>
            </p:cNvSpPr>
            <p:nvPr/>
          </p:nvSpPr>
          <p:spPr bwMode="auto">
            <a:xfrm>
              <a:off x="2114" y="2755"/>
              <a:ext cx="561" cy="147"/>
            </a:xfrm>
            <a:custGeom>
              <a:avLst/>
              <a:gdLst>
                <a:gd name="T0" fmla="*/ 420 w 357"/>
                <a:gd name="T1" fmla="*/ 0 h 142"/>
                <a:gd name="T2" fmla="*/ 151 w 357"/>
                <a:gd name="T3" fmla="*/ 28 h 142"/>
                <a:gd name="T4" fmla="*/ 49 w 357"/>
                <a:gd name="T5" fmla="*/ 38 h 142"/>
                <a:gd name="T6" fmla="*/ 0 w 357"/>
                <a:gd name="T7" fmla="*/ 51 h 142"/>
                <a:gd name="T8" fmla="*/ 0 w 357"/>
                <a:gd name="T9" fmla="*/ 63 h 142"/>
                <a:gd name="T10" fmla="*/ 49 w 357"/>
                <a:gd name="T11" fmla="*/ 71 h 142"/>
                <a:gd name="T12" fmla="*/ 190 w 357"/>
                <a:gd name="T13" fmla="*/ 81 h 142"/>
                <a:gd name="T14" fmla="*/ 420 w 357"/>
                <a:gd name="T15" fmla="*/ 89 h 142"/>
                <a:gd name="T16" fmla="*/ 575 w 357"/>
                <a:gd name="T17" fmla="*/ 91 h 142"/>
                <a:gd name="T18" fmla="*/ 792 w 357"/>
                <a:gd name="T19" fmla="*/ 91 h 142"/>
                <a:gd name="T20" fmla="*/ 1054 w 357"/>
                <a:gd name="T21" fmla="*/ 91 h 142"/>
                <a:gd name="T22" fmla="*/ 1353 w 357"/>
                <a:gd name="T23" fmla="*/ 91 h 142"/>
                <a:gd name="T24" fmla="*/ 1983 w 357"/>
                <a:gd name="T25" fmla="*/ 91 h 142"/>
                <a:gd name="T26" fmla="*/ 2697 w 357"/>
                <a:gd name="T27" fmla="*/ 89 h 142"/>
                <a:gd name="T28" fmla="*/ 3402 w 357"/>
                <a:gd name="T29" fmla="*/ 84 h 142"/>
                <a:gd name="T30" fmla="*/ 4035 w 357"/>
                <a:gd name="T31" fmla="*/ 84 h 142"/>
                <a:gd name="T32" fmla="*/ 4342 w 357"/>
                <a:gd name="T33" fmla="*/ 84 h 142"/>
                <a:gd name="T34" fmla="*/ 4590 w 357"/>
                <a:gd name="T35" fmla="*/ 84 h 142"/>
                <a:gd name="T36" fmla="*/ 4815 w 357"/>
                <a:gd name="T37" fmla="*/ 84 h 142"/>
                <a:gd name="T38" fmla="*/ 4975 w 357"/>
                <a:gd name="T39" fmla="*/ 89 h 142"/>
                <a:gd name="T40" fmla="*/ 5195 w 357"/>
                <a:gd name="T41" fmla="*/ 94 h 142"/>
                <a:gd name="T42" fmla="*/ 5346 w 357"/>
                <a:gd name="T43" fmla="*/ 101 h 142"/>
                <a:gd name="T44" fmla="*/ 5379 w 357"/>
                <a:gd name="T45" fmla="*/ 112 h 142"/>
                <a:gd name="T46" fmla="*/ 5379 w 357"/>
                <a:gd name="T47" fmla="*/ 125 h 142"/>
                <a:gd name="T48" fmla="*/ 5346 w 357"/>
                <a:gd name="T49" fmla="*/ 135 h 142"/>
                <a:gd name="T50" fmla="*/ 5220 w 357"/>
                <a:gd name="T51" fmla="*/ 148 h 142"/>
                <a:gd name="T52" fmla="*/ 4975 w 357"/>
                <a:gd name="T53" fmla="*/ 175 h 14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57"/>
                <a:gd name="T82" fmla="*/ 0 h 142"/>
                <a:gd name="T83" fmla="*/ 357 w 357"/>
                <a:gd name="T84" fmla="*/ 142 h 14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57" h="142">
                  <a:moveTo>
                    <a:pt x="28" y="0"/>
                  </a:moveTo>
                  <a:lnTo>
                    <a:pt x="10" y="22"/>
                  </a:lnTo>
                  <a:lnTo>
                    <a:pt x="3" y="32"/>
                  </a:lnTo>
                  <a:lnTo>
                    <a:pt x="0" y="41"/>
                  </a:lnTo>
                  <a:lnTo>
                    <a:pt x="0" y="51"/>
                  </a:lnTo>
                  <a:lnTo>
                    <a:pt x="3" y="59"/>
                  </a:lnTo>
                  <a:lnTo>
                    <a:pt x="13" y="66"/>
                  </a:lnTo>
                  <a:lnTo>
                    <a:pt x="28" y="71"/>
                  </a:lnTo>
                  <a:lnTo>
                    <a:pt x="38" y="73"/>
                  </a:lnTo>
                  <a:lnTo>
                    <a:pt x="53" y="73"/>
                  </a:lnTo>
                  <a:lnTo>
                    <a:pt x="70" y="73"/>
                  </a:lnTo>
                  <a:lnTo>
                    <a:pt x="90" y="73"/>
                  </a:lnTo>
                  <a:lnTo>
                    <a:pt x="132" y="73"/>
                  </a:lnTo>
                  <a:lnTo>
                    <a:pt x="179" y="71"/>
                  </a:lnTo>
                  <a:lnTo>
                    <a:pt x="226" y="68"/>
                  </a:lnTo>
                  <a:lnTo>
                    <a:pt x="268" y="68"/>
                  </a:lnTo>
                  <a:lnTo>
                    <a:pt x="288" y="68"/>
                  </a:lnTo>
                  <a:lnTo>
                    <a:pt x="305" y="68"/>
                  </a:lnTo>
                  <a:lnTo>
                    <a:pt x="320" y="68"/>
                  </a:lnTo>
                  <a:lnTo>
                    <a:pt x="330" y="71"/>
                  </a:lnTo>
                  <a:lnTo>
                    <a:pt x="345" y="76"/>
                  </a:lnTo>
                  <a:lnTo>
                    <a:pt x="355" y="83"/>
                  </a:lnTo>
                  <a:lnTo>
                    <a:pt x="357" y="91"/>
                  </a:lnTo>
                  <a:lnTo>
                    <a:pt x="357" y="101"/>
                  </a:lnTo>
                  <a:lnTo>
                    <a:pt x="355" y="110"/>
                  </a:lnTo>
                  <a:lnTo>
                    <a:pt x="347" y="120"/>
                  </a:lnTo>
                  <a:lnTo>
                    <a:pt x="330" y="142"/>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96" name="Freeform 24"/>
            <p:cNvSpPr>
              <a:spLocks/>
            </p:cNvSpPr>
            <p:nvPr/>
          </p:nvSpPr>
          <p:spPr bwMode="auto">
            <a:xfrm>
              <a:off x="2148" y="2514"/>
              <a:ext cx="541" cy="81"/>
            </a:xfrm>
            <a:custGeom>
              <a:avLst/>
              <a:gdLst>
                <a:gd name="T0" fmla="*/ 0 w 193"/>
                <a:gd name="T1" fmla="*/ 0 h 57"/>
                <a:gd name="T2" fmla="*/ 3835 w 193"/>
                <a:gd name="T3" fmla="*/ 37 h 57"/>
                <a:gd name="T4" fmla="*/ 7291 w 193"/>
                <a:gd name="T5" fmla="*/ 53 h 57"/>
                <a:gd name="T6" fmla="*/ 10750 w 193"/>
                <a:gd name="T7" fmla="*/ 53 h 57"/>
                <a:gd name="T8" fmla="*/ 15064 w 193"/>
                <a:gd name="T9" fmla="*/ 53 h 57"/>
                <a:gd name="T10" fmla="*/ 20925 w 193"/>
                <a:gd name="T11" fmla="*/ 53 h 57"/>
                <a:gd name="T12" fmla="*/ 33040 w 193"/>
                <a:gd name="T13" fmla="*/ 53 h 57"/>
                <a:gd name="T14" fmla="*/ 44645 w 193"/>
                <a:gd name="T15" fmla="*/ 37 h 57"/>
                <a:gd name="T16" fmla="*/ 57287 w 193"/>
                <a:gd name="T17" fmla="*/ 26 h 57"/>
                <a:gd name="T18" fmla="*/ 68895 w 193"/>
                <a:gd name="T19" fmla="*/ 26 h 57"/>
                <a:gd name="T20" fmla="*/ 74268 w 193"/>
                <a:gd name="T21" fmla="*/ 26 h 57"/>
                <a:gd name="T22" fmla="*/ 79093 w 193"/>
                <a:gd name="T23" fmla="*/ 26 h 57"/>
                <a:gd name="T24" fmla="*/ 82927 w 193"/>
                <a:gd name="T25" fmla="*/ 26 h 57"/>
                <a:gd name="T26" fmla="*/ 85324 w 193"/>
                <a:gd name="T27" fmla="*/ 37 h 57"/>
                <a:gd name="T28" fmla="*/ 90148 w 193"/>
                <a:gd name="T29" fmla="*/ 67 h 57"/>
                <a:gd name="T30" fmla="*/ 92239 w 193"/>
                <a:gd name="T31" fmla="*/ 115 h 57"/>
                <a:gd name="T32" fmla="*/ 93604 w 193"/>
                <a:gd name="T33" fmla="*/ 155 h 57"/>
                <a:gd name="T34" fmla="*/ 93604 w 193"/>
                <a:gd name="T35" fmla="*/ 216 h 57"/>
                <a:gd name="T36" fmla="*/ 92239 w 193"/>
                <a:gd name="T37" fmla="*/ 279 h 57"/>
                <a:gd name="T38" fmla="*/ 90697 w 193"/>
                <a:gd name="T39" fmla="*/ 335 h 57"/>
                <a:gd name="T40" fmla="*/ 85324 w 193"/>
                <a:gd name="T41" fmla="*/ 469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93"/>
                <a:gd name="T64" fmla="*/ 0 h 57"/>
                <a:gd name="T65" fmla="*/ 193 w 193"/>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93" h="57">
                  <a:moveTo>
                    <a:pt x="0" y="0"/>
                  </a:moveTo>
                  <a:lnTo>
                    <a:pt x="8" y="4"/>
                  </a:lnTo>
                  <a:lnTo>
                    <a:pt x="15" y="6"/>
                  </a:lnTo>
                  <a:lnTo>
                    <a:pt x="22" y="6"/>
                  </a:lnTo>
                  <a:lnTo>
                    <a:pt x="31" y="6"/>
                  </a:lnTo>
                  <a:lnTo>
                    <a:pt x="43" y="6"/>
                  </a:lnTo>
                  <a:lnTo>
                    <a:pt x="68" y="6"/>
                  </a:lnTo>
                  <a:lnTo>
                    <a:pt x="92" y="4"/>
                  </a:lnTo>
                  <a:lnTo>
                    <a:pt x="118" y="3"/>
                  </a:lnTo>
                  <a:lnTo>
                    <a:pt x="142" y="3"/>
                  </a:lnTo>
                  <a:lnTo>
                    <a:pt x="153" y="3"/>
                  </a:lnTo>
                  <a:lnTo>
                    <a:pt x="163" y="3"/>
                  </a:lnTo>
                  <a:lnTo>
                    <a:pt x="171" y="3"/>
                  </a:lnTo>
                  <a:lnTo>
                    <a:pt x="176" y="4"/>
                  </a:lnTo>
                  <a:lnTo>
                    <a:pt x="186" y="8"/>
                  </a:lnTo>
                  <a:lnTo>
                    <a:pt x="190" y="14"/>
                  </a:lnTo>
                  <a:lnTo>
                    <a:pt x="193" y="19"/>
                  </a:lnTo>
                  <a:lnTo>
                    <a:pt x="193" y="26"/>
                  </a:lnTo>
                  <a:lnTo>
                    <a:pt x="190" y="34"/>
                  </a:lnTo>
                  <a:lnTo>
                    <a:pt x="187" y="41"/>
                  </a:lnTo>
                  <a:lnTo>
                    <a:pt x="176" y="57"/>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97" name="Freeform 25"/>
            <p:cNvSpPr>
              <a:spLocks/>
            </p:cNvSpPr>
            <p:nvPr/>
          </p:nvSpPr>
          <p:spPr bwMode="auto">
            <a:xfrm>
              <a:off x="2128" y="2602"/>
              <a:ext cx="561" cy="150"/>
            </a:xfrm>
            <a:custGeom>
              <a:avLst/>
              <a:gdLst>
                <a:gd name="T0" fmla="*/ 394 w 359"/>
                <a:gd name="T1" fmla="*/ 0 h 145"/>
                <a:gd name="T2" fmla="*/ 148 w 359"/>
                <a:gd name="T3" fmla="*/ 28 h 145"/>
                <a:gd name="T4" fmla="*/ 31 w 359"/>
                <a:gd name="T5" fmla="*/ 38 h 145"/>
                <a:gd name="T6" fmla="*/ 0 w 359"/>
                <a:gd name="T7" fmla="*/ 56 h 145"/>
                <a:gd name="T8" fmla="*/ 0 w 359"/>
                <a:gd name="T9" fmla="*/ 64 h 145"/>
                <a:gd name="T10" fmla="*/ 31 w 359"/>
                <a:gd name="T11" fmla="*/ 74 h 145"/>
                <a:gd name="T12" fmla="*/ 178 w 359"/>
                <a:gd name="T13" fmla="*/ 80 h 145"/>
                <a:gd name="T14" fmla="*/ 394 w 359"/>
                <a:gd name="T15" fmla="*/ 88 h 145"/>
                <a:gd name="T16" fmla="*/ 583 w 359"/>
                <a:gd name="T17" fmla="*/ 92 h 145"/>
                <a:gd name="T18" fmla="*/ 755 w 359"/>
                <a:gd name="T19" fmla="*/ 92 h 145"/>
                <a:gd name="T20" fmla="*/ 1008 w 359"/>
                <a:gd name="T21" fmla="*/ 94 h 145"/>
                <a:gd name="T22" fmla="*/ 1294 w 359"/>
                <a:gd name="T23" fmla="*/ 94 h 145"/>
                <a:gd name="T24" fmla="*/ 1952 w 359"/>
                <a:gd name="T25" fmla="*/ 92 h 145"/>
                <a:gd name="T26" fmla="*/ 2586 w 359"/>
                <a:gd name="T27" fmla="*/ 88 h 145"/>
                <a:gd name="T28" fmla="*/ 3277 w 359"/>
                <a:gd name="T29" fmla="*/ 88 h 145"/>
                <a:gd name="T30" fmla="*/ 3907 w 359"/>
                <a:gd name="T31" fmla="*/ 85 h 145"/>
                <a:gd name="T32" fmla="*/ 4175 w 359"/>
                <a:gd name="T33" fmla="*/ 85 h 145"/>
                <a:gd name="T34" fmla="*/ 4443 w 359"/>
                <a:gd name="T35" fmla="*/ 85 h 145"/>
                <a:gd name="T36" fmla="*/ 4654 w 359"/>
                <a:gd name="T37" fmla="*/ 85 h 145"/>
                <a:gd name="T38" fmla="*/ 4788 w 359"/>
                <a:gd name="T39" fmla="*/ 88 h 145"/>
                <a:gd name="T40" fmla="*/ 5052 w 359"/>
                <a:gd name="T41" fmla="*/ 94 h 145"/>
                <a:gd name="T42" fmla="*/ 5152 w 359"/>
                <a:gd name="T43" fmla="*/ 102 h 145"/>
                <a:gd name="T44" fmla="*/ 5229 w 359"/>
                <a:gd name="T45" fmla="*/ 111 h 145"/>
                <a:gd name="T46" fmla="*/ 5229 w 359"/>
                <a:gd name="T47" fmla="*/ 124 h 145"/>
                <a:gd name="T48" fmla="*/ 5152 w 359"/>
                <a:gd name="T49" fmla="*/ 136 h 145"/>
                <a:gd name="T50" fmla="*/ 5079 w 359"/>
                <a:gd name="T51" fmla="*/ 151 h 145"/>
                <a:gd name="T52" fmla="*/ 4788 w 359"/>
                <a:gd name="T53" fmla="*/ 178 h 14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59"/>
                <a:gd name="T82" fmla="*/ 0 h 145"/>
                <a:gd name="T83" fmla="*/ 359 w 359"/>
                <a:gd name="T84" fmla="*/ 145 h 14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59" h="145">
                  <a:moveTo>
                    <a:pt x="27" y="0"/>
                  </a:moveTo>
                  <a:lnTo>
                    <a:pt x="10" y="22"/>
                  </a:lnTo>
                  <a:lnTo>
                    <a:pt x="2" y="32"/>
                  </a:lnTo>
                  <a:lnTo>
                    <a:pt x="0" y="44"/>
                  </a:lnTo>
                  <a:lnTo>
                    <a:pt x="0" y="52"/>
                  </a:lnTo>
                  <a:lnTo>
                    <a:pt x="2" y="62"/>
                  </a:lnTo>
                  <a:lnTo>
                    <a:pt x="12" y="66"/>
                  </a:lnTo>
                  <a:lnTo>
                    <a:pt x="27" y="71"/>
                  </a:lnTo>
                  <a:lnTo>
                    <a:pt x="40" y="74"/>
                  </a:lnTo>
                  <a:lnTo>
                    <a:pt x="52" y="74"/>
                  </a:lnTo>
                  <a:lnTo>
                    <a:pt x="69" y="76"/>
                  </a:lnTo>
                  <a:lnTo>
                    <a:pt x="89" y="76"/>
                  </a:lnTo>
                  <a:lnTo>
                    <a:pt x="134" y="74"/>
                  </a:lnTo>
                  <a:lnTo>
                    <a:pt x="178" y="71"/>
                  </a:lnTo>
                  <a:lnTo>
                    <a:pt x="225" y="71"/>
                  </a:lnTo>
                  <a:lnTo>
                    <a:pt x="268" y="69"/>
                  </a:lnTo>
                  <a:lnTo>
                    <a:pt x="287" y="69"/>
                  </a:lnTo>
                  <a:lnTo>
                    <a:pt x="305" y="69"/>
                  </a:lnTo>
                  <a:lnTo>
                    <a:pt x="320" y="69"/>
                  </a:lnTo>
                  <a:lnTo>
                    <a:pt x="329" y="71"/>
                  </a:lnTo>
                  <a:lnTo>
                    <a:pt x="347" y="76"/>
                  </a:lnTo>
                  <a:lnTo>
                    <a:pt x="354" y="84"/>
                  </a:lnTo>
                  <a:lnTo>
                    <a:pt x="359" y="91"/>
                  </a:lnTo>
                  <a:lnTo>
                    <a:pt x="359" y="101"/>
                  </a:lnTo>
                  <a:lnTo>
                    <a:pt x="354" y="111"/>
                  </a:lnTo>
                  <a:lnTo>
                    <a:pt x="349" y="123"/>
                  </a:lnTo>
                  <a:lnTo>
                    <a:pt x="329" y="145"/>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98" name="Freeform 26"/>
            <p:cNvSpPr>
              <a:spLocks/>
            </p:cNvSpPr>
            <p:nvPr/>
          </p:nvSpPr>
          <p:spPr bwMode="auto">
            <a:xfrm>
              <a:off x="1671" y="2518"/>
              <a:ext cx="481" cy="1"/>
            </a:xfrm>
            <a:custGeom>
              <a:avLst/>
              <a:gdLst>
                <a:gd name="T0" fmla="*/ 262 w 543"/>
                <a:gd name="T1" fmla="*/ 0 h 1"/>
                <a:gd name="T2" fmla="*/ 0 w 543"/>
                <a:gd name="T3" fmla="*/ 0 h 1"/>
                <a:gd name="T4" fmla="*/ 0 60000 65536"/>
                <a:gd name="T5" fmla="*/ 0 60000 65536"/>
                <a:gd name="T6" fmla="*/ 0 w 543"/>
                <a:gd name="T7" fmla="*/ 0 h 1"/>
                <a:gd name="T8" fmla="*/ 543 w 543"/>
                <a:gd name="T9" fmla="*/ 1 h 1"/>
              </a:gdLst>
              <a:ahLst/>
              <a:cxnLst>
                <a:cxn ang="T4">
                  <a:pos x="T0" y="T1"/>
                </a:cxn>
                <a:cxn ang="T5">
                  <a:pos x="T2" y="T3"/>
                </a:cxn>
              </a:cxnLst>
              <a:rect l="T6" t="T7" r="T8" b="T9"/>
              <a:pathLst>
                <a:path w="543" h="1">
                  <a:moveTo>
                    <a:pt x="543" y="0"/>
                  </a:moveTo>
                  <a:lnTo>
                    <a:pt x="0" y="0"/>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99" name="Text Box 27"/>
            <p:cNvSpPr txBox="1">
              <a:spLocks noChangeArrowheads="1"/>
            </p:cNvSpPr>
            <p:nvPr/>
          </p:nvSpPr>
          <p:spPr bwMode="auto">
            <a:xfrm>
              <a:off x="3238" y="3254"/>
              <a:ext cx="344"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D</a:t>
              </a:r>
              <a:endParaRPr lang="en-US" altLang="zh-CN" sz="2000" b="1" baseline="-25000">
                <a:solidFill>
                  <a:schemeClr val="bg2"/>
                </a:solidFill>
              </a:endParaRPr>
            </a:p>
          </p:txBody>
        </p:sp>
        <p:sp>
          <p:nvSpPr>
            <p:cNvPr id="103700" name="Text Box 28"/>
            <p:cNvSpPr txBox="1">
              <a:spLocks noChangeArrowheads="1"/>
            </p:cNvSpPr>
            <p:nvPr/>
          </p:nvSpPr>
          <p:spPr bwMode="auto">
            <a:xfrm>
              <a:off x="3263" y="2064"/>
              <a:ext cx="330"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A</a:t>
              </a:r>
              <a:endParaRPr lang="en-US" altLang="zh-CN" sz="2000" b="1" baseline="-25000">
                <a:solidFill>
                  <a:schemeClr val="bg2"/>
                </a:solidFill>
              </a:endParaRPr>
            </a:p>
          </p:txBody>
        </p:sp>
        <p:sp>
          <p:nvSpPr>
            <p:cNvPr id="103701" name="Text Box 29"/>
            <p:cNvSpPr txBox="1">
              <a:spLocks noChangeArrowheads="1"/>
            </p:cNvSpPr>
            <p:nvPr/>
          </p:nvSpPr>
          <p:spPr bwMode="auto">
            <a:xfrm>
              <a:off x="3327" y="2636"/>
              <a:ext cx="321"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sym typeface="Symbol" panose="05050102010706020507" pitchFamily="18" charset="2"/>
                </a:rPr>
                <a:t></a:t>
              </a:r>
              <a:r>
                <a:rPr lang="en-US" altLang="zh-CN" sz="2000" b="1" baseline="-25000">
                  <a:solidFill>
                    <a:schemeClr val="bg2"/>
                  </a:solidFill>
                  <a:sym typeface="Symbol" panose="05050102010706020507" pitchFamily="18" charset="2"/>
                </a:rPr>
                <a:t>2</a:t>
              </a:r>
              <a:endParaRPr lang="en-US" altLang="zh-CN" sz="2000" b="1" baseline="-25000">
                <a:solidFill>
                  <a:schemeClr val="bg2"/>
                </a:solidFill>
              </a:endParaRPr>
            </a:p>
          </p:txBody>
        </p:sp>
        <p:sp>
          <p:nvSpPr>
            <p:cNvPr id="103702" name="Text Box 30"/>
            <p:cNvSpPr txBox="1">
              <a:spLocks noChangeArrowheads="1"/>
            </p:cNvSpPr>
            <p:nvPr/>
          </p:nvSpPr>
          <p:spPr bwMode="auto">
            <a:xfrm>
              <a:off x="2168" y="2256"/>
              <a:ext cx="321"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sym typeface="Symbol" panose="05050102010706020507" pitchFamily="18" charset="2"/>
                </a:rPr>
                <a:t></a:t>
              </a:r>
              <a:r>
                <a:rPr lang="en-US" altLang="zh-CN" sz="2000" b="1" baseline="-25000">
                  <a:solidFill>
                    <a:schemeClr val="bg2"/>
                  </a:solidFill>
                  <a:sym typeface="Symbol" panose="05050102010706020507" pitchFamily="18" charset="2"/>
                </a:rPr>
                <a:t>3</a:t>
              </a:r>
              <a:endParaRPr lang="en-US" altLang="zh-CN" sz="2000" b="1" baseline="-25000">
                <a:solidFill>
                  <a:schemeClr val="bg2"/>
                </a:solidFill>
              </a:endParaRPr>
            </a:p>
          </p:txBody>
        </p:sp>
        <p:sp>
          <p:nvSpPr>
            <p:cNvPr id="103703" name="Text Box 31"/>
            <p:cNvSpPr txBox="1">
              <a:spLocks noChangeArrowheads="1"/>
            </p:cNvSpPr>
            <p:nvPr/>
          </p:nvSpPr>
          <p:spPr bwMode="auto">
            <a:xfrm>
              <a:off x="4532" y="1920"/>
              <a:ext cx="321"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sym typeface="Symbol" panose="05050102010706020507" pitchFamily="18" charset="2"/>
                </a:rPr>
                <a:t></a:t>
              </a:r>
              <a:r>
                <a:rPr lang="en-US" altLang="zh-CN" sz="2000" b="1" baseline="-25000">
                  <a:solidFill>
                    <a:schemeClr val="bg2"/>
                  </a:solidFill>
                  <a:sym typeface="Symbol" panose="05050102010706020507" pitchFamily="18" charset="2"/>
                </a:rPr>
                <a:t>1</a:t>
              </a:r>
              <a:endParaRPr lang="en-US" altLang="zh-CN" sz="2000" b="1" baseline="-25000">
                <a:solidFill>
                  <a:schemeClr val="bg2"/>
                </a:solidFill>
              </a:endParaRPr>
            </a:p>
          </p:txBody>
        </p:sp>
        <p:sp>
          <p:nvSpPr>
            <p:cNvPr id="103704" name="Text Box 32"/>
            <p:cNvSpPr txBox="1">
              <a:spLocks noChangeArrowheads="1"/>
            </p:cNvSpPr>
            <p:nvPr/>
          </p:nvSpPr>
          <p:spPr bwMode="auto">
            <a:xfrm>
              <a:off x="2251" y="3072"/>
              <a:ext cx="330"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E</a:t>
              </a:r>
              <a:endParaRPr lang="en-US" altLang="zh-CN" sz="2000" b="1" baseline="-25000">
                <a:solidFill>
                  <a:schemeClr val="bg2"/>
                </a:solidFill>
              </a:endParaRPr>
            </a:p>
          </p:txBody>
        </p:sp>
        <p:sp>
          <p:nvSpPr>
            <p:cNvPr id="103705" name="Text Box 33"/>
            <p:cNvSpPr txBox="1">
              <a:spLocks noChangeArrowheads="1"/>
            </p:cNvSpPr>
            <p:nvPr/>
          </p:nvSpPr>
          <p:spPr bwMode="auto">
            <a:xfrm>
              <a:off x="4847" y="2592"/>
              <a:ext cx="330"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B</a:t>
              </a:r>
              <a:endParaRPr lang="en-US" altLang="zh-CN" sz="2000" b="1" baseline="-25000">
                <a:solidFill>
                  <a:schemeClr val="bg2"/>
                </a:solidFill>
              </a:endParaRPr>
            </a:p>
          </p:txBody>
        </p:sp>
        <p:sp>
          <p:nvSpPr>
            <p:cNvPr id="103706" name="Text Box 34"/>
            <p:cNvSpPr txBox="1">
              <a:spLocks noChangeArrowheads="1"/>
            </p:cNvSpPr>
            <p:nvPr/>
          </p:nvSpPr>
          <p:spPr bwMode="auto">
            <a:xfrm>
              <a:off x="4843" y="2928"/>
              <a:ext cx="330"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C</a:t>
              </a:r>
              <a:endParaRPr lang="en-US" altLang="zh-CN" sz="2000" b="1" baseline="-25000">
                <a:solidFill>
                  <a:schemeClr val="bg2"/>
                </a:solidFill>
              </a:endParaRPr>
            </a:p>
          </p:txBody>
        </p:sp>
      </p:grpSp>
      <p:grpSp>
        <p:nvGrpSpPr>
          <p:cNvPr id="103430" name="Group 35"/>
          <p:cNvGrpSpPr>
            <a:grpSpLocks/>
          </p:cNvGrpSpPr>
          <p:nvPr/>
        </p:nvGrpSpPr>
        <p:grpSpPr bwMode="auto">
          <a:xfrm>
            <a:off x="7620000" y="3124200"/>
            <a:ext cx="2362200" cy="2033588"/>
            <a:chOff x="1536" y="1335"/>
            <a:chExt cx="1727" cy="1833"/>
          </a:xfrm>
        </p:grpSpPr>
        <p:grpSp>
          <p:nvGrpSpPr>
            <p:cNvPr id="103650" name="Group 36"/>
            <p:cNvGrpSpPr>
              <a:grpSpLocks/>
            </p:cNvGrpSpPr>
            <p:nvPr/>
          </p:nvGrpSpPr>
          <p:grpSpPr bwMode="auto">
            <a:xfrm>
              <a:off x="1536" y="1335"/>
              <a:ext cx="1727" cy="1833"/>
              <a:chOff x="2880" y="1719"/>
              <a:chExt cx="1727" cy="1833"/>
            </a:xfrm>
          </p:grpSpPr>
          <p:sp>
            <p:nvSpPr>
              <p:cNvPr id="103654" name="Oval 37"/>
              <p:cNvSpPr>
                <a:spLocks noChangeArrowheads="1"/>
              </p:cNvSpPr>
              <p:nvPr/>
            </p:nvSpPr>
            <p:spPr bwMode="auto">
              <a:xfrm rot="20476580" flipV="1">
                <a:off x="3164" y="2032"/>
                <a:ext cx="1161" cy="1214"/>
              </a:xfrm>
              <a:prstGeom prst="ellipse">
                <a:avLst/>
              </a:pr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655" name="Oval 38"/>
              <p:cNvSpPr>
                <a:spLocks noChangeArrowheads="1"/>
              </p:cNvSpPr>
              <p:nvPr/>
            </p:nvSpPr>
            <p:spPr bwMode="auto">
              <a:xfrm rot="20476580" flipV="1">
                <a:off x="2978" y="1837"/>
                <a:ext cx="1533" cy="1604"/>
              </a:xfrm>
              <a:prstGeom prst="ellipse">
                <a:avLst/>
              </a:pr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656" name="Freeform 39"/>
              <p:cNvSpPr>
                <a:spLocks/>
              </p:cNvSpPr>
              <p:nvPr/>
            </p:nvSpPr>
            <p:spPr bwMode="auto">
              <a:xfrm rot="20476580" flipV="1">
                <a:off x="3834" y="3127"/>
                <a:ext cx="174" cy="407"/>
              </a:xfrm>
              <a:custGeom>
                <a:avLst/>
                <a:gdLst>
                  <a:gd name="T0" fmla="*/ 96 w 196"/>
                  <a:gd name="T1" fmla="*/ 228 h 439"/>
                  <a:gd name="T2" fmla="*/ 63 w 196"/>
                  <a:gd name="T3" fmla="*/ 246 h 439"/>
                  <a:gd name="T4" fmla="*/ 39 w 196"/>
                  <a:gd name="T5" fmla="*/ 28 h 439"/>
                  <a:gd name="T6" fmla="*/ 0 w 196"/>
                  <a:gd name="T7" fmla="*/ 80 h 439"/>
                  <a:gd name="T8" fmla="*/ 0 60000 65536"/>
                  <a:gd name="T9" fmla="*/ 0 60000 65536"/>
                  <a:gd name="T10" fmla="*/ 0 60000 65536"/>
                  <a:gd name="T11" fmla="*/ 0 60000 65536"/>
                  <a:gd name="T12" fmla="*/ 0 w 196"/>
                  <a:gd name="T13" fmla="*/ 0 h 439"/>
                  <a:gd name="T14" fmla="*/ 196 w 196"/>
                  <a:gd name="T15" fmla="*/ 439 h 439"/>
                </a:gdLst>
                <a:ahLst/>
                <a:cxnLst>
                  <a:cxn ang="T8">
                    <a:pos x="T0" y="T1"/>
                  </a:cxn>
                  <a:cxn ang="T9">
                    <a:pos x="T2" y="T3"/>
                  </a:cxn>
                  <a:cxn ang="T10">
                    <a:pos x="T4" y="T5"/>
                  </a:cxn>
                  <a:cxn ang="T11">
                    <a:pos x="T6" y="T7"/>
                  </a:cxn>
                </a:cxnLst>
                <a:rect l="T12" t="T13" r="T14" b="T15"/>
                <a:pathLst>
                  <a:path w="196" h="439">
                    <a:moveTo>
                      <a:pt x="196" y="359"/>
                    </a:moveTo>
                    <a:cubicBezTo>
                      <a:pt x="185" y="364"/>
                      <a:pt x="147" y="439"/>
                      <a:pt x="128" y="386"/>
                    </a:cubicBezTo>
                    <a:cubicBezTo>
                      <a:pt x="109" y="333"/>
                      <a:pt x="101" y="86"/>
                      <a:pt x="80" y="43"/>
                    </a:cubicBezTo>
                    <a:cubicBezTo>
                      <a:pt x="59" y="0"/>
                      <a:pt x="17" y="109"/>
                      <a:pt x="0" y="126"/>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57" name="Freeform 40"/>
              <p:cNvSpPr>
                <a:spLocks/>
              </p:cNvSpPr>
              <p:nvPr/>
            </p:nvSpPr>
            <p:spPr bwMode="auto">
              <a:xfrm rot="20476580" flipV="1">
                <a:off x="3639" y="3169"/>
                <a:ext cx="237" cy="383"/>
              </a:xfrm>
              <a:custGeom>
                <a:avLst/>
                <a:gdLst>
                  <a:gd name="T0" fmla="*/ 128 w 268"/>
                  <a:gd name="T1" fmla="*/ 205 h 411"/>
                  <a:gd name="T2" fmla="*/ 96 w 268"/>
                  <a:gd name="T3" fmla="*/ 239 h 411"/>
                  <a:gd name="T4" fmla="*/ 36 w 268"/>
                  <a:gd name="T5" fmla="*/ 24 h 411"/>
                  <a:gd name="T6" fmla="*/ 0 w 268"/>
                  <a:gd name="T7" fmla="*/ 92 h 411"/>
                  <a:gd name="T8" fmla="*/ 0 60000 65536"/>
                  <a:gd name="T9" fmla="*/ 0 60000 65536"/>
                  <a:gd name="T10" fmla="*/ 0 60000 65536"/>
                  <a:gd name="T11" fmla="*/ 0 60000 65536"/>
                  <a:gd name="T12" fmla="*/ 0 w 268"/>
                  <a:gd name="T13" fmla="*/ 0 h 411"/>
                  <a:gd name="T14" fmla="*/ 268 w 268"/>
                  <a:gd name="T15" fmla="*/ 411 h 411"/>
                </a:gdLst>
                <a:ahLst/>
                <a:cxnLst>
                  <a:cxn ang="T8">
                    <a:pos x="T0" y="T1"/>
                  </a:cxn>
                  <a:cxn ang="T9">
                    <a:pos x="T2" y="T3"/>
                  </a:cxn>
                  <a:cxn ang="T10">
                    <a:pos x="T4" y="T5"/>
                  </a:cxn>
                  <a:cxn ang="T11">
                    <a:pos x="T6" y="T7"/>
                  </a:cxn>
                </a:cxnLst>
                <a:rect l="T12" t="T13" r="T14" b="T15"/>
                <a:pathLst>
                  <a:path w="268" h="411">
                    <a:moveTo>
                      <a:pt x="268" y="313"/>
                    </a:moveTo>
                    <a:cubicBezTo>
                      <a:pt x="257" y="322"/>
                      <a:pt x="232" y="411"/>
                      <a:pt x="200" y="365"/>
                    </a:cubicBezTo>
                    <a:cubicBezTo>
                      <a:pt x="168" y="319"/>
                      <a:pt x="109" y="74"/>
                      <a:pt x="76" y="37"/>
                    </a:cubicBezTo>
                    <a:cubicBezTo>
                      <a:pt x="43" y="0"/>
                      <a:pt x="16" y="119"/>
                      <a:pt x="0" y="141"/>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58" name="Freeform 41"/>
              <p:cNvSpPr>
                <a:spLocks/>
              </p:cNvSpPr>
              <p:nvPr/>
            </p:nvSpPr>
            <p:spPr bwMode="auto">
              <a:xfrm rot="20476580" flipV="1">
                <a:off x="3276" y="3122"/>
                <a:ext cx="291" cy="288"/>
              </a:xfrm>
              <a:custGeom>
                <a:avLst/>
                <a:gdLst>
                  <a:gd name="T0" fmla="*/ 147 w 329"/>
                  <a:gd name="T1" fmla="*/ 130 h 308"/>
                  <a:gd name="T2" fmla="*/ 136 w 329"/>
                  <a:gd name="T3" fmla="*/ 186 h 308"/>
                  <a:gd name="T4" fmla="*/ 21 w 329"/>
                  <a:gd name="T5" fmla="*/ 17 h 308"/>
                  <a:gd name="T6" fmla="*/ 8 w 329"/>
                  <a:gd name="T7" fmla="*/ 94 h 308"/>
                  <a:gd name="T8" fmla="*/ 0 60000 65536"/>
                  <a:gd name="T9" fmla="*/ 0 60000 65536"/>
                  <a:gd name="T10" fmla="*/ 0 60000 65536"/>
                  <a:gd name="T11" fmla="*/ 0 60000 65536"/>
                  <a:gd name="T12" fmla="*/ 0 w 329"/>
                  <a:gd name="T13" fmla="*/ 0 h 308"/>
                  <a:gd name="T14" fmla="*/ 329 w 329"/>
                  <a:gd name="T15" fmla="*/ 308 h 308"/>
                </a:gdLst>
                <a:ahLst/>
                <a:cxnLst>
                  <a:cxn ang="T8">
                    <a:pos x="T0" y="T1"/>
                  </a:cxn>
                  <a:cxn ang="T9">
                    <a:pos x="T2" y="T3"/>
                  </a:cxn>
                  <a:cxn ang="T10">
                    <a:pos x="T4" y="T5"/>
                  </a:cxn>
                  <a:cxn ang="T11">
                    <a:pos x="T6" y="T7"/>
                  </a:cxn>
                </a:cxnLst>
                <a:rect l="T12" t="T13" r="T14" b="T15"/>
                <a:pathLst>
                  <a:path w="329" h="308">
                    <a:moveTo>
                      <a:pt x="309" y="195"/>
                    </a:moveTo>
                    <a:cubicBezTo>
                      <a:pt x="306" y="210"/>
                      <a:pt x="329" y="308"/>
                      <a:pt x="285" y="279"/>
                    </a:cubicBezTo>
                    <a:cubicBezTo>
                      <a:pt x="241" y="250"/>
                      <a:pt x="90" y="46"/>
                      <a:pt x="45" y="23"/>
                    </a:cubicBezTo>
                    <a:cubicBezTo>
                      <a:pt x="0" y="0"/>
                      <a:pt x="23" y="115"/>
                      <a:pt x="17" y="139"/>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59" name="Freeform 42"/>
              <p:cNvSpPr>
                <a:spLocks/>
              </p:cNvSpPr>
              <p:nvPr/>
            </p:nvSpPr>
            <p:spPr bwMode="auto">
              <a:xfrm rot="20476580" flipV="1">
                <a:off x="3102" y="3052"/>
                <a:ext cx="347" cy="194"/>
              </a:xfrm>
              <a:custGeom>
                <a:avLst/>
                <a:gdLst>
                  <a:gd name="T0" fmla="*/ 174 w 390"/>
                  <a:gd name="T1" fmla="*/ 53 h 210"/>
                  <a:gd name="T2" fmla="*/ 169 w 390"/>
                  <a:gd name="T3" fmla="*/ 122 h 210"/>
                  <a:gd name="T4" fmla="*/ 24 w 390"/>
                  <a:gd name="T5" fmla="*/ 6 h 210"/>
                  <a:gd name="T6" fmla="*/ 25 w 390"/>
                  <a:gd name="T7" fmla="*/ 88 h 210"/>
                  <a:gd name="T8" fmla="*/ 0 60000 65536"/>
                  <a:gd name="T9" fmla="*/ 0 60000 65536"/>
                  <a:gd name="T10" fmla="*/ 0 60000 65536"/>
                  <a:gd name="T11" fmla="*/ 0 60000 65536"/>
                  <a:gd name="T12" fmla="*/ 0 w 390"/>
                  <a:gd name="T13" fmla="*/ 0 h 210"/>
                  <a:gd name="T14" fmla="*/ 390 w 390"/>
                  <a:gd name="T15" fmla="*/ 210 h 210"/>
                </a:gdLst>
                <a:ahLst/>
                <a:cxnLst>
                  <a:cxn ang="T8">
                    <a:pos x="T0" y="T1"/>
                  </a:cxn>
                  <a:cxn ang="T9">
                    <a:pos x="T2" y="T3"/>
                  </a:cxn>
                  <a:cxn ang="T10">
                    <a:pos x="T4" y="T5"/>
                  </a:cxn>
                  <a:cxn ang="T11">
                    <a:pos x="T6" y="T7"/>
                  </a:cxn>
                </a:cxnLst>
                <a:rect l="T12" t="T13" r="T14" b="T15"/>
                <a:pathLst>
                  <a:path w="390" h="210">
                    <a:moveTo>
                      <a:pt x="348" y="85"/>
                    </a:moveTo>
                    <a:cubicBezTo>
                      <a:pt x="347" y="104"/>
                      <a:pt x="390" y="210"/>
                      <a:pt x="340" y="197"/>
                    </a:cubicBezTo>
                    <a:cubicBezTo>
                      <a:pt x="290" y="184"/>
                      <a:pt x="96" y="18"/>
                      <a:pt x="48" y="9"/>
                    </a:cubicBezTo>
                    <a:cubicBezTo>
                      <a:pt x="0" y="0"/>
                      <a:pt x="51" y="114"/>
                      <a:pt x="52" y="141"/>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60" name="Freeform 43"/>
              <p:cNvSpPr>
                <a:spLocks/>
              </p:cNvSpPr>
              <p:nvPr/>
            </p:nvSpPr>
            <p:spPr bwMode="auto">
              <a:xfrm rot="20476580" flipV="1">
                <a:off x="2973" y="2915"/>
                <a:ext cx="357" cy="111"/>
              </a:xfrm>
              <a:custGeom>
                <a:avLst/>
                <a:gdLst>
                  <a:gd name="T0" fmla="*/ 162 w 404"/>
                  <a:gd name="T1" fmla="*/ 0 h 119"/>
                  <a:gd name="T2" fmla="*/ 169 w 404"/>
                  <a:gd name="T3" fmla="*/ 76 h 119"/>
                  <a:gd name="T4" fmla="*/ 23 w 404"/>
                  <a:gd name="T5" fmla="*/ 10 h 119"/>
                  <a:gd name="T6" fmla="*/ 34 w 404"/>
                  <a:gd name="T7" fmla="*/ 76 h 119"/>
                  <a:gd name="T8" fmla="*/ 0 60000 65536"/>
                  <a:gd name="T9" fmla="*/ 0 60000 65536"/>
                  <a:gd name="T10" fmla="*/ 0 60000 65536"/>
                  <a:gd name="T11" fmla="*/ 0 60000 65536"/>
                  <a:gd name="T12" fmla="*/ 0 w 404"/>
                  <a:gd name="T13" fmla="*/ 0 h 119"/>
                  <a:gd name="T14" fmla="*/ 404 w 404"/>
                  <a:gd name="T15" fmla="*/ 119 h 119"/>
                </a:gdLst>
                <a:ahLst/>
                <a:cxnLst>
                  <a:cxn ang="T8">
                    <a:pos x="T0" y="T1"/>
                  </a:cxn>
                  <a:cxn ang="T9">
                    <a:pos x="T2" y="T3"/>
                  </a:cxn>
                  <a:cxn ang="T10">
                    <a:pos x="T4" y="T5"/>
                  </a:cxn>
                  <a:cxn ang="T11">
                    <a:pos x="T6" y="T7"/>
                  </a:cxn>
                </a:cxnLst>
                <a:rect l="T12" t="T13" r="T14" b="T15"/>
                <a:pathLst>
                  <a:path w="404" h="119">
                    <a:moveTo>
                      <a:pt x="339" y="0"/>
                    </a:moveTo>
                    <a:cubicBezTo>
                      <a:pt x="342" y="20"/>
                      <a:pt x="404" y="113"/>
                      <a:pt x="355" y="116"/>
                    </a:cubicBezTo>
                    <a:cubicBezTo>
                      <a:pt x="306" y="119"/>
                      <a:pt x="94" y="16"/>
                      <a:pt x="47" y="16"/>
                    </a:cubicBezTo>
                    <a:cubicBezTo>
                      <a:pt x="0" y="16"/>
                      <a:pt x="67" y="99"/>
                      <a:pt x="71" y="116"/>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61" name="Freeform 44"/>
              <p:cNvSpPr>
                <a:spLocks/>
              </p:cNvSpPr>
              <p:nvPr/>
            </p:nvSpPr>
            <p:spPr bwMode="auto">
              <a:xfrm rot="20476580" flipV="1">
                <a:off x="3461" y="3171"/>
                <a:ext cx="249" cy="339"/>
              </a:xfrm>
              <a:custGeom>
                <a:avLst/>
                <a:gdLst>
                  <a:gd name="T0" fmla="*/ 136 w 281"/>
                  <a:gd name="T1" fmla="*/ 170 h 366"/>
                  <a:gd name="T2" fmla="*/ 108 w 281"/>
                  <a:gd name="T3" fmla="*/ 206 h 366"/>
                  <a:gd name="T4" fmla="*/ 18 w 281"/>
                  <a:gd name="T5" fmla="*/ 19 h 366"/>
                  <a:gd name="T6" fmla="*/ 1 w 281"/>
                  <a:gd name="T7" fmla="*/ 92 h 366"/>
                  <a:gd name="T8" fmla="*/ 0 60000 65536"/>
                  <a:gd name="T9" fmla="*/ 0 60000 65536"/>
                  <a:gd name="T10" fmla="*/ 0 60000 65536"/>
                  <a:gd name="T11" fmla="*/ 0 60000 65536"/>
                  <a:gd name="T12" fmla="*/ 0 w 281"/>
                  <a:gd name="T13" fmla="*/ 0 h 366"/>
                  <a:gd name="T14" fmla="*/ 281 w 281"/>
                  <a:gd name="T15" fmla="*/ 366 h 366"/>
                </a:gdLst>
                <a:ahLst/>
                <a:cxnLst>
                  <a:cxn ang="T8">
                    <a:pos x="T0" y="T1"/>
                  </a:cxn>
                  <a:cxn ang="T9">
                    <a:pos x="T2" y="T3"/>
                  </a:cxn>
                  <a:cxn ang="T10">
                    <a:pos x="T4" y="T5"/>
                  </a:cxn>
                  <a:cxn ang="T11">
                    <a:pos x="T6" y="T7"/>
                  </a:cxn>
                </a:cxnLst>
                <a:rect l="T12" t="T13" r="T14" b="T15"/>
                <a:pathLst>
                  <a:path w="281" h="366">
                    <a:moveTo>
                      <a:pt x="281" y="270"/>
                    </a:moveTo>
                    <a:cubicBezTo>
                      <a:pt x="272" y="279"/>
                      <a:pt x="266" y="366"/>
                      <a:pt x="225" y="326"/>
                    </a:cubicBezTo>
                    <a:cubicBezTo>
                      <a:pt x="184" y="286"/>
                      <a:pt x="74" y="60"/>
                      <a:pt x="37" y="30"/>
                    </a:cubicBezTo>
                    <a:cubicBezTo>
                      <a:pt x="0" y="0"/>
                      <a:pt x="8" y="122"/>
                      <a:pt x="1" y="146"/>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62" name="Freeform 45"/>
              <p:cNvSpPr>
                <a:spLocks/>
              </p:cNvSpPr>
              <p:nvPr/>
            </p:nvSpPr>
            <p:spPr bwMode="auto">
              <a:xfrm rot="4276580" flipV="1">
                <a:off x="2998" y="2556"/>
                <a:ext cx="183" cy="390"/>
              </a:xfrm>
              <a:custGeom>
                <a:avLst/>
                <a:gdLst>
                  <a:gd name="T0" fmla="*/ 130 w 196"/>
                  <a:gd name="T1" fmla="*/ 176 h 439"/>
                  <a:gd name="T2" fmla="*/ 86 w 196"/>
                  <a:gd name="T3" fmla="*/ 190 h 439"/>
                  <a:gd name="T4" fmla="*/ 53 w 196"/>
                  <a:gd name="T5" fmla="*/ 21 h 439"/>
                  <a:gd name="T6" fmla="*/ 0 w 196"/>
                  <a:gd name="T7" fmla="*/ 61 h 439"/>
                  <a:gd name="T8" fmla="*/ 0 60000 65536"/>
                  <a:gd name="T9" fmla="*/ 0 60000 65536"/>
                  <a:gd name="T10" fmla="*/ 0 60000 65536"/>
                  <a:gd name="T11" fmla="*/ 0 60000 65536"/>
                  <a:gd name="T12" fmla="*/ 0 w 196"/>
                  <a:gd name="T13" fmla="*/ 0 h 439"/>
                  <a:gd name="T14" fmla="*/ 196 w 196"/>
                  <a:gd name="T15" fmla="*/ 439 h 439"/>
                </a:gdLst>
                <a:ahLst/>
                <a:cxnLst>
                  <a:cxn ang="T8">
                    <a:pos x="T0" y="T1"/>
                  </a:cxn>
                  <a:cxn ang="T9">
                    <a:pos x="T2" y="T3"/>
                  </a:cxn>
                  <a:cxn ang="T10">
                    <a:pos x="T4" y="T5"/>
                  </a:cxn>
                  <a:cxn ang="T11">
                    <a:pos x="T6" y="T7"/>
                  </a:cxn>
                </a:cxnLst>
                <a:rect l="T12" t="T13" r="T14" b="T15"/>
                <a:pathLst>
                  <a:path w="196" h="439">
                    <a:moveTo>
                      <a:pt x="196" y="359"/>
                    </a:moveTo>
                    <a:cubicBezTo>
                      <a:pt x="185" y="364"/>
                      <a:pt x="147" y="439"/>
                      <a:pt x="128" y="386"/>
                    </a:cubicBezTo>
                    <a:cubicBezTo>
                      <a:pt x="109" y="333"/>
                      <a:pt x="101" y="86"/>
                      <a:pt x="80" y="43"/>
                    </a:cubicBezTo>
                    <a:cubicBezTo>
                      <a:pt x="59" y="0"/>
                      <a:pt x="17" y="109"/>
                      <a:pt x="0" y="126"/>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63" name="Freeform 46"/>
              <p:cNvSpPr>
                <a:spLocks/>
              </p:cNvSpPr>
              <p:nvPr/>
            </p:nvSpPr>
            <p:spPr bwMode="auto">
              <a:xfrm rot="4276580" flipV="1">
                <a:off x="2937" y="2342"/>
                <a:ext cx="251" cy="366"/>
              </a:xfrm>
              <a:custGeom>
                <a:avLst/>
                <a:gdLst>
                  <a:gd name="T0" fmla="*/ 181 w 268"/>
                  <a:gd name="T1" fmla="*/ 156 h 411"/>
                  <a:gd name="T2" fmla="*/ 135 w 268"/>
                  <a:gd name="T3" fmla="*/ 182 h 411"/>
                  <a:gd name="T4" fmla="*/ 51 w 268"/>
                  <a:gd name="T5" fmla="*/ 18 h 411"/>
                  <a:gd name="T6" fmla="*/ 0 w 268"/>
                  <a:gd name="T7" fmla="*/ 70 h 411"/>
                  <a:gd name="T8" fmla="*/ 0 60000 65536"/>
                  <a:gd name="T9" fmla="*/ 0 60000 65536"/>
                  <a:gd name="T10" fmla="*/ 0 60000 65536"/>
                  <a:gd name="T11" fmla="*/ 0 60000 65536"/>
                  <a:gd name="T12" fmla="*/ 0 w 268"/>
                  <a:gd name="T13" fmla="*/ 0 h 411"/>
                  <a:gd name="T14" fmla="*/ 268 w 268"/>
                  <a:gd name="T15" fmla="*/ 411 h 411"/>
                </a:gdLst>
                <a:ahLst/>
                <a:cxnLst>
                  <a:cxn ang="T8">
                    <a:pos x="T0" y="T1"/>
                  </a:cxn>
                  <a:cxn ang="T9">
                    <a:pos x="T2" y="T3"/>
                  </a:cxn>
                  <a:cxn ang="T10">
                    <a:pos x="T4" y="T5"/>
                  </a:cxn>
                  <a:cxn ang="T11">
                    <a:pos x="T6" y="T7"/>
                  </a:cxn>
                </a:cxnLst>
                <a:rect l="T12" t="T13" r="T14" b="T15"/>
                <a:pathLst>
                  <a:path w="268" h="411">
                    <a:moveTo>
                      <a:pt x="268" y="313"/>
                    </a:moveTo>
                    <a:cubicBezTo>
                      <a:pt x="257" y="322"/>
                      <a:pt x="232" y="411"/>
                      <a:pt x="200" y="365"/>
                    </a:cubicBezTo>
                    <a:cubicBezTo>
                      <a:pt x="168" y="319"/>
                      <a:pt x="109" y="74"/>
                      <a:pt x="76" y="37"/>
                    </a:cubicBezTo>
                    <a:cubicBezTo>
                      <a:pt x="43" y="0"/>
                      <a:pt x="16" y="119"/>
                      <a:pt x="0" y="141"/>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64" name="Freeform 47"/>
              <p:cNvSpPr>
                <a:spLocks/>
              </p:cNvSpPr>
              <p:nvPr/>
            </p:nvSpPr>
            <p:spPr bwMode="auto">
              <a:xfrm rot="20476580" flipV="1">
                <a:off x="3152" y="1959"/>
                <a:ext cx="213" cy="360"/>
              </a:xfrm>
              <a:custGeom>
                <a:avLst/>
                <a:gdLst>
                  <a:gd name="T0" fmla="*/ 57 w 240"/>
                  <a:gd name="T1" fmla="*/ 21 h 386"/>
                  <a:gd name="T2" fmla="*/ 108 w 240"/>
                  <a:gd name="T3" fmla="*/ 34 h 386"/>
                  <a:gd name="T4" fmla="*/ 7 w 240"/>
                  <a:gd name="T5" fmla="*/ 223 h 386"/>
                  <a:gd name="T6" fmla="*/ 71 w 240"/>
                  <a:gd name="T7" fmla="*/ 219 h 386"/>
                  <a:gd name="T8" fmla="*/ 0 60000 65536"/>
                  <a:gd name="T9" fmla="*/ 0 60000 65536"/>
                  <a:gd name="T10" fmla="*/ 0 60000 65536"/>
                  <a:gd name="T11" fmla="*/ 0 60000 65536"/>
                  <a:gd name="T12" fmla="*/ 0 w 240"/>
                  <a:gd name="T13" fmla="*/ 0 h 386"/>
                  <a:gd name="T14" fmla="*/ 240 w 240"/>
                  <a:gd name="T15" fmla="*/ 386 h 386"/>
                </a:gdLst>
                <a:ahLst/>
                <a:cxnLst>
                  <a:cxn ang="T8">
                    <a:pos x="T0" y="T1"/>
                  </a:cxn>
                  <a:cxn ang="T9">
                    <a:pos x="T2" y="T3"/>
                  </a:cxn>
                  <a:cxn ang="T10">
                    <a:pos x="T4" y="T5"/>
                  </a:cxn>
                  <a:cxn ang="T11">
                    <a:pos x="T6" y="T7"/>
                  </a:cxn>
                </a:cxnLst>
                <a:rect l="T12" t="T13" r="T14" b="T15"/>
                <a:pathLst>
                  <a:path w="240" h="386">
                    <a:moveTo>
                      <a:pt x="115" y="33"/>
                    </a:moveTo>
                    <a:cubicBezTo>
                      <a:pt x="133" y="36"/>
                      <a:pt x="240" y="0"/>
                      <a:pt x="223" y="51"/>
                    </a:cubicBezTo>
                    <a:cubicBezTo>
                      <a:pt x="206" y="102"/>
                      <a:pt x="26" y="292"/>
                      <a:pt x="13" y="339"/>
                    </a:cubicBezTo>
                    <a:cubicBezTo>
                      <a:pt x="0" y="386"/>
                      <a:pt x="118" y="334"/>
                      <a:pt x="145" y="333"/>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65" name="Freeform 48"/>
              <p:cNvSpPr>
                <a:spLocks/>
              </p:cNvSpPr>
              <p:nvPr/>
            </p:nvSpPr>
            <p:spPr bwMode="auto">
              <a:xfrm rot="20476580" flipV="1">
                <a:off x="3347" y="1794"/>
                <a:ext cx="145" cy="439"/>
              </a:xfrm>
              <a:custGeom>
                <a:avLst/>
                <a:gdLst>
                  <a:gd name="T0" fmla="*/ 0 w 162"/>
                  <a:gd name="T1" fmla="*/ 62 h 472"/>
                  <a:gd name="T2" fmla="*/ 47 w 162"/>
                  <a:gd name="T3" fmla="*/ 35 h 472"/>
                  <a:gd name="T4" fmla="*/ 21 w 162"/>
                  <a:gd name="T5" fmla="*/ 273 h 472"/>
                  <a:gd name="T6" fmla="*/ 83 w 162"/>
                  <a:gd name="T7" fmla="*/ 236 h 472"/>
                  <a:gd name="T8" fmla="*/ 0 60000 65536"/>
                  <a:gd name="T9" fmla="*/ 0 60000 65536"/>
                  <a:gd name="T10" fmla="*/ 0 60000 65536"/>
                  <a:gd name="T11" fmla="*/ 0 60000 65536"/>
                  <a:gd name="T12" fmla="*/ 0 w 162"/>
                  <a:gd name="T13" fmla="*/ 0 h 472"/>
                  <a:gd name="T14" fmla="*/ 162 w 162"/>
                  <a:gd name="T15" fmla="*/ 472 h 472"/>
                </a:gdLst>
                <a:ahLst/>
                <a:cxnLst>
                  <a:cxn ang="T8">
                    <a:pos x="T0" y="T1"/>
                  </a:cxn>
                  <a:cxn ang="T9">
                    <a:pos x="T2" y="T3"/>
                  </a:cxn>
                  <a:cxn ang="T10">
                    <a:pos x="T4" y="T5"/>
                  </a:cxn>
                  <a:cxn ang="T11">
                    <a:pos x="T6" y="T7"/>
                  </a:cxn>
                </a:cxnLst>
                <a:rect l="T12" t="T13" r="T14" b="T15"/>
                <a:pathLst>
                  <a:path w="162" h="472">
                    <a:moveTo>
                      <a:pt x="0" y="96"/>
                    </a:moveTo>
                    <a:cubicBezTo>
                      <a:pt x="14" y="89"/>
                      <a:pt x="83" y="0"/>
                      <a:pt x="90" y="54"/>
                    </a:cubicBezTo>
                    <a:cubicBezTo>
                      <a:pt x="97" y="108"/>
                      <a:pt x="30" y="368"/>
                      <a:pt x="42" y="420"/>
                    </a:cubicBezTo>
                    <a:cubicBezTo>
                      <a:pt x="54" y="472"/>
                      <a:pt x="137" y="377"/>
                      <a:pt x="162" y="366"/>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66" name="Freeform 49"/>
              <p:cNvSpPr>
                <a:spLocks/>
              </p:cNvSpPr>
              <p:nvPr/>
            </p:nvSpPr>
            <p:spPr bwMode="auto">
              <a:xfrm rot="20476580" flipV="1">
                <a:off x="3000" y="2161"/>
                <a:ext cx="266" cy="304"/>
              </a:xfrm>
              <a:custGeom>
                <a:avLst/>
                <a:gdLst>
                  <a:gd name="T0" fmla="*/ 91 w 301"/>
                  <a:gd name="T1" fmla="*/ 14 h 327"/>
                  <a:gd name="T2" fmla="*/ 130 w 301"/>
                  <a:gd name="T3" fmla="*/ 29 h 327"/>
                  <a:gd name="T4" fmla="*/ 10 w 301"/>
                  <a:gd name="T5" fmla="*/ 183 h 327"/>
                  <a:gd name="T6" fmla="*/ 71 w 301"/>
                  <a:gd name="T7" fmla="*/ 195 h 327"/>
                  <a:gd name="T8" fmla="*/ 0 60000 65536"/>
                  <a:gd name="T9" fmla="*/ 0 60000 65536"/>
                  <a:gd name="T10" fmla="*/ 0 60000 65536"/>
                  <a:gd name="T11" fmla="*/ 0 60000 65536"/>
                  <a:gd name="T12" fmla="*/ 0 w 301"/>
                  <a:gd name="T13" fmla="*/ 0 h 327"/>
                  <a:gd name="T14" fmla="*/ 301 w 301"/>
                  <a:gd name="T15" fmla="*/ 327 h 327"/>
                </a:gdLst>
                <a:ahLst/>
                <a:cxnLst>
                  <a:cxn ang="T8">
                    <a:pos x="T0" y="T1"/>
                  </a:cxn>
                  <a:cxn ang="T9">
                    <a:pos x="T2" y="T3"/>
                  </a:cxn>
                  <a:cxn ang="T10">
                    <a:pos x="T4" y="T5"/>
                  </a:cxn>
                  <a:cxn ang="T11">
                    <a:pos x="T6" y="T7"/>
                  </a:cxn>
                </a:cxnLst>
                <a:rect l="T12" t="T13" r="T14" b="T15"/>
                <a:pathLst>
                  <a:path w="301" h="327">
                    <a:moveTo>
                      <a:pt x="189" y="20"/>
                    </a:moveTo>
                    <a:cubicBezTo>
                      <a:pt x="204" y="24"/>
                      <a:pt x="301" y="0"/>
                      <a:pt x="273" y="44"/>
                    </a:cubicBezTo>
                    <a:cubicBezTo>
                      <a:pt x="245" y="88"/>
                      <a:pt x="42" y="241"/>
                      <a:pt x="21" y="284"/>
                    </a:cubicBezTo>
                    <a:cubicBezTo>
                      <a:pt x="0" y="327"/>
                      <a:pt x="121" y="298"/>
                      <a:pt x="147" y="302"/>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67" name="Freeform 50"/>
              <p:cNvSpPr>
                <a:spLocks/>
              </p:cNvSpPr>
              <p:nvPr/>
            </p:nvSpPr>
            <p:spPr bwMode="auto">
              <a:xfrm rot="20476580" flipH="1">
                <a:off x="3492" y="1749"/>
                <a:ext cx="176" cy="409"/>
              </a:xfrm>
              <a:custGeom>
                <a:avLst/>
                <a:gdLst>
                  <a:gd name="T0" fmla="*/ 103 w 196"/>
                  <a:gd name="T1" fmla="*/ 235 h 439"/>
                  <a:gd name="T2" fmla="*/ 67 w 196"/>
                  <a:gd name="T3" fmla="*/ 252 h 439"/>
                  <a:gd name="T4" fmla="*/ 42 w 196"/>
                  <a:gd name="T5" fmla="*/ 28 h 439"/>
                  <a:gd name="T6" fmla="*/ 0 w 196"/>
                  <a:gd name="T7" fmla="*/ 83 h 439"/>
                  <a:gd name="T8" fmla="*/ 0 60000 65536"/>
                  <a:gd name="T9" fmla="*/ 0 60000 65536"/>
                  <a:gd name="T10" fmla="*/ 0 60000 65536"/>
                  <a:gd name="T11" fmla="*/ 0 60000 65536"/>
                  <a:gd name="T12" fmla="*/ 0 w 196"/>
                  <a:gd name="T13" fmla="*/ 0 h 439"/>
                  <a:gd name="T14" fmla="*/ 196 w 196"/>
                  <a:gd name="T15" fmla="*/ 439 h 439"/>
                </a:gdLst>
                <a:ahLst/>
                <a:cxnLst>
                  <a:cxn ang="T8">
                    <a:pos x="T0" y="T1"/>
                  </a:cxn>
                  <a:cxn ang="T9">
                    <a:pos x="T2" y="T3"/>
                  </a:cxn>
                  <a:cxn ang="T10">
                    <a:pos x="T4" y="T5"/>
                  </a:cxn>
                  <a:cxn ang="T11">
                    <a:pos x="T6" y="T7"/>
                  </a:cxn>
                </a:cxnLst>
                <a:rect l="T12" t="T13" r="T14" b="T15"/>
                <a:pathLst>
                  <a:path w="196" h="439">
                    <a:moveTo>
                      <a:pt x="196" y="359"/>
                    </a:moveTo>
                    <a:cubicBezTo>
                      <a:pt x="185" y="364"/>
                      <a:pt x="147" y="439"/>
                      <a:pt x="128" y="386"/>
                    </a:cubicBezTo>
                    <a:cubicBezTo>
                      <a:pt x="109" y="333"/>
                      <a:pt x="101" y="86"/>
                      <a:pt x="80" y="43"/>
                    </a:cubicBezTo>
                    <a:cubicBezTo>
                      <a:pt x="59" y="0"/>
                      <a:pt x="17" y="109"/>
                      <a:pt x="0" y="126"/>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68" name="Freeform 51"/>
              <p:cNvSpPr>
                <a:spLocks/>
              </p:cNvSpPr>
              <p:nvPr/>
            </p:nvSpPr>
            <p:spPr bwMode="auto">
              <a:xfrm>
                <a:off x="3667" y="1719"/>
                <a:ext cx="187" cy="416"/>
              </a:xfrm>
              <a:custGeom>
                <a:avLst/>
                <a:gdLst>
                  <a:gd name="T0" fmla="*/ 0 w 187"/>
                  <a:gd name="T1" fmla="*/ 340 h 416"/>
                  <a:gd name="T2" fmla="*/ 72 w 187"/>
                  <a:gd name="T3" fmla="*/ 366 h 416"/>
                  <a:gd name="T4" fmla="*/ 80 w 187"/>
                  <a:gd name="T5" fmla="*/ 43 h 416"/>
                  <a:gd name="T6" fmla="*/ 187 w 187"/>
                  <a:gd name="T7" fmla="*/ 105 h 416"/>
                  <a:gd name="T8" fmla="*/ 0 60000 65536"/>
                  <a:gd name="T9" fmla="*/ 0 60000 65536"/>
                  <a:gd name="T10" fmla="*/ 0 60000 65536"/>
                  <a:gd name="T11" fmla="*/ 0 60000 65536"/>
                  <a:gd name="T12" fmla="*/ 0 w 187"/>
                  <a:gd name="T13" fmla="*/ 0 h 416"/>
                  <a:gd name="T14" fmla="*/ 187 w 187"/>
                  <a:gd name="T15" fmla="*/ 416 h 416"/>
                </a:gdLst>
                <a:ahLst/>
                <a:cxnLst>
                  <a:cxn ang="T8">
                    <a:pos x="T0" y="T1"/>
                  </a:cxn>
                  <a:cxn ang="T9">
                    <a:pos x="T2" y="T3"/>
                  </a:cxn>
                  <a:cxn ang="T10">
                    <a:pos x="T4" y="T5"/>
                  </a:cxn>
                  <a:cxn ang="T11">
                    <a:pos x="T6" y="T7"/>
                  </a:cxn>
                </a:cxnLst>
                <a:rect l="T12" t="T13" r="T14" b="T15"/>
                <a:pathLst>
                  <a:path w="187" h="416">
                    <a:moveTo>
                      <a:pt x="0" y="340"/>
                    </a:moveTo>
                    <a:cubicBezTo>
                      <a:pt x="11" y="345"/>
                      <a:pt x="60" y="416"/>
                      <a:pt x="72" y="366"/>
                    </a:cubicBezTo>
                    <a:cubicBezTo>
                      <a:pt x="86" y="317"/>
                      <a:pt x="61" y="86"/>
                      <a:pt x="80" y="43"/>
                    </a:cubicBezTo>
                    <a:cubicBezTo>
                      <a:pt x="99" y="0"/>
                      <a:pt x="165" y="92"/>
                      <a:pt x="187" y="105"/>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69" name="Freeform 52"/>
              <p:cNvSpPr>
                <a:spLocks/>
              </p:cNvSpPr>
              <p:nvPr/>
            </p:nvSpPr>
            <p:spPr bwMode="auto">
              <a:xfrm rot="20476580" flipH="1">
                <a:off x="3933" y="1876"/>
                <a:ext cx="291" cy="288"/>
              </a:xfrm>
              <a:custGeom>
                <a:avLst/>
                <a:gdLst>
                  <a:gd name="T0" fmla="*/ 147 w 329"/>
                  <a:gd name="T1" fmla="*/ 130 h 308"/>
                  <a:gd name="T2" fmla="*/ 136 w 329"/>
                  <a:gd name="T3" fmla="*/ 186 h 308"/>
                  <a:gd name="T4" fmla="*/ 21 w 329"/>
                  <a:gd name="T5" fmla="*/ 17 h 308"/>
                  <a:gd name="T6" fmla="*/ 8 w 329"/>
                  <a:gd name="T7" fmla="*/ 94 h 308"/>
                  <a:gd name="T8" fmla="*/ 0 60000 65536"/>
                  <a:gd name="T9" fmla="*/ 0 60000 65536"/>
                  <a:gd name="T10" fmla="*/ 0 60000 65536"/>
                  <a:gd name="T11" fmla="*/ 0 60000 65536"/>
                  <a:gd name="T12" fmla="*/ 0 w 329"/>
                  <a:gd name="T13" fmla="*/ 0 h 308"/>
                  <a:gd name="T14" fmla="*/ 329 w 329"/>
                  <a:gd name="T15" fmla="*/ 308 h 308"/>
                </a:gdLst>
                <a:ahLst/>
                <a:cxnLst>
                  <a:cxn ang="T8">
                    <a:pos x="T0" y="T1"/>
                  </a:cxn>
                  <a:cxn ang="T9">
                    <a:pos x="T2" y="T3"/>
                  </a:cxn>
                  <a:cxn ang="T10">
                    <a:pos x="T4" y="T5"/>
                  </a:cxn>
                  <a:cxn ang="T11">
                    <a:pos x="T6" y="T7"/>
                  </a:cxn>
                </a:cxnLst>
                <a:rect l="T12" t="T13" r="T14" b="T15"/>
                <a:pathLst>
                  <a:path w="329" h="308">
                    <a:moveTo>
                      <a:pt x="309" y="195"/>
                    </a:moveTo>
                    <a:cubicBezTo>
                      <a:pt x="306" y="210"/>
                      <a:pt x="329" y="308"/>
                      <a:pt x="285" y="279"/>
                    </a:cubicBezTo>
                    <a:cubicBezTo>
                      <a:pt x="241" y="250"/>
                      <a:pt x="90" y="46"/>
                      <a:pt x="45" y="23"/>
                    </a:cubicBezTo>
                    <a:cubicBezTo>
                      <a:pt x="0" y="0"/>
                      <a:pt x="23" y="115"/>
                      <a:pt x="17" y="139"/>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70" name="Freeform 53"/>
              <p:cNvSpPr>
                <a:spLocks/>
              </p:cNvSpPr>
              <p:nvPr/>
            </p:nvSpPr>
            <p:spPr bwMode="auto">
              <a:xfrm rot="20476580" flipH="1">
                <a:off x="4052" y="2040"/>
                <a:ext cx="348" cy="196"/>
              </a:xfrm>
              <a:custGeom>
                <a:avLst/>
                <a:gdLst>
                  <a:gd name="T0" fmla="*/ 176 w 390"/>
                  <a:gd name="T1" fmla="*/ 56 h 210"/>
                  <a:gd name="T2" fmla="*/ 171 w 390"/>
                  <a:gd name="T3" fmla="*/ 131 h 210"/>
                  <a:gd name="T4" fmla="*/ 24 w 390"/>
                  <a:gd name="T5" fmla="*/ 7 h 210"/>
                  <a:gd name="T6" fmla="*/ 26 w 390"/>
                  <a:gd name="T7" fmla="*/ 93 h 210"/>
                  <a:gd name="T8" fmla="*/ 0 60000 65536"/>
                  <a:gd name="T9" fmla="*/ 0 60000 65536"/>
                  <a:gd name="T10" fmla="*/ 0 60000 65536"/>
                  <a:gd name="T11" fmla="*/ 0 60000 65536"/>
                  <a:gd name="T12" fmla="*/ 0 w 390"/>
                  <a:gd name="T13" fmla="*/ 0 h 210"/>
                  <a:gd name="T14" fmla="*/ 390 w 390"/>
                  <a:gd name="T15" fmla="*/ 210 h 210"/>
                </a:gdLst>
                <a:ahLst/>
                <a:cxnLst>
                  <a:cxn ang="T8">
                    <a:pos x="T0" y="T1"/>
                  </a:cxn>
                  <a:cxn ang="T9">
                    <a:pos x="T2" y="T3"/>
                  </a:cxn>
                  <a:cxn ang="T10">
                    <a:pos x="T4" y="T5"/>
                  </a:cxn>
                  <a:cxn ang="T11">
                    <a:pos x="T6" y="T7"/>
                  </a:cxn>
                </a:cxnLst>
                <a:rect l="T12" t="T13" r="T14" b="T15"/>
                <a:pathLst>
                  <a:path w="390" h="210">
                    <a:moveTo>
                      <a:pt x="348" y="85"/>
                    </a:moveTo>
                    <a:cubicBezTo>
                      <a:pt x="347" y="104"/>
                      <a:pt x="390" y="210"/>
                      <a:pt x="340" y="197"/>
                    </a:cubicBezTo>
                    <a:cubicBezTo>
                      <a:pt x="290" y="184"/>
                      <a:pt x="96" y="18"/>
                      <a:pt x="48" y="9"/>
                    </a:cubicBezTo>
                    <a:cubicBezTo>
                      <a:pt x="0" y="0"/>
                      <a:pt x="51" y="114"/>
                      <a:pt x="52" y="141"/>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71" name="Freeform 54"/>
              <p:cNvSpPr>
                <a:spLocks/>
              </p:cNvSpPr>
              <p:nvPr/>
            </p:nvSpPr>
            <p:spPr bwMode="auto">
              <a:xfrm rot="20476580" flipH="1">
                <a:off x="4172" y="2260"/>
                <a:ext cx="358" cy="109"/>
              </a:xfrm>
              <a:custGeom>
                <a:avLst/>
                <a:gdLst>
                  <a:gd name="T0" fmla="*/ 164 w 404"/>
                  <a:gd name="T1" fmla="*/ 0 h 119"/>
                  <a:gd name="T2" fmla="*/ 172 w 404"/>
                  <a:gd name="T3" fmla="*/ 69 h 119"/>
                  <a:gd name="T4" fmla="*/ 23 w 404"/>
                  <a:gd name="T5" fmla="*/ 10 h 119"/>
                  <a:gd name="T6" fmla="*/ 35 w 404"/>
                  <a:gd name="T7" fmla="*/ 69 h 119"/>
                  <a:gd name="T8" fmla="*/ 0 60000 65536"/>
                  <a:gd name="T9" fmla="*/ 0 60000 65536"/>
                  <a:gd name="T10" fmla="*/ 0 60000 65536"/>
                  <a:gd name="T11" fmla="*/ 0 60000 65536"/>
                  <a:gd name="T12" fmla="*/ 0 w 404"/>
                  <a:gd name="T13" fmla="*/ 0 h 119"/>
                  <a:gd name="T14" fmla="*/ 404 w 404"/>
                  <a:gd name="T15" fmla="*/ 119 h 119"/>
                </a:gdLst>
                <a:ahLst/>
                <a:cxnLst>
                  <a:cxn ang="T8">
                    <a:pos x="T0" y="T1"/>
                  </a:cxn>
                  <a:cxn ang="T9">
                    <a:pos x="T2" y="T3"/>
                  </a:cxn>
                  <a:cxn ang="T10">
                    <a:pos x="T4" y="T5"/>
                  </a:cxn>
                  <a:cxn ang="T11">
                    <a:pos x="T6" y="T7"/>
                  </a:cxn>
                </a:cxnLst>
                <a:rect l="T12" t="T13" r="T14" b="T15"/>
                <a:pathLst>
                  <a:path w="404" h="119">
                    <a:moveTo>
                      <a:pt x="339" y="0"/>
                    </a:moveTo>
                    <a:cubicBezTo>
                      <a:pt x="342" y="20"/>
                      <a:pt x="404" y="113"/>
                      <a:pt x="355" y="116"/>
                    </a:cubicBezTo>
                    <a:cubicBezTo>
                      <a:pt x="306" y="119"/>
                      <a:pt x="94" y="16"/>
                      <a:pt x="47" y="16"/>
                    </a:cubicBezTo>
                    <a:cubicBezTo>
                      <a:pt x="0" y="16"/>
                      <a:pt x="67" y="99"/>
                      <a:pt x="71" y="116"/>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72" name="Freeform 55"/>
              <p:cNvSpPr>
                <a:spLocks/>
              </p:cNvSpPr>
              <p:nvPr/>
            </p:nvSpPr>
            <p:spPr bwMode="auto">
              <a:xfrm rot="20476580" flipH="1">
                <a:off x="3792" y="1775"/>
                <a:ext cx="249" cy="340"/>
              </a:xfrm>
              <a:custGeom>
                <a:avLst/>
                <a:gdLst>
                  <a:gd name="T0" fmla="*/ 136 w 281"/>
                  <a:gd name="T1" fmla="*/ 174 h 366"/>
                  <a:gd name="T2" fmla="*/ 108 w 281"/>
                  <a:gd name="T3" fmla="*/ 209 h 366"/>
                  <a:gd name="T4" fmla="*/ 18 w 281"/>
                  <a:gd name="T5" fmla="*/ 19 h 366"/>
                  <a:gd name="T6" fmla="*/ 1 w 281"/>
                  <a:gd name="T7" fmla="*/ 94 h 366"/>
                  <a:gd name="T8" fmla="*/ 0 60000 65536"/>
                  <a:gd name="T9" fmla="*/ 0 60000 65536"/>
                  <a:gd name="T10" fmla="*/ 0 60000 65536"/>
                  <a:gd name="T11" fmla="*/ 0 60000 65536"/>
                  <a:gd name="T12" fmla="*/ 0 w 281"/>
                  <a:gd name="T13" fmla="*/ 0 h 366"/>
                  <a:gd name="T14" fmla="*/ 281 w 281"/>
                  <a:gd name="T15" fmla="*/ 366 h 366"/>
                </a:gdLst>
                <a:ahLst/>
                <a:cxnLst>
                  <a:cxn ang="T8">
                    <a:pos x="T0" y="T1"/>
                  </a:cxn>
                  <a:cxn ang="T9">
                    <a:pos x="T2" y="T3"/>
                  </a:cxn>
                  <a:cxn ang="T10">
                    <a:pos x="T4" y="T5"/>
                  </a:cxn>
                  <a:cxn ang="T11">
                    <a:pos x="T6" y="T7"/>
                  </a:cxn>
                </a:cxnLst>
                <a:rect l="T12" t="T13" r="T14" b="T15"/>
                <a:pathLst>
                  <a:path w="281" h="366">
                    <a:moveTo>
                      <a:pt x="281" y="270"/>
                    </a:moveTo>
                    <a:cubicBezTo>
                      <a:pt x="272" y="279"/>
                      <a:pt x="266" y="366"/>
                      <a:pt x="225" y="326"/>
                    </a:cubicBezTo>
                    <a:cubicBezTo>
                      <a:pt x="184" y="286"/>
                      <a:pt x="74" y="60"/>
                      <a:pt x="37" y="30"/>
                    </a:cubicBezTo>
                    <a:cubicBezTo>
                      <a:pt x="0" y="0"/>
                      <a:pt x="8" y="122"/>
                      <a:pt x="1" y="146"/>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73" name="Freeform 56"/>
              <p:cNvSpPr>
                <a:spLocks/>
              </p:cNvSpPr>
              <p:nvPr/>
            </p:nvSpPr>
            <p:spPr bwMode="auto">
              <a:xfrm rot="20476580" flipV="1">
                <a:off x="4236" y="2430"/>
                <a:ext cx="371" cy="226"/>
              </a:xfrm>
              <a:custGeom>
                <a:avLst/>
                <a:gdLst>
                  <a:gd name="T0" fmla="*/ 57 w 417"/>
                  <a:gd name="T1" fmla="*/ 148 h 246"/>
                  <a:gd name="T2" fmla="*/ 21 w 417"/>
                  <a:gd name="T3" fmla="*/ 98 h 246"/>
                  <a:gd name="T4" fmla="*/ 184 w 417"/>
                  <a:gd name="T5" fmla="*/ 40 h 246"/>
                  <a:gd name="T6" fmla="*/ 152 w 417"/>
                  <a:gd name="T7" fmla="*/ 0 h 246"/>
                  <a:gd name="T8" fmla="*/ 0 60000 65536"/>
                  <a:gd name="T9" fmla="*/ 0 60000 65536"/>
                  <a:gd name="T10" fmla="*/ 0 60000 65536"/>
                  <a:gd name="T11" fmla="*/ 0 60000 65536"/>
                  <a:gd name="T12" fmla="*/ 0 w 417"/>
                  <a:gd name="T13" fmla="*/ 0 h 246"/>
                  <a:gd name="T14" fmla="*/ 417 w 417"/>
                  <a:gd name="T15" fmla="*/ 246 h 246"/>
                </a:gdLst>
                <a:ahLst/>
                <a:cxnLst>
                  <a:cxn ang="T8">
                    <a:pos x="T0" y="T1"/>
                  </a:cxn>
                  <a:cxn ang="T9">
                    <a:pos x="T2" y="T3"/>
                  </a:cxn>
                  <a:cxn ang="T10">
                    <a:pos x="T4" y="T5"/>
                  </a:cxn>
                  <a:cxn ang="T11">
                    <a:pos x="T6" y="T7"/>
                  </a:cxn>
                </a:cxnLst>
                <a:rect l="T12" t="T13" r="T14" b="T15"/>
                <a:pathLst>
                  <a:path w="417" h="246">
                    <a:moveTo>
                      <a:pt x="115" y="246"/>
                    </a:moveTo>
                    <a:cubicBezTo>
                      <a:pt x="103" y="232"/>
                      <a:pt x="0" y="192"/>
                      <a:pt x="43" y="162"/>
                    </a:cubicBezTo>
                    <a:cubicBezTo>
                      <a:pt x="86" y="132"/>
                      <a:pt x="329" y="93"/>
                      <a:pt x="373" y="66"/>
                    </a:cubicBezTo>
                    <a:cubicBezTo>
                      <a:pt x="417" y="39"/>
                      <a:pt x="321" y="14"/>
                      <a:pt x="307" y="0"/>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74" name="Freeform 57"/>
              <p:cNvSpPr>
                <a:spLocks/>
              </p:cNvSpPr>
              <p:nvPr/>
            </p:nvSpPr>
            <p:spPr bwMode="auto">
              <a:xfrm rot="20476580" flipV="1">
                <a:off x="4245" y="2602"/>
                <a:ext cx="338" cy="277"/>
              </a:xfrm>
              <a:custGeom>
                <a:avLst/>
                <a:gdLst>
                  <a:gd name="T0" fmla="*/ 58 w 379"/>
                  <a:gd name="T1" fmla="*/ 206 h 294"/>
                  <a:gd name="T2" fmla="*/ 19 w 379"/>
                  <a:gd name="T3" fmla="*/ 147 h 294"/>
                  <a:gd name="T4" fmla="*/ 173 w 379"/>
                  <a:gd name="T5" fmla="*/ 46 h 294"/>
                  <a:gd name="T6" fmla="*/ 125 w 379"/>
                  <a:gd name="T7" fmla="*/ 0 h 294"/>
                  <a:gd name="T8" fmla="*/ 0 60000 65536"/>
                  <a:gd name="T9" fmla="*/ 0 60000 65536"/>
                  <a:gd name="T10" fmla="*/ 0 60000 65536"/>
                  <a:gd name="T11" fmla="*/ 0 60000 65536"/>
                  <a:gd name="T12" fmla="*/ 0 w 379"/>
                  <a:gd name="T13" fmla="*/ 0 h 294"/>
                  <a:gd name="T14" fmla="*/ 379 w 379"/>
                  <a:gd name="T15" fmla="*/ 294 h 294"/>
                </a:gdLst>
                <a:ahLst/>
                <a:cxnLst>
                  <a:cxn ang="T8">
                    <a:pos x="T0" y="T1"/>
                  </a:cxn>
                  <a:cxn ang="T9">
                    <a:pos x="T2" y="T3"/>
                  </a:cxn>
                  <a:cxn ang="T10">
                    <a:pos x="T4" y="T5"/>
                  </a:cxn>
                  <a:cxn ang="T11">
                    <a:pos x="T6" y="T7"/>
                  </a:cxn>
                </a:cxnLst>
                <a:rect l="T12" t="T13" r="T14" b="T15"/>
                <a:pathLst>
                  <a:path w="379" h="294">
                    <a:moveTo>
                      <a:pt x="116" y="294"/>
                    </a:moveTo>
                    <a:cubicBezTo>
                      <a:pt x="103" y="280"/>
                      <a:pt x="0" y="248"/>
                      <a:pt x="38" y="210"/>
                    </a:cubicBezTo>
                    <a:cubicBezTo>
                      <a:pt x="76" y="172"/>
                      <a:pt x="309" y="101"/>
                      <a:pt x="344" y="66"/>
                    </a:cubicBezTo>
                    <a:cubicBezTo>
                      <a:pt x="379" y="31"/>
                      <a:pt x="268" y="14"/>
                      <a:pt x="248" y="0"/>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75" name="Freeform 58"/>
              <p:cNvSpPr>
                <a:spLocks/>
              </p:cNvSpPr>
              <p:nvPr/>
            </p:nvSpPr>
            <p:spPr bwMode="auto">
              <a:xfrm rot="20476580" flipV="1">
                <a:off x="4182" y="2910"/>
                <a:ext cx="158" cy="393"/>
              </a:xfrm>
              <a:custGeom>
                <a:avLst/>
                <a:gdLst>
                  <a:gd name="T0" fmla="*/ 62 w 177"/>
                  <a:gd name="T1" fmla="*/ 238 h 424"/>
                  <a:gd name="T2" fmla="*/ 4 w 177"/>
                  <a:gd name="T3" fmla="*/ 235 h 424"/>
                  <a:gd name="T4" fmla="*/ 86 w 177"/>
                  <a:gd name="T5" fmla="*/ 32 h 424"/>
                  <a:gd name="T6" fmla="*/ 26 w 177"/>
                  <a:gd name="T7" fmla="*/ 37 h 424"/>
                  <a:gd name="T8" fmla="*/ 0 60000 65536"/>
                  <a:gd name="T9" fmla="*/ 0 60000 65536"/>
                  <a:gd name="T10" fmla="*/ 0 60000 65536"/>
                  <a:gd name="T11" fmla="*/ 0 60000 65536"/>
                  <a:gd name="T12" fmla="*/ 0 w 177"/>
                  <a:gd name="T13" fmla="*/ 0 h 424"/>
                  <a:gd name="T14" fmla="*/ 177 w 177"/>
                  <a:gd name="T15" fmla="*/ 424 h 424"/>
                </a:gdLst>
                <a:ahLst/>
                <a:cxnLst>
                  <a:cxn ang="T8">
                    <a:pos x="T0" y="T1"/>
                  </a:cxn>
                  <a:cxn ang="T9">
                    <a:pos x="T2" y="T3"/>
                  </a:cxn>
                  <a:cxn ang="T10">
                    <a:pos x="T4" y="T5"/>
                  </a:cxn>
                  <a:cxn ang="T11">
                    <a:pos x="T6" y="T7"/>
                  </a:cxn>
                </a:cxnLst>
                <a:rect l="T12" t="T13" r="T14" b="T15"/>
                <a:pathLst>
                  <a:path w="177" h="424">
                    <a:moveTo>
                      <a:pt x="122" y="376"/>
                    </a:moveTo>
                    <a:cubicBezTo>
                      <a:pt x="103" y="375"/>
                      <a:pt x="0" y="424"/>
                      <a:pt x="8" y="370"/>
                    </a:cubicBezTo>
                    <a:cubicBezTo>
                      <a:pt x="16" y="316"/>
                      <a:pt x="163" y="104"/>
                      <a:pt x="170" y="52"/>
                    </a:cubicBezTo>
                    <a:cubicBezTo>
                      <a:pt x="177" y="0"/>
                      <a:pt x="75" y="57"/>
                      <a:pt x="50" y="58"/>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76" name="Freeform 59"/>
              <p:cNvSpPr>
                <a:spLocks/>
              </p:cNvSpPr>
              <p:nvPr/>
            </p:nvSpPr>
            <p:spPr bwMode="auto">
              <a:xfrm rot="20476580" flipV="1">
                <a:off x="4040" y="3049"/>
                <a:ext cx="117" cy="422"/>
              </a:xfrm>
              <a:custGeom>
                <a:avLst/>
                <a:gdLst>
                  <a:gd name="T0" fmla="*/ 65 w 132"/>
                  <a:gd name="T1" fmla="*/ 251 h 454"/>
                  <a:gd name="T2" fmla="*/ 20 w 132"/>
                  <a:gd name="T3" fmla="*/ 257 h 454"/>
                  <a:gd name="T4" fmla="*/ 59 w 132"/>
                  <a:gd name="T5" fmla="*/ 32 h 454"/>
                  <a:gd name="T6" fmla="*/ 0 w 132"/>
                  <a:gd name="T7" fmla="*/ 67 h 454"/>
                  <a:gd name="T8" fmla="*/ 0 60000 65536"/>
                  <a:gd name="T9" fmla="*/ 0 60000 65536"/>
                  <a:gd name="T10" fmla="*/ 0 60000 65536"/>
                  <a:gd name="T11" fmla="*/ 0 60000 65536"/>
                  <a:gd name="T12" fmla="*/ 0 w 132"/>
                  <a:gd name="T13" fmla="*/ 0 h 454"/>
                  <a:gd name="T14" fmla="*/ 132 w 132"/>
                  <a:gd name="T15" fmla="*/ 454 h 454"/>
                </a:gdLst>
                <a:ahLst/>
                <a:cxnLst>
                  <a:cxn ang="T8">
                    <a:pos x="T0" y="T1"/>
                  </a:cxn>
                  <a:cxn ang="T9">
                    <a:pos x="T2" y="T3"/>
                  </a:cxn>
                  <a:cxn ang="T10">
                    <a:pos x="T4" y="T5"/>
                  </a:cxn>
                  <a:cxn ang="T11">
                    <a:pos x="T6" y="T7"/>
                  </a:cxn>
                </a:cxnLst>
                <a:rect l="T12" t="T13" r="T14" b="T15"/>
                <a:pathLst>
                  <a:path w="132" h="454">
                    <a:moveTo>
                      <a:pt x="132" y="391"/>
                    </a:moveTo>
                    <a:cubicBezTo>
                      <a:pt x="117" y="393"/>
                      <a:pt x="44" y="454"/>
                      <a:pt x="42" y="397"/>
                    </a:cubicBezTo>
                    <a:cubicBezTo>
                      <a:pt x="40" y="340"/>
                      <a:pt x="127" y="98"/>
                      <a:pt x="120" y="49"/>
                    </a:cubicBezTo>
                    <a:cubicBezTo>
                      <a:pt x="113" y="0"/>
                      <a:pt x="25" y="92"/>
                      <a:pt x="0" y="103"/>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677" name="Freeform 60"/>
              <p:cNvSpPr>
                <a:spLocks/>
              </p:cNvSpPr>
              <p:nvPr/>
            </p:nvSpPr>
            <p:spPr bwMode="auto">
              <a:xfrm rot="20476580" flipV="1">
                <a:off x="4226" y="2770"/>
                <a:ext cx="282" cy="341"/>
              </a:xfrm>
              <a:custGeom>
                <a:avLst/>
                <a:gdLst>
                  <a:gd name="T0" fmla="*/ 63 w 316"/>
                  <a:gd name="T1" fmla="*/ 237 h 367"/>
                  <a:gd name="T2" fmla="*/ 14 w 316"/>
                  <a:gd name="T3" fmla="*/ 201 h 367"/>
                  <a:gd name="T4" fmla="*/ 148 w 316"/>
                  <a:gd name="T5" fmla="*/ 29 h 367"/>
                  <a:gd name="T6" fmla="*/ 87 w 316"/>
                  <a:gd name="T7" fmla="*/ 29 h 367"/>
                  <a:gd name="T8" fmla="*/ 0 60000 65536"/>
                  <a:gd name="T9" fmla="*/ 0 60000 65536"/>
                  <a:gd name="T10" fmla="*/ 0 60000 65536"/>
                  <a:gd name="T11" fmla="*/ 0 60000 65536"/>
                  <a:gd name="T12" fmla="*/ 0 w 316"/>
                  <a:gd name="T13" fmla="*/ 0 h 367"/>
                  <a:gd name="T14" fmla="*/ 316 w 316"/>
                  <a:gd name="T15" fmla="*/ 367 h 367"/>
                </a:gdLst>
                <a:ahLst/>
                <a:cxnLst>
                  <a:cxn ang="T8">
                    <a:pos x="T0" y="T1"/>
                  </a:cxn>
                  <a:cxn ang="T9">
                    <a:pos x="T2" y="T3"/>
                  </a:cxn>
                  <a:cxn ang="T10">
                    <a:pos x="T4" y="T5"/>
                  </a:cxn>
                  <a:cxn ang="T11">
                    <a:pos x="T6" y="T7"/>
                  </a:cxn>
                </a:cxnLst>
                <a:rect l="T12" t="T13" r="T14" b="T15"/>
                <a:pathLst>
                  <a:path w="316" h="367">
                    <a:moveTo>
                      <a:pt x="124" y="367"/>
                    </a:moveTo>
                    <a:cubicBezTo>
                      <a:pt x="108" y="358"/>
                      <a:pt x="0" y="367"/>
                      <a:pt x="28" y="313"/>
                    </a:cubicBezTo>
                    <a:cubicBezTo>
                      <a:pt x="56" y="259"/>
                      <a:pt x="268" y="90"/>
                      <a:pt x="292" y="45"/>
                    </a:cubicBezTo>
                    <a:cubicBezTo>
                      <a:pt x="316" y="0"/>
                      <a:pt x="197" y="45"/>
                      <a:pt x="172" y="45"/>
                    </a:cubicBezTo>
                  </a:path>
                </a:pathLst>
              </a:custGeom>
              <a:noFill/>
              <a:ln w="38100" cap="rnd">
                <a:solidFill>
                  <a:srgbClr val="FF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3651" name="Oval 61"/>
            <p:cNvSpPr>
              <a:spLocks noChangeArrowheads="1"/>
            </p:cNvSpPr>
            <p:nvPr/>
          </p:nvSpPr>
          <p:spPr bwMode="auto">
            <a:xfrm>
              <a:off x="1722" y="1548"/>
              <a:ext cx="1364" cy="1414"/>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652" name="Freeform 62"/>
            <p:cNvSpPr>
              <a:spLocks/>
            </p:cNvSpPr>
            <p:nvPr/>
          </p:nvSpPr>
          <p:spPr bwMode="auto">
            <a:xfrm>
              <a:off x="2441" y="1851"/>
              <a:ext cx="499" cy="412"/>
            </a:xfrm>
            <a:custGeom>
              <a:avLst/>
              <a:gdLst>
                <a:gd name="T0" fmla="*/ 0 w 499"/>
                <a:gd name="T1" fmla="*/ 412 h 412"/>
                <a:gd name="T2" fmla="*/ 499 w 499"/>
                <a:gd name="T3" fmla="*/ 0 h 412"/>
                <a:gd name="T4" fmla="*/ 0 60000 65536"/>
                <a:gd name="T5" fmla="*/ 0 60000 65536"/>
                <a:gd name="T6" fmla="*/ 0 w 499"/>
                <a:gd name="T7" fmla="*/ 0 h 412"/>
                <a:gd name="T8" fmla="*/ 499 w 499"/>
                <a:gd name="T9" fmla="*/ 412 h 412"/>
              </a:gdLst>
              <a:ahLst/>
              <a:cxnLst>
                <a:cxn ang="T4">
                  <a:pos x="T0" y="T1"/>
                </a:cxn>
                <a:cxn ang="T5">
                  <a:pos x="T2" y="T3"/>
                </a:cxn>
              </a:cxnLst>
              <a:rect l="T6" t="T7" r="T8" b="T9"/>
              <a:pathLst>
                <a:path w="499" h="412">
                  <a:moveTo>
                    <a:pt x="0" y="412"/>
                  </a:moveTo>
                  <a:lnTo>
                    <a:pt x="499" y="0"/>
                  </a:ln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3653" name="Text Box 63"/>
            <p:cNvSpPr txBox="1">
              <a:spLocks noChangeArrowheads="1"/>
            </p:cNvSpPr>
            <p:nvPr/>
          </p:nvSpPr>
          <p:spPr bwMode="auto">
            <a:xfrm>
              <a:off x="2499" y="1906"/>
              <a:ext cx="207"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r</a:t>
              </a:r>
              <a:endParaRPr lang="en-US" altLang="zh-CN" sz="2000" b="1" baseline="-25000">
                <a:solidFill>
                  <a:schemeClr val="bg2"/>
                </a:solidFill>
              </a:endParaRPr>
            </a:p>
          </p:txBody>
        </p:sp>
      </p:grpSp>
      <p:sp>
        <p:nvSpPr>
          <p:cNvPr id="103431" name="Text Box 64"/>
          <p:cNvSpPr txBox="1">
            <a:spLocks noChangeArrowheads="1"/>
          </p:cNvSpPr>
          <p:nvPr/>
        </p:nvSpPr>
        <p:spPr bwMode="auto">
          <a:xfrm>
            <a:off x="3970338" y="5232401"/>
            <a:ext cx="6223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铁芯将磁感应通量集中到自己的内部</a:t>
            </a:r>
          </a:p>
        </p:txBody>
      </p:sp>
      <p:sp>
        <p:nvSpPr>
          <p:cNvPr id="103432" name="AutoShape 65"/>
          <p:cNvSpPr>
            <a:spLocks/>
          </p:cNvSpPr>
          <p:nvPr/>
        </p:nvSpPr>
        <p:spPr bwMode="auto">
          <a:xfrm>
            <a:off x="3911600" y="4864100"/>
            <a:ext cx="88900" cy="774700"/>
          </a:xfrm>
          <a:prstGeom prst="leftBrace">
            <a:avLst>
              <a:gd name="adj1" fmla="val 72619"/>
              <a:gd name="adj2" fmla="val 50000"/>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433" name="Text Box 66"/>
          <p:cNvSpPr txBox="1">
            <a:spLocks noChangeArrowheads="1"/>
          </p:cNvSpPr>
          <p:nvPr/>
        </p:nvSpPr>
        <p:spPr bwMode="auto">
          <a:xfrm>
            <a:off x="2090738" y="5994401"/>
            <a:ext cx="6223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磁感应管类似电路，称其为磁路</a:t>
            </a:r>
          </a:p>
        </p:txBody>
      </p:sp>
      <p:grpSp>
        <p:nvGrpSpPr>
          <p:cNvPr id="103434" name="Group 67"/>
          <p:cNvGrpSpPr>
            <a:grpSpLocks/>
          </p:cNvGrpSpPr>
          <p:nvPr/>
        </p:nvGrpSpPr>
        <p:grpSpPr bwMode="auto">
          <a:xfrm>
            <a:off x="2171700" y="1460500"/>
            <a:ext cx="4298950" cy="2190750"/>
            <a:chOff x="1488" y="2100"/>
            <a:chExt cx="3780" cy="1500"/>
          </a:xfrm>
        </p:grpSpPr>
        <p:sp>
          <p:nvSpPr>
            <p:cNvPr id="103436" name="Freeform 68"/>
            <p:cNvSpPr>
              <a:spLocks/>
            </p:cNvSpPr>
            <p:nvPr/>
          </p:nvSpPr>
          <p:spPr bwMode="auto">
            <a:xfrm>
              <a:off x="1560" y="2604"/>
              <a:ext cx="3684" cy="168"/>
            </a:xfrm>
            <a:custGeom>
              <a:avLst/>
              <a:gdLst>
                <a:gd name="T0" fmla="*/ 0 w 3684"/>
                <a:gd name="T1" fmla="*/ 24 h 168"/>
                <a:gd name="T2" fmla="*/ 360 w 3684"/>
                <a:gd name="T3" fmla="*/ 132 h 168"/>
                <a:gd name="T4" fmla="*/ 720 w 3684"/>
                <a:gd name="T5" fmla="*/ 156 h 168"/>
                <a:gd name="T6" fmla="*/ 1884 w 3684"/>
                <a:gd name="T7" fmla="*/ 168 h 168"/>
                <a:gd name="T8" fmla="*/ 3048 w 3684"/>
                <a:gd name="T9" fmla="*/ 132 h 168"/>
                <a:gd name="T10" fmla="*/ 3396 w 3684"/>
                <a:gd name="T11" fmla="*/ 84 h 168"/>
                <a:gd name="T12" fmla="*/ 3684 w 3684"/>
                <a:gd name="T13" fmla="*/ 0 h 168"/>
                <a:gd name="T14" fmla="*/ 0 60000 65536"/>
                <a:gd name="T15" fmla="*/ 0 60000 65536"/>
                <a:gd name="T16" fmla="*/ 0 60000 65536"/>
                <a:gd name="T17" fmla="*/ 0 60000 65536"/>
                <a:gd name="T18" fmla="*/ 0 60000 65536"/>
                <a:gd name="T19" fmla="*/ 0 60000 65536"/>
                <a:gd name="T20" fmla="*/ 0 60000 65536"/>
                <a:gd name="T21" fmla="*/ 0 w 3684"/>
                <a:gd name="T22" fmla="*/ 0 h 168"/>
                <a:gd name="T23" fmla="*/ 3684 w 3684"/>
                <a:gd name="T24" fmla="*/ 168 h 1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84" h="168">
                  <a:moveTo>
                    <a:pt x="0" y="24"/>
                  </a:moveTo>
                  <a:lnTo>
                    <a:pt x="360" y="132"/>
                  </a:lnTo>
                  <a:lnTo>
                    <a:pt x="720" y="156"/>
                  </a:lnTo>
                  <a:lnTo>
                    <a:pt x="1884" y="168"/>
                  </a:lnTo>
                  <a:lnTo>
                    <a:pt x="3048" y="132"/>
                  </a:lnTo>
                  <a:lnTo>
                    <a:pt x="3396" y="84"/>
                  </a:lnTo>
                  <a:lnTo>
                    <a:pt x="3684"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3437" name="Line 69"/>
            <p:cNvSpPr>
              <a:spLocks noChangeShapeType="1"/>
            </p:cNvSpPr>
            <p:nvPr/>
          </p:nvSpPr>
          <p:spPr bwMode="auto">
            <a:xfrm>
              <a:off x="1488" y="2844"/>
              <a:ext cx="37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38" name="Line 70"/>
            <p:cNvSpPr>
              <a:spLocks noChangeShapeType="1"/>
            </p:cNvSpPr>
            <p:nvPr/>
          </p:nvSpPr>
          <p:spPr bwMode="auto">
            <a:xfrm>
              <a:off x="1488" y="2904"/>
              <a:ext cx="37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39" name="Freeform 71"/>
            <p:cNvSpPr>
              <a:spLocks/>
            </p:cNvSpPr>
            <p:nvPr/>
          </p:nvSpPr>
          <p:spPr bwMode="auto">
            <a:xfrm>
              <a:off x="1500" y="2952"/>
              <a:ext cx="3768" cy="144"/>
            </a:xfrm>
            <a:custGeom>
              <a:avLst/>
              <a:gdLst>
                <a:gd name="T0" fmla="*/ 0 w 3768"/>
                <a:gd name="T1" fmla="*/ 108 h 144"/>
                <a:gd name="T2" fmla="*/ 228 w 3768"/>
                <a:gd name="T3" fmla="*/ 12 h 144"/>
                <a:gd name="T4" fmla="*/ 468 w 3768"/>
                <a:gd name="T5" fmla="*/ 0 h 144"/>
                <a:gd name="T6" fmla="*/ 3084 w 3768"/>
                <a:gd name="T7" fmla="*/ 0 h 144"/>
                <a:gd name="T8" fmla="*/ 3444 w 3768"/>
                <a:gd name="T9" fmla="*/ 12 h 144"/>
                <a:gd name="T10" fmla="*/ 3768 w 3768"/>
                <a:gd name="T11" fmla="*/ 144 h 144"/>
                <a:gd name="T12" fmla="*/ 0 60000 65536"/>
                <a:gd name="T13" fmla="*/ 0 60000 65536"/>
                <a:gd name="T14" fmla="*/ 0 60000 65536"/>
                <a:gd name="T15" fmla="*/ 0 60000 65536"/>
                <a:gd name="T16" fmla="*/ 0 60000 65536"/>
                <a:gd name="T17" fmla="*/ 0 60000 65536"/>
                <a:gd name="T18" fmla="*/ 0 w 3768"/>
                <a:gd name="T19" fmla="*/ 0 h 144"/>
                <a:gd name="T20" fmla="*/ 3768 w 3768"/>
                <a:gd name="T21" fmla="*/ 144 h 144"/>
              </a:gdLst>
              <a:ahLst/>
              <a:cxnLst>
                <a:cxn ang="T12">
                  <a:pos x="T0" y="T1"/>
                </a:cxn>
                <a:cxn ang="T13">
                  <a:pos x="T2" y="T3"/>
                </a:cxn>
                <a:cxn ang="T14">
                  <a:pos x="T4" y="T5"/>
                </a:cxn>
                <a:cxn ang="T15">
                  <a:pos x="T6" y="T7"/>
                </a:cxn>
                <a:cxn ang="T16">
                  <a:pos x="T8" y="T9"/>
                </a:cxn>
                <a:cxn ang="T17">
                  <a:pos x="T10" y="T11"/>
                </a:cxn>
              </a:cxnLst>
              <a:rect l="T18" t="T19" r="T20" b="T21"/>
              <a:pathLst>
                <a:path w="3768" h="144">
                  <a:moveTo>
                    <a:pt x="0" y="108"/>
                  </a:moveTo>
                  <a:lnTo>
                    <a:pt x="228" y="12"/>
                  </a:lnTo>
                  <a:lnTo>
                    <a:pt x="468" y="0"/>
                  </a:lnTo>
                  <a:lnTo>
                    <a:pt x="3084" y="0"/>
                  </a:lnTo>
                  <a:lnTo>
                    <a:pt x="3444" y="12"/>
                  </a:lnTo>
                  <a:lnTo>
                    <a:pt x="3768"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3440" name="Oval 72"/>
            <p:cNvSpPr>
              <a:spLocks noChangeArrowheads="1"/>
            </p:cNvSpPr>
            <p:nvPr/>
          </p:nvSpPr>
          <p:spPr bwMode="auto">
            <a:xfrm>
              <a:off x="2538" y="3135"/>
              <a:ext cx="168" cy="16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441" name="Oval 73"/>
            <p:cNvSpPr>
              <a:spLocks noChangeArrowheads="1"/>
            </p:cNvSpPr>
            <p:nvPr/>
          </p:nvSpPr>
          <p:spPr bwMode="auto">
            <a:xfrm>
              <a:off x="2760" y="3144"/>
              <a:ext cx="168" cy="16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442" name="Oval 74"/>
            <p:cNvSpPr>
              <a:spLocks noChangeArrowheads="1"/>
            </p:cNvSpPr>
            <p:nvPr/>
          </p:nvSpPr>
          <p:spPr bwMode="auto">
            <a:xfrm>
              <a:off x="2994" y="3153"/>
              <a:ext cx="168" cy="16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443" name="Oval 75"/>
            <p:cNvSpPr>
              <a:spLocks noChangeArrowheads="1"/>
            </p:cNvSpPr>
            <p:nvPr/>
          </p:nvSpPr>
          <p:spPr bwMode="auto">
            <a:xfrm>
              <a:off x="3228" y="3144"/>
              <a:ext cx="168" cy="16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444" name="Oval 76"/>
            <p:cNvSpPr>
              <a:spLocks noChangeArrowheads="1"/>
            </p:cNvSpPr>
            <p:nvPr/>
          </p:nvSpPr>
          <p:spPr bwMode="auto">
            <a:xfrm>
              <a:off x="3453" y="3147"/>
              <a:ext cx="168" cy="16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445" name="Oval 77"/>
            <p:cNvSpPr>
              <a:spLocks noChangeArrowheads="1"/>
            </p:cNvSpPr>
            <p:nvPr/>
          </p:nvSpPr>
          <p:spPr bwMode="auto">
            <a:xfrm>
              <a:off x="3672" y="3162"/>
              <a:ext cx="168" cy="16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446" name="Oval 78"/>
            <p:cNvSpPr>
              <a:spLocks noChangeArrowheads="1"/>
            </p:cNvSpPr>
            <p:nvPr/>
          </p:nvSpPr>
          <p:spPr bwMode="auto">
            <a:xfrm>
              <a:off x="3900" y="3171"/>
              <a:ext cx="168" cy="16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103447" name="Group 79"/>
            <p:cNvGrpSpPr>
              <a:grpSpLocks/>
            </p:cNvGrpSpPr>
            <p:nvPr/>
          </p:nvGrpSpPr>
          <p:grpSpPr bwMode="auto">
            <a:xfrm>
              <a:off x="2428" y="2416"/>
              <a:ext cx="168" cy="168"/>
              <a:chOff x="2428" y="2416"/>
              <a:chExt cx="168" cy="168"/>
            </a:xfrm>
          </p:grpSpPr>
          <p:sp>
            <p:nvSpPr>
              <p:cNvPr id="103648" name="Oval 80"/>
              <p:cNvSpPr>
                <a:spLocks noChangeArrowheads="1"/>
              </p:cNvSpPr>
              <p:nvPr/>
            </p:nvSpPr>
            <p:spPr bwMode="auto">
              <a:xfrm>
                <a:off x="2428" y="2416"/>
                <a:ext cx="168" cy="16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649" name="Line 81"/>
              <p:cNvSpPr>
                <a:spLocks noChangeShapeType="1"/>
              </p:cNvSpPr>
              <p:nvPr/>
            </p:nvSpPr>
            <p:spPr bwMode="auto">
              <a:xfrm>
                <a:off x="2454" y="2421"/>
                <a:ext cx="48" cy="0"/>
              </a:xfrm>
              <a:prstGeom prst="line">
                <a:avLst/>
              </a:prstGeom>
              <a:noFill/>
              <a:ln w="9525">
                <a:solidFill>
                  <a:schemeClr val="tx1"/>
                </a:solidFill>
                <a:round/>
                <a:headEnd type="triangle" w="med" len="lg"/>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03448" name="Group 82"/>
            <p:cNvGrpSpPr>
              <a:grpSpLocks/>
            </p:cNvGrpSpPr>
            <p:nvPr/>
          </p:nvGrpSpPr>
          <p:grpSpPr bwMode="auto">
            <a:xfrm>
              <a:off x="2649" y="2415"/>
              <a:ext cx="168" cy="168"/>
              <a:chOff x="2428" y="2416"/>
              <a:chExt cx="168" cy="168"/>
            </a:xfrm>
          </p:grpSpPr>
          <p:sp>
            <p:nvSpPr>
              <p:cNvPr id="103646" name="Oval 83"/>
              <p:cNvSpPr>
                <a:spLocks noChangeArrowheads="1"/>
              </p:cNvSpPr>
              <p:nvPr/>
            </p:nvSpPr>
            <p:spPr bwMode="auto">
              <a:xfrm>
                <a:off x="2428" y="2416"/>
                <a:ext cx="168" cy="16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647" name="Line 84"/>
              <p:cNvSpPr>
                <a:spLocks noChangeShapeType="1"/>
              </p:cNvSpPr>
              <p:nvPr/>
            </p:nvSpPr>
            <p:spPr bwMode="auto">
              <a:xfrm>
                <a:off x="2454" y="2421"/>
                <a:ext cx="48" cy="0"/>
              </a:xfrm>
              <a:prstGeom prst="line">
                <a:avLst/>
              </a:prstGeom>
              <a:noFill/>
              <a:ln w="9525">
                <a:solidFill>
                  <a:schemeClr val="tx1"/>
                </a:solidFill>
                <a:round/>
                <a:headEnd type="triangle" w="med" len="lg"/>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03449" name="Group 85"/>
            <p:cNvGrpSpPr>
              <a:grpSpLocks/>
            </p:cNvGrpSpPr>
            <p:nvPr/>
          </p:nvGrpSpPr>
          <p:grpSpPr bwMode="auto">
            <a:xfrm>
              <a:off x="2877" y="2427"/>
              <a:ext cx="168" cy="168"/>
              <a:chOff x="2428" y="2416"/>
              <a:chExt cx="168" cy="168"/>
            </a:xfrm>
          </p:grpSpPr>
          <p:sp>
            <p:nvSpPr>
              <p:cNvPr id="103644" name="Oval 86"/>
              <p:cNvSpPr>
                <a:spLocks noChangeArrowheads="1"/>
              </p:cNvSpPr>
              <p:nvPr/>
            </p:nvSpPr>
            <p:spPr bwMode="auto">
              <a:xfrm>
                <a:off x="2428" y="2416"/>
                <a:ext cx="168" cy="16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645" name="Line 87"/>
              <p:cNvSpPr>
                <a:spLocks noChangeShapeType="1"/>
              </p:cNvSpPr>
              <p:nvPr/>
            </p:nvSpPr>
            <p:spPr bwMode="auto">
              <a:xfrm>
                <a:off x="2454" y="2421"/>
                <a:ext cx="48" cy="0"/>
              </a:xfrm>
              <a:prstGeom prst="line">
                <a:avLst/>
              </a:prstGeom>
              <a:noFill/>
              <a:ln w="9525">
                <a:solidFill>
                  <a:schemeClr val="tx1"/>
                </a:solidFill>
                <a:round/>
                <a:headEnd type="triangle" w="med" len="lg"/>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03450" name="Group 88"/>
            <p:cNvGrpSpPr>
              <a:grpSpLocks/>
            </p:cNvGrpSpPr>
            <p:nvPr/>
          </p:nvGrpSpPr>
          <p:grpSpPr bwMode="auto">
            <a:xfrm>
              <a:off x="3111" y="2427"/>
              <a:ext cx="168" cy="168"/>
              <a:chOff x="2428" y="2416"/>
              <a:chExt cx="168" cy="168"/>
            </a:xfrm>
          </p:grpSpPr>
          <p:sp>
            <p:nvSpPr>
              <p:cNvPr id="103642" name="Oval 89"/>
              <p:cNvSpPr>
                <a:spLocks noChangeArrowheads="1"/>
              </p:cNvSpPr>
              <p:nvPr/>
            </p:nvSpPr>
            <p:spPr bwMode="auto">
              <a:xfrm>
                <a:off x="2428" y="2416"/>
                <a:ext cx="168" cy="16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643" name="Line 90"/>
              <p:cNvSpPr>
                <a:spLocks noChangeShapeType="1"/>
              </p:cNvSpPr>
              <p:nvPr/>
            </p:nvSpPr>
            <p:spPr bwMode="auto">
              <a:xfrm>
                <a:off x="2454" y="2421"/>
                <a:ext cx="48" cy="0"/>
              </a:xfrm>
              <a:prstGeom prst="line">
                <a:avLst/>
              </a:prstGeom>
              <a:noFill/>
              <a:ln w="9525">
                <a:solidFill>
                  <a:schemeClr val="tx1"/>
                </a:solidFill>
                <a:round/>
                <a:headEnd type="triangle" w="med" len="lg"/>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03451" name="Group 91"/>
            <p:cNvGrpSpPr>
              <a:grpSpLocks/>
            </p:cNvGrpSpPr>
            <p:nvPr/>
          </p:nvGrpSpPr>
          <p:grpSpPr bwMode="auto">
            <a:xfrm>
              <a:off x="3339" y="2436"/>
              <a:ext cx="168" cy="168"/>
              <a:chOff x="2428" y="2416"/>
              <a:chExt cx="168" cy="168"/>
            </a:xfrm>
          </p:grpSpPr>
          <p:sp>
            <p:nvSpPr>
              <p:cNvPr id="103640" name="Oval 92"/>
              <p:cNvSpPr>
                <a:spLocks noChangeArrowheads="1"/>
              </p:cNvSpPr>
              <p:nvPr/>
            </p:nvSpPr>
            <p:spPr bwMode="auto">
              <a:xfrm>
                <a:off x="2428" y="2416"/>
                <a:ext cx="168" cy="16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641" name="Line 93"/>
              <p:cNvSpPr>
                <a:spLocks noChangeShapeType="1"/>
              </p:cNvSpPr>
              <p:nvPr/>
            </p:nvSpPr>
            <p:spPr bwMode="auto">
              <a:xfrm>
                <a:off x="2454" y="2421"/>
                <a:ext cx="48" cy="0"/>
              </a:xfrm>
              <a:prstGeom prst="line">
                <a:avLst/>
              </a:prstGeom>
              <a:noFill/>
              <a:ln w="9525">
                <a:solidFill>
                  <a:schemeClr val="tx1"/>
                </a:solidFill>
                <a:round/>
                <a:headEnd type="triangle" w="med" len="lg"/>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03452" name="Group 94"/>
            <p:cNvGrpSpPr>
              <a:grpSpLocks/>
            </p:cNvGrpSpPr>
            <p:nvPr/>
          </p:nvGrpSpPr>
          <p:grpSpPr bwMode="auto">
            <a:xfrm>
              <a:off x="3564" y="2436"/>
              <a:ext cx="168" cy="168"/>
              <a:chOff x="2428" y="2416"/>
              <a:chExt cx="168" cy="168"/>
            </a:xfrm>
          </p:grpSpPr>
          <p:sp>
            <p:nvSpPr>
              <p:cNvPr id="103638" name="Oval 95"/>
              <p:cNvSpPr>
                <a:spLocks noChangeArrowheads="1"/>
              </p:cNvSpPr>
              <p:nvPr/>
            </p:nvSpPr>
            <p:spPr bwMode="auto">
              <a:xfrm>
                <a:off x="2428" y="2416"/>
                <a:ext cx="168" cy="16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639" name="Line 96"/>
              <p:cNvSpPr>
                <a:spLocks noChangeShapeType="1"/>
              </p:cNvSpPr>
              <p:nvPr/>
            </p:nvSpPr>
            <p:spPr bwMode="auto">
              <a:xfrm>
                <a:off x="2454" y="2421"/>
                <a:ext cx="48" cy="0"/>
              </a:xfrm>
              <a:prstGeom prst="line">
                <a:avLst/>
              </a:prstGeom>
              <a:noFill/>
              <a:ln w="9525">
                <a:solidFill>
                  <a:schemeClr val="tx1"/>
                </a:solidFill>
                <a:round/>
                <a:headEnd type="triangle" w="med" len="lg"/>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03453" name="Group 97"/>
            <p:cNvGrpSpPr>
              <a:grpSpLocks/>
            </p:cNvGrpSpPr>
            <p:nvPr/>
          </p:nvGrpSpPr>
          <p:grpSpPr bwMode="auto">
            <a:xfrm>
              <a:off x="3789" y="2445"/>
              <a:ext cx="168" cy="168"/>
              <a:chOff x="2428" y="2416"/>
              <a:chExt cx="168" cy="168"/>
            </a:xfrm>
          </p:grpSpPr>
          <p:sp>
            <p:nvSpPr>
              <p:cNvPr id="103636" name="Oval 98"/>
              <p:cNvSpPr>
                <a:spLocks noChangeArrowheads="1"/>
              </p:cNvSpPr>
              <p:nvPr/>
            </p:nvSpPr>
            <p:spPr bwMode="auto">
              <a:xfrm>
                <a:off x="2428" y="2416"/>
                <a:ext cx="168" cy="16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637" name="Line 99"/>
              <p:cNvSpPr>
                <a:spLocks noChangeShapeType="1"/>
              </p:cNvSpPr>
              <p:nvPr/>
            </p:nvSpPr>
            <p:spPr bwMode="auto">
              <a:xfrm>
                <a:off x="2454" y="2421"/>
                <a:ext cx="48" cy="0"/>
              </a:xfrm>
              <a:prstGeom prst="line">
                <a:avLst/>
              </a:prstGeom>
              <a:noFill/>
              <a:ln w="9525">
                <a:solidFill>
                  <a:schemeClr val="tx1"/>
                </a:solidFill>
                <a:round/>
                <a:headEnd type="triangle" w="med" len="lg"/>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03454" name="Group 100"/>
            <p:cNvGrpSpPr>
              <a:grpSpLocks/>
            </p:cNvGrpSpPr>
            <p:nvPr/>
          </p:nvGrpSpPr>
          <p:grpSpPr bwMode="auto">
            <a:xfrm>
              <a:off x="4017" y="2448"/>
              <a:ext cx="168" cy="168"/>
              <a:chOff x="2428" y="2416"/>
              <a:chExt cx="168" cy="168"/>
            </a:xfrm>
          </p:grpSpPr>
          <p:sp>
            <p:nvSpPr>
              <p:cNvPr id="103634" name="Oval 101"/>
              <p:cNvSpPr>
                <a:spLocks noChangeArrowheads="1"/>
              </p:cNvSpPr>
              <p:nvPr/>
            </p:nvSpPr>
            <p:spPr bwMode="auto">
              <a:xfrm>
                <a:off x="2428" y="2416"/>
                <a:ext cx="168" cy="16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635" name="Line 102"/>
              <p:cNvSpPr>
                <a:spLocks noChangeShapeType="1"/>
              </p:cNvSpPr>
              <p:nvPr/>
            </p:nvSpPr>
            <p:spPr bwMode="auto">
              <a:xfrm>
                <a:off x="2454" y="2421"/>
                <a:ext cx="48" cy="0"/>
              </a:xfrm>
              <a:prstGeom prst="line">
                <a:avLst/>
              </a:prstGeom>
              <a:noFill/>
              <a:ln w="9525">
                <a:solidFill>
                  <a:schemeClr val="tx1"/>
                </a:solidFill>
                <a:round/>
                <a:headEnd type="triangle" w="med" len="lg"/>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03455" name="Oval 103"/>
            <p:cNvSpPr>
              <a:spLocks noChangeArrowheads="1"/>
            </p:cNvSpPr>
            <p:nvPr/>
          </p:nvSpPr>
          <p:spPr bwMode="auto">
            <a:xfrm>
              <a:off x="2064" y="2292"/>
              <a:ext cx="2352" cy="38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456" name="Oval 104"/>
            <p:cNvSpPr>
              <a:spLocks noChangeArrowheads="1"/>
            </p:cNvSpPr>
            <p:nvPr/>
          </p:nvSpPr>
          <p:spPr bwMode="auto">
            <a:xfrm>
              <a:off x="1728" y="2100"/>
              <a:ext cx="3024" cy="62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457" name="Oval 105"/>
            <p:cNvSpPr>
              <a:spLocks noChangeArrowheads="1"/>
            </p:cNvSpPr>
            <p:nvPr/>
          </p:nvSpPr>
          <p:spPr bwMode="auto">
            <a:xfrm>
              <a:off x="2136" y="3036"/>
              <a:ext cx="2352" cy="38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458" name="Oval 106"/>
            <p:cNvSpPr>
              <a:spLocks noChangeArrowheads="1"/>
            </p:cNvSpPr>
            <p:nvPr/>
          </p:nvSpPr>
          <p:spPr bwMode="auto">
            <a:xfrm>
              <a:off x="1764" y="2976"/>
              <a:ext cx="3024" cy="62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103459" name="Group 107"/>
            <p:cNvGrpSpPr>
              <a:grpSpLocks/>
            </p:cNvGrpSpPr>
            <p:nvPr/>
          </p:nvGrpSpPr>
          <p:grpSpPr bwMode="auto">
            <a:xfrm>
              <a:off x="2094" y="2448"/>
              <a:ext cx="2418" cy="906"/>
              <a:chOff x="948" y="3414"/>
              <a:chExt cx="2418" cy="906"/>
            </a:xfrm>
          </p:grpSpPr>
          <p:grpSp>
            <p:nvGrpSpPr>
              <p:cNvPr id="103545" name="Group 108"/>
              <p:cNvGrpSpPr>
                <a:grpSpLocks/>
              </p:cNvGrpSpPr>
              <p:nvPr/>
            </p:nvGrpSpPr>
            <p:grpSpPr bwMode="auto">
              <a:xfrm>
                <a:off x="948" y="3414"/>
                <a:ext cx="828" cy="862"/>
                <a:chOff x="948" y="2781"/>
                <a:chExt cx="828" cy="862"/>
              </a:xfrm>
            </p:grpSpPr>
            <p:sp>
              <p:nvSpPr>
                <p:cNvPr id="103632" name="AutoShape 109"/>
                <p:cNvSpPr>
                  <a:spLocks noChangeArrowheads="1"/>
                </p:cNvSpPr>
                <p:nvPr/>
              </p:nvSpPr>
              <p:spPr bwMode="auto">
                <a:xfrm rot="4884146" flipH="1">
                  <a:off x="854" y="2875"/>
                  <a:ext cx="859" cy="67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151 w 21600"/>
                    <a:gd name="T13" fmla="*/ 0 h 21600"/>
                    <a:gd name="T14" fmla="*/ 21449 w 21600"/>
                    <a:gd name="T15" fmla="*/ 9193 h 21600"/>
                  </a:gdLst>
                  <a:ahLst/>
                  <a:cxnLst>
                    <a:cxn ang="T8">
                      <a:pos x="T0" y="T1"/>
                    </a:cxn>
                    <a:cxn ang="T9">
                      <a:pos x="T2" y="T3"/>
                    </a:cxn>
                    <a:cxn ang="T10">
                      <a:pos x="T4" y="T5"/>
                    </a:cxn>
                    <a:cxn ang="T11">
                      <a:pos x="T6" y="T7"/>
                    </a:cxn>
                  </a:cxnLst>
                  <a:rect l="T12" t="T13" r="T14" b="T15"/>
                  <a:pathLst>
                    <a:path w="21600" h="21600">
                      <a:moveTo>
                        <a:pt x="1845" y="6849"/>
                      </a:moveTo>
                      <a:cubicBezTo>
                        <a:pt x="3410" y="3301"/>
                        <a:pt x="6922" y="1012"/>
                        <a:pt x="10800" y="1013"/>
                      </a:cubicBezTo>
                      <a:cubicBezTo>
                        <a:pt x="14677" y="1013"/>
                        <a:pt x="18189" y="3301"/>
                        <a:pt x="19754" y="6849"/>
                      </a:cubicBezTo>
                      <a:lnTo>
                        <a:pt x="20681" y="6440"/>
                      </a:lnTo>
                      <a:cubicBezTo>
                        <a:pt x="18953" y="2525"/>
                        <a:pt x="15078" y="-1"/>
                        <a:pt x="10799" y="0"/>
                      </a:cubicBezTo>
                      <a:cubicBezTo>
                        <a:pt x="6521" y="0"/>
                        <a:pt x="2646" y="2525"/>
                        <a:pt x="918" y="6440"/>
                      </a:cubicBezTo>
                      <a:lnTo>
                        <a:pt x="1845" y="6849"/>
                      </a:lnTo>
                      <a:close/>
                    </a:path>
                  </a:pathLst>
                </a:custGeom>
                <a:solidFill>
                  <a:srgbClr val="33CCFF"/>
                </a:solidFill>
                <a:ln w="9525">
                  <a:solidFill>
                    <a:schemeClr val="tx1"/>
                  </a:solidFill>
                  <a:miter lim="800000"/>
                  <a:headEnd/>
                  <a:tailEnd/>
                </a:ln>
              </p:spPr>
              <p:txBody>
                <a:bodyPr wrap="none" anchor="ctr"/>
                <a:lstStyle/>
                <a:p>
                  <a:endParaRPr lang="zh-CN" altLang="en-US"/>
                </a:p>
              </p:txBody>
            </p:sp>
            <p:sp>
              <p:nvSpPr>
                <p:cNvPr id="103633" name="AutoShape 110"/>
                <p:cNvSpPr>
                  <a:spLocks noChangeArrowheads="1"/>
                </p:cNvSpPr>
                <p:nvPr/>
              </p:nvSpPr>
              <p:spPr bwMode="auto">
                <a:xfrm rot="-4884146">
                  <a:off x="1010" y="2878"/>
                  <a:ext cx="859" cy="67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151 w 21600"/>
                    <a:gd name="T13" fmla="*/ 0 h 21600"/>
                    <a:gd name="T14" fmla="*/ 21449 w 21600"/>
                    <a:gd name="T15" fmla="*/ 9193 h 21600"/>
                  </a:gdLst>
                  <a:ahLst/>
                  <a:cxnLst>
                    <a:cxn ang="T8">
                      <a:pos x="T0" y="T1"/>
                    </a:cxn>
                    <a:cxn ang="T9">
                      <a:pos x="T2" y="T3"/>
                    </a:cxn>
                    <a:cxn ang="T10">
                      <a:pos x="T4" y="T5"/>
                    </a:cxn>
                    <a:cxn ang="T11">
                      <a:pos x="T6" y="T7"/>
                    </a:cxn>
                  </a:cxnLst>
                  <a:rect l="T12" t="T13" r="T14" b="T15"/>
                  <a:pathLst>
                    <a:path w="21600" h="21600">
                      <a:moveTo>
                        <a:pt x="1845" y="6849"/>
                      </a:moveTo>
                      <a:cubicBezTo>
                        <a:pt x="3410" y="3301"/>
                        <a:pt x="6922" y="1012"/>
                        <a:pt x="10800" y="1013"/>
                      </a:cubicBezTo>
                      <a:cubicBezTo>
                        <a:pt x="14677" y="1013"/>
                        <a:pt x="18189" y="3301"/>
                        <a:pt x="19754" y="6849"/>
                      </a:cubicBezTo>
                      <a:lnTo>
                        <a:pt x="20681" y="6440"/>
                      </a:lnTo>
                      <a:cubicBezTo>
                        <a:pt x="18953" y="2525"/>
                        <a:pt x="15078" y="-1"/>
                        <a:pt x="10799" y="0"/>
                      </a:cubicBezTo>
                      <a:cubicBezTo>
                        <a:pt x="6521" y="0"/>
                        <a:pt x="2646" y="2525"/>
                        <a:pt x="918" y="6440"/>
                      </a:cubicBezTo>
                      <a:lnTo>
                        <a:pt x="1845" y="6849"/>
                      </a:lnTo>
                      <a:close/>
                    </a:path>
                  </a:pathLst>
                </a:custGeom>
                <a:solidFill>
                  <a:srgbClr val="33CCFF"/>
                </a:solidFill>
                <a:ln w="9525">
                  <a:solidFill>
                    <a:schemeClr val="tx1"/>
                  </a:solidFill>
                  <a:miter lim="800000"/>
                  <a:headEnd/>
                  <a:tailEnd/>
                </a:ln>
              </p:spPr>
              <p:txBody>
                <a:bodyPr wrap="none" anchor="ctr"/>
                <a:lstStyle/>
                <a:p>
                  <a:endParaRPr lang="zh-CN" altLang="en-US"/>
                </a:p>
              </p:txBody>
            </p:sp>
          </p:grpSp>
          <p:grpSp>
            <p:nvGrpSpPr>
              <p:cNvPr id="103546" name="Group 111"/>
              <p:cNvGrpSpPr>
                <a:grpSpLocks/>
              </p:cNvGrpSpPr>
              <p:nvPr/>
            </p:nvGrpSpPr>
            <p:grpSpPr bwMode="auto">
              <a:xfrm>
                <a:off x="1170" y="3420"/>
                <a:ext cx="828" cy="861"/>
                <a:chOff x="1170" y="2787"/>
                <a:chExt cx="828" cy="861"/>
              </a:xfrm>
            </p:grpSpPr>
            <p:sp>
              <p:nvSpPr>
                <p:cNvPr id="103619" name="Oval 112"/>
                <p:cNvSpPr>
                  <a:spLocks noChangeArrowheads="1"/>
                </p:cNvSpPr>
                <p:nvPr/>
              </p:nvSpPr>
              <p:spPr bwMode="auto">
                <a:xfrm>
                  <a:off x="1344" y="2805"/>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620" name="Oval 113"/>
                <p:cNvSpPr>
                  <a:spLocks noChangeArrowheads="1"/>
                </p:cNvSpPr>
                <p:nvPr/>
              </p:nvSpPr>
              <p:spPr bwMode="auto">
                <a:xfrm>
                  <a:off x="1361" y="2820"/>
                  <a:ext cx="14" cy="14"/>
                </a:xfrm>
                <a:prstGeom prst="ellipse">
                  <a:avLst/>
                </a:prstGeom>
                <a:solidFill>
                  <a:srgbClr val="FF3300"/>
                </a:solidFill>
                <a:ln w="9525">
                  <a:solidFill>
                    <a:srgbClr val="FF33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103621" name="Group 114"/>
                <p:cNvGrpSpPr>
                  <a:grpSpLocks/>
                </p:cNvGrpSpPr>
                <p:nvPr/>
              </p:nvGrpSpPr>
              <p:grpSpPr bwMode="auto">
                <a:xfrm>
                  <a:off x="1170" y="2787"/>
                  <a:ext cx="828" cy="861"/>
                  <a:chOff x="1542" y="2592"/>
                  <a:chExt cx="828" cy="861"/>
                </a:xfrm>
              </p:grpSpPr>
              <p:sp>
                <p:nvSpPr>
                  <p:cNvPr id="103626" name="AutoShape 115"/>
                  <p:cNvSpPr>
                    <a:spLocks noChangeArrowheads="1"/>
                  </p:cNvSpPr>
                  <p:nvPr/>
                </p:nvSpPr>
                <p:spPr bwMode="auto">
                  <a:xfrm rot="4884146" flipH="1">
                    <a:off x="1448" y="2688"/>
                    <a:ext cx="859" cy="67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151 w 21600"/>
                      <a:gd name="T13" fmla="*/ 0 h 21600"/>
                      <a:gd name="T14" fmla="*/ 21449 w 21600"/>
                      <a:gd name="T15" fmla="*/ 9193 h 21600"/>
                    </a:gdLst>
                    <a:ahLst/>
                    <a:cxnLst>
                      <a:cxn ang="T8">
                        <a:pos x="T0" y="T1"/>
                      </a:cxn>
                      <a:cxn ang="T9">
                        <a:pos x="T2" y="T3"/>
                      </a:cxn>
                      <a:cxn ang="T10">
                        <a:pos x="T4" y="T5"/>
                      </a:cxn>
                      <a:cxn ang="T11">
                        <a:pos x="T6" y="T7"/>
                      </a:cxn>
                    </a:cxnLst>
                    <a:rect l="T12" t="T13" r="T14" b="T15"/>
                    <a:pathLst>
                      <a:path w="21600" h="21600">
                        <a:moveTo>
                          <a:pt x="1845" y="6849"/>
                        </a:moveTo>
                        <a:cubicBezTo>
                          <a:pt x="3410" y="3301"/>
                          <a:pt x="6922" y="1012"/>
                          <a:pt x="10800" y="1013"/>
                        </a:cubicBezTo>
                        <a:cubicBezTo>
                          <a:pt x="14677" y="1013"/>
                          <a:pt x="18189" y="3301"/>
                          <a:pt x="19754" y="6849"/>
                        </a:cubicBezTo>
                        <a:lnTo>
                          <a:pt x="20681" y="6440"/>
                        </a:lnTo>
                        <a:cubicBezTo>
                          <a:pt x="18953" y="2525"/>
                          <a:pt x="15078" y="-1"/>
                          <a:pt x="10799" y="0"/>
                        </a:cubicBezTo>
                        <a:cubicBezTo>
                          <a:pt x="6521" y="0"/>
                          <a:pt x="2646" y="2525"/>
                          <a:pt x="918" y="6440"/>
                        </a:cubicBezTo>
                        <a:lnTo>
                          <a:pt x="1845" y="6849"/>
                        </a:lnTo>
                        <a:close/>
                      </a:path>
                    </a:pathLst>
                  </a:custGeom>
                  <a:solidFill>
                    <a:srgbClr val="33CCFF"/>
                  </a:solidFill>
                  <a:ln w="9525">
                    <a:solidFill>
                      <a:schemeClr val="tx1"/>
                    </a:solidFill>
                    <a:miter lim="800000"/>
                    <a:headEnd/>
                    <a:tailEnd/>
                  </a:ln>
                </p:spPr>
                <p:txBody>
                  <a:bodyPr wrap="none" anchor="ctr"/>
                  <a:lstStyle/>
                  <a:p>
                    <a:endParaRPr lang="zh-CN" altLang="en-US"/>
                  </a:p>
                </p:txBody>
              </p:sp>
              <p:grpSp>
                <p:nvGrpSpPr>
                  <p:cNvPr id="103627" name="Group 116"/>
                  <p:cNvGrpSpPr>
                    <a:grpSpLocks/>
                  </p:cNvGrpSpPr>
                  <p:nvPr/>
                </p:nvGrpSpPr>
                <p:grpSpPr bwMode="auto">
                  <a:xfrm>
                    <a:off x="1698" y="2592"/>
                    <a:ext cx="672" cy="859"/>
                    <a:chOff x="1698" y="2597"/>
                    <a:chExt cx="672" cy="859"/>
                  </a:xfrm>
                </p:grpSpPr>
                <p:sp>
                  <p:nvSpPr>
                    <p:cNvPr id="103628" name="AutoShape 117"/>
                    <p:cNvSpPr>
                      <a:spLocks noChangeArrowheads="1"/>
                    </p:cNvSpPr>
                    <p:nvPr/>
                  </p:nvSpPr>
                  <p:spPr bwMode="auto">
                    <a:xfrm rot="-4884146">
                      <a:off x="1604" y="2691"/>
                      <a:ext cx="859" cy="67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151 w 21600"/>
                        <a:gd name="T13" fmla="*/ 0 h 21600"/>
                        <a:gd name="T14" fmla="*/ 21449 w 21600"/>
                        <a:gd name="T15" fmla="*/ 9193 h 21600"/>
                      </a:gdLst>
                      <a:ahLst/>
                      <a:cxnLst>
                        <a:cxn ang="T8">
                          <a:pos x="T0" y="T1"/>
                        </a:cxn>
                        <a:cxn ang="T9">
                          <a:pos x="T2" y="T3"/>
                        </a:cxn>
                        <a:cxn ang="T10">
                          <a:pos x="T4" y="T5"/>
                        </a:cxn>
                        <a:cxn ang="T11">
                          <a:pos x="T6" y="T7"/>
                        </a:cxn>
                      </a:cxnLst>
                      <a:rect l="T12" t="T13" r="T14" b="T15"/>
                      <a:pathLst>
                        <a:path w="21600" h="21600">
                          <a:moveTo>
                            <a:pt x="1845" y="6849"/>
                          </a:moveTo>
                          <a:cubicBezTo>
                            <a:pt x="3410" y="3301"/>
                            <a:pt x="6922" y="1012"/>
                            <a:pt x="10800" y="1013"/>
                          </a:cubicBezTo>
                          <a:cubicBezTo>
                            <a:pt x="14677" y="1013"/>
                            <a:pt x="18189" y="3301"/>
                            <a:pt x="19754" y="6849"/>
                          </a:cubicBezTo>
                          <a:lnTo>
                            <a:pt x="20681" y="6440"/>
                          </a:lnTo>
                          <a:cubicBezTo>
                            <a:pt x="18953" y="2525"/>
                            <a:pt x="15078" y="-1"/>
                            <a:pt x="10799" y="0"/>
                          </a:cubicBezTo>
                          <a:cubicBezTo>
                            <a:pt x="6521" y="0"/>
                            <a:pt x="2646" y="2525"/>
                            <a:pt x="918" y="6440"/>
                          </a:cubicBezTo>
                          <a:lnTo>
                            <a:pt x="1845" y="6849"/>
                          </a:lnTo>
                          <a:close/>
                        </a:path>
                      </a:pathLst>
                    </a:custGeom>
                    <a:solidFill>
                      <a:srgbClr val="33CCFF"/>
                    </a:solidFill>
                    <a:ln w="9525">
                      <a:solidFill>
                        <a:schemeClr val="tx1"/>
                      </a:solidFill>
                      <a:miter lim="800000"/>
                      <a:headEnd/>
                      <a:tailEnd/>
                    </a:ln>
                  </p:spPr>
                  <p:txBody>
                    <a:bodyPr wrap="none" anchor="ctr"/>
                    <a:lstStyle/>
                    <a:p>
                      <a:endParaRPr lang="zh-CN" altLang="en-US"/>
                    </a:p>
                  </p:txBody>
                </p:sp>
                <p:grpSp>
                  <p:nvGrpSpPr>
                    <p:cNvPr id="103629" name="Group 118"/>
                    <p:cNvGrpSpPr>
                      <a:grpSpLocks/>
                    </p:cNvGrpSpPr>
                    <p:nvPr/>
                  </p:nvGrpSpPr>
                  <p:grpSpPr bwMode="auto">
                    <a:xfrm>
                      <a:off x="1938" y="2619"/>
                      <a:ext cx="48" cy="48"/>
                      <a:chOff x="1938" y="2517"/>
                      <a:chExt cx="48" cy="48"/>
                    </a:xfrm>
                  </p:grpSpPr>
                  <p:sp>
                    <p:nvSpPr>
                      <p:cNvPr id="103630" name="Oval 119"/>
                      <p:cNvSpPr>
                        <a:spLocks noChangeArrowheads="1"/>
                      </p:cNvSpPr>
                      <p:nvPr/>
                    </p:nvSpPr>
                    <p:spPr bwMode="auto">
                      <a:xfrm>
                        <a:off x="1938" y="2517"/>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631" name="Oval 120"/>
                      <p:cNvSpPr>
                        <a:spLocks noChangeArrowheads="1"/>
                      </p:cNvSpPr>
                      <p:nvPr/>
                    </p:nvSpPr>
                    <p:spPr bwMode="auto">
                      <a:xfrm>
                        <a:off x="1955" y="2535"/>
                        <a:ext cx="14" cy="14"/>
                      </a:xfrm>
                      <a:prstGeom prst="ellipse">
                        <a:avLst/>
                      </a:prstGeom>
                      <a:solidFill>
                        <a:srgbClr val="FF3300"/>
                      </a:solidFill>
                      <a:ln w="9525">
                        <a:solidFill>
                          <a:srgbClr val="FF33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grpSp>
            <p:grpSp>
              <p:nvGrpSpPr>
                <p:cNvPr id="103622" name="Group 121"/>
                <p:cNvGrpSpPr>
                  <a:grpSpLocks/>
                </p:cNvGrpSpPr>
                <p:nvPr/>
              </p:nvGrpSpPr>
              <p:grpSpPr bwMode="auto">
                <a:xfrm>
                  <a:off x="1452" y="3525"/>
                  <a:ext cx="48" cy="48"/>
                  <a:chOff x="3036" y="3117"/>
                  <a:chExt cx="48" cy="48"/>
                </a:xfrm>
              </p:grpSpPr>
              <p:sp>
                <p:nvSpPr>
                  <p:cNvPr id="103623" name="Oval 122"/>
                  <p:cNvSpPr>
                    <a:spLocks noChangeArrowheads="1"/>
                  </p:cNvSpPr>
                  <p:nvPr/>
                </p:nvSpPr>
                <p:spPr bwMode="auto">
                  <a:xfrm>
                    <a:off x="3036" y="3117"/>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624" name="Line 123"/>
                  <p:cNvSpPr>
                    <a:spLocks noChangeShapeType="1"/>
                  </p:cNvSpPr>
                  <p:nvPr/>
                </p:nvSpPr>
                <p:spPr bwMode="auto">
                  <a:xfrm flipH="1">
                    <a:off x="3045" y="3123"/>
                    <a:ext cx="32" cy="32"/>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625" name="Line 124"/>
                  <p:cNvSpPr>
                    <a:spLocks noChangeShapeType="1"/>
                  </p:cNvSpPr>
                  <p:nvPr/>
                </p:nvSpPr>
                <p:spPr bwMode="auto">
                  <a:xfrm>
                    <a:off x="3045" y="3123"/>
                    <a:ext cx="29" cy="29"/>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103547" name="Group 125"/>
              <p:cNvGrpSpPr>
                <a:grpSpLocks/>
              </p:cNvGrpSpPr>
              <p:nvPr/>
            </p:nvGrpSpPr>
            <p:grpSpPr bwMode="auto">
              <a:xfrm>
                <a:off x="1392" y="3429"/>
                <a:ext cx="828" cy="861"/>
                <a:chOff x="1908" y="2883"/>
                <a:chExt cx="828" cy="861"/>
              </a:xfrm>
            </p:grpSpPr>
            <p:grpSp>
              <p:nvGrpSpPr>
                <p:cNvPr id="103608" name="Group 126"/>
                <p:cNvGrpSpPr>
                  <a:grpSpLocks/>
                </p:cNvGrpSpPr>
                <p:nvPr/>
              </p:nvGrpSpPr>
              <p:grpSpPr bwMode="auto">
                <a:xfrm>
                  <a:off x="1908" y="2883"/>
                  <a:ext cx="828" cy="861"/>
                  <a:chOff x="1542" y="2592"/>
                  <a:chExt cx="828" cy="861"/>
                </a:xfrm>
              </p:grpSpPr>
              <p:sp>
                <p:nvSpPr>
                  <p:cNvPr id="103613" name="AutoShape 127"/>
                  <p:cNvSpPr>
                    <a:spLocks noChangeArrowheads="1"/>
                  </p:cNvSpPr>
                  <p:nvPr/>
                </p:nvSpPr>
                <p:spPr bwMode="auto">
                  <a:xfrm rot="4884146" flipH="1">
                    <a:off x="1448" y="2688"/>
                    <a:ext cx="859" cy="67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151 w 21600"/>
                      <a:gd name="T13" fmla="*/ 0 h 21600"/>
                      <a:gd name="T14" fmla="*/ 21449 w 21600"/>
                      <a:gd name="T15" fmla="*/ 9193 h 21600"/>
                    </a:gdLst>
                    <a:ahLst/>
                    <a:cxnLst>
                      <a:cxn ang="T8">
                        <a:pos x="T0" y="T1"/>
                      </a:cxn>
                      <a:cxn ang="T9">
                        <a:pos x="T2" y="T3"/>
                      </a:cxn>
                      <a:cxn ang="T10">
                        <a:pos x="T4" y="T5"/>
                      </a:cxn>
                      <a:cxn ang="T11">
                        <a:pos x="T6" y="T7"/>
                      </a:cxn>
                    </a:cxnLst>
                    <a:rect l="T12" t="T13" r="T14" b="T15"/>
                    <a:pathLst>
                      <a:path w="21600" h="21600">
                        <a:moveTo>
                          <a:pt x="1845" y="6849"/>
                        </a:moveTo>
                        <a:cubicBezTo>
                          <a:pt x="3410" y="3301"/>
                          <a:pt x="6922" y="1012"/>
                          <a:pt x="10800" y="1013"/>
                        </a:cubicBezTo>
                        <a:cubicBezTo>
                          <a:pt x="14677" y="1013"/>
                          <a:pt x="18189" y="3301"/>
                          <a:pt x="19754" y="6849"/>
                        </a:cubicBezTo>
                        <a:lnTo>
                          <a:pt x="20681" y="6440"/>
                        </a:lnTo>
                        <a:cubicBezTo>
                          <a:pt x="18953" y="2525"/>
                          <a:pt x="15078" y="-1"/>
                          <a:pt x="10799" y="0"/>
                        </a:cubicBezTo>
                        <a:cubicBezTo>
                          <a:pt x="6521" y="0"/>
                          <a:pt x="2646" y="2525"/>
                          <a:pt x="918" y="6440"/>
                        </a:cubicBezTo>
                        <a:lnTo>
                          <a:pt x="1845" y="6849"/>
                        </a:lnTo>
                        <a:close/>
                      </a:path>
                    </a:pathLst>
                  </a:custGeom>
                  <a:solidFill>
                    <a:srgbClr val="33CCFF"/>
                  </a:solidFill>
                  <a:ln w="9525">
                    <a:solidFill>
                      <a:schemeClr val="tx1"/>
                    </a:solidFill>
                    <a:miter lim="800000"/>
                    <a:headEnd/>
                    <a:tailEnd/>
                  </a:ln>
                </p:spPr>
                <p:txBody>
                  <a:bodyPr wrap="none" anchor="ctr"/>
                  <a:lstStyle/>
                  <a:p>
                    <a:endParaRPr lang="zh-CN" altLang="en-US"/>
                  </a:p>
                </p:txBody>
              </p:sp>
              <p:grpSp>
                <p:nvGrpSpPr>
                  <p:cNvPr id="103614" name="Group 128"/>
                  <p:cNvGrpSpPr>
                    <a:grpSpLocks/>
                  </p:cNvGrpSpPr>
                  <p:nvPr/>
                </p:nvGrpSpPr>
                <p:grpSpPr bwMode="auto">
                  <a:xfrm>
                    <a:off x="1698" y="2592"/>
                    <a:ext cx="672" cy="859"/>
                    <a:chOff x="1698" y="2597"/>
                    <a:chExt cx="672" cy="859"/>
                  </a:xfrm>
                </p:grpSpPr>
                <p:sp>
                  <p:nvSpPr>
                    <p:cNvPr id="103615" name="AutoShape 129"/>
                    <p:cNvSpPr>
                      <a:spLocks noChangeArrowheads="1"/>
                    </p:cNvSpPr>
                    <p:nvPr/>
                  </p:nvSpPr>
                  <p:spPr bwMode="auto">
                    <a:xfrm rot="-4884146">
                      <a:off x="1604" y="2691"/>
                      <a:ext cx="859" cy="67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151 w 21600"/>
                        <a:gd name="T13" fmla="*/ 0 h 21600"/>
                        <a:gd name="T14" fmla="*/ 21449 w 21600"/>
                        <a:gd name="T15" fmla="*/ 9193 h 21600"/>
                      </a:gdLst>
                      <a:ahLst/>
                      <a:cxnLst>
                        <a:cxn ang="T8">
                          <a:pos x="T0" y="T1"/>
                        </a:cxn>
                        <a:cxn ang="T9">
                          <a:pos x="T2" y="T3"/>
                        </a:cxn>
                        <a:cxn ang="T10">
                          <a:pos x="T4" y="T5"/>
                        </a:cxn>
                        <a:cxn ang="T11">
                          <a:pos x="T6" y="T7"/>
                        </a:cxn>
                      </a:cxnLst>
                      <a:rect l="T12" t="T13" r="T14" b="T15"/>
                      <a:pathLst>
                        <a:path w="21600" h="21600">
                          <a:moveTo>
                            <a:pt x="1845" y="6849"/>
                          </a:moveTo>
                          <a:cubicBezTo>
                            <a:pt x="3410" y="3301"/>
                            <a:pt x="6922" y="1012"/>
                            <a:pt x="10800" y="1013"/>
                          </a:cubicBezTo>
                          <a:cubicBezTo>
                            <a:pt x="14677" y="1013"/>
                            <a:pt x="18189" y="3301"/>
                            <a:pt x="19754" y="6849"/>
                          </a:cubicBezTo>
                          <a:lnTo>
                            <a:pt x="20681" y="6440"/>
                          </a:lnTo>
                          <a:cubicBezTo>
                            <a:pt x="18953" y="2525"/>
                            <a:pt x="15078" y="-1"/>
                            <a:pt x="10799" y="0"/>
                          </a:cubicBezTo>
                          <a:cubicBezTo>
                            <a:pt x="6521" y="0"/>
                            <a:pt x="2646" y="2525"/>
                            <a:pt x="918" y="6440"/>
                          </a:cubicBezTo>
                          <a:lnTo>
                            <a:pt x="1845" y="6849"/>
                          </a:lnTo>
                          <a:close/>
                        </a:path>
                      </a:pathLst>
                    </a:custGeom>
                    <a:solidFill>
                      <a:srgbClr val="33CCFF"/>
                    </a:solidFill>
                    <a:ln w="9525">
                      <a:solidFill>
                        <a:schemeClr val="tx1"/>
                      </a:solidFill>
                      <a:miter lim="800000"/>
                      <a:headEnd/>
                      <a:tailEnd/>
                    </a:ln>
                  </p:spPr>
                  <p:txBody>
                    <a:bodyPr wrap="none" anchor="ctr"/>
                    <a:lstStyle/>
                    <a:p>
                      <a:endParaRPr lang="zh-CN" altLang="en-US"/>
                    </a:p>
                  </p:txBody>
                </p:sp>
                <p:grpSp>
                  <p:nvGrpSpPr>
                    <p:cNvPr id="103616" name="Group 130"/>
                    <p:cNvGrpSpPr>
                      <a:grpSpLocks/>
                    </p:cNvGrpSpPr>
                    <p:nvPr/>
                  </p:nvGrpSpPr>
                  <p:grpSpPr bwMode="auto">
                    <a:xfrm>
                      <a:off x="1938" y="2619"/>
                      <a:ext cx="48" cy="48"/>
                      <a:chOff x="1938" y="2517"/>
                      <a:chExt cx="48" cy="48"/>
                    </a:xfrm>
                  </p:grpSpPr>
                  <p:sp>
                    <p:nvSpPr>
                      <p:cNvPr id="103617" name="Oval 131"/>
                      <p:cNvSpPr>
                        <a:spLocks noChangeArrowheads="1"/>
                      </p:cNvSpPr>
                      <p:nvPr/>
                    </p:nvSpPr>
                    <p:spPr bwMode="auto">
                      <a:xfrm>
                        <a:off x="1938" y="2517"/>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618" name="Oval 132"/>
                      <p:cNvSpPr>
                        <a:spLocks noChangeArrowheads="1"/>
                      </p:cNvSpPr>
                      <p:nvPr/>
                    </p:nvSpPr>
                    <p:spPr bwMode="auto">
                      <a:xfrm>
                        <a:off x="1955" y="2535"/>
                        <a:ext cx="14" cy="14"/>
                      </a:xfrm>
                      <a:prstGeom prst="ellipse">
                        <a:avLst/>
                      </a:prstGeom>
                      <a:solidFill>
                        <a:srgbClr val="FF3300"/>
                      </a:solidFill>
                      <a:ln w="9525">
                        <a:solidFill>
                          <a:srgbClr val="FF33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grpSp>
            <p:grpSp>
              <p:nvGrpSpPr>
                <p:cNvPr id="103609" name="Group 133"/>
                <p:cNvGrpSpPr>
                  <a:grpSpLocks/>
                </p:cNvGrpSpPr>
                <p:nvPr/>
              </p:nvGrpSpPr>
              <p:grpSpPr bwMode="auto">
                <a:xfrm>
                  <a:off x="2190" y="3621"/>
                  <a:ext cx="48" cy="48"/>
                  <a:chOff x="3036" y="3117"/>
                  <a:chExt cx="48" cy="48"/>
                </a:xfrm>
              </p:grpSpPr>
              <p:sp>
                <p:nvSpPr>
                  <p:cNvPr id="103610" name="Oval 134"/>
                  <p:cNvSpPr>
                    <a:spLocks noChangeArrowheads="1"/>
                  </p:cNvSpPr>
                  <p:nvPr/>
                </p:nvSpPr>
                <p:spPr bwMode="auto">
                  <a:xfrm>
                    <a:off x="3036" y="3117"/>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611" name="Line 135"/>
                  <p:cNvSpPr>
                    <a:spLocks noChangeShapeType="1"/>
                  </p:cNvSpPr>
                  <p:nvPr/>
                </p:nvSpPr>
                <p:spPr bwMode="auto">
                  <a:xfrm flipH="1">
                    <a:off x="3045" y="3123"/>
                    <a:ext cx="32" cy="32"/>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612" name="Line 136"/>
                  <p:cNvSpPr>
                    <a:spLocks noChangeShapeType="1"/>
                  </p:cNvSpPr>
                  <p:nvPr/>
                </p:nvSpPr>
                <p:spPr bwMode="auto">
                  <a:xfrm>
                    <a:off x="3045" y="3123"/>
                    <a:ext cx="29" cy="29"/>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103548" name="Group 137"/>
              <p:cNvGrpSpPr>
                <a:grpSpLocks/>
              </p:cNvGrpSpPr>
              <p:nvPr/>
            </p:nvGrpSpPr>
            <p:grpSpPr bwMode="auto">
              <a:xfrm>
                <a:off x="1632" y="3429"/>
                <a:ext cx="828" cy="861"/>
                <a:chOff x="1908" y="2883"/>
                <a:chExt cx="828" cy="861"/>
              </a:xfrm>
            </p:grpSpPr>
            <p:grpSp>
              <p:nvGrpSpPr>
                <p:cNvPr id="103597" name="Group 138"/>
                <p:cNvGrpSpPr>
                  <a:grpSpLocks/>
                </p:cNvGrpSpPr>
                <p:nvPr/>
              </p:nvGrpSpPr>
              <p:grpSpPr bwMode="auto">
                <a:xfrm>
                  <a:off x="1908" y="2883"/>
                  <a:ext cx="828" cy="861"/>
                  <a:chOff x="1542" y="2592"/>
                  <a:chExt cx="828" cy="861"/>
                </a:xfrm>
              </p:grpSpPr>
              <p:sp>
                <p:nvSpPr>
                  <p:cNvPr id="103602" name="AutoShape 139"/>
                  <p:cNvSpPr>
                    <a:spLocks noChangeArrowheads="1"/>
                  </p:cNvSpPr>
                  <p:nvPr/>
                </p:nvSpPr>
                <p:spPr bwMode="auto">
                  <a:xfrm rot="4884146" flipH="1">
                    <a:off x="1448" y="2688"/>
                    <a:ext cx="859" cy="67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151 w 21600"/>
                      <a:gd name="T13" fmla="*/ 0 h 21600"/>
                      <a:gd name="T14" fmla="*/ 21449 w 21600"/>
                      <a:gd name="T15" fmla="*/ 9193 h 21600"/>
                    </a:gdLst>
                    <a:ahLst/>
                    <a:cxnLst>
                      <a:cxn ang="T8">
                        <a:pos x="T0" y="T1"/>
                      </a:cxn>
                      <a:cxn ang="T9">
                        <a:pos x="T2" y="T3"/>
                      </a:cxn>
                      <a:cxn ang="T10">
                        <a:pos x="T4" y="T5"/>
                      </a:cxn>
                      <a:cxn ang="T11">
                        <a:pos x="T6" y="T7"/>
                      </a:cxn>
                    </a:cxnLst>
                    <a:rect l="T12" t="T13" r="T14" b="T15"/>
                    <a:pathLst>
                      <a:path w="21600" h="21600">
                        <a:moveTo>
                          <a:pt x="1845" y="6849"/>
                        </a:moveTo>
                        <a:cubicBezTo>
                          <a:pt x="3410" y="3301"/>
                          <a:pt x="6922" y="1012"/>
                          <a:pt x="10800" y="1013"/>
                        </a:cubicBezTo>
                        <a:cubicBezTo>
                          <a:pt x="14677" y="1013"/>
                          <a:pt x="18189" y="3301"/>
                          <a:pt x="19754" y="6849"/>
                        </a:cubicBezTo>
                        <a:lnTo>
                          <a:pt x="20681" y="6440"/>
                        </a:lnTo>
                        <a:cubicBezTo>
                          <a:pt x="18953" y="2525"/>
                          <a:pt x="15078" y="-1"/>
                          <a:pt x="10799" y="0"/>
                        </a:cubicBezTo>
                        <a:cubicBezTo>
                          <a:pt x="6521" y="0"/>
                          <a:pt x="2646" y="2525"/>
                          <a:pt x="918" y="6440"/>
                        </a:cubicBezTo>
                        <a:lnTo>
                          <a:pt x="1845" y="6849"/>
                        </a:lnTo>
                        <a:close/>
                      </a:path>
                    </a:pathLst>
                  </a:custGeom>
                  <a:solidFill>
                    <a:srgbClr val="33CCFF"/>
                  </a:solidFill>
                  <a:ln w="9525">
                    <a:solidFill>
                      <a:schemeClr val="tx1"/>
                    </a:solidFill>
                    <a:miter lim="800000"/>
                    <a:headEnd/>
                    <a:tailEnd/>
                  </a:ln>
                </p:spPr>
                <p:txBody>
                  <a:bodyPr wrap="none" anchor="ctr"/>
                  <a:lstStyle/>
                  <a:p>
                    <a:endParaRPr lang="zh-CN" altLang="en-US"/>
                  </a:p>
                </p:txBody>
              </p:sp>
              <p:grpSp>
                <p:nvGrpSpPr>
                  <p:cNvPr id="103603" name="Group 140"/>
                  <p:cNvGrpSpPr>
                    <a:grpSpLocks/>
                  </p:cNvGrpSpPr>
                  <p:nvPr/>
                </p:nvGrpSpPr>
                <p:grpSpPr bwMode="auto">
                  <a:xfrm>
                    <a:off x="1698" y="2592"/>
                    <a:ext cx="672" cy="859"/>
                    <a:chOff x="1698" y="2597"/>
                    <a:chExt cx="672" cy="859"/>
                  </a:xfrm>
                </p:grpSpPr>
                <p:sp>
                  <p:nvSpPr>
                    <p:cNvPr id="103604" name="AutoShape 141"/>
                    <p:cNvSpPr>
                      <a:spLocks noChangeArrowheads="1"/>
                    </p:cNvSpPr>
                    <p:nvPr/>
                  </p:nvSpPr>
                  <p:spPr bwMode="auto">
                    <a:xfrm rot="-4884146">
                      <a:off x="1604" y="2691"/>
                      <a:ext cx="859" cy="67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151 w 21600"/>
                        <a:gd name="T13" fmla="*/ 0 h 21600"/>
                        <a:gd name="T14" fmla="*/ 21449 w 21600"/>
                        <a:gd name="T15" fmla="*/ 9193 h 21600"/>
                      </a:gdLst>
                      <a:ahLst/>
                      <a:cxnLst>
                        <a:cxn ang="T8">
                          <a:pos x="T0" y="T1"/>
                        </a:cxn>
                        <a:cxn ang="T9">
                          <a:pos x="T2" y="T3"/>
                        </a:cxn>
                        <a:cxn ang="T10">
                          <a:pos x="T4" y="T5"/>
                        </a:cxn>
                        <a:cxn ang="T11">
                          <a:pos x="T6" y="T7"/>
                        </a:cxn>
                      </a:cxnLst>
                      <a:rect l="T12" t="T13" r="T14" b="T15"/>
                      <a:pathLst>
                        <a:path w="21600" h="21600">
                          <a:moveTo>
                            <a:pt x="1845" y="6849"/>
                          </a:moveTo>
                          <a:cubicBezTo>
                            <a:pt x="3410" y="3301"/>
                            <a:pt x="6922" y="1012"/>
                            <a:pt x="10800" y="1013"/>
                          </a:cubicBezTo>
                          <a:cubicBezTo>
                            <a:pt x="14677" y="1013"/>
                            <a:pt x="18189" y="3301"/>
                            <a:pt x="19754" y="6849"/>
                          </a:cubicBezTo>
                          <a:lnTo>
                            <a:pt x="20681" y="6440"/>
                          </a:lnTo>
                          <a:cubicBezTo>
                            <a:pt x="18953" y="2525"/>
                            <a:pt x="15078" y="-1"/>
                            <a:pt x="10799" y="0"/>
                          </a:cubicBezTo>
                          <a:cubicBezTo>
                            <a:pt x="6521" y="0"/>
                            <a:pt x="2646" y="2525"/>
                            <a:pt x="918" y="6440"/>
                          </a:cubicBezTo>
                          <a:lnTo>
                            <a:pt x="1845" y="6849"/>
                          </a:lnTo>
                          <a:close/>
                        </a:path>
                      </a:pathLst>
                    </a:custGeom>
                    <a:solidFill>
                      <a:srgbClr val="33CCFF"/>
                    </a:solidFill>
                    <a:ln w="9525">
                      <a:solidFill>
                        <a:schemeClr val="tx1"/>
                      </a:solidFill>
                      <a:miter lim="800000"/>
                      <a:headEnd/>
                      <a:tailEnd/>
                    </a:ln>
                  </p:spPr>
                  <p:txBody>
                    <a:bodyPr wrap="none" anchor="ctr"/>
                    <a:lstStyle/>
                    <a:p>
                      <a:endParaRPr lang="zh-CN" altLang="en-US"/>
                    </a:p>
                  </p:txBody>
                </p:sp>
                <p:grpSp>
                  <p:nvGrpSpPr>
                    <p:cNvPr id="103605" name="Group 142"/>
                    <p:cNvGrpSpPr>
                      <a:grpSpLocks/>
                    </p:cNvGrpSpPr>
                    <p:nvPr/>
                  </p:nvGrpSpPr>
                  <p:grpSpPr bwMode="auto">
                    <a:xfrm>
                      <a:off x="1938" y="2619"/>
                      <a:ext cx="48" cy="48"/>
                      <a:chOff x="1938" y="2517"/>
                      <a:chExt cx="48" cy="48"/>
                    </a:xfrm>
                  </p:grpSpPr>
                  <p:sp>
                    <p:nvSpPr>
                      <p:cNvPr id="103606" name="Oval 143"/>
                      <p:cNvSpPr>
                        <a:spLocks noChangeArrowheads="1"/>
                      </p:cNvSpPr>
                      <p:nvPr/>
                    </p:nvSpPr>
                    <p:spPr bwMode="auto">
                      <a:xfrm>
                        <a:off x="1938" y="2517"/>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607" name="Oval 144"/>
                      <p:cNvSpPr>
                        <a:spLocks noChangeArrowheads="1"/>
                      </p:cNvSpPr>
                      <p:nvPr/>
                    </p:nvSpPr>
                    <p:spPr bwMode="auto">
                      <a:xfrm>
                        <a:off x="1955" y="2535"/>
                        <a:ext cx="14" cy="14"/>
                      </a:xfrm>
                      <a:prstGeom prst="ellipse">
                        <a:avLst/>
                      </a:prstGeom>
                      <a:solidFill>
                        <a:srgbClr val="FF3300"/>
                      </a:solidFill>
                      <a:ln w="9525">
                        <a:solidFill>
                          <a:srgbClr val="FF33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grpSp>
            <p:grpSp>
              <p:nvGrpSpPr>
                <p:cNvPr id="103598" name="Group 145"/>
                <p:cNvGrpSpPr>
                  <a:grpSpLocks/>
                </p:cNvGrpSpPr>
                <p:nvPr/>
              </p:nvGrpSpPr>
              <p:grpSpPr bwMode="auto">
                <a:xfrm>
                  <a:off x="2190" y="3621"/>
                  <a:ext cx="48" cy="48"/>
                  <a:chOff x="3036" y="3117"/>
                  <a:chExt cx="48" cy="48"/>
                </a:xfrm>
              </p:grpSpPr>
              <p:sp>
                <p:nvSpPr>
                  <p:cNvPr id="103599" name="Oval 146"/>
                  <p:cNvSpPr>
                    <a:spLocks noChangeArrowheads="1"/>
                  </p:cNvSpPr>
                  <p:nvPr/>
                </p:nvSpPr>
                <p:spPr bwMode="auto">
                  <a:xfrm>
                    <a:off x="3036" y="3117"/>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600" name="Line 147"/>
                  <p:cNvSpPr>
                    <a:spLocks noChangeShapeType="1"/>
                  </p:cNvSpPr>
                  <p:nvPr/>
                </p:nvSpPr>
                <p:spPr bwMode="auto">
                  <a:xfrm flipH="1">
                    <a:off x="3045" y="3123"/>
                    <a:ext cx="32" cy="32"/>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601" name="Line 148"/>
                  <p:cNvSpPr>
                    <a:spLocks noChangeShapeType="1"/>
                  </p:cNvSpPr>
                  <p:nvPr/>
                </p:nvSpPr>
                <p:spPr bwMode="auto">
                  <a:xfrm>
                    <a:off x="3045" y="3123"/>
                    <a:ext cx="29" cy="29"/>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103549" name="Group 149"/>
              <p:cNvGrpSpPr>
                <a:grpSpLocks/>
              </p:cNvGrpSpPr>
              <p:nvPr/>
            </p:nvGrpSpPr>
            <p:grpSpPr bwMode="auto">
              <a:xfrm>
                <a:off x="1860" y="3429"/>
                <a:ext cx="828" cy="861"/>
                <a:chOff x="1908" y="2883"/>
                <a:chExt cx="828" cy="861"/>
              </a:xfrm>
            </p:grpSpPr>
            <p:grpSp>
              <p:nvGrpSpPr>
                <p:cNvPr id="103586" name="Group 150"/>
                <p:cNvGrpSpPr>
                  <a:grpSpLocks/>
                </p:cNvGrpSpPr>
                <p:nvPr/>
              </p:nvGrpSpPr>
              <p:grpSpPr bwMode="auto">
                <a:xfrm>
                  <a:off x="1908" y="2883"/>
                  <a:ext cx="828" cy="861"/>
                  <a:chOff x="1542" y="2592"/>
                  <a:chExt cx="828" cy="861"/>
                </a:xfrm>
              </p:grpSpPr>
              <p:sp>
                <p:nvSpPr>
                  <p:cNvPr id="103591" name="AutoShape 151"/>
                  <p:cNvSpPr>
                    <a:spLocks noChangeArrowheads="1"/>
                  </p:cNvSpPr>
                  <p:nvPr/>
                </p:nvSpPr>
                <p:spPr bwMode="auto">
                  <a:xfrm rot="4884146" flipH="1">
                    <a:off x="1448" y="2688"/>
                    <a:ext cx="859" cy="67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151 w 21600"/>
                      <a:gd name="T13" fmla="*/ 0 h 21600"/>
                      <a:gd name="T14" fmla="*/ 21449 w 21600"/>
                      <a:gd name="T15" fmla="*/ 9193 h 21600"/>
                    </a:gdLst>
                    <a:ahLst/>
                    <a:cxnLst>
                      <a:cxn ang="T8">
                        <a:pos x="T0" y="T1"/>
                      </a:cxn>
                      <a:cxn ang="T9">
                        <a:pos x="T2" y="T3"/>
                      </a:cxn>
                      <a:cxn ang="T10">
                        <a:pos x="T4" y="T5"/>
                      </a:cxn>
                      <a:cxn ang="T11">
                        <a:pos x="T6" y="T7"/>
                      </a:cxn>
                    </a:cxnLst>
                    <a:rect l="T12" t="T13" r="T14" b="T15"/>
                    <a:pathLst>
                      <a:path w="21600" h="21600">
                        <a:moveTo>
                          <a:pt x="1845" y="6849"/>
                        </a:moveTo>
                        <a:cubicBezTo>
                          <a:pt x="3410" y="3301"/>
                          <a:pt x="6922" y="1012"/>
                          <a:pt x="10800" y="1013"/>
                        </a:cubicBezTo>
                        <a:cubicBezTo>
                          <a:pt x="14677" y="1013"/>
                          <a:pt x="18189" y="3301"/>
                          <a:pt x="19754" y="6849"/>
                        </a:cubicBezTo>
                        <a:lnTo>
                          <a:pt x="20681" y="6440"/>
                        </a:lnTo>
                        <a:cubicBezTo>
                          <a:pt x="18953" y="2525"/>
                          <a:pt x="15078" y="-1"/>
                          <a:pt x="10799" y="0"/>
                        </a:cubicBezTo>
                        <a:cubicBezTo>
                          <a:pt x="6521" y="0"/>
                          <a:pt x="2646" y="2525"/>
                          <a:pt x="918" y="6440"/>
                        </a:cubicBezTo>
                        <a:lnTo>
                          <a:pt x="1845" y="6849"/>
                        </a:lnTo>
                        <a:close/>
                      </a:path>
                    </a:pathLst>
                  </a:custGeom>
                  <a:solidFill>
                    <a:srgbClr val="33CCFF"/>
                  </a:solidFill>
                  <a:ln w="9525">
                    <a:solidFill>
                      <a:schemeClr val="tx1"/>
                    </a:solidFill>
                    <a:miter lim="800000"/>
                    <a:headEnd/>
                    <a:tailEnd/>
                  </a:ln>
                </p:spPr>
                <p:txBody>
                  <a:bodyPr wrap="none" anchor="ctr"/>
                  <a:lstStyle/>
                  <a:p>
                    <a:endParaRPr lang="zh-CN" altLang="en-US"/>
                  </a:p>
                </p:txBody>
              </p:sp>
              <p:grpSp>
                <p:nvGrpSpPr>
                  <p:cNvPr id="103592" name="Group 152"/>
                  <p:cNvGrpSpPr>
                    <a:grpSpLocks/>
                  </p:cNvGrpSpPr>
                  <p:nvPr/>
                </p:nvGrpSpPr>
                <p:grpSpPr bwMode="auto">
                  <a:xfrm>
                    <a:off x="1698" y="2592"/>
                    <a:ext cx="672" cy="859"/>
                    <a:chOff x="1698" y="2597"/>
                    <a:chExt cx="672" cy="859"/>
                  </a:xfrm>
                </p:grpSpPr>
                <p:sp>
                  <p:nvSpPr>
                    <p:cNvPr id="103593" name="AutoShape 153"/>
                    <p:cNvSpPr>
                      <a:spLocks noChangeArrowheads="1"/>
                    </p:cNvSpPr>
                    <p:nvPr/>
                  </p:nvSpPr>
                  <p:spPr bwMode="auto">
                    <a:xfrm rot="-4884146">
                      <a:off x="1604" y="2691"/>
                      <a:ext cx="859" cy="67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151 w 21600"/>
                        <a:gd name="T13" fmla="*/ 0 h 21600"/>
                        <a:gd name="T14" fmla="*/ 21449 w 21600"/>
                        <a:gd name="T15" fmla="*/ 9193 h 21600"/>
                      </a:gdLst>
                      <a:ahLst/>
                      <a:cxnLst>
                        <a:cxn ang="T8">
                          <a:pos x="T0" y="T1"/>
                        </a:cxn>
                        <a:cxn ang="T9">
                          <a:pos x="T2" y="T3"/>
                        </a:cxn>
                        <a:cxn ang="T10">
                          <a:pos x="T4" y="T5"/>
                        </a:cxn>
                        <a:cxn ang="T11">
                          <a:pos x="T6" y="T7"/>
                        </a:cxn>
                      </a:cxnLst>
                      <a:rect l="T12" t="T13" r="T14" b="T15"/>
                      <a:pathLst>
                        <a:path w="21600" h="21600">
                          <a:moveTo>
                            <a:pt x="1845" y="6849"/>
                          </a:moveTo>
                          <a:cubicBezTo>
                            <a:pt x="3410" y="3301"/>
                            <a:pt x="6922" y="1012"/>
                            <a:pt x="10800" y="1013"/>
                          </a:cubicBezTo>
                          <a:cubicBezTo>
                            <a:pt x="14677" y="1013"/>
                            <a:pt x="18189" y="3301"/>
                            <a:pt x="19754" y="6849"/>
                          </a:cubicBezTo>
                          <a:lnTo>
                            <a:pt x="20681" y="6440"/>
                          </a:lnTo>
                          <a:cubicBezTo>
                            <a:pt x="18953" y="2525"/>
                            <a:pt x="15078" y="-1"/>
                            <a:pt x="10799" y="0"/>
                          </a:cubicBezTo>
                          <a:cubicBezTo>
                            <a:pt x="6521" y="0"/>
                            <a:pt x="2646" y="2525"/>
                            <a:pt x="918" y="6440"/>
                          </a:cubicBezTo>
                          <a:lnTo>
                            <a:pt x="1845" y="6849"/>
                          </a:lnTo>
                          <a:close/>
                        </a:path>
                      </a:pathLst>
                    </a:custGeom>
                    <a:solidFill>
                      <a:srgbClr val="33CCFF"/>
                    </a:solidFill>
                    <a:ln w="9525">
                      <a:solidFill>
                        <a:schemeClr val="tx1"/>
                      </a:solidFill>
                      <a:miter lim="800000"/>
                      <a:headEnd/>
                      <a:tailEnd/>
                    </a:ln>
                  </p:spPr>
                  <p:txBody>
                    <a:bodyPr wrap="none" anchor="ctr"/>
                    <a:lstStyle/>
                    <a:p>
                      <a:endParaRPr lang="zh-CN" altLang="en-US"/>
                    </a:p>
                  </p:txBody>
                </p:sp>
                <p:grpSp>
                  <p:nvGrpSpPr>
                    <p:cNvPr id="103594" name="Group 154"/>
                    <p:cNvGrpSpPr>
                      <a:grpSpLocks/>
                    </p:cNvGrpSpPr>
                    <p:nvPr/>
                  </p:nvGrpSpPr>
                  <p:grpSpPr bwMode="auto">
                    <a:xfrm>
                      <a:off x="1938" y="2619"/>
                      <a:ext cx="48" cy="48"/>
                      <a:chOff x="1938" y="2517"/>
                      <a:chExt cx="48" cy="48"/>
                    </a:xfrm>
                  </p:grpSpPr>
                  <p:sp>
                    <p:nvSpPr>
                      <p:cNvPr id="103595" name="Oval 155"/>
                      <p:cNvSpPr>
                        <a:spLocks noChangeArrowheads="1"/>
                      </p:cNvSpPr>
                      <p:nvPr/>
                    </p:nvSpPr>
                    <p:spPr bwMode="auto">
                      <a:xfrm>
                        <a:off x="1938" y="2517"/>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596" name="Oval 156"/>
                      <p:cNvSpPr>
                        <a:spLocks noChangeArrowheads="1"/>
                      </p:cNvSpPr>
                      <p:nvPr/>
                    </p:nvSpPr>
                    <p:spPr bwMode="auto">
                      <a:xfrm>
                        <a:off x="1955" y="2535"/>
                        <a:ext cx="14" cy="14"/>
                      </a:xfrm>
                      <a:prstGeom prst="ellipse">
                        <a:avLst/>
                      </a:prstGeom>
                      <a:solidFill>
                        <a:srgbClr val="FF3300"/>
                      </a:solidFill>
                      <a:ln w="9525">
                        <a:solidFill>
                          <a:srgbClr val="FF33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grpSp>
            <p:grpSp>
              <p:nvGrpSpPr>
                <p:cNvPr id="103587" name="Group 157"/>
                <p:cNvGrpSpPr>
                  <a:grpSpLocks/>
                </p:cNvGrpSpPr>
                <p:nvPr/>
              </p:nvGrpSpPr>
              <p:grpSpPr bwMode="auto">
                <a:xfrm>
                  <a:off x="2190" y="3621"/>
                  <a:ext cx="48" cy="48"/>
                  <a:chOff x="3036" y="3117"/>
                  <a:chExt cx="48" cy="48"/>
                </a:xfrm>
              </p:grpSpPr>
              <p:sp>
                <p:nvSpPr>
                  <p:cNvPr id="103588" name="Oval 158"/>
                  <p:cNvSpPr>
                    <a:spLocks noChangeArrowheads="1"/>
                  </p:cNvSpPr>
                  <p:nvPr/>
                </p:nvSpPr>
                <p:spPr bwMode="auto">
                  <a:xfrm>
                    <a:off x="3036" y="3117"/>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589" name="Line 159"/>
                  <p:cNvSpPr>
                    <a:spLocks noChangeShapeType="1"/>
                  </p:cNvSpPr>
                  <p:nvPr/>
                </p:nvSpPr>
                <p:spPr bwMode="auto">
                  <a:xfrm flipH="1">
                    <a:off x="3045" y="3123"/>
                    <a:ext cx="32" cy="32"/>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90" name="Line 160"/>
                  <p:cNvSpPr>
                    <a:spLocks noChangeShapeType="1"/>
                  </p:cNvSpPr>
                  <p:nvPr/>
                </p:nvSpPr>
                <p:spPr bwMode="auto">
                  <a:xfrm>
                    <a:off x="3045" y="3123"/>
                    <a:ext cx="29" cy="29"/>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103550" name="Group 161"/>
              <p:cNvGrpSpPr>
                <a:grpSpLocks/>
              </p:cNvGrpSpPr>
              <p:nvPr/>
            </p:nvGrpSpPr>
            <p:grpSpPr bwMode="auto">
              <a:xfrm>
                <a:off x="2088" y="3435"/>
                <a:ext cx="828" cy="861"/>
                <a:chOff x="1908" y="2883"/>
                <a:chExt cx="828" cy="861"/>
              </a:xfrm>
            </p:grpSpPr>
            <p:grpSp>
              <p:nvGrpSpPr>
                <p:cNvPr id="103575" name="Group 162"/>
                <p:cNvGrpSpPr>
                  <a:grpSpLocks/>
                </p:cNvGrpSpPr>
                <p:nvPr/>
              </p:nvGrpSpPr>
              <p:grpSpPr bwMode="auto">
                <a:xfrm>
                  <a:off x="1908" y="2883"/>
                  <a:ext cx="828" cy="861"/>
                  <a:chOff x="1542" y="2592"/>
                  <a:chExt cx="828" cy="861"/>
                </a:xfrm>
              </p:grpSpPr>
              <p:sp>
                <p:nvSpPr>
                  <p:cNvPr id="103580" name="AutoShape 163"/>
                  <p:cNvSpPr>
                    <a:spLocks noChangeArrowheads="1"/>
                  </p:cNvSpPr>
                  <p:nvPr/>
                </p:nvSpPr>
                <p:spPr bwMode="auto">
                  <a:xfrm rot="4884146" flipH="1">
                    <a:off x="1448" y="2688"/>
                    <a:ext cx="859" cy="67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151 w 21600"/>
                      <a:gd name="T13" fmla="*/ 0 h 21600"/>
                      <a:gd name="T14" fmla="*/ 21449 w 21600"/>
                      <a:gd name="T15" fmla="*/ 9193 h 21600"/>
                    </a:gdLst>
                    <a:ahLst/>
                    <a:cxnLst>
                      <a:cxn ang="T8">
                        <a:pos x="T0" y="T1"/>
                      </a:cxn>
                      <a:cxn ang="T9">
                        <a:pos x="T2" y="T3"/>
                      </a:cxn>
                      <a:cxn ang="T10">
                        <a:pos x="T4" y="T5"/>
                      </a:cxn>
                      <a:cxn ang="T11">
                        <a:pos x="T6" y="T7"/>
                      </a:cxn>
                    </a:cxnLst>
                    <a:rect l="T12" t="T13" r="T14" b="T15"/>
                    <a:pathLst>
                      <a:path w="21600" h="21600">
                        <a:moveTo>
                          <a:pt x="1845" y="6849"/>
                        </a:moveTo>
                        <a:cubicBezTo>
                          <a:pt x="3410" y="3301"/>
                          <a:pt x="6922" y="1012"/>
                          <a:pt x="10800" y="1013"/>
                        </a:cubicBezTo>
                        <a:cubicBezTo>
                          <a:pt x="14677" y="1013"/>
                          <a:pt x="18189" y="3301"/>
                          <a:pt x="19754" y="6849"/>
                        </a:cubicBezTo>
                        <a:lnTo>
                          <a:pt x="20681" y="6440"/>
                        </a:lnTo>
                        <a:cubicBezTo>
                          <a:pt x="18953" y="2525"/>
                          <a:pt x="15078" y="-1"/>
                          <a:pt x="10799" y="0"/>
                        </a:cubicBezTo>
                        <a:cubicBezTo>
                          <a:pt x="6521" y="0"/>
                          <a:pt x="2646" y="2525"/>
                          <a:pt x="918" y="6440"/>
                        </a:cubicBezTo>
                        <a:lnTo>
                          <a:pt x="1845" y="6849"/>
                        </a:lnTo>
                        <a:close/>
                      </a:path>
                    </a:pathLst>
                  </a:custGeom>
                  <a:solidFill>
                    <a:srgbClr val="33CCFF"/>
                  </a:solidFill>
                  <a:ln w="9525">
                    <a:solidFill>
                      <a:schemeClr val="tx1"/>
                    </a:solidFill>
                    <a:miter lim="800000"/>
                    <a:headEnd/>
                    <a:tailEnd/>
                  </a:ln>
                </p:spPr>
                <p:txBody>
                  <a:bodyPr wrap="none" anchor="ctr"/>
                  <a:lstStyle/>
                  <a:p>
                    <a:endParaRPr lang="zh-CN" altLang="en-US"/>
                  </a:p>
                </p:txBody>
              </p:sp>
              <p:grpSp>
                <p:nvGrpSpPr>
                  <p:cNvPr id="103581" name="Group 164"/>
                  <p:cNvGrpSpPr>
                    <a:grpSpLocks/>
                  </p:cNvGrpSpPr>
                  <p:nvPr/>
                </p:nvGrpSpPr>
                <p:grpSpPr bwMode="auto">
                  <a:xfrm>
                    <a:off x="1698" y="2592"/>
                    <a:ext cx="672" cy="859"/>
                    <a:chOff x="1698" y="2597"/>
                    <a:chExt cx="672" cy="859"/>
                  </a:xfrm>
                </p:grpSpPr>
                <p:sp>
                  <p:nvSpPr>
                    <p:cNvPr id="103582" name="AutoShape 165"/>
                    <p:cNvSpPr>
                      <a:spLocks noChangeArrowheads="1"/>
                    </p:cNvSpPr>
                    <p:nvPr/>
                  </p:nvSpPr>
                  <p:spPr bwMode="auto">
                    <a:xfrm rot="-4884146">
                      <a:off x="1604" y="2691"/>
                      <a:ext cx="859" cy="67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151 w 21600"/>
                        <a:gd name="T13" fmla="*/ 0 h 21600"/>
                        <a:gd name="T14" fmla="*/ 21449 w 21600"/>
                        <a:gd name="T15" fmla="*/ 9193 h 21600"/>
                      </a:gdLst>
                      <a:ahLst/>
                      <a:cxnLst>
                        <a:cxn ang="T8">
                          <a:pos x="T0" y="T1"/>
                        </a:cxn>
                        <a:cxn ang="T9">
                          <a:pos x="T2" y="T3"/>
                        </a:cxn>
                        <a:cxn ang="T10">
                          <a:pos x="T4" y="T5"/>
                        </a:cxn>
                        <a:cxn ang="T11">
                          <a:pos x="T6" y="T7"/>
                        </a:cxn>
                      </a:cxnLst>
                      <a:rect l="T12" t="T13" r="T14" b="T15"/>
                      <a:pathLst>
                        <a:path w="21600" h="21600">
                          <a:moveTo>
                            <a:pt x="1845" y="6849"/>
                          </a:moveTo>
                          <a:cubicBezTo>
                            <a:pt x="3410" y="3301"/>
                            <a:pt x="6922" y="1012"/>
                            <a:pt x="10800" y="1013"/>
                          </a:cubicBezTo>
                          <a:cubicBezTo>
                            <a:pt x="14677" y="1013"/>
                            <a:pt x="18189" y="3301"/>
                            <a:pt x="19754" y="6849"/>
                          </a:cubicBezTo>
                          <a:lnTo>
                            <a:pt x="20681" y="6440"/>
                          </a:lnTo>
                          <a:cubicBezTo>
                            <a:pt x="18953" y="2525"/>
                            <a:pt x="15078" y="-1"/>
                            <a:pt x="10799" y="0"/>
                          </a:cubicBezTo>
                          <a:cubicBezTo>
                            <a:pt x="6521" y="0"/>
                            <a:pt x="2646" y="2525"/>
                            <a:pt x="918" y="6440"/>
                          </a:cubicBezTo>
                          <a:lnTo>
                            <a:pt x="1845" y="6849"/>
                          </a:lnTo>
                          <a:close/>
                        </a:path>
                      </a:pathLst>
                    </a:custGeom>
                    <a:solidFill>
                      <a:srgbClr val="33CCFF"/>
                    </a:solidFill>
                    <a:ln w="9525">
                      <a:solidFill>
                        <a:schemeClr val="tx1"/>
                      </a:solidFill>
                      <a:miter lim="800000"/>
                      <a:headEnd/>
                      <a:tailEnd/>
                    </a:ln>
                  </p:spPr>
                  <p:txBody>
                    <a:bodyPr wrap="none" anchor="ctr"/>
                    <a:lstStyle/>
                    <a:p>
                      <a:endParaRPr lang="zh-CN" altLang="en-US"/>
                    </a:p>
                  </p:txBody>
                </p:sp>
                <p:grpSp>
                  <p:nvGrpSpPr>
                    <p:cNvPr id="103583" name="Group 166"/>
                    <p:cNvGrpSpPr>
                      <a:grpSpLocks/>
                    </p:cNvGrpSpPr>
                    <p:nvPr/>
                  </p:nvGrpSpPr>
                  <p:grpSpPr bwMode="auto">
                    <a:xfrm>
                      <a:off x="1938" y="2619"/>
                      <a:ext cx="48" cy="48"/>
                      <a:chOff x="1938" y="2517"/>
                      <a:chExt cx="48" cy="48"/>
                    </a:xfrm>
                  </p:grpSpPr>
                  <p:sp>
                    <p:nvSpPr>
                      <p:cNvPr id="103584" name="Oval 167"/>
                      <p:cNvSpPr>
                        <a:spLocks noChangeArrowheads="1"/>
                      </p:cNvSpPr>
                      <p:nvPr/>
                    </p:nvSpPr>
                    <p:spPr bwMode="auto">
                      <a:xfrm>
                        <a:off x="1938" y="2517"/>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585" name="Oval 168"/>
                      <p:cNvSpPr>
                        <a:spLocks noChangeArrowheads="1"/>
                      </p:cNvSpPr>
                      <p:nvPr/>
                    </p:nvSpPr>
                    <p:spPr bwMode="auto">
                      <a:xfrm>
                        <a:off x="1955" y="2535"/>
                        <a:ext cx="14" cy="14"/>
                      </a:xfrm>
                      <a:prstGeom prst="ellipse">
                        <a:avLst/>
                      </a:prstGeom>
                      <a:solidFill>
                        <a:srgbClr val="FF3300"/>
                      </a:solidFill>
                      <a:ln w="9525">
                        <a:solidFill>
                          <a:srgbClr val="FF33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grpSp>
            <p:grpSp>
              <p:nvGrpSpPr>
                <p:cNvPr id="103576" name="Group 169"/>
                <p:cNvGrpSpPr>
                  <a:grpSpLocks/>
                </p:cNvGrpSpPr>
                <p:nvPr/>
              </p:nvGrpSpPr>
              <p:grpSpPr bwMode="auto">
                <a:xfrm>
                  <a:off x="2190" y="3621"/>
                  <a:ext cx="48" cy="48"/>
                  <a:chOff x="3036" y="3117"/>
                  <a:chExt cx="48" cy="48"/>
                </a:xfrm>
              </p:grpSpPr>
              <p:sp>
                <p:nvSpPr>
                  <p:cNvPr id="103577" name="Oval 170"/>
                  <p:cNvSpPr>
                    <a:spLocks noChangeArrowheads="1"/>
                  </p:cNvSpPr>
                  <p:nvPr/>
                </p:nvSpPr>
                <p:spPr bwMode="auto">
                  <a:xfrm>
                    <a:off x="3036" y="3117"/>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578" name="Line 171"/>
                  <p:cNvSpPr>
                    <a:spLocks noChangeShapeType="1"/>
                  </p:cNvSpPr>
                  <p:nvPr/>
                </p:nvSpPr>
                <p:spPr bwMode="auto">
                  <a:xfrm flipH="1">
                    <a:off x="3045" y="3123"/>
                    <a:ext cx="32" cy="32"/>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79" name="Line 172"/>
                  <p:cNvSpPr>
                    <a:spLocks noChangeShapeType="1"/>
                  </p:cNvSpPr>
                  <p:nvPr/>
                </p:nvSpPr>
                <p:spPr bwMode="auto">
                  <a:xfrm>
                    <a:off x="3045" y="3123"/>
                    <a:ext cx="29" cy="29"/>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103551" name="Group 173"/>
              <p:cNvGrpSpPr>
                <a:grpSpLocks/>
              </p:cNvGrpSpPr>
              <p:nvPr/>
            </p:nvGrpSpPr>
            <p:grpSpPr bwMode="auto">
              <a:xfrm>
                <a:off x="2310" y="3447"/>
                <a:ext cx="828" cy="861"/>
                <a:chOff x="1908" y="2883"/>
                <a:chExt cx="828" cy="861"/>
              </a:xfrm>
            </p:grpSpPr>
            <p:grpSp>
              <p:nvGrpSpPr>
                <p:cNvPr id="103564" name="Group 174"/>
                <p:cNvGrpSpPr>
                  <a:grpSpLocks/>
                </p:cNvGrpSpPr>
                <p:nvPr/>
              </p:nvGrpSpPr>
              <p:grpSpPr bwMode="auto">
                <a:xfrm>
                  <a:off x="1908" y="2883"/>
                  <a:ext cx="828" cy="861"/>
                  <a:chOff x="1542" y="2592"/>
                  <a:chExt cx="828" cy="861"/>
                </a:xfrm>
              </p:grpSpPr>
              <p:sp>
                <p:nvSpPr>
                  <p:cNvPr id="103569" name="AutoShape 175"/>
                  <p:cNvSpPr>
                    <a:spLocks noChangeArrowheads="1"/>
                  </p:cNvSpPr>
                  <p:nvPr/>
                </p:nvSpPr>
                <p:spPr bwMode="auto">
                  <a:xfrm rot="4884146" flipH="1">
                    <a:off x="1448" y="2688"/>
                    <a:ext cx="859" cy="67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151 w 21600"/>
                      <a:gd name="T13" fmla="*/ 0 h 21600"/>
                      <a:gd name="T14" fmla="*/ 21449 w 21600"/>
                      <a:gd name="T15" fmla="*/ 9193 h 21600"/>
                    </a:gdLst>
                    <a:ahLst/>
                    <a:cxnLst>
                      <a:cxn ang="T8">
                        <a:pos x="T0" y="T1"/>
                      </a:cxn>
                      <a:cxn ang="T9">
                        <a:pos x="T2" y="T3"/>
                      </a:cxn>
                      <a:cxn ang="T10">
                        <a:pos x="T4" y="T5"/>
                      </a:cxn>
                      <a:cxn ang="T11">
                        <a:pos x="T6" y="T7"/>
                      </a:cxn>
                    </a:cxnLst>
                    <a:rect l="T12" t="T13" r="T14" b="T15"/>
                    <a:pathLst>
                      <a:path w="21600" h="21600">
                        <a:moveTo>
                          <a:pt x="1845" y="6849"/>
                        </a:moveTo>
                        <a:cubicBezTo>
                          <a:pt x="3410" y="3301"/>
                          <a:pt x="6922" y="1012"/>
                          <a:pt x="10800" y="1013"/>
                        </a:cubicBezTo>
                        <a:cubicBezTo>
                          <a:pt x="14677" y="1013"/>
                          <a:pt x="18189" y="3301"/>
                          <a:pt x="19754" y="6849"/>
                        </a:cubicBezTo>
                        <a:lnTo>
                          <a:pt x="20681" y="6440"/>
                        </a:lnTo>
                        <a:cubicBezTo>
                          <a:pt x="18953" y="2525"/>
                          <a:pt x="15078" y="-1"/>
                          <a:pt x="10799" y="0"/>
                        </a:cubicBezTo>
                        <a:cubicBezTo>
                          <a:pt x="6521" y="0"/>
                          <a:pt x="2646" y="2525"/>
                          <a:pt x="918" y="6440"/>
                        </a:cubicBezTo>
                        <a:lnTo>
                          <a:pt x="1845" y="6849"/>
                        </a:lnTo>
                        <a:close/>
                      </a:path>
                    </a:pathLst>
                  </a:custGeom>
                  <a:solidFill>
                    <a:srgbClr val="33CCFF"/>
                  </a:solidFill>
                  <a:ln w="9525">
                    <a:solidFill>
                      <a:schemeClr val="tx1"/>
                    </a:solidFill>
                    <a:miter lim="800000"/>
                    <a:headEnd/>
                    <a:tailEnd/>
                  </a:ln>
                </p:spPr>
                <p:txBody>
                  <a:bodyPr wrap="none" anchor="ctr"/>
                  <a:lstStyle/>
                  <a:p>
                    <a:endParaRPr lang="zh-CN" altLang="en-US"/>
                  </a:p>
                </p:txBody>
              </p:sp>
              <p:grpSp>
                <p:nvGrpSpPr>
                  <p:cNvPr id="103570" name="Group 176"/>
                  <p:cNvGrpSpPr>
                    <a:grpSpLocks/>
                  </p:cNvGrpSpPr>
                  <p:nvPr/>
                </p:nvGrpSpPr>
                <p:grpSpPr bwMode="auto">
                  <a:xfrm>
                    <a:off x="1698" y="2592"/>
                    <a:ext cx="672" cy="859"/>
                    <a:chOff x="1698" y="2597"/>
                    <a:chExt cx="672" cy="859"/>
                  </a:xfrm>
                </p:grpSpPr>
                <p:sp>
                  <p:nvSpPr>
                    <p:cNvPr id="103571" name="AutoShape 177"/>
                    <p:cNvSpPr>
                      <a:spLocks noChangeArrowheads="1"/>
                    </p:cNvSpPr>
                    <p:nvPr/>
                  </p:nvSpPr>
                  <p:spPr bwMode="auto">
                    <a:xfrm rot="-4884146">
                      <a:off x="1604" y="2691"/>
                      <a:ext cx="859" cy="67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151 w 21600"/>
                        <a:gd name="T13" fmla="*/ 0 h 21600"/>
                        <a:gd name="T14" fmla="*/ 21449 w 21600"/>
                        <a:gd name="T15" fmla="*/ 9193 h 21600"/>
                      </a:gdLst>
                      <a:ahLst/>
                      <a:cxnLst>
                        <a:cxn ang="T8">
                          <a:pos x="T0" y="T1"/>
                        </a:cxn>
                        <a:cxn ang="T9">
                          <a:pos x="T2" y="T3"/>
                        </a:cxn>
                        <a:cxn ang="T10">
                          <a:pos x="T4" y="T5"/>
                        </a:cxn>
                        <a:cxn ang="T11">
                          <a:pos x="T6" y="T7"/>
                        </a:cxn>
                      </a:cxnLst>
                      <a:rect l="T12" t="T13" r="T14" b="T15"/>
                      <a:pathLst>
                        <a:path w="21600" h="21600">
                          <a:moveTo>
                            <a:pt x="1845" y="6849"/>
                          </a:moveTo>
                          <a:cubicBezTo>
                            <a:pt x="3410" y="3301"/>
                            <a:pt x="6922" y="1012"/>
                            <a:pt x="10800" y="1013"/>
                          </a:cubicBezTo>
                          <a:cubicBezTo>
                            <a:pt x="14677" y="1013"/>
                            <a:pt x="18189" y="3301"/>
                            <a:pt x="19754" y="6849"/>
                          </a:cubicBezTo>
                          <a:lnTo>
                            <a:pt x="20681" y="6440"/>
                          </a:lnTo>
                          <a:cubicBezTo>
                            <a:pt x="18953" y="2525"/>
                            <a:pt x="15078" y="-1"/>
                            <a:pt x="10799" y="0"/>
                          </a:cubicBezTo>
                          <a:cubicBezTo>
                            <a:pt x="6521" y="0"/>
                            <a:pt x="2646" y="2525"/>
                            <a:pt x="918" y="6440"/>
                          </a:cubicBezTo>
                          <a:lnTo>
                            <a:pt x="1845" y="6849"/>
                          </a:lnTo>
                          <a:close/>
                        </a:path>
                      </a:pathLst>
                    </a:custGeom>
                    <a:solidFill>
                      <a:srgbClr val="33CCFF"/>
                    </a:solidFill>
                    <a:ln w="9525">
                      <a:solidFill>
                        <a:schemeClr val="tx1"/>
                      </a:solidFill>
                      <a:miter lim="800000"/>
                      <a:headEnd/>
                      <a:tailEnd/>
                    </a:ln>
                  </p:spPr>
                  <p:txBody>
                    <a:bodyPr wrap="none" anchor="ctr"/>
                    <a:lstStyle/>
                    <a:p>
                      <a:endParaRPr lang="zh-CN" altLang="en-US"/>
                    </a:p>
                  </p:txBody>
                </p:sp>
                <p:grpSp>
                  <p:nvGrpSpPr>
                    <p:cNvPr id="103572" name="Group 178"/>
                    <p:cNvGrpSpPr>
                      <a:grpSpLocks/>
                    </p:cNvGrpSpPr>
                    <p:nvPr/>
                  </p:nvGrpSpPr>
                  <p:grpSpPr bwMode="auto">
                    <a:xfrm>
                      <a:off x="1938" y="2619"/>
                      <a:ext cx="48" cy="48"/>
                      <a:chOff x="1938" y="2517"/>
                      <a:chExt cx="48" cy="48"/>
                    </a:xfrm>
                  </p:grpSpPr>
                  <p:sp>
                    <p:nvSpPr>
                      <p:cNvPr id="103573" name="Oval 179"/>
                      <p:cNvSpPr>
                        <a:spLocks noChangeArrowheads="1"/>
                      </p:cNvSpPr>
                      <p:nvPr/>
                    </p:nvSpPr>
                    <p:spPr bwMode="auto">
                      <a:xfrm>
                        <a:off x="1938" y="2517"/>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574" name="Oval 180"/>
                      <p:cNvSpPr>
                        <a:spLocks noChangeArrowheads="1"/>
                      </p:cNvSpPr>
                      <p:nvPr/>
                    </p:nvSpPr>
                    <p:spPr bwMode="auto">
                      <a:xfrm>
                        <a:off x="1955" y="2535"/>
                        <a:ext cx="14" cy="14"/>
                      </a:xfrm>
                      <a:prstGeom prst="ellipse">
                        <a:avLst/>
                      </a:prstGeom>
                      <a:solidFill>
                        <a:srgbClr val="FF3300"/>
                      </a:solidFill>
                      <a:ln w="9525">
                        <a:solidFill>
                          <a:srgbClr val="FF33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grpSp>
            <p:grpSp>
              <p:nvGrpSpPr>
                <p:cNvPr id="103565" name="Group 181"/>
                <p:cNvGrpSpPr>
                  <a:grpSpLocks/>
                </p:cNvGrpSpPr>
                <p:nvPr/>
              </p:nvGrpSpPr>
              <p:grpSpPr bwMode="auto">
                <a:xfrm>
                  <a:off x="2190" y="3621"/>
                  <a:ext cx="48" cy="48"/>
                  <a:chOff x="3036" y="3117"/>
                  <a:chExt cx="48" cy="48"/>
                </a:xfrm>
              </p:grpSpPr>
              <p:sp>
                <p:nvSpPr>
                  <p:cNvPr id="103566" name="Oval 182"/>
                  <p:cNvSpPr>
                    <a:spLocks noChangeArrowheads="1"/>
                  </p:cNvSpPr>
                  <p:nvPr/>
                </p:nvSpPr>
                <p:spPr bwMode="auto">
                  <a:xfrm>
                    <a:off x="3036" y="3117"/>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567" name="Line 183"/>
                  <p:cNvSpPr>
                    <a:spLocks noChangeShapeType="1"/>
                  </p:cNvSpPr>
                  <p:nvPr/>
                </p:nvSpPr>
                <p:spPr bwMode="auto">
                  <a:xfrm flipH="1">
                    <a:off x="3045" y="3123"/>
                    <a:ext cx="32" cy="32"/>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68" name="Line 184"/>
                  <p:cNvSpPr>
                    <a:spLocks noChangeShapeType="1"/>
                  </p:cNvSpPr>
                  <p:nvPr/>
                </p:nvSpPr>
                <p:spPr bwMode="auto">
                  <a:xfrm>
                    <a:off x="3045" y="3123"/>
                    <a:ext cx="29" cy="29"/>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103552" name="Group 185"/>
              <p:cNvGrpSpPr>
                <a:grpSpLocks/>
              </p:cNvGrpSpPr>
              <p:nvPr/>
            </p:nvGrpSpPr>
            <p:grpSpPr bwMode="auto">
              <a:xfrm>
                <a:off x="2538" y="3459"/>
                <a:ext cx="828" cy="861"/>
                <a:chOff x="1908" y="2883"/>
                <a:chExt cx="828" cy="861"/>
              </a:xfrm>
            </p:grpSpPr>
            <p:grpSp>
              <p:nvGrpSpPr>
                <p:cNvPr id="103553" name="Group 186"/>
                <p:cNvGrpSpPr>
                  <a:grpSpLocks/>
                </p:cNvGrpSpPr>
                <p:nvPr/>
              </p:nvGrpSpPr>
              <p:grpSpPr bwMode="auto">
                <a:xfrm>
                  <a:off x="1908" y="2883"/>
                  <a:ext cx="828" cy="861"/>
                  <a:chOff x="1542" y="2592"/>
                  <a:chExt cx="828" cy="861"/>
                </a:xfrm>
              </p:grpSpPr>
              <p:sp>
                <p:nvSpPr>
                  <p:cNvPr id="103558" name="AutoShape 187"/>
                  <p:cNvSpPr>
                    <a:spLocks noChangeArrowheads="1"/>
                  </p:cNvSpPr>
                  <p:nvPr/>
                </p:nvSpPr>
                <p:spPr bwMode="auto">
                  <a:xfrm rot="4884146" flipH="1">
                    <a:off x="1448" y="2688"/>
                    <a:ext cx="859" cy="67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151 w 21600"/>
                      <a:gd name="T13" fmla="*/ 0 h 21600"/>
                      <a:gd name="T14" fmla="*/ 21449 w 21600"/>
                      <a:gd name="T15" fmla="*/ 9193 h 21600"/>
                    </a:gdLst>
                    <a:ahLst/>
                    <a:cxnLst>
                      <a:cxn ang="T8">
                        <a:pos x="T0" y="T1"/>
                      </a:cxn>
                      <a:cxn ang="T9">
                        <a:pos x="T2" y="T3"/>
                      </a:cxn>
                      <a:cxn ang="T10">
                        <a:pos x="T4" y="T5"/>
                      </a:cxn>
                      <a:cxn ang="T11">
                        <a:pos x="T6" y="T7"/>
                      </a:cxn>
                    </a:cxnLst>
                    <a:rect l="T12" t="T13" r="T14" b="T15"/>
                    <a:pathLst>
                      <a:path w="21600" h="21600">
                        <a:moveTo>
                          <a:pt x="1845" y="6849"/>
                        </a:moveTo>
                        <a:cubicBezTo>
                          <a:pt x="3410" y="3301"/>
                          <a:pt x="6922" y="1012"/>
                          <a:pt x="10800" y="1013"/>
                        </a:cubicBezTo>
                        <a:cubicBezTo>
                          <a:pt x="14677" y="1013"/>
                          <a:pt x="18189" y="3301"/>
                          <a:pt x="19754" y="6849"/>
                        </a:cubicBezTo>
                        <a:lnTo>
                          <a:pt x="20681" y="6440"/>
                        </a:lnTo>
                        <a:cubicBezTo>
                          <a:pt x="18953" y="2525"/>
                          <a:pt x="15078" y="-1"/>
                          <a:pt x="10799" y="0"/>
                        </a:cubicBezTo>
                        <a:cubicBezTo>
                          <a:pt x="6521" y="0"/>
                          <a:pt x="2646" y="2525"/>
                          <a:pt x="918" y="6440"/>
                        </a:cubicBezTo>
                        <a:lnTo>
                          <a:pt x="1845" y="6849"/>
                        </a:lnTo>
                        <a:close/>
                      </a:path>
                    </a:pathLst>
                  </a:custGeom>
                  <a:solidFill>
                    <a:srgbClr val="33CCFF"/>
                  </a:solidFill>
                  <a:ln w="9525">
                    <a:solidFill>
                      <a:schemeClr val="tx1"/>
                    </a:solidFill>
                    <a:miter lim="800000"/>
                    <a:headEnd/>
                    <a:tailEnd/>
                  </a:ln>
                </p:spPr>
                <p:txBody>
                  <a:bodyPr wrap="none" anchor="ctr"/>
                  <a:lstStyle/>
                  <a:p>
                    <a:endParaRPr lang="zh-CN" altLang="en-US"/>
                  </a:p>
                </p:txBody>
              </p:sp>
              <p:grpSp>
                <p:nvGrpSpPr>
                  <p:cNvPr id="103559" name="Group 188"/>
                  <p:cNvGrpSpPr>
                    <a:grpSpLocks/>
                  </p:cNvGrpSpPr>
                  <p:nvPr/>
                </p:nvGrpSpPr>
                <p:grpSpPr bwMode="auto">
                  <a:xfrm>
                    <a:off x="1698" y="2592"/>
                    <a:ext cx="672" cy="859"/>
                    <a:chOff x="1698" y="2597"/>
                    <a:chExt cx="672" cy="859"/>
                  </a:xfrm>
                </p:grpSpPr>
                <p:sp>
                  <p:nvSpPr>
                    <p:cNvPr id="103560" name="AutoShape 189"/>
                    <p:cNvSpPr>
                      <a:spLocks noChangeArrowheads="1"/>
                    </p:cNvSpPr>
                    <p:nvPr/>
                  </p:nvSpPr>
                  <p:spPr bwMode="auto">
                    <a:xfrm rot="-4884146">
                      <a:off x="1604" y="2691"/>
                      <a:ext cx="859" cy="67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151 w 21600"/>
                        <a:gd name="T13" fmla="*/ 0 h 21600"/>
                        <a:gd name="T14" fmla="*/ 21449 w 21600"/>
                        <a:gd name="T15" fmla="*/ 9193 h 21600"/>
                      </a:gdLst>
                      <a:ahLst/>
                      <a:cxnLst>
                        <a:cxn ang="T8">
                          <a:pos x="T0" y="T1"/>
                        </a:cxn>
                        <a:cxn ang="T9">
                          <a:pos x="T2" y="T3"/>
                        </a:cxn>
                        <a:cxn ang="T10">
                          <a:pos x="T4" y="T5"/>
                        </a:cxn>
                        <a:cxn ang="T11">
                          <a:pos x="T6" y="T7"/>
                        </a:cxn>
                      </a:cxnLst>
                      <a:rect l="T12" t="T13" r="T14" b="T15"/>
                      <a:pathLst>
                        <a:path w="21600" h="21600">
                          <a:moveTo>
                            <a:pt x="1845" y="6849"/>
                          </a:moveTo>
                          <a:cubicBezTo>
                            <a:pt x="3410" y="3301"/>
                            <a:pt x="6922" y="1012"/>
                            <a:pt x="10800" y="1013"/>
                          </a:cubicBezTo>
                          <a:cubicBezTo>
                            <a:pt x="14677" y="1013"/>
                            <a:pt x="18189" y="3301"/>
                            <a:pt x="19754" y="6849"/>
                          </a:cubicBezTo>
                          <a:lnTo>
                            <a:pt x="20681" y="6440"/>
                          </a:lnTo>
                          <a:cubicBezTo>
                            <a:pt x="18953" y="2525"/>
                            <a:pt x="15078" y="-1"/>
                            <a:pt x="10799" y="0"/>
                          </a:cubicBezTo>
                          <a:cubicBezTo>
                            <a:pt x="6521" y="0"/>
                            <a:pt x="2646" y="2525"/>
                            <a:pt x="918" y="6440"/>
                          </a:cubicBezTo>
                          <a:lnTo>
                            <a:pt x="1845" y="6849"/>
                          </a:lnTo>
                          <a:close/>
                        </a:path>
                      </a:pathLst>
                    </a:custGeom>
                    <a:solidFill>
                      <a:srgbClr val="33CCFF"/>
                    </a:solidFill>
                    <a:ln w="9525">
                      <a:solidFill>
                        <a:schemeClr val="tx1"/>
                      </a:solidFill>
                      <a:miter lim="800000"/>
                      <a:headEnd/>
                      <a:tailEnd/>
                    </a:ln>
                  </p:spPr>
                  <p:txBody>
                    <a:bodyPr wrap="none" anchor="ctr"/>
                    <a:lstStyle/>
                    <a:p>
                      <a:endParaRPr lang="zh-CN" altLang="en-US"/>
                    </a:p>
                  </p:txBody>
                </p:sp>
                <p:grpSp>
                  <p:nvGrpSpPr>
                    <p:cNvPr id="103561" name="Group 190"/>
                    <p:cNvGrpSpPr>
                      <a:grpSpLocks/>
                    </p:cNvGrpSpPr>
                    <p:nvPr/>
                  </p:nvGrpSpPr>
                  <p:grpSpPr bwMode="auto">
                    <a:xfrm>
                      <a:off x="1938" y="2619"/>
                      <a:ext cx="48" cy="48"/>
                      <a:chOff x="1938" y="2517"/>
                      <a:chExt cx="48" cy="48"/>
                    </a:xfrm>
                  </p:grpSpPr>
                  <p:sp>
                    <p:nvSpPr>
                      <p:cNvPr id="103562" name="Oval 191"/>
                      <p:cNvSpPr>
                        <a:spLocks noChangeArrowheads="1"/>
                      </p:cNvSpPr>
                      <p:nvPr/>
                    </p:nvSpPr>
                    <p:spPr bwMode="auto">
                      <a:xfrm>
                        <a:off x="1938" y="2517"/>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563" name="Oval 192"/>
                      <p:cNvSpPr>
                        <a:spLocks noChangeArrowheads="1"/>
                      </p:cNvSpPr>
                      <p:nvPr/>
                    </p:nvSpPr>
                    <p:spPr bwMode="auto">
                      <a:xfrm>
                        <a:off x="1955" y="2535"/>
                        <a:ext cx="14" cy="14"/>
                      </a:xfrm>
                      <a:prstGeom prst="ellipse">
                        <a:avLst/>
                      </a:prstGeom>
                      <a:solidFill>
                        <a:srgbClr val="FF3300"/>
                      </a:solidFill>
                      <a:ln w="9525">
                        <a:solidFill>
                          <a:srgbClr val="FF33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grpSp>
            <p:grpSp>
              <p:nvGrpSpPr>
                <p:cNvPr id="103554" name="Group 193"/>
                <p:cNvGrpSpPr>
                  <a:grpSpLocks/>
                </p:cNvGrpSpPr>
                <p:nvPr/>
              </p:nvGrpSpPr>
              <p:grpSpPr bwMode="auto">
                <a:xfrm>
                  <a:off x="2190" y="3621"/>
                  <a:ext cx="48" cy="48"/>
                  <a:chOff x="3036" y="3117"/>
                  <a:chExt cx="48" cy="48"/>
                </a:xfrm>
              </p:grpSpPr>
              <p:sp>
                <p:nvSpPr>
                  <p:cNvPr id="103555" name="Oval 194"/>
                  <p:cNvSpPr>
                    <a:spLocks noChangeArrowheads="1"/>
                  </p:cNvSpPr>
                  <p:nvPr/>
                </p:nvSpPr>
                <p:spPr bwMode="auto">
                  <a:xfrm>
                    <a:off x="3036" y="3117"/>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3556" name="Line 195"/>
                  <p:cNvSpPr>
                    <a:spLocks noChangeShapeType="1"/>
                  </p:cNvSpPr>
                  <p:nvPr/>
                </p:nvSpPr>
                <p:spPr bwMode="auto">
                  <a:xfrm flipH="1">
                    <a:off x="3045" y="3123"/>
                    <a:ext cx="32" cy="32"/>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57" name="Line 196"/>
                  <p:cNvSpPr>
                    <a:spLocks noChangeShapeType="1"/>
                  </p:cNvSpPr>
                  <p:nvPr/>
                </p:nvSpPr>
                <p:spPr bwMode="auto">
                  <a:xfrm>
                    <a:off x="3045" y="3123"/>
                    <a:ext cx="29" cy="29"/>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grpSp>
        <p:sp>
          <p:nvSpPr>
            <p:cNvPr id="103460" name="Line 197"/>
            <p:cNvSpPr>
              <a:spLocks noChangeShapeType="1"/>
            </p:cNvSpPr>
            <p:nvPr/>
          </p:nvSpPr>
          <p:spPr bwMode="auto">
            <a:xfrm>
              <a:off x="4020" y="2556"/>
              <a:ext cx="24" cy="3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61" name="Line 198"/>
            <p:cNvSpPr>
              <a:spLocks noChangeShapeType="1"/>
            </p:cNvSpPr>
            <p:nvPr/>
          </p:nvSpPr>
          <p:spPr bwMode="auto">
            <a:xfrm>
              <a:off x="3789" y="2547"/>
              <a:ext cx="24" cy="3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62" name="Line 199"/>
            <p:cNvSpPr>
              <a:spLocks noChangeShapeType="1"/>
            </p:cNvSpPr>
            <p:nvPr/>
          </p:nvSpPr>
          <p:spPr bwMode="auto">
            <a:xfrm>
              <a:off x="3564" y="2538"/>
              <a:ext cx="24" cy="3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63" name="Line 200"/>
            <p:cNvSpPr>
              <a:spLocks noChangeShapeType="1"/>
            </p:cNvSpPr>
            <p:nvPr/>
          </p:nvSpPr>
          <p:spPr bwMode="auto">
            <a:xfrm>
              <a:off x="3339" y="2538"/>
              <a:ext cx="24" cy="3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64" name="Line 201"/>
            <p:cNvSpPr>
              <a:spLocks noChangeShapeType="1"/>
            </p:cNvSpPr>
            <p:nvPr/>
          </p:nvSpPr>
          <p:spPr bwMode="auto">
            <a:xfrm>
              <a:off x="3111" y="2529"/>
              <a:ext cx="24" cy="3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65" name="Line 202"/>
            <p:cNvSpPr>
              <a:spLocks noChangeShapeType="1"/>
            </p:cNvSpPr>
            <p:nvPr/>
          </p:nvSpPr>
          <p:spPr bwMode="auto">
            <a:xfrm>
              <a:off x="2874" y="2523"/>
              <a:ext cx="24" cy="3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66" name="Line 203"/>
            <p:cNvSpPr>
              <a:spLocks noChangeShapeType="1"/>
            </p:cNvSpPr>
            <p:nvPr/>
          </p:nvSpPr>
          <p:spPr bwMode="auto">
            <a:xfrm>
              <a:off x="2646" y="2517"/>
              <a:ext cx="24" cy="3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67" name="Line 204"/>
            <p:cNvSpPr>
              <a:spLocks noChangeShapeType="1"/>
            </p:cNvSpPr>
            <p:nvPr/>
          </p:nvSpPr>
          <p:spPr bwMode="auto">
            <a:xfrm>
              <a:off x="2427" y="2514"/>
              <a:ext cx="24" cy="3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68" name="Line 205"/>
            <p:cNvSpPr>
              <a:spLocks noChangeShapeType="1"/>
            </p:cNvSpPr>
            <p:nvPr/>
          </p:nvSpPr>
          <p:spPr bwMode="auto">
            <a:xfrm rot="10748831" flipH="1">
              <a:off x="2541" y="3150"/>
              <a:ext cx="48" cy="39"/>
            </a:xfrm>
            <a:prstGeom prst="line">
              <a:avLst/>
            </a:prstGeom>
            <a:noFill/>
            <a:ln w="9525">
              <a:solidFill>
                <a:schemeClr val="tx1"/>
              </a:solidFill>
              <a:round/>
              <a:headEnd type="triangle" w="med" len="lg"/>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69" name="Line 206"/>
            <p:cNvSpPr>
              <a:spLocks noChangeShapeType="1"/>
            </p:cNvSpPr>
            <p:nvPr/>
          </p:nvSpPr>
          <p:spPr bwMode="auto">
            <a:xfrm rot="10748831" flipH="1">
              <a:off x="2763" y="3159"/>
              <a:ext cx="48" cy="39"/>
            </a:xfrm>
            <a:prstGeom prst="line">
              <a:avLst/>
            </a:prstGeom>
            <a:noFill/>
            <a:ln w="9525">
              <a:solidFill>
                <a:schemeClr val="tx1"/>
              </a:solidFill>
              <a:round/>
              <a:headEnd type="triangle" w="med" len="lg"/>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70" name="Line 207"/>
            <p:cNvSpPr>
              <a:spLocks noChangeShapeType="1"/>
            </p:cNvSpPr>
            <p:nvPr/>
          </p:nvSpPr>
          <p:spPr bwMode="auto">
            <a:xfrm rot="10748831" flipH="1">
              <a:off x="2997" y="3168"/>
              <a:ext cx="48" cy="39"/>
            </a:xfrm>
            <a:prstGeom prst="line">
              <a:avLst/>
            </a:prstGeom>
            <a:noFill/>
            <a:ln w="9525">
              <a:solidFill>
                <a:schemeClr val="tx1"/>
              </a:solidFill>
              <a:round/>
              <a:headEnd type="triangle" w="med" len="lg"/>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71" name="Line 208"/>
            <p:cNvSpPr>
              <a:spLocks noChangeShapeType="1"/>
            </p:cNvSpPr>
            <p:nvPr/>
          </p:nvSpPr>
          <p:spPr bwMode="auto">
            <a:xfrm rot="10748831" flipH="1">
              <a:off x="3231" y="3159"/>
              <a:ext cx="48" cy="39"/>
            </a:xfrm>
            <a:prstGeom prst="line">
              <a:avLst/>
            </a:prstGeom>
            <a:noFill/>
            <a:ln w="9525">
              <a:solidFill>
                <a:schemeClr val="tx1"/>
              </a:solidFill>
              <a:round/>
              <a:headEnd type="triangle" w="med" len="lg"/>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72" name="Line 209"/>
            <p:cNvSpPr>
              <a:spLocks noChangeShapeType="1"/>
            </p:cNvSpPr>
            <p:nvPr/>
          </p:nvSpPr>
          <p:spPr bwMode="auto">
            <a:xfrm rot="10748831" flipH="1">
              <a:off x="3456" y="3162"/>
              <a:ext cx="48" cy="39"/>
            </a:xfrm>
            <a:prstGeom prst="line">
              <a:avLst/>
            </a:prstGeom>
            <a:noFill/>
            <a:ln w="9525">
              <a:solidFill>
                <a:schemeClr val="tx1"/>
              </a:solidFill>
              <a:round/>
              <a:headEnd type="triangle" w="med" len="lg"/>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73" name="Line 210"/>
            <p:cNvSpPr>
              <a:spLocks noChangeShapeType="1"/>
            </p:cNvSpPr>
            <p:nvPr/>
          </p:nvSpPr>
          <p:spPr bwMode="auto">
            <a:xfrm rot="10748831" flipH="1">
              <a:off x="3675" y="3177"/>
              <a:ext cx="48" cy="39"/>
            </a:xfrm>
            <a:prstGeom prst="line">
              <a:avLst/>
            </a:prstGeom>
            <a:noFill/>
            <a:ln w="9525">
              <a:solidFill>
                <a:schemeClr val="tx1"/>
              </a:solidFill>
              <a:round/>
              <a:headEnd type="triangle" w="med" len="lg"/>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74" name="Line 211"/>
            <p:cNvSpPr>
              <a:spLocks noChangeShapeType="1"/>
            </p:cNvSpPr>
            <p:nvPr/>
          </p:nvSpPr>
          <p:spPr bwMode="auto">
            <a:xfrm rot="10748831" flipH="1">
              <a:off x="3903" y="3186"/>
              <a:ext cx="48" cy="39"/>
            </a:xfrm>
            <a:prstGeom prst="line">
              <a:avLst/>
            </a:prstGeom>
            <a:noFill/>
            <a:ln w="9525">
              <a:solidFill>
                <a:schemeClr val="tx1"/>
              </a:solidFill>
              <a:round/>
              <a:headEnd type="triangle" w="med" len="lg"/>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75" name="Line 212"/>
            <p:cNvSpPr>
              <a:spLocks noChangeShapeType="1"/>
            </p:cNvSpPr>
            <p:nvPr/>
          </p:nvSpPr>
          <p:spPr bwMode="auto">
            <a:xfrm>
              <a:off x="2655" y="2649"/>
              <a:ext cx="75" cy="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76" name="Line 213"/>
            <p:cNvSpPr>
              <a:spLocks noChangeShapeType="1"/>
            </p:cNvSpPr>
            <p:nvPr/>
          </p:nvSpPr>
          <p:spPr bwMode="auto">
            <a:xfrm flipV="1">
              <a:off x="2688" y="2697"/>
              <a:ext cx="51" cy="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77" name="Line 214"/>
            <p:cNvSpPr>
              <a:spLocks noChangeShapeType="1"/>
            </p:cNvSpPr>
            <p:nvPr/>
          </p:nvSpPr>
          <p:spPr bwMode="auto">
            <a:xfrm>
              <a:off x="2880" y="2664"/>
              <a:ext cx="57" cy="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78" name="Line 215"/>
            <p:cNvSpPr>
              <a:spLocks noChangeShapeType="1"/>
            </p:cNvSpPr>
            <p:nvPr/>
          </p:nvSpPr>
          <p:spPr bwMode="auto">
            <a:xfrm>
              <a:off x="2901" y="2712"/>
              <a:ext cx="57" cy="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79" name="Line 216"/>
            <p:cNvSpPr>
              <a:spLocks noChangeShapeType="1"/>
            </p:cNvSpPr>
            <p:nvPr/>
          </p:nvSpPr>
          <p:spPr bwMode="auto">
            <a:xfrm>
              <a:off x="3120" y="2724"/>
              <a:ext cx="57" cy="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80" name="Line 217"/>
            <p:cNvSpPr>
              <a:spLocks noChangeShapeType="1"/>
            </p:cNvSpPr>
            <p:nvPr/>
          </p:nvSpPr>
          <p:spPr bwMode="auto">
            <a:xfrm>
              <a:off x="3099" y="2670"/>
              <a:ext cx="57" cy="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81" name="Line 218"/>
            <p:cNvSpPr>
              <a:spLocks noChangeShapeType="1"/>
            </p:cNvSpPr>
            <p:nvPr/>
          </p:nvSpPr>
          <p:spPr bwMode="auto">
            <a:xfrm>
              <a:off x="3342" y="2673"/>
              <a:ext cx="57" cy="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82" name="Line 219"/>
            <p:cNvSpPr>
              <a:spLocks noChangeShapeType="1"/>
            </p:cNvSpPr>
            <p:nvPr/>
          </p:nvSpPr>
          <p:spPr bwMode="auto">
            <a:xfrm>
              <a:off x="3360" y="2718"/>
              <a:ext cx="57" cy="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83" name="Line 220"/>
            <p:cNvSpPr>
              <a:spLocks noChangeShapeType="1"/>
            </p:cNvSpPr>
            <p:nvPr/>
          </p:nvSpPr>
          <p:spPr bwMode="auto">
            <a:xfrm>
              <a:off x="3594" y="2712"/>
              <a:ext cx="57" cy="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84" name="Line 221"/>
            <p:cNvSpPr>
              <a:spLocks noChangeShapeType="1"/>
            </p:cNvSpPr>
            <p:nvPr/>
          </p:nvSpPr>
          <p:spPr bwMode="auto">
            <a:xfrm>
              <a:off x="3570" y="2664"/>
              <a:ext cx="57" cy="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85" name="Line 222"/>
            <p:cNvSpPr>
              <a:spLocks noChangeShapeType="1"/>
            </p:cNvSpPr>
            <p:nvPr/>
          </p:nvSpPr>
          <p:spPr bwMode="auto">
            <a:xfrm flipV="1">
              <a:off x="3786" y="2646"/>
              <a:ext cx="60" cy="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86" name="Line 223"/>
            <p:cNvSpPr>
              <a:spLocks noChangeShapeType="1"/>
            </p:cNvSpPr>
            <p:nvPr/>
          </p:nvSpPr>
          <p:spPr bwMode="auto">
            <a:xfrm flipV="1">
              <a:off x="3807" y="2691"/>
              <a:ext cx="60" cy="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87" name="Line 224"/>
            <p:cNvSpPr>
              <a:spLocks noChangeShapeType="1"/>
            </p:cNvSpPr>
            <p:nvPr/>
          </p:nvSpPr>
          <p:spPr bwMode="auto">
            <a:xfrm flipV="1">
              <a:off x="4017" y="2673"/>
              <a:ext cx="54" cy="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88" name="Line 225"/>
            <p:cNvSpPr>
              <a:spLocks noChangeShapeType="1"/>
            </p:cNvSpPr>
            <p:nvPr/>
          </p:nvSpPr>
          <p:spPr bwMode="auto">
            <a:xfrm flipV="1">
              <a:off x="3987" y="2625"/>
              <a:ext cx="45" cy="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89" name="Line 226"/>
            <p:cNvSpPr>
              <a:spLocks noChangeShapeType="1"/>
            </p:cNvSpPr>
            <p:nvPr/>
          </p:nvSpPr>
          <p:spPr bwMode="auto">
            <a:xfrm>
              <a:off x="2912" y="2768"/>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90" name="Line 227"/>
            <p:cNvSpPr>
              <a:spLocks noChangeShapeType="1"/>
            </p:cNvSpPr>
            <p:nvPr/>
          </p:nvSpPr>
          <p:spPr bwMode="auto">
            <a:xfrm>
              <a:off x="3132" y="2768"/>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91" name="Line 228"/>
            <p:cNvSpPr>
              <a:spLocks noChangeShapeType="1"/>
            </p:cNvSpPr>
            <p:nvPr/>
          </p:nvSpPr>
          <p:spPr bwMode="auto">
            <a:xfrm>
              <a:off x="3368" y="2772"/>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92" name="Line 229"/>
            <p:cNvSpPr>
              <a:spLocks noChangeShapeType="1"/>
            </p:cNvSpPr>
            <p:nvPr/>
          </p:nvSpPr>
          <p:spPr bwMode="auto">
            <a:xfrm flipV="1">
              <a:off x="3608" y="2764"/>
              <a:ext cx="36" cy="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93" name="Line 230"/>
            <p:cNvSpPr>
              <a:spLocks noChangeShapeType="1"/>
            </p:cNvSpPr>
            <p:nvPr/>
          </p:nvSpPr>
          <p:spPr bwMode="auto">
            <a:xfrm>
              <a:off x="3832" y="2760"/>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94" name="Line 231"/>
            <p:cNvSpPr>
              <a:spLocks noChangeShapeType="1"/>
            </p:cNvSpPr>
            <p:nvPr/>
          </p:nvSpPr>
          <p:spPr bwMode="auto">
            <a:xfrm>
              <a:off x="4032" y="2752"/>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95" name="Line 232"/>
            <p:cNvSpPr>
              <a:spLocks noChangeShapeType="1"/>
            </p:cNvSpPr>
            <p:nvPr/>
          </p:nvSpPr>
          <p:spPr bwMode="auto">
            <a:xfrm>
              <a:off x="4272" y="2748"/>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96" name="Line 233"/>
            <p:cNvSpPr>
              <a:spLocks noChangeShapeType="1"/>
            </p:cNvSpPr>
            <p:nvPr/>
          </p:nvSpPr>
          <p:spPr bwMode="auto">
            <a:xfrm>
              <a:off x="4308" y="2844"/>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97" name="Line 234"/>
            <p:cNvSpPr>
              <a:spLocks noChangeShapeType="1"/>
            </p:cNvSpPr>
            <p:nvPr/>
          </p:nvSpPr>
          <p:spPr bwMode="auto">
            <a:xfrm>
              <a:off x="4312" y="2904"/>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98" name="Line 235"/>
            <p:cNvSpPr>
              <a:spLocks noChangeShapeType="1"/>
            </p:cNvSpPr>
            <p:nvPr/>
          </p:nvSpPr>
          <p:spPr bwMode="auto">
            <a:xfrm>
              <a:off x="4320" y="2956"/>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99" name="Line 236"/>
            <p:cNvSpPr>
              <a:spLocks noChangeShapeType="1"/>
            </p:cNvSpPr>
            <p:nvPr/>
          </p:nvSpPr>
          <p:spPr bwMode="auto">
            <a:xfrm flipV="1">
              <a:off x="4168" y="2584"/>
              <a:ext cx="76" cy="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00" name="Line 237"/>
            <p:cNvSpPr>
              <a:spLocks noChangeShapeType="1"/>
            </p:cNvSpPr>
            <p:nvPr/>
          </p:nvSpPr>
          <p:spPr bwMode="auto">
            <a:xfrm flipV="1">
              <a:off x="4200" y="2640"/>
              <a:ext cx="76" cy="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01" name="Line 238"/>
            <p:cNvSpPr>
              <a:spLocks noChangeShapeType="1"/>
            </p:cNvSpPr>
            <p:nvPr/>
          </p:nvSpPr>
          <p:spPr bwMode="auto">
            <a:xfrm>
              <a:off x="4312" y="3060"/>
              <a:ext cx="44" cy="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02" name="Line 239"/>
            <p:cNvSpPr>
              <a:spLocks noChangeShapeType="1"/>
            </p:cNvSpPr>
            <p:nvPr/>
          </p:nvSpPr>
          <p:spPr bwMode="auto">
            <a:xfrm>
              <a:off x="4276" y="3116"/>
              <a:ext cx="68" cy="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03" name="Line 240"/>
            <p:cNvSpPr>
              <a:spLocks noChangeShapeType="1"/>
            </p:cNvSpPr>
            <p:nvPr/>
          </p:nvSpPr>
          <p:spPr bwMode="auto">
            <a:xfrm>
              <a:off x="4076" y="2844"/>
              <a:ext cx="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04" name="Line 241"/>
            <p:cNvSpPr>
              <a:spLocks noChangeShapeType="1"/>
            </p:cNvSpPr>
            <p:nvPr/>
          </p:nvSpPr>
          <p:spPr bwMode="auto">
            <a:xfrm>
              <a:off x="4080" y="2904"/>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05" name="Line 242"/>
            <p:cNvSpPr>
              <a:spLocks noChangeShapeType="1"/>
            </p:cNvSpPr>
            <p:nvPr/>
          </p:nvSpPr>
          <p:spPr bwMode="auto">
            <a:xfrm>
              <a:off x="4092" y="2952"/>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06" name="Line 243"/>
            <p:cNvSpPr>
              <a:spLocks noChangeShapeType="1"/>
            </p:cNvSpPr>
            <p:nvPr/>
          </p:nvSpPr>
          <p:spPr bwMode="auto">
            <a:xfrm>
              <a:off x="4072" y="3020"/>
              <a:ext cx="76" cy="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07" name="Line 244"/>
            <p:cNvSpPr>
              <a:spLocks noChangeShapeType="1"/>
            </p:cNvSpPr>
            <p:nvPr/>
          </p:nvSpPr>
          <p:spPr bwMode="auto">
            <a:xfrm>
              <a:off x="4064" y="3080"/>
              <a:ext cx="76" cy="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08" name="Line 245"/>
            <p:cNvSpPr>
              <a:spLocks noChangeShapeType="1"/>
            </p:cNvSpPr>
            <p:nvPr/>
          </p:nvSpPr>
          <p:spPr bwMode="auto">
            <a:xfrm>
              <a:off x="3884" y="2844"/>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09" name="Line 246"/>
            <p:cNvSpPr>
              <a:spLocks noChangeShapeType="1"/>
            </p:cNvSpPr>
            <p:nvPr/>
          </p:nvSpPr>
          <p:spPr bwMode="auto">
            <a:xfrm>
              <a:off x="3876" y="2904"/>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10" name="Line 247"/>
            <p:cNvSpPr>
              <a:spLocks noChangeShapeType="1"/>
            </p:cNvSpPr>
            <p:nvPr/>
          </p:nvSpPr>
          <p:spPr bwMode="auto">
            <a:xfrm>
              <a:off x="3872" y="2952"/>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11" name="Line 248"/>
            <p:cNvSpPr>
              <a:spLocks noChangeShapeType="1"/>
            </p:cNvSpPr>
            <p:nvPr/>
          </p:nvSpPr>
          <p:spPr bwMode="auto">
            <a:xfrm>
              <a:off x="3652" y="2844"/>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12" name="Line 249"/>
            <p:cNvSpPr>
              <a:spLocks noChangeShapeType="1"/>
            </p:cNvSpPr>
            <p:nvPr/>
          </p:nvSpPr>
          <p:spPr bwMode="auto">
            <a:xfrm>
              <a:off x="3648" y="2904"/>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13" name="Line 250"/>
            <p:cNvSpPr>
              <a:spLocks noChangeShapeType="1"/>
            </p:cNvSpPr>
            <p:nvPr/>
          </p:nvSpPr>
          <p:spPr bwMode="auto">
            <a:xfrm>
              <a:off x="3644" y="2952"/>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14" name="Line 251"/>
            <p:cNvSpPr>
              <a:spLocks noChangeShapeType="1"/>
            </p:cNvSpPr>
            <p:nvPr/>
          </p:nvSpPr>
          <p:spPr bwMode="auto">
            <a:xfrm>
              <a:off x="3644" y="2984"/>
              <a:ext cx="36" cy="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15" name="Line 252"/>
            <p:cNvSpPr>
              <a:spLocks noChangeShapeType="1"/>
            </p:cNvSpPr>
            <p:nvPr/>
          </p:nvSpPr>
          <p:spPr bwMode="auto">
            <a:xfrm flipV="1">
              <a:off x="3648" y="3044"/>
              <a:ext cx="36" cy="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16" name="Line 253"/>
            <p:cNvSpPr>
              <a:spLocks noChangeShapeType="1"/>
            </p:cNvSpPr>
            <p:nvPr/>
          </p:nvSpPr>
          <p:spPr bwMode="auto">
            <a:xfrm>
              <a:off x="3876" y="3004"/>
              <a:ext cx="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17" name="Line 254"/>
            <p:cNvSpPr>
              <a:spLocks noChangeShapeType="1"/>
            </p:cNvSpPr>
            <p:nvPr/>
          </p:nvSpPr>
          <p:spPr bwMode="auto">
            <a:xfrm>
              <a:off x="3424" y="2844"/>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18" name="Line 255"/>
            <p:cNvSpPr>
              <a:spLocks noChangeShapeType="1"/>
            </p:cNvSpPr>
            <p:nvPr/>
          </p:nvSpPr>
          <p:spPr bwMode="auto">
            <a:xfrm>
              <a:off x="3420" y="2904"/>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19" name="Line 256"/>
            <p:cNvSpPr>
              <a:spLocks noChangeShapeType="1"/>
            </p:cNvSpPr>
            <p:nvPr/>
          </p:nvSpPr>
          <p:spPr bwMode="auto">
            <a:xfrm>
              <a:off x="3424" y="2980"/>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20" name="Line 257"/>
            <p:cNvSpPr>
              <a:spLocks noChangeShapeType="1"/>
            </p:cNvSpPr>
            <p:nvPr/>
          </p:nvSpPr>
          <p:spPr bwMode="auto">
            <a:xfrm>
              <a:off x="3420" y="2952"/>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21" name="Line 258"/>
            <p:cNvSpPr>
              <a:spLocks noChangeShapeType="1"/>
            </p:cNvSpPr>
            <p:nvPr/>
          </p:nvSpPr>
          <p:spPr bwMode="auto">
            <a:xfrm>
              <a:off x="3216" y="2896"/>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22" name="Line 259"/>
            <p:cNvSpPr>
              <a:spLocks noChangeShapeType="1"/>
            </p:cNvSpPr>
            <p:nvPr/>
          </p:nvSpPr>
          <p:spPr bwMode="auto">
            <a:xfrm>
              <a:off x="3196" y="2904"/>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23" name="Line 260"/>
            <p:cNvSpPr>
              <a:spLocks noChangeShapeType="1"/>
            </p:cNvSpPr>
            <p:nvPr/>
          </p:nvSpPr>
          <p:spPr bwMode="auto">
            <a:xfrm>
              <a:off x="3200" y="2844"/>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24" name="Line 261"/>
            <p:cNvSpPr>
              <a:spLocks noChangeShapeType="1"/>
            </p:cNvSpPr>
            <p:nvPr/>
          </p:nvSpPr>
          <p:spPr bwMode="auto">
            <a:xfrm>
              <a:off x="3196" y="2976"/>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25" name="Line 262"/>
            <p:cNvSpPr>
              <a:spLocks noChangeShapeType="1"/>
            </p:cNvSpPr>
            <p:nvPr/>
          </p:nvSpPr>
          <p:spPr bwMode="auto">
            <a:xfrm>
              <a:off x="3196" y="2952"/>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26" name="Line 263"/>
            <p:cNvSpPr>
              <a:spLocks noChangeShapeType="1"/>
            </p:cNvSpPr>
            <p:nvPr/>
          </p:nvSpPr>
          <p:spPr bwMode="auto">
            <a:xfrm>
              <a:off x="2728" y="2844"/>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27" name="Line 264"/>
            <p:cNvSpPr>
              <a:spLocks noChangeShapeType="1"/>
            </p:cNvSpPr>
            <p:nvPr/>
          </p:nvSpPr>
          <p:spPr bwMode="auto">
            <a:xfrm>
              <a:off x="2736" y="2904"/>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28" name="Line 265"/>
            <p:cNvSpPr>
              <a:spLocks noChangeShapeType="1"/>
            </p:cNvSpPr>
            <p:nvPr/>
          </p:nvSpPr>
          <p:spPr bwMode="auto">
            <a:xfrm>
              <a:off x="2728" y="2952"/>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29" name="Line 266"/>
            <p:cNvSpPr>
              <a:spLocks noChangeShapeType="1"/>
            </p:cNvSpPr>
            <p:nvPr/>
          </p:nvSpPr>
          <p:spPr bwMode="auto">
            <a:xfrm>
              <a:off x="2728" y="2996"/>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30" name="Line 267"/>
            <p:cNvSpPr>
              <a:spLocks noChangeShapeType="1"/>
            </p:cNvSpPr>
            <p:nvPr/>
          </p:nvSpPr>
          <p:spPr bwMode="auto">
            <a:xfrm flipH="1">
              <a:off x="3696" y="2112"/>
              <a:ext cx="96"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03531" name="Line 268"/>
            <p:cNvSpPr>
              <a:spLocks noChangeShapeType="1"/>
            </p:cNvSpPr>
            <p:nvPr/>
          </p:nvSpPr>
          <p:spPr bwMode="auto">
            <a:xfrm rot="20847805" flipH="1">
              <a:off x="1872" y="2256"/>
              <a:ext cx="96" cy="1"/>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03532" name="Line 269"/>
            <p:cNvSpPr>
              <a:spLocks noChangeShapeType="1"/>
            </p:cNvSpPr>
            <p:nvPr/>
          </p:nvSpPr>
          <p:spPr bwMode="auto">
            <a:xfrm rot="-779886">
              <a:off x="4560" y="2538"/>
              <a:ext cx="96" cy="1"/>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03533" name="Line 270"/>
            <p:cNvSpPr>
              <a:spLocks noChangeShapeType="1"/>
            </p:cNvSpPr>
            <p:nvPr/>
          </p:nvSpPr>
          <p:spPr bwMode="auto">
            <a:xfrm flipH="1">
              <a:off x="3072" y="2292"/>
              <a:ext cx="96"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03534" name="Line 271"/>
            <p:cNvSpPr>
              <a:spLocks noChangeShapeType="1"/>
            </p:cNvSpPr>
            <p:nvPr/>
          </p:nvSpPr>
          <p:spPr bwMode="auto">
            <a:xfrm rot="752195">
              <a:off x="1764" y="2700"/>
              <a:ext cx="96" cy="1"/>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03535" name="Line 272"/>
            <p:cNvSpPr>
              <a:spLocks noChangeShapeType="1"/>
            </p:cNvSpPr>
            <p:nvPr/>
          </p:nvSpPr>
          <p:spPr bwMode="auto">
            <a:xfrm>
              <a:off x="1680" y="2844"/>
              <a:ext cx="96"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03536" name="Line 273"/>
            <p:cNvSpPr>
              <a:spLocks noChangeShapeType="1"/>
            </p:cNvSpPr>
            <p:nvPr/>
          </p:nvSpPr>
          <p:spPr bwMode="auto">
            <a:xfrm>
              <a:off x="1872" y="2898"/>
              <a:ext cx="96"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03537" name="Line 274"/>
            <p:cNvSpPr>
              <a:spLocks noChangeShapeType="1"/>
            </p:cNvSpPr>
            <p:nvPr/>
          </p:nvSpPr>
          <p:spPr bwMode="auto">
            <a:xfrm rot="20847805" flipV="1">
              <a:off x="1614" y="2988"/>
              <a:ext cx="96" cy="1"/>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03538" name="Line 275"/>
            <p:cNvSpPr>
              <a:spLocks noChangeShapeType="1"/>
            </p:cNvSpPr>
            <p:nvPr/>
          </p:nvSpPr>
          <p:spPr bwMode="auto">
            <a:xfrm rot="-779886">
              <a:off x="4800" y="2700"/>
              <a:ext cx="96" cy="1"/>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03539" name="Line 276"/>
            <p:cNvSpPr>
              <a:spLocks noChangeShapeType="1"/>
            </p:cNvSpPr>
            <p:nvPr/>
          </p:nvSpPr>
          <p:spPr bwMode="auto">
            <a:xfrm rot="-44000">
              <a:off x="4752" y="2844"/>
              <a:ext cx="96" cy="1"/>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03540" name="Line 277"/>
            <p:cNvSpPr>
              <a:spLocks noChangeShapeType="1"/>
            </p:cNvSpPr>
            <p:nvPr/>
          </p:nvSpPr>
          <p:spPr bwMode="auto">
            <a:xfrm rot="-44000">
              <a:off x="4896" y="2897"/>
              <a:ext cx="96" cy="1"/>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03541" name="Line 278"/>
            <p:cNvSpPr>
              <a:spLocks noChangeShapeType="1"/>
            </p:cNvSpPr>
            <p:nvPr/>
          </p:nvSpPr>
          <p:spPr bwMode="auto">
            <a:xfrm rot="1648899" flipV="1">
              <a:off x="5040" y="3018"/>
              <a:ext cx="96" cy="1"/>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03542" name="Line 279"/>
            <p:cNvSpPr>
              <a:spLocks noChangeShapeType="1"/>
            </p:cNvSpPr>
            <p:nvPr/>
          </p:nvSpPr>
          <p:spPr bwMode="auto">
            <a:xfrm flipH="1">
              <a:off x="3120" y="3414"/>
              <a:ext cx="96"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03543" name="Line 280"/>
            <p:cNvSpPr>
              <a:spLocks noChangeShapeType="1"/>
            </p:cNvSpPr>
            <p:nvPr/>
          </p:nvSpPr>
          <p:spPr bwMode="auto">
            <a:xfrm flipH="1">
              <a:off x="3696" y="3582"/>
              <a:ext cx="96"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03544" name="Line 281"/>
            <p:cNvSpPr>
              <a:spLocks noChangeShapeType="1"/>
            </p:cNvSpPr>
            <p:nvPr/>
          </p:nvSpPr>
          <p:spPr bwMode="auto">
            <a:xfrm rot="-1348405">
              <a:off x="1920" y="3126"/>
              <a:ext cx="96" cy="1"/>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grpSp>
      <p:sp>
        <p:nvSpPr>
          <p:cNvPr id="103435" name="Text Box 283"/>
          <p:cNvSpPr txBox="1">
            <a:spLocks noChangeArrowheads="1"/>
          </p:cNvSpPr>
          <p:nvPr/>
        </p:nvSpPr>
        <p:spPr bwMode="auto">
          <a:xfrm>
            <a:off x="3348038" y="3822701"/>
            <a:ext cx="2006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无铁芯</a:t>
            </a:r>
          </a:p>
        </p:txBody>
      </p:sp>
    </p:spTree>
    <p:extLst>
      <p:ext uri="{BB962C8B-B14F-4D97-AF65-F5344CB8AC3E}">
        <p14:creationId xmlns:p14="http://schemas.microsoft.com/office/powerpoint/2010/main" val="12710794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2"/>
          <p:cNvSpPr txBox="1">
            <a:spLocks noChangeArrowheads="1"/>
          </p:cNvSpPr>
          <p:nvPr/>
        </p:nvSpPr>
        <p:spPr bwMode="auto">
          <a:xfrm>
            <a:off x="2217738" y="800100"/>
            <a:ext cx="3048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安培环路定理</a:t>
            </a:r>
          </a:p>
        </p:txBody>
      </p:sp>
      <p:graphicFrame>
        <p:nvGraphicFramePr>
          <p:cNvPr id="105475" name="Object 3"/>
          <p:cNvGraphicFramePr>
            <a:graphicFrameLocks noChangeAspect="1"/>
          </p:cNvGraphicFramePr>
          <p:nvPr/>
        </p:nvGraphicFramePr>
        <p:xfrm>
          <a:off x="2787650" y="1562100"/>
          <a:ext cx="2262188" cy="501650"/>
        </p:xfrm>
        <a:graphic>
          <a:graphicData uri="http://schemas.openxmlformats.org/presentationml/2006/ole">
            <mc:AlternateContent xmlns:mc="http://schemas.openxmlformats.org/markup-compatibility/2006">
              <mc:Choice xmlns:v="urn:schemas-microsoft-com:vml" Requires="v">
                <p:oleObj spid="_x0000_s43070" name="Equation" r:id="rId4" imgW="1247743" imgH="257175" progId="Equation.DSMT4">
                  <p:embed/>
                </p:oleObj>
              </mc:Choice>
              <mc:Fallback>
                <p:oleObj name="Equation" r:id="rId4" imgW="1247743" imgH="257175"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7650" y="1562100"/>
                        <a:ext cx="2262188"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476" name="Text Box 4"/>
          <p:cNvSpPr txBox="1">
            <a:spLocks noChangeArrowheads="1"/>
          </p:cNvSpPr>
          <p:nvPr/>
        </p:nvSpPr>
        <p:spPr bwMode="auto">
          <a:xfrm>
            <a:off x="5913439" y="3467101"/>
            <a:ext cx="40481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磁路中磁通量处处相等</a:t>
            </a:r>
          </a:p>
        </p:txBody>
      </p:sp>
      <p:grpSp>
        <p:nvGrpSpPr>
          <p:cNvPr id="105477" name="Group 5"/>
          <p:cNvGrpSpPr>
            <a:grpSpLocks/>
          </p:cNvGrpSpPr>
          <p:nvPr/>
        </p:nvGrpSpPr>
        <p:grpSpPr bwMode="auto">
          <a:xfrm>
            <a:off x="6680200" y="1003300"/>
            <a:ext cx="3760788" cy="2171700"/>
            <a:chOff x="1671" y="1920"/>
            <a:chExt cx="3506" cy="1728"/>
          </a:xfrm>
        </p:grpSpPr>
        <p:sp>
          <p:nvSpPr>
            <p:cNvPr id="105481" name="Freeform 6"/>
            <p:cNvSpPr>
              <a:spLocks/>
            </p:cNvSpPr>
            <p:nvPr/>
          </p:nvSpPr>
          <p:spPr bwMode="auto">
            <a:xfrm>
              <a:off x="1674" y="3047"/>
              <a:ext cx="566" cy="0"/>
            </a:xfrm>
            <a:custGeom>
              <a:avLst/>
              <a:gdLst>
                <a:gd name="T0" fmla="*/ 696 w 543"/>
                <a:gd name="T1" fmla="*/ 0 h 1"/>
                <a:gd name="T2" fmla="*/ 0 w 543"/>
                <a:gd name="T3" fmla="*/ 0 h 1"/>
                <a:gd name="T4" fmla="*/ 0 60000 65536"/>
                <a:gd name="T5" fmla="*/ 0 60000 65536"/>
                <a:gd name="T6" fmla="*/ 0 w 543"/>
                <a:gd name="T7" fmla="*/ 0 h 1"/>
                <a:gd name="T8" fmla="*/ 543 w 543"/>
                <a:gd name="T9" fmla="*/ 0 h 1"/>
              </a:gdLst>
              <a:ahLst/>
              <a:cxnLst>
                <a:cxn ang="T4">
                  <a:pos x="T0" y="T1"/>
                </a:cxn>
                <a:cxn ang="T5">
                  <a:pos x="T2" y="T3"/>
                </a:cxn>
              </a:cxnLst>
              <a:rect l="T6" t="T7" r="T8" b="T9"/>
              <a:pathLst>
                <a:path w="543" h="1">
                  <a:moveTo>
                    <a:pt x="543" y="0"/>
                  </a:moveTo>
                  <a:lnTo>
                    <a:pt x="0" y="0"/>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5482" name="Freeform 7"/>
            <p:cNvSpPr>
              <a:spLocks/>
            </p:cNvSpPr>
            <p:nvPr/>
          </p:nvSpPr>
          <p:spPr bwMode="auto">
            <a:xfrm>
              <a:off x="2174" y="1920"/>
              <a:ext cx="2641" cy="1728"/>
            </a:xfrm>
            <a:custGeom>
              <a:avLst/>
              <a:gdLst>
                <a:gd name="T0" fmla="*/ 2210 w 2641"/>
                <a:gd name="T1" fmla="*/ 777 h 1728"/>
                <a:gd name="T2" fmla="*/ 2210 w 2641"/>
                <a:gd name="T3" fmla="*/ 324 h 1728"/>
                <a:gd name="T4" fmla="*/ 1615 w 2641"/>
                <a:gd name="T5" fmla="*/ 324 h 1728"/>
                <a:gd name="T6" fmla="*/ 1615 w 2641"/>
                <a:gd name="T7" fmla="*/ 1411 h 1728"/>
                <a:gd name="T8" fmla="*/ 2210 w 2641"/>
                <a:gd name="T9" fmla="*/ 1411 h 1728"/>
                <a:gd name="T10" fmla="*/ 2210 w 2641"/>
                <a:gd name="T11" fmla="*/ 1094 h 1728"/>
                <a:gd name="T12" fmla="*/ 2629 w 2641"/>
                <a:gd name="T13" fmla="*/ 1087 h 1728"/>
                <a:gd name="T14" fmla="*/ 2626 w 2641"/>
                <a:gd name="T15" fmla="*/ 1714 h 1728"/>
                <a:gd name="T16" fmla="*/ 0 w 2641"/>
                <a:gd name="T17" fmla="*/ 1728 h 1728"/>
                <a:gd name="T18" fmla="*/ 0 w 2641"/>
                <a:gd name="T19" fmla="*/ 7 h 1728"/>
                <a:gd name="T20" fmla="*/ 2641 w 2641"/>
                <a:gd name="T21" fmla="*/ 0 h 1728"/>
                <a:gd name="T22" fmla="*/ 2641 w 2641"/>
                <a:gd name="T23" fmla="*/ 790 h 1728"/>
                <a:gd name="T24" fmla="*/ 2228 w 2641"/>
                <a:gd name="T25" fmla="*/ 790 h 1728"/>
                <a:gd name="T26" fmla="*/ 2210 w 2641"/>
                <a:gd name="T27" fmla="*/ 777 h 17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641"/>
                <a:gd name="T43" fmla="*/ 0 h 1728"/>
                <a:gd name="T44" fmla="*/ 2641 w 2641"/>
                <a:gd name="T45" fmla="*/ 1728 h 17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641" h="1728">
                  <a:moveTo>
                    <a:pt x="2210" y="777"/>
                  </a:moveTo>
                  <a:lnTo>
                    <a:pt x="2210" y="324"/>
                  </a:lnTo>
                  <a:lnTo>
                    <a:pt x="1615" y="324"/>
                  </a:lnTo>
                  <a:lnTo>
                    <a:pt x="1615" y="1411"/>
                  </a:lnTo>
                  <a:lnTo>
                    <a:pt x="2210" y="1411"/>
                  </a:lnTo>
                  <a:lnTo>
                    <a:pt x="2210" y="1094"/>
                  </a:lnTo>
                  <a:lnTo>
                    <a:pt x="2629" y="1087"/>
                  </a:lnTo>
                  <a:lnTo>
                    <a:pt x="2626" y="1714"/>
                  </a:lnTo>
                  <a:lnTo>
                    <a:pt x="0" y="1728"/>
                  </a:lnTo>
                  <a:lnTo>
                    <a:pt x="0" y="7"/>
                  </a:lnTo>
                  <a:lnTo>
                    <a:pt x="2641" y="0"/>
                  </a:lnTo>
                  <a:lnTo>
                    <a:pt x="2641" y="790"/>
                  </a:lnTo>
                  <a:lnTo>
                    <a:pt x="2228" y="790"/>
                  </a:lnTo>
                  <a:lnTo>
                    <a:pt x="2210" y="777"/>
                  </a:lnTo>
                  <a:close/>
                </a:path>
              </a:pathLst>
            </a:custGeom>
            <a:solidFill>
              <a:schemeClr val="bg1"/>
            </a:solidFill>
            <a:ln w="38100">
              <a:solidFill>
                <a:schemeClr val="bg2"/>
              </a:solidFill>
              <a:round/>
              <a:headEnd/>
              <a:tailEnd/>
            </a:ln>
          </p:spPr>
          <p:txBody>
            <a:bodyPr wrap="none"/>
            <a:lstStyle/>
            <a:p>
              <a:endParaRPr lang="zh-CN" altLang="en-US"/>
            </a:p>
          </p:txBody>
        </p:sp>
        <p:sp>
          <p:nvSpPr>
            <p:cNvPr id="105483" name="Rectangle 8"/>
            <p:cNvSpPr>
              <a:spLocks noChangeArrowheads="1"/>
            </p:cNvSpPr>
            <p:nvPr/>
          </p:nvSpPr>
          <p:spPr bwMode="auto">
            <a:xfrm>
              <a:off x="2641" y="2380"/>
              <a:ext cx="553" cy="724"/>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5484" name="Freeform 9"/>
            <p:cNvSpPr>
              <a:spLocks/>
            </p:cNvSpPr>
            <p:nvPr/>
          </p:nvSpPr>
          <p:spPr bwMode="auto">
            <a:xfrm>
              <a:off x="2448" y="2063"/>
              <a:ext cx="2160" cy="1404"/>
            </a:xfrm>
            <a:custGeom>
              <a:avLst/>
              <a:gdLst>
                <a:gd name="T0" fmla="*/ 953 w 2544"/>
                <a:gd name="T1" fmla="*/ 474 h 1488"/>
                <a:gd name="T2" fmla="*/ 953 w 2544"/>
                <a:gd name="T3" fmla="*/ 0 h 1488"/>
                <a:gd name="T4" fmla="*/ 0 w 2544"/>
                <a:gd name="T5" fmla="*/ 0 h 1488"/>
                <a:gd name="T6" fmla="*/ 0 w 2544"/>
                <a:gd name="T7" fmla="*/ 1049 h 1488"/>
                <a:gd name="T8" fmla="*/ 953 w 2544"/>
                <a:gd name="T9" fmla="*/ 1049 h 1488"/>
                <a:gd name="T10" fmla="*/ 953 w 2544"/>
                <a:gd name="T11" fmla="*/ 710 h 1488"/>
                <a:gd name="T12" fmla="*/ 0 60000 65536"/>
                <a:gd name="T13" fmla="*/ 0 60000 65536"/>
                <a:gd name="T14" fmla="*/ 0 60000 65536"/>
                <a:gd name="T15" fmla="*/ 0 60000 65536"/>
                <a:gd name="T16" fmla="*/ 0 60000 65536"/>
                <a:gd name="T17" fmla="*/ 0 60000 65536"/>
                <a:gd name="T18" fmla="*/ 0 w 2544"/>
                <a:gd name="T19" fmla="*/ 0 h 1488"/>
                <a:gd name="T20" fmla="*/ 2544 w 2544"/>
                <a:gd name="T21" fmla="*/ 1488 h 1488"/>
              </a:gdLst>
              <a:ahLst/>
              <a:cxnLst>
                <a:cxn ang="T12">
                  <a:pos x="T0" y="T1"/>
                </a:cxn>
                <a:cxn ang="T13">
                  <a:pos x="T2" y="T3"/>
                </a:cxn>
                <a:cxn ang="T14">
                  <a:pos x="T4" y="T5"/>
                </a:cxn>
                <a:cxn ang="T15">
                  <a:pos x="T6" y="T7"/>
                </a:cxn>
                <a:cxn ang="T16">
                  <a:pos x="T8" y="T9"/>
                </a:cxn>
                <a:cxn ang="T17">
                  <a:pos x="T10" y="T11"/>
                </a:cxn>
              </a:cxnLst>
              <a:rect l="T18" t="T19" r="T20" b="T21"/>
              <a:pathLst>
                <a:path w="2544" h="1488">
                  <a:moveTo>
                    <a:pt x="2544" y="672"/>
                  </a:moveTo>
                  <a:lnTo>
                    <a:pt x="2544" y="0"/>
                  </a:lnTo>
                  <a:lnTo>
                    <a:pt x="0" y="0"/>
                  </a:lnTo>
                  <a:lnTo>
                    <a:pt x="0" y="1488"/>
                  </a:lnTo>
                  <a:lnTo>
                    <a:pt x="2544" y="1488"/>
                  </a:lnTo>
                  <a:lnTo>
                    <a:pt x="2544" y="1008"/>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5485" name="Freeform 10"/>
            <p:cNvSpPr>
              <a:spLocks/>
            </p:cNvSpPr>
            <p:nvPr/>
          </p:nvSpPr>
          <p:spPr bwMode="auto">
            <a:xfrm>
              <a:off x="4594" y="2742"/>
              <a:ext cx="1" cy="272"/>
            </a:xfrm>
            <a:custGeom>
              <a:avLst/>
              <a:gdLst>
                <a:gd name="T0" fmla="*/ 0 w 1"/>
                <a:gd name="T1" fmla="*/ 0 h 288"/>
                <a:gd name="T2" fmla="*/ 0 w 1"/>
                <a:gd name="T3" fmla="*/ 204 h 288"/>
                <a:gd name="T4" fmla="*/ 0 60000 65536"/>
                <a:gd name="T5" fmla="*/ 0 60000 65536"/>
                <a:gd name="T6" fmla="*/ 0 w 1"/>
                <a:gd name="T7" fmla="*/ 0 h 288"/>
                <a:gd name="T8" fmla="*/ 1 w 1"/>
                <a:gd name="T9" fmla="*/ 288 h 288"/>
              </a:gdLst>
              <a:ahLst/>
              <a:cxnLst>
                <a:cxn ang="T4">
                  <a:pos x="T0" y="T1"/>
                </a:cxn>
                <a:cxn ang="T5">
                  <a:pos x="T2" y="T3"/>
                </a:cxn>
              </a:cxnLst>
              <a:rect l="T6" t="T7" r="T8" b="T9"/>
              <a:pathLst>
                <a:path w="1" h="288">
                  <a:moveTo>
                    <a:pt x="0" y="0"/>
                  </a:moveTo>
                  <a:cubicBezTo>
                    <a:pt x="0" y="0"/>
                    <a:pt x="0" y="144"/>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5486" name="Freeform 11"/>
            <p:cNvSpPr>
              <a:spLocks/>
            </p:cNvSpPr>
            <p:nvPr/>
          </p:nvSpPr>
          <p:spPr bwMode="auto">
            <a:xfrm>
              <a:off x="4654" y="2742"/>
              <a:ext cx="30" cy="272"/>
            </a:xfrm>
            <a:custGeom>
              <a:avLst/>
              <a:gdLst>
                <a:gd name="T0" fmla="*/ 0 w 33"/>
                <a:gd name="T1" fmla="*/ 0 h 288"/>
                <a:gd name="T2" fmla="*/ 19 w 33"/>
                <a:gd name="T3" fmla="*/ 93 h 288"/>
                <a:gd name="T4" fmla="*/ 0 w 33"/>
                <a:gd name="T5" fmla="*/ 204 h 288"/>
                <a:gd name="T6" fmla="*/ 0 60000 65536"/>
                <a:gd name="T7" fmla="*/ 0 60000 65536"/>
                <a:gd name="T8" fmla="*/ 0 60000 65536"/>
                <a:gd name="T9" fmla="*/ 0 w 33"/>
                <a:gd name="T10" fmla="*/ 0 h 288"/>
                <a:gd name="T11" fmla="*/ 33 w 33"/>
                <a:gd name="T12" fmla="*/ 288 h 288"/>
              </a:gdLst>
              <a:ahLst/>
              <a:cxnLst>
                <a:cxn ang="T6">
                  <a:pos x="T0" y="T1"/>
                </a:cxn>
                <a:cxn ang="T7">
                  <a:pos x="T2" y="T3"/>
                </a:cxn>
                <a:cxn ang="T8">
                  <a:pos x="T4" y="T5"/>
                </a:cxn>
              </a:cxnLst>
              <a:rect l="T9" t="T10" r="T11" b="T12"/>
              <a:pathLst>
                <a:path w="33" h="288">
                  <a:moveTo>
                    <a:pt x="0" y="0"/>
                  </a:moveTo>
                  <a:cubicBezTo>
                    <a:pt x="6" y="22"/>
                    <a:pt x="33" y="82"/>
                    <a:pt x="33" y="130"/>
                  </a:cubicBezTo>
                  <a:cubicBezTo>
                    <a:pt x="33" y="178"/>
                    <a:pt x="7" y="255"/>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5487" name="Freeform 12"/>
            <p:cNvSpPr>
              <a:spLocks/>
            </p:cNvSpPr>
            <p:nvPr/>
          </p:nvSpPr>
          <p:spPr bwMode="auto">
            <a:xfrm>
              <a:off x="4743" y="2742"/>
              <a:ext cx="46" cy="272"/>
            </a:xfrm>
            <a:custGeom>
              <a:avLst/>
              <a:gdLst>
                <a:gd name="T0" fmla="*/ 0 w 52"/>
                <a:gd name="T1" fmla="*/ 0 h 288"/>
                <a:gd name="T2" fmla="*/ 25 w 52"/>
                <a:gd name="T3" fmla="*/ 93 h 288"/>
                <a:gd name="T4" fmla="*/ 0 w 52"/>
                <a:gd name="T5" fmla="*/ 204 h 288"/>
                <a:gd name="T6" fmla="*/ 0 60000 65536"/>
                <a:gd name="T7" fmla="*/ 0 60000 65536"/>
                <a:gd name="T8" fmla="*/ 0 60000 65536"/>
                <a:gd name="T9" fmla="*/ 0 w 52"/>
                <a:gd name="T10" fmla="*/ 0 h 288"/>
                <a:gd name="T11" fmla="*/ 52 w 52"/>
                <a:gd name="T12" fmla="*/ 288 h 288"/>
              </a:gdLst>
              <a:ahLst/>
              <a:cxnLst>
                <a:cxn ang="T6">
                  <a:pos x="T0" y="T1"/>
                </a:cxn>
                <a:cxn ang="T7">
                  <a:pos x="T2" y="T3"/>
                </a:cxn>
                <a:cxn ang="T8">
                  <a:pos x="T4" y="T5"/>
                </a:cxn>
              </a:cxnLst>
              <a:rect l="T9" t="T10" r="T11" b="T12"/>
              <a:pathLst>
                <a:path w="52" h="288">
                  <a:moveTo>
                    <a:pt x="0" y="0"/>
                  </a:moveTo>
                  <a:cubicBezTo>
                    <a:pt x="9" y="22"/>
                    <a:pt x="52" y="82"/>
                    <a:pt x="52" y="130"/>
                  </a:cubicBezTo>
                  <a:cubicBezTo>
                    <a:pt x="52" y="178"/>
                    <a:pt x="11" y="255"/>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5488" name="Freeform 13"/>
            <p:cNvSpPr>
              <a:spLocks/>
            </p:cNvSpPr>
            <p:nvPr/>
          </p:nvSpPr>
          <p:spPr bwMode="auto">
            <a:xfrm>
              <a:off x="4823" y="2742"/>
              <a:ext cx="50" cy="272"/>
            </a:xfrm>
            <a:custGeom>
              <a:avLst/>
              <a:gdLst>
                <a:gd name="T0" fmla="*/ 0 w 56"/>
                <a:gd name="T1" fmla="*/ 0 h 288"/>
                <a:gd name="T2" fmla="*/ 29 w 56"/>
                <a:gd name="T3" fmla="*/ 102 h 288"/>
                <a:gd name="T4" fmla="*/ 0 w 56"/>
                <a:gd name="T5" fmla="*/ 204 h 288"/>
                <a:gd name="T6" fmla="*/ 0 60000 65536"/>
                <a:gd name="T7" fmla="*/ 0 60000 65536"/>
                <a:gd name="T8" fmla="*/ 0 60000 65536"/>
                <a:gd name="T9" fmla="*/ 0 w 56"/>
                <a:gd name="T10" fmla="*/ 0 h 288"/>
                <a:gd name="T11" fmla="*/ 56 w 56"/>
                <a:gd name="T12" fmla="*/ 288 h 288"/>
              </a:gdLst>
              <a:ahLst/>
              <a:cxnLst>
                <a:cxn ang="T6">
                  <a:pos x="T0" y="T1"/>
                </a:cxn>
                <a:cxn ang="T7">
                  <a:pos x="T2" y="T3"/>
                </a:cxn>
                <a:cxn ang="T8">
                  <a:pos x="T4" y="T5"/>
                </a:cxn>
              </a:cxnLst>
              <a:rect l="T9" t="T10" r="T11" b="T12"/>
              <a:pathLst>
                <a:path w="56" h="288">
                  <a:moveTo>
                    <a:pt x="0" y="0"/>
                  </a:moveTo>
                  <a:cubicBezTo>
                    <a:pt x="9" y="24"/>
                    <a:pt x="56" y="96"/>
                    <a:pt x="56" y="144"/>
                  </a:cubicBezTo>
                  <a:cubicBezTo>
                    <a:pt x="56" y="192"/>
                    <a:pt x="12" y="258"/>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5489" name="Freeform 14"/>
            <p:cNvSpPr>
              <a:spLocks/>
            </p:cNvSpPr>
            <p:nvPr/>
          </p:nvSpPr>
          <p:spPr bwMode="auto">
            <a:xfrm flipH="1">
              <a:off x="4506" y="2742"/>
              <a:ext cx="29" cy="272"/>
            </a:xfrm>
            <a:custGeom>
              <a:avLst/>
              <a:gdLst>
                <a:gd name="T0" fmla="*/ 0 w 33"/>
                <a:gd name="T1" fmla="*/ 0 h 288"/>
                <a:gd name="T2" fmla="*/ 15 w 33"/>
                <a:gd name="T3" fmla="*/ 93 h 288"/>
                <a:gd name="T4" fmla="*/ 0 w 33"/>
                <a:gd name="T5" fmla="*/ 204 h 288"/>
                <a:gd name="T6" fmla="*/ 0 60000 65536"/>
                <a:gd name="T7" fmla="*/ 0 60000 65536"/>
                <a:gd name="T8" fmla="*/ 0 60000 65536"/>
                <a:gd name="T9" fmla="*/ 0 w 33"/>
                <a:gd name="T10" fmla="*/ 0 h 288"/>
                <a:gd name="T11" fmla="*/ 33 w 33"/>
                <a:gd name="T12" fmla="*/ 288 h 288"/>
              </a:gdLst>
              <a:ahLst/>
              <a:cxnLst>
                <a:cxn ang="T6">
                  <a:pos x="T0" y="T1"/>
                </a:cxn>
                <a:cxn ang="T7">
                  <a:pos x="T2" y="T3"/>
                </a:cxn>
                <a:cxn ang="T8">
                  <a:pos x="T4" y="T5"/>
                </a:cxn>
              </a:cxnLst>
              <a:rect l="T9" t="T10" r="T11" b="T12"/>
              <a:pathLst>
                <a:path w="33" h="288">
                  <a:moveTo>
                    <a:pt x="0" y="0"/>
                  </a:moveTo>
                  <a:cubicBezTo>
                    <a:pt x="6" y="22"/>
                    <a:pt x="33" y="82"/>
                    <a:pt x="33" y="130"/>
                  </a:cubicBezTo>
                  <a:cubicBezTo>
                    <a:pt x="33" y="178"/>
                    <a:pt x="7" y="255"/>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5490" name="Freeform 15"/>
            <p:cNvSpPr>
              <a:spLocks/>
            </p:cNvSpPr>
            <p:nvPr/>
          </p:nvSpPr>
          <p:spPr bwMode="auto">
            <a:xfrm flipH="1">
              <a:off x="4400" y="2742"/>
              <a:ext cx="46" cy="272"/>
            </a:xfrm>
            <a:custGeom>
              <a:avLst/>
              <a:gdLst>
                <a:gd name="T0" fmla="*/ 0 w 52"/>
                <a:gd name="T1" fmla="*/ 0 h 288"/>
                <a:gd name="T2" fmla="*/ 25 w 52"/>
                <a:gd name="T3" fmla="*/ 93 h 288"/>
                <a:gd name="T4" fmla="*/ 0 w 52"/>
                <a:gd name="T5" fmla="*/ 204 h 288"/>
                <a:gd name="T6" fmla="*/ 0 60000 65536"/>
                <a:gd name="T7" fmla="*/ 0 60000 65536"/>
                <a:gd name="T8" fmla="*/ 0 60000 65536"/>
                <a:gd name="T9" fmla="*/ 0 w 52"/>
                <a:gd name="T10" fmla="*/ 0 h 288"/>
                <a:gd name="T11" fmla="*/ 52 w 52"/>
                <a:gd name="T12" fmla="*/ 288 h 288"/>
              </a:gdLst>
              <a:ahLst/>
              <a:cxnLst>
                <a:cxn ang="T6">
                  <a:pos x="T0" y="T1"/>
                </a:cxn>
                <a:cxn ang="T7">
                  <a:pos x="T2" y="T3"/>
                </a:cxn>
                <a:cxn ang="T8">
                  <a:pos x="T4" y="T5"/>
                </a:cxn>
              </a:cxnLst>
              <a:rect l="T9" t="T10" r="T11" b="T12"/>
              <a:pathLst>
                <a:path w="52" h="288">
                  <a:moveTo>
                    <a:pt x="0" y="0"/>
                  </a:moveTo>
                  <a:cubicBezTo>
                    <a:pt x="9" y="22"/>
                    <a:pt x="52" y="82"/>
                    <a:pt x="52" y="130"/>
                  </a:cubicBezTo>
                  <a:cubicBezTo>
                    <a:pt x="52" y="178"/>
                    <a:pt x="11" y="255"/>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5491" name="Freeform 16"/>
            <p:cNvSpPr>
              <a:spLocks/>
            </p:cNvSpPr>
            <p:nvPr/>
          </p:nvSpPr>
          <p:spPr bwMode="auto">
            <a:xfrm flipH="1">
              <a:off x="4329" y="2742"/>
              <a:ext cx="49" cy="272"/>
            </a:xfrm>
            <a:custGeom>
              <a:avLst/>
              <a:gdLst>
                <a:gd name="T0" fmla="*/ 0 w 56"/>
                <a:gd name="T1" fmla="*/ 0 h 288"/>
                <a:gd name="T2" fmla="*/ 25 w 56"/>
                <a:gd name="T3" fmla="*/ 102 h 288"/>
                <a:gd name="T4" fmla="*/ 0 w 56"/>
                <a:gd name="T5" fmla="*/ 204 h 288"/>
                <a:gd name="T6" fmla="*/ 0 60000 65536"/>
                <a:gd name="T7" fmla="*/ 0 60000 65536"/>
                <a:gd name="T8" fmla="*/ 0 60000 65536"/>
                <a:gd name="T9" fmla="*/ 0 w 56"/>
                <a:gd name="T10" fmla="*/ 0 h 288"/>
                <a:gd name="T11" fmla="*/ 56 w 56"/>
                <a:gd name="T12" fmla="*/ 288 h 288"/>
              </a:gdLst>
              <a:ahLst/>
              <a:cxnLst>
                <a:cxn ang="T6">
                  <a:pos x="T0" y="T1"/>
                </a:cxn>
                <a:cxn ang="T7">
                  <a:pos x="T2" y="T3"/>
                </a:cxn>
                <a:cxn ang="T8">
                  <a:pos x="T4" y="T5"/>
                </a:cxn>
              </a:cxnLst>
              <a:rect l="T9" t="T10" r="T11" b="T12"/>
              <a:pathLst>
                <a:path w="56" h="288">
                  <a:moveTo>
                    <a:pt x="0" y="0"/>
                  </a:moveTo>
                  <a:cubicBezTo>
                    <a:pt x="9" y="24"/>
                    <a:pt x="56" y="96"/>
                    <a:pt x="56" y="144"/>
                  </a:cubicBezTo>
                  <a:cubicBezTo>
                    <a:pt x="56" y="192"/>
                    <a:pt x="12" y="258"/>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5492" name="Line 17"/>
            <p:cNvSpPr>
              <a:spLocks noChangeShapeType="1"/>
            </p:cNvSpPr>
            <p:nvPr/>
          </p:nvSpPr>
          <p:spPr bwMode="auto">
            <a:xfrm>
              <a:off x="4596" y="3104"/>
              <a:ext cx="0" cy="318"/>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5493" name="Line 18"/>
            <p:cNvSpPr>
              <a:spLocks noChangeShapeType="1"/>
            </p:cNvSpPr>
            <p:nvPr/>
          </p:nvSpPr>
          <p:spPr bwMode="auto">
            <a:xfrm rot="5400000">
              <a:off x="4192" y="3308"/>
              <a:ext cx="0" cy="298"/>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5494" name="Line 19"/>
            <p:cNvSpPr>
              <a:spLocks noChangeShapeType="1"/>
            </p:cNvSpPr>
            <p:nvPr/>
          </p:nvSpPr>
          <p:spPr bwMode="auto">
            <a:xfrm rot="-5400000">
              <a:off x="2663" y="1914"/>
              <a:ext cx="0" cy="297"/>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5495" name="Line 20"/>
            <p:cNvSpPr>
              <a:spLocks noChangeShapeType="1"/>
            </p:cNvSpPr>
            <p:nvPr/>
          </p:nvSpPr>
          <p:spPr bwMode="auto">
            <a:xfrm rot="-5400000">
              <a:off x="4320" y="1914"/>
              <a:ext cx="0" cy="297"/>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5496" name="Line 21"/>
            <p:cNvSpPr>
              <a:spLocks noChangeShapeType="1"/>
            </p:cNvSpPr>
            <p:nvPr/>
          </p:nvSpPr>
          <p:spPr bwMode="auto">
            <a:xfrm>
              <a:off x="4596" y="2244"/>
              <a:ext cx="0" cy="317"/>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5497" name="Freeform 22"/>
            <p:cNvSpPr>
              <a:spLocks/>
            </p:cNvSpPr>
            <p:nvPr/>
          </p:nvSpPr>
          <p:spPr bwMode="auto">
            <a:xfrm>
              <a:off x="2114" y="2907"/>
              <a:ext cx="561" cy="148"/>
            </a:xfrm>
            <a:custGeom>
              <a:avLst/>
              <a:gdLst>
                <a:gd name="T0" fmla="*/ 420 w 357"/>
                <a:gd name="T1" fmla="*/ 0 h 143"/>
                <a:gd name="T2" fmla="*/ 151 w 357"/>
                <a:gd name="T3" fmla="*/ 28 h 143"/>
                <a:gd name="T4" fmla="*/ 49 w 357"/>
                <a:gd name="T5" fmla="*/ 38 h 143"/>
                <a:gd name="T6" fmla="*/ 0 w 357"/>
                <a:gd name="T7" fmla="*/ 53 h 143"/>
                <a:gd name="T8" fmla="*/ 0 w 357"/>
                <a:gd name="T9" fmla="*/ 64 h 143"/>
                <a:gd name="T10" fmla="*/ 49 w 357"/>
                <a:gd name="T11" fmla="*/ 71 h 143"/>
                <a:gd name="T12" fmla="*/ 190 w 357"/>
                <a:gd name="T13" fmla="*/ 81 h 143"/>
                <a:gd name="T14" fmla="*/ 420 w 357"/>
                <a:gd name="T15" fmla="*/ 88 h 143"/>
                <a:gd name="T16" fmla="*/ 575 w 357"/>
                <a:gd name="T17" fmla="*/ 92 h 143"/>
                <a:gd name="T18" fmla="*/ 792 w 357"/>
                <a:gd name="T19" fmla="*/ 92 h 143"/>
                <a:gd name="T20" fmla="*/ 1054 w 357"/>
                <a:gd name="T21" fmla="*/ 92 h 143"/>
                <a:gd name="T22" fmla="*/ 1353 w 357"/>
                <a:gd name="T23" fmla="*/ 92 h 143"/>
                <a:gd name="T24" fmla="*/ 1983 w 357"/>
                <a:gd name="T25" fmla="*/ 92 h 143"/>
                <a:gd name="T26" fmla="*/ 2697 w 357"/>
                <a:gd name="T27" fmla="*/ 88 h 143"/>
                <a:gd name="T28" fmla="*/ 3402 w 357"/>
                <a:gd name="T29" fmla="*/ 85 h 143"/>
                <a:gd name="T30" fmla="*/ 4035 w 357"/>
                <a:gd name="T31" fmla="*/ 85 h 143"/>
                <a:gd name="T32" fmla="*/ 4342 w 357"/>
                <a:gd name="T33" fmla="*/ 85 h 143"/>
                <a:gd name="T34" fmla="*/ 4590 w 357"/>
                <a:gd name="T35" fmla="*/ 85 h 143"/>
                <a:gd name="T36" fmla="*/ 4815 w 357"/>
                <a:gd name="T37" fmla="*/ 85 h 143"/>
                <a:gd name="T38" fmla="*/ 4975 w 357"/>
                <a:gd name="T39" fmla="*/ 88 h 143"/>
                <a:gd name="T40" fmla="*/ 5195 w 357"/>
                <a:gd name="T41" fmla="*/ 94 h 143"/>
                <a:gd name="T42" fmla="*/ 5346 w 357"/>
                <a:gd name="T43" fmla="*/ 102 h 143"/>
                <a:gd name="T44" fmla="*/ 5379 w 357"/>
                <a:gd name="T45" fmla="*/ 111 h 143"/>
                <a:gd name="T46" fmla="*/ 5379 w 357"/>
                <a:gd name="T47" fmla="*/ 125 h 143"/>
                <a:gd name="T48" fmla="*/ 5346 w 357"/>
                <a:gd name="T49" fmla="*/ 136 h 143"/>
                <a:gd name="T50" fmla="*/ 5220 w 357"/>
                <a:gd name="T51" fmla="*/ 149 h 143"/>
                <a:gd name="T52" fmla="*/ 4975 w 357"/>
                <a:gd name="T53" fmla="*/ 176 h 14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57"/>
                <a:gd name="T82" fmla="*/ 0 h 143"/>
                <a:gd name="T83" fmla="*/ 357 w 357"/>
                <a:gd name="T84" fmla="*/ 143 h 14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57" h="143">
                  <a:moveTo>
                    <a:pt x="28" y="0"/>
                  </a:moveTo>
                  <a:lnTo>
                    <a:pt x="10" y="22"/>
                  </a:lnTo>
                  <a:lnTo>
                    <a:pt x="3" y="32"/>
                  </a:lnTo>
                  <a:lnTo>
                    <a:pt x="0" y="42"/>
                  </a:lnTo>
                  <a:lnTo>
                    <a:pt x="0" y="52"/>
                  </a:lnTo>
                  <a:lnTo>
                    <a:pt x="3" y="59"/>
                  </a:lnTo>
                  <a:lnTo>
                    <a:pt x="13" y="66"/>
                  </a:lnTo>
                  <a:lnTo>
                    <a:pt x="28" y="71"/>
                  </a:lnTo>
                  <a:lnTo>
                    <a:pt x="38" y="74"/>
                  </a:lnTo>
                  <a:lnTo>
                    <a:pt x="53" y="74"/>
                  </a:lnTo>
                  <a:lnTo>
                    <a:pt x="70" y="74"/>
                  </a:lnTo>
                  <a:lnTo>
                    <a:pt x="90" y="74"/>
                  </a:lnTo>
                  <a:lnTo>
                    <a:pt x="132" y="74"/>
                  </a:lnTo>
                  <a:lnTo>
                    <a:pt x="179" y="71"/>
                  </a:lnTo>
                  <a:lnTo>
                    <a:pt x="226" y="69"/>
                  </a:lnTo>
                  <a:lnTo>
                    <a:pt x="268" y="69"/>
                  </a:lnTo>
                  <a:lnTo>
                    <a:pt x="288" y="69"/>
                  </a:lnTo>
                  <a:lnTo>
                    <a:pt x="305" y="69"/>
                  </a:lnTo>
                  <a:lnTo>
                    <a:pt x="320" y="69"/>
                  </a:lnTo>
                  <a:lnTo>
                    <a:pt x="330" y="71"/>
                  </a:lnTo>
                  <a:lnTo>
                    <a:pt x="345" y="76"/>
                  </a:lnTo>
                  <a:lnTo>
                    <a:pt x="355" y="84"/>
                  </a:lnTo>
                  <a:lnTo>
                    <a:pt x="357" y="91"/>
                  </a:lnTo>
                  <a:lnTo>
                    <a:pt x="357" y="101"/>
                  </a:lnTo>
                  <a:lnTo>
                    <a:pt x="355" y="111"/>
                  </a:lnTo>
                  <a:lnTo>
                    <a:pt x="347" y="121"/>
                  </a:lnTo>
                  <a:lnTo>
                    <a:pt x="330" y="143"/>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5498" name="Freeform 23"/>
            <p:cNvSpPr>
              <a:spLocks/>
            </p:cNvSpPr>
            <p:nvPr/>
          </p:nvSpPr>
          <p:spPr bwMode="auto">
            <a:xfrm>
              <a:off x="2114" y="2755"/>
              <a:ext cx="561" cy="147"/>
            </a:xfrm>
            <a:custGeom>
              <a:avLst/>
              <a:gdLst>
                <a:gd name="T0" fmla="*/ 420 w 357"/>
                <a:gd name="T1" fmla="*/ 0 h 142"/>
                <a:gd name="T2" fmla="*/ 151 w 357"/>
                <a:gd name="T3" fmla="*/ 28 h 142"/>
                <a:gd name="T4" fmla="*/ 49 w 357"/>
                <a:gd name="T5" fmla="*/ 38 h 142"/>
                <a:gd name="T6" fmla="*/ 0 w 357"/>
                <a:gd name="T7" fmla="*/ 51 h 142"/>
                <a:gd name="T8" fmla="*/ 0 w 357"/>
                <a:gd name="T9" fmla="*/ 63 h 142"/>
                <a:gd name="T10" fmla="*/ 49 w 357"/>
                <a:gd name="T11" fmla="*/ 71 h 142"/>
                <a:gd name="T12" fmla="*/ 190 w 357"/>
                <a:gd name="T13" fmla="*/ 81 h 142"/>
                <a:gd name="T14" fmla="*/ 420 w 357"/>
                <a:gd name="T15" fmla="*/ 89 h 142"/>
                <a:gd name="T16" fmla="*/ 575 w 357"/>
                <a:gd name="T17" fmla="*/ 91 h 142"/>
                <a:gd name="T18" fmla="*/ 792 w 357"/>
                <a:gd name="T19" fmla="*/ 91 h 142"/>
                <a:gd name="T20" fmla="*/ 1054 w 357"/>
                <a:gd name="T21" fmla="*/ 91 h 142"/>
                <a:gd name="T22" fmla="*/ 1353 w 357"/>
                <a:gd name="T23" fmla="*/ 91 h 142"/>
                <a:gd name="T24" fmla="*/ 1983 w 357"/>
                <a:gd name="T25" fmla="*/ 91 h 142"/>
                <a:gd name="T26" fmla="*/ 2697 w 357"/>
                <a:gd name="T27" fmla="*/ 89 h 142"/>
                <a:gd name="T28" fmla="*/ 3402 w 357"/>
                <a:gd name="T29" fmla="*/ 84 h 142"/>
                <a:gd name="T30" fmla="*/ 4035 w 357"/>
                <a:gd name="T31" fmla="*/ 84 h 142"/>
                <a:gd name="T32" fmla="*/ 4342 w 357"/>
                <a:gd name="T33" fmla="*/ 84 h 142"/>
                <a:gd name="T34" fmla="*/ 4590 w 357"/>
                <a:gd name="T35" fmla="*/ 84 h 142"/>
                <a:gd name="T36" fmla="*/ 4815 w 357"/>
                <a:gd name="T37" fmla="*/ 84 h 142"/>
                <a:gd name="T38" fmla="*/ 4975 w 357"/>
                <a:gd name="T39" fmla="*/ 89 h 142"/>
                <a:gd name="T40" fmla="*/ 5195 w 357"/>
                <a:gd name="T41" fmla="*/ 94 h 142"/>
                <a:gd name="T42" fmla="*/ 5346 w 357"/>
                <a:gd name="T43" fmla="*/ 101 h 142"/>
                <a:gd name="T44" fmla="*/ 5379 w 357"/>
                <a:gd name="T45" fmla="*/ 112 h 142"/>
                <a:gd name="T46" fmla="*/ 5379 w 357"/>
                <a:gd name="T47" fmla="*/ 125 h 142"/>
                <a:gd name="T48" fmla="*/ 5346 w 357"/>
                <a:gd name="T49" fmla="*/ 135 h 142"/>
                <a:gd name="T50" fmla="*/ 5220 w 357"/>
                <a:gd name="T51" fmla="*/ 148 h 142"/>
                <a:gd name="T52" fmla="*/ 4975 w 357"/>
                <a:gd name="T53" fmla="*/ 175 h 14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57"/>
                <a:gd name="T82" fmla="*/ 0 h 142"/>
                <a:gd name="T83" fmla="*/ 357 w 357"/>
                <a:gd name="T84" fmla="*/ 142 h 14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57" h="142">
                  <a:moveTo>
                    <a:pt x="28" y="0"/>
                  </a:moveTo>
                  <a:lnTo>
                    <a:pt x="10" y="22"/>
                  </a:lnTo>
                  <a:lnTo>
                    <a:pt x="3" y="32"/>
                  </a:lnTo>
                  <a:lnTo>
                    <a:pt x="0" y="41"/>
                  </a:lnTo>
                  <a:lnTo>
                    <a:pt x="0" y="51"/>
                  </a:lnTo>
                  <a:lnTo>
                    <a:pt x="3" y="59"/>
                  </a:lnTo>
                  <a:lnTo>
                    <a:pt x="13" y="66"/>
                  </a:lnTo>
                  <a:lnTo>
                    <a:pt x="28" y="71"/>
                  </a:lnTo>
                  <a:lnTo>
                    <a:pt x="38" y="73"/>
                  </a:lnTo>
                  <a:lnTo>
                    <a:pt x="53" y="73"/>
                  </a:lnTo>
                  <a:lnTo>
                    <a:pt x="70" y="73"/>
                  </a:lnTo>
                  <a:lnTo>
                    <a:pt x="90" y="73"/>
                  </a:lnTo>
                  <a:lnTo>
                    <a:pt x="132" y="73"/>
                  </a:lnTo>
                  <a:lnTo>
                    <a:pt x="179" y="71"/>
                  </a:lnTo>
                  <a:lnTo>
                    <a:pt x="226" y="68"/>
                  </a:lnTo>
                  <a:lnTo>
                    <a:pt x="268" y="68"/>
                  </a:lnTo>
                  <a:lnTo>
                    <a:pt x="288" y="68"/>
                  </a:lnTo>
                  <a:lnTo>
                    <a:pt x="305" y="68"/>
                  </a:lnTo>
                  <a:lnTo>
                    <a:pt x="320" y="68"/>
                  </a:lnTo>
                  <a:lnTo>
                    <a:pt x="330" y="71"/>
                  </a:lnTo>
                  <a:lnTo>
                    <a:pt x="345" y="76"/>
                  </a:lnTo>
                  <a:lnTo>
                    <a:pt x="355" y="83"/>
                  </a:lnTo>
                  <a:lnTo>
                    <a:pt x="357" y="91"/>
                  </a:lnTo>
                  <a:lnTo>
                    <a:pt x="357" y="101"/>
                  </a:lnTo>
                  <a:lnTo>
                    <a:pt x="355" y="110"/>
                  </a:lnTo>
                  <a:lnTo>
                    <a:pt x="347" y="120"/>
                  </a:lnTo>
                  <a:lnTo>
                    <a:pt x="330" y="142"/>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5499" name="Freeform 24"/>
            <p:cNvSpPr>
              <a:spLocks/>
            </p:cNvSpPr>
            <p:nvPr/>
          </p:nvSpPr>
          <p:spPr bwMode="auto">
            <a:xfrm>
              <a:off x="2148" y="2514"/>
              <a:ext cx="541" cy="81"/>
            </a:xfrm>
            <a:custGeom>
              <a:avLst/>
              <a:gdLst>
                <a:gd name="T0" fmla="*/ 0 w 193"/>
                <a:gd name="T1" fmla="*/ 0 h 57"/>
                <a:gd name="T2" fmla="*/ 3835 w 193"/>
                <a:gd name="T3" fmla="*/ 37 h 57"/>
                <a:gd name="T4" fmla="*/ 7291 w 193"/>
                <a:gd name="T5" fmla="*/ 53 h 57"/>
                <a:gd name="T6" fmla="*/ 10750 w 193"/>
                <a:gd name="T7" fmla="*/ 53 h 57"/>
                <a:gd name="T8" fmla="*/ 15064 w 193"/>
                <a:gd name="T9" fmla="*/ 53 h 57"/>
                <a:gd name="T10" fmla="*/ 20925 w 193"/>
                <a:gd name="T11" fmla="*/ 53 h 57"/>
                <a:gd name="T12" fmla="*/ 33040 w 193"/>
                <a:gd name="T13" fmla="*/ 53 h 57"/>
                <a:gd name="T14" fmla="*/ 44645 w 193"/>
                <a:gd name="T15" fmla="*/ 37 h 57"/>
                <a:gd name="T16" fmla="*/ 57287 w 193"/>
                <a:gd name="T17" fmla="*/ 26 h 57"/>
                <a:gd name="T18" fmla="*/ 68895 w 193"/>
                <a:gd name="T19" fmla="*/ 26 h 57"/>
                <a:gd name="T20" fmla="*/ 74268 w 193"/>
                <a:gd name="T21" fmla="*/ 26 h 57"/>
                <a:gd name="T22" fmla="*/ 79093 w 193"/>
                <a:gd name="T23" fmla="*/ 26 h 57"/>
                <a:gd name="T24" fmla="*/ 82927 w 193"/>
                <a:gd name="T25" fmla="*/ 26 h 57"/>
                <a:gd name="T26" fmla="*/ 85324 w 193"/>
                <a:gd name="T27" fmla="*/ 37 h 57"/>
                <a:gd name="T28" fmla="*/ 90148 w 193"/>
                <a:gd name="T29" fmla="*/ 67 h 57"/>
                <a:gd name="T30" fmla="*/ 92239 w 193"/>
                <a:gd name="T31" fmla="*/ 115 h 57"/>
                <a:gd name="T32" fmla="*/ 93604 w 193"/>
                <a:gd name="T33" fmla="*/ 155 h 57"/>
                <a:gd name="T34" fmla="*/ 93604 w 193"/>
                <a:gd name="T35" fmla="*/ 216 h 57"/>
                <a:gd name="T36" fmla="*/ 92239 w 193"/>
                <a:gd name="T37" fmla="*/ 279 h 57"/>
                <a:gd name="T38" fmla="*/ 90697 w 193"/>
                <a:gd name="T39" fmla="*/ 335 h 57"/>
                <a:gd name="T40" fmla="*/ 85324 w 193"/>
                <a:gd name="T41" fmla="*/ 469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93"/>
                <a:gd name="T64" fmla="*/ 0 h 57"/>
                <a:gd name="T65" fmla="*/ 193 w 193"/>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93" h="57">
                  <a:moveTo>
                    <a:pt x="0" y="0"/>
                  </a:moveTo>
                  <a:lnTo>
                    <a:pt x="8" y="4"/>
                  </a:lnTo>
                  <a:lnTo>
                    <a:pt x="15" y="6"/>
                  </a:lnTo>
                  <a:lnTo>
                    <a:pt x="22" y="6"/>
                  </a:lnTo>
                  <a:lnTo>
                    <a:pt x="31" y="6"/>
                  </a:lnTo>
                  <a:lnTo>
                    <a:pt x="43" y="6"/>
                  </a:lnTo>
                  <a:lnTo>
                    <a:pt x="68" y="6"/>
                  </a:lnTo>
                  <a:lnTo>
                    <a:pt x="92" y="4"/>
                  </a:lnTo>
                  <a:lnTo>
                    <a:pt x="118" y="3"/>
                  </a:lnTo>
                  <a:lnTo>
                    <a:pt x="142" y="3"/>
                  </a:lnTo>
                  <a:lnTo>
                    <a:pt x="153" y="3"/>
                  </a:lnTo>
                  <a:lnTo>
                    <a:pt x="163" y="3"/>
                  </a:lnTo>
                  <a:lnTo>
                    <a:pt x="171" y="3"/>
                  </a:lnTo>
                  <a:lnTo>
                    <a:pt x="176" y="4"/>
                  </a:lnTo>
                  <a:lnTo>
                    <a:pt x="186" y="8"/>
                  </a:lnTo>
                  <a:lnTo>
                    <a:pt x="190" y="14"/>
                  </a:lnTo>
                  <a:lnTo>
                    <a:pt x="193" y="19"/>
                  </a:lnTo>
                  <a:lnTo>
                    <a:pt x="193" y="26"/>
                  </a:lnTo>
                  <a:lnTo>
                    <a:pt x="190" y="34"/>
                  </a:lnTo>
                  <a:lnTo>
                    <a:pt x="187" y="41"/>
                  </a:lnTo>
                  <a:lnTo>
                    <a:pt x="176" y="57"/>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5500" name="Freeform 25"/>
            <p:cNvSpPr>
              <a:spLocks/>
            </p:cNvSpPr>
            <p:nvPr/>
          </p:nvSpPr>
          <p:spPr bwMode="auto">
            <a:xfrm>
              <a:off x="2128" y="2602"/>
              <a:ext cx="561" cy="150"/>
            </a:xfrm>
            <a:custGeom>
              <a:avLst/>
              <a:gdLst>
                <a:gd name="T0" fmla="*/ 394 w 359"/>
                <a:gd name="T1" fmla="*/ 0 h 145"/>
                <a:gd name="T2" fmla="*/ 148 w 359"/>
                <a:gd name="T3" fmla="*/ 28 h 145"/>
                <a:gd name="T4" fmla="*/ 31 w 359"/>
                <a:gd name="T5" fmla="*/ 38 h 145"/>
                <a:gd name="T6" fmla="*/ 0 w 359"/>
                <a:gd name="T7" fmla="*/ 56 h 145"/>
                <a:gd name="T8" fmla="*/ 0 w 359"/>
                <a:gd name="T9" fmla="*/ 64 h 145"/>
                <a:gd name="T10" fmla="*/ 31 w 359"/>
                <a:gd name="T11" fmla="*/ 74 h 145"/>
                <a:gd name="T12" fmla="*/ 178 w 359"/>
                <a:gd name="T13" fmla="*/ 80 h 145"/>
                <a:gd name="T14" fmla="*/ 394 w 359"/>
                <a:gd name="T15" fmla="*/ 88 h 145"/>
                <a:gd name="T16" fmla="*/ 583 w 359"/>
                <a:gd name="T17" fmla="*/ 92 h 145"/>
                <a:gd name="T18" fmla="*/ 755 w 359"/>
                <a:gd name="T19" fmla="*/ 92 h 145"/>
                <a:gd name="T20" fmla="*/ 1008 w 359"/>
                <a:gd name="T21" fmla="*/ 94 h 145"/>
                <a:gd name="T22" fmla="*/ 1294 w 359"/>
                <a:gd name="T23" fmla="*/ 94 h 145"/>
                <a:gd name="T24" fmla="*/ 1952 w 359"/>
                <a:gd name="T25" fmla="*/ 92 h 145"/>
                <a:gd name="T26" fmla="*/ 2586 w 359"/>
                <a:gd name="T27" fmla="*/ 88 h 145"/>
                <a:gd name="T28" fmla="*/ 3277 w 359"/>
                <a:gd name="T29" fmla="*/ 88 h 145"/>
                <a:gd name="T30" fmla="*/ 3907 w 359"/>
                <a:gd name="T31" fmla="*/ 85 h 145"/>
                <a:gd name="T32" fmla="*/ 4175 w 359"/>
                <a:gd name="T33" fmla="*/ 85 h 145"/>
                <a:gd name="T34" fmla="*/ 4443 w 359"/>
                <a:gd name="T35" fmla="*/ 85 h 145"/>
                <a:gd name="T36" fmla="*/ 4654 w 359"/>
                <a:gd name="T37" fmla="*/ 85 h 145"/>
                <a:gd name="T38" fmla="*/ 4788 w 359"/>
                <a:gd name="T39" fmla="*/ 88 h 145"/>
                <a:gd name="T40" fmla="*/ 5052 w 359"/>
                <a:gd name="T41" fmla="*/ 94 h 145"/>
                <a:gd name="T42" fmla="*/ 5152 w 359"/>
                <a:gd name="T43" fmla="*/ 102 h 145"/>
                <a:gd name="T44" fmla="*/ 5229 w 359"/>
                <a:gd name="T45" fmla="*/ 111 h 145"/>
                <a:gd name="T46" fmla="*/ 5229 w 359"/>
                <a:gd name="T47" fmla="*/ 124 h 145"/>
                <a:gd name="T48" fmla="*/ 5152 w 359"/>
                <a:gd name="T49" fmla="*/ 136 h 145"/>
                <a:gd name="T50" fmla="*/ 5079 w 359"/>
                <a:gd name="T51" fmla="*/ 151 h 145"/>
                <a:gd name="T52" fmla="*/ 4788 w 359"/>
                <a:gd name="T53" fmla="*/ 178 h 14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59"/>
                <a:gd name="T82" fmla="*/ 0 h 145"/>
                <a:gd name="T83" fmla="*/ 359 w 359"/>
                <a:gd name="T84" fmla="*/ 145 h 14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59" h="145">
                  <a:moveTo>
                    <a:pt x="27" y="0"/>
                  </a:moveTo>
                  <a:lnTo>
                    <a:pt x="10" y="22"/>
                  </a:lnTo>
                  <a:lnTo>
                    <a:pt x="2" y="32"/>
                  </a:lnTo>
                  <a:lnTo>
                    <a:pt x="0" y="44"/>
                  </a:lnTo>
                  <a:lnTo>
                    <a:pt x="0" y="52"/>
                  </a:lnTo>
                  <a:lnTo>
                    <a:pt x="2" y="62"/>
                  </a:lnTo>
                  <a:lnTo>
                    <a:pt x="12" y="66"/>
                  </a:lnTo>
                  <a:lnTo>
                    <a:pt x="27" y="71"/>
                  </a:lnTo>
                  <a:lnTo>
                    <a:pt x="40" y="74"/>
                  </a:lnTo>
                  <a:lnTo>
                    <a:pt x="52" y="74"/>
                  </a:lnTo>
                  <a:lnTo>
                    <a:pt x="69" y="76"/>
                  </a:lnTo>
                  <a:lnTo>
                    <a:pt x="89" y="76"/>
                  </a:lnTo>
                  <a:lnTo>
                    <a:pt x="134" y="74"/>
                  </a:lnTo>
                  <a:lnTo>
                    <a:pt x="178" y="71"/>
                  </a:lnTo>
                  <a:lnTo>
                    <a:pt x="225" y="71"/>
                  </a:lnTo>
                  <a:lnTo>
                    <a:pt x="268" y="69"/>
                  </a:lnTo>
                  <a:lnTo>
                    <a:pt x="287" y="69"/>
                  </a:lnTo>
                  <a:lnTo>
                    <a:pt x="305" y="69"/>
                  </a:lnTo>
                  <a:lnTo>
                    <a:pt x="320" y="69"/>
                  </a:lnTo>
                  <a:lnTo>
                    <a:pt x="329" y="71"/>
                  </a:lnTo>
                  <a:lnTo>
                    <a:pt x="347" y="76"/>
                  </a:lnTo>
                  <a:lnTo>
                    <a:pt x="354" y="84"/>
                  </a:lnTo>
                  <a:lnTo>
                    <a:pt x="359" y="91"/>
                  </a:lnTo>
                  <a:lnTo>
                    <a:pt x="359" y="101"/>
                  </a:lnTo>
                  <a:lnTo>
                    <a:pt x="354" y="111"/>
                  </a:lnTo>
                  <a:lnTo>
                    <a:pt x="349" y="123"/>
                  </a:lnTo>
                  <a:lnTo>
                    <a:pt x="329" y="145"/>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5501" name="Freeform 26"/>
            <p:cNvSpPr>
              <a:spLocks/>
            </p:cNvSpPr>
            <p:nvPr/>
          </p:nvSpPr>
          <p:spPr bwMode="auto">
            <a:xfrm>
              <a:off x="1671" y="2518"/>
              <a:ext cx="481" cy="1"/>
            </a:xfrm>
            <a:custGeom>
              <a:avLst/>
              <a:gdLst>
                <a:gd name="T0" fmla="*/ 262 w 543"/>
                <a:gd name="T1" fmla="*/ 0 h 1"/>
                <a:gd name="T2" fmla="*/ 0 w 543"/>
                <a:gd name="T3" fmla="*/ 0 h 1"/>
                <a:gd name="T4" fmla="*/ 0 60000 65536"/>
                <a:gd name="T5" fmla="*/ 0 60000 65536"/>
                <a:gd name="T6" fmla="*/ 0 w 543"/>
                <a:gd name="T7" fmla="*/ 0 h 1"/>
                <a:gd name="T8" fmla="*/ 543 w 543"/>
                <a:gd name="T9" fmla="*/ 1 h 1"/>
              </a:gdLst>
              <a:ahLst/>
              <a:cxnLst>
                <a:cxn ang="T4">
                  <a:pos x="T0" y="T1"/>
                </a:cxn>
                <a:cxn ang="T5">
                  <a:pos x="T2" y="T3"/>
                </a:cxn>
              </a:cxnLst>
              <a:rect l="T6" t="T7" r="T8" b="T9"/>
              <a:pathLst>
                <a:path w="543" h="1">
                  <a:moveTo>
                    <a:pt x="543" y="0"/>
                  </a:moveTo>
                  <a:lnTo>
                    <a:pt x="0" y="0"/>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5502" name="Text Box 27"/>
            <p:cNvSpPr txBox="1">
              <a:spLocks noChangeArrowheads="1"/>
            </p:cNvSpPr>
            <p:nvPr/>
          </p:nvSpPr>
          <p:spPr bwMode="auto">
            <a:xfrm>
              <a:off x="3238" y="3254"/>
              <a:ext cx="344"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D</a:t>
              </a:r>
              <a:endParaRPr lang="en-US" altLang="zh-CN" sz="2000" b="1" baseline="-25000">
                <a:solidFill>
                  <a:schemeClr val="bg2"/>
                </a:solidFill>
              </a:endParaRPr>
            </a:p>
          </p:txBody>
        </p:sp>
        <p:sp>
          <p:nvSpPr>
            <p:cNvPr id="105503" name="Text Box 28"/>
            <p:cNvSpPr txBox="1">
              <a:spLocks noChangeArrowheads="1"/>
            </p:cNvSpPr>
            <p:nvPr/>
          </p:nvSpPr>
          <p:spPr bwMode="auto">
            <a:xfrm>
              <a:off x="3263" y="2064"/>
              <a:ext cx="330"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A</a:t>
              </a:r>
              <a:endParaRPr lang="en-US" altLang="zh-CN" sz="2000" b="1" baseline="-25000">
                <a:solidFill>
                  <a:schemeClr val="bg2"/>
                </a:solidFill>
              </a:endParaRPr>
            </a:p>
          </p:txBody>
        </p:sp>
        <p:sp>
          <p:nvSpPr>
            <p:cNvPr id="105504" name="Text Box 29"/>
            <p:cNvSpPr txBox="1">
              <a:spLocks noChangeArrowheads="1"/>
            </p:cNvSpPr>
            <p:nvPr/>
          </p:nvSpPr>
          <p:spPr bwMode="auto">
            <a:xfrm>
              <a:off x="3327" y="2636"/>
              <a:ext cx="321"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sym typeface="Symbol" panose="05050102010706020507" pitchFamily="18" charset="2"/>
                </a:rPr>
                <a:t></a:t>
              </a:r>
              <a:r>
                <a:rPr lang="en-US" altLang="zh-CN" sz="2000" b="1" baseline="-25000">
                  <a:solidFill>
                    <a:schemeClr val="bg2"/>
                  </a:solidFill>
                  <a:sym typeface="Symbol" panose="05050102010706020507" pitchFamily="18" charset="2"/>
                </a:rPr>
                <a:t>2</a:t>
              </a:r>
              <a:endParaRPr lang="en-US" altLang="zh-CN" sz="2000" b="1" baseline="-25000">
                <a:solidFill>
                  <a:schemeClr val="bg2"/>
                </a:solidFill>
              </a:endParaRPr>
            </a:p>
          </p:txBody>
        </p:sp>
        <p:sp>
          <p:nvSpPr>
            <p:cNvPr id="105505" name="Text Box 30"/>
            <p:cNvSpPr txBox="1">
              <a:spLocks noChangeArrowheads="1"/>
            </p:cNvSpPr>
            <p:nvPr/>
          </p:nvSpPr>
          <p:spPr bwMode="auto">
            <a:xfrm>
              <a:off x="2168" y="2256"/>
              <a:ext cx="321"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sym typeface="Symbol" panose="05050102010706020507" pitchFamily="18" charset="2"/>
                </a:rPr>
                <a:t></a:t>
              </a:r>
              <a:r>
                <a:rPr lang="en-US" altLang="zh-CN" sz="2000" b="1" baseline="-25000">
                  <a:solidFill>
                    <a:schemeClr val="bg2"/>
                  </a:solidFill>
                  <a:sym typeface="Symbol" panose="05050102010706020507" pitchFamily="18" charset="2"/>
                </a:rPr>
                <a:t>3</a:t>
              </a:r>
              <a:endParaRPr lang="en-US" altLang="zh-CN" sz="2000" b="1" baseline="-25000">
                <a:solidFill>
                  <a:schemeClr val="bg2"/>
                </a:solidFill>
              </a:endParaRPr>
            </a:p>
          </p:txBody>
        </p:sp>
        <p:sp>
          <p:nvSpPr>
            <p:cNvPr id="105506" name="Text Box 31"/>
            <p:cNvSpPr txBox="1">
              <a:spLocks noChangeArrowheads="1"/>
            </p:cNvSpPr>
            <p:nvPr/>
          </p:nvSpPr>
          <p:spPr bwMode="auto">
            <a:xfrm>
              <a:off x="4532" y="1920"/>
              <a:ext cx="321"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sym typeface="Symbol" panose="05050102010706020507" pitchFamily="18" charset="2"/>
                </a:rPr>
                <a:t></a:t>
              </a:r>
              <a:r>
                <a:rPr lang="en-US" altLang="zh-CN" sz="2000" b="1" baseline="-25000">
                  <a:solidFill>
                    <a:schemeClr val="bg2"/>
                  </a:solidFill>
                  <a:sym typeface="Symbol" panose="05050102010706020507" pitchFamily="18" charset="2"/>
                </a:rPr>
                <a:t>1</a:t>
              </a:r>
              <a:endParaRPr lang="en-US" altLang="zh-CN" sz="2000" b="1" baseline="-25000">
                <a:solidFill>
                  <a:schemeClr val="bg2"/>
                </a:solidFill>
              </a:endParaRPr>
            </a:p>
          </p:txBody>
        </p:sp>
        <p:sp>
          <p:nvSpPr>
            <p:cNvPr id="105507" name="Text Box 32"/>
            <p:cNvSpPr txBox="1">
              <a:spLocks noChangeArrowheads="1"/>
            </p:cNvSpPr>
            <p:nvPr/>
          </p:nvSpPr>
          <p:spPr bwMode="auto">
            <a:xfrm>
              <a:off x="2251" y="3072"/>
              <a:ext cx="330"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E</a:t>
              </a:r>
              <a:endParaRPr lang="en-US" altLang="zh-CN" sz="2000" b="1" baseline="-25000">
                <a:solidFill>
                  <a:schemeClr val="bg2"/>
                </a:solidFill>
              </a:endParaRPr>
            </a:p>
          </p:txBody>
        </p:sp>
        <p:sp>
          <p:nvSpPr>
            <p:cNvPr id="105508" name="Text Box 33"/>
            <p:cNvSpPr txBox="1">
              <a:spLocks noChangeArrowheads="1"/>
            </p:cNvSpPr>
            <p:nvPr/>
          </p:nvSpPr>
          <p:spPr bwMode="auto">
            <a:xfrm>
              <a:off x="4847" y="2592"/>
              <a:ext cx="330"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B</a:t>
              </a:r>
              <a:endParaRPr lang="en-US" altLang="zh-CN" sz="2000" b="1" baseline="-25000">
                <a:solidFill>
                  <a:schemeClr val="bg2"/>
                </a:solidFill>
              </a:endParaRPr>
            </a:p>
          </p:txBody>
        </p:sp>
        <p:sp>
          <p:nvSpPr>
            <p:cNvPr id="105509" name="Text Box 34"/>
            <p:cNvSpPr txBox="1">
              <a:spLocks noChangeArrowheads="1"/>
            </p:cNvSpPr>
            <p:nvPr/>
          </p:nvSpPr>
          <p:spPr bwMode="auto">
            <a:xfrm>
              <a:off x="4843" y="2928"/>
              <a:ext cx="330"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C</a:t>
              </a:r>
              <a:endParaRPr lang="en-US" altLang="zh-CN" sz="2000" b="1" baseline="-25000">
                <a:solidFill>
                  <a:schemeClr val="bg2"/>
                </a:solidFill>
              </a:endParaRPr>
            </a:p>
          </p:txBody>
        </p:sp>
      </p:grpSp>
      <p:graphicFrame>
        <p:nvGraphicFramePr>
          <p:cNvPr id="105478" name="Object 35"/>
          <p:cNvGraphicFramePr>
            <a:graphicFrameLocks noChangeAspect="1"/>
          </p:cNvGraphicFramePr>
          <p:nvPr/>
        </p:nvGraphicFramePr>
        <p:xfrm>
          <a:off x="2506663" y="1978026"/>
          <a:ext cx="3054350" cy="2009775"/>
        </p:xfrm>
        <a:graphic>
          <a:graphicData uri="http://schemas.openxmlformats.org/presentationml/2006/ole">
            <mc:AlternateContent xmlns:mc="http://schemas.openxmlformats.org/markup-compatibility/2006">
              <mc:Choice xmlns:v="urn:schemas-microsoft-com:vml" Requires="v">
                <p:oleObj spid="_x0000_s43071" name="Equation" r:id="rId6" imgW="1695463" imgH="1095443" progId="Equation.DSMT4">
                  <p:embed/>
                </p:oleObj>
              </mc:Choice>
              <mc:Fallback>
                <p:oleObj name="Equation" r:id="rId6" imgW="1695463" imgH="109544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06663" y="1978026"/>
                        <a:ext cx="3054350" cy="200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79" name="Object 36"/>
          <p:cNvGraphicFramePr>
            <a:graphicFrameLocks noChangeAspect="1"/>
          </p:cNvGraphicFramePr>
          <p:nvPr/>
        </p:nvGraphicFramePr>
        <p:xfrm>
          <a:off x="2613025" y="4232275"/>
          <a:ext cx="2103438" cy="776288"/>
        </p:xfrm>
        <a:graphic>
          <a:graphicData uri="http://schemas.openxmlformats.org/presentationml/2006/ole">
            <mc:AlternateContent xmlns:mc="http://schemas.openxmlformats.org/markup-compatibility/2006">
              <mc:Choice xmlns:v="urn:schemas-microsoft-com:vml" Requires="v">
                <p:oleObj spid="_x0000_s43072" name="Equation" r:id="rId8" imgW="1162114" imgH="409643" progId="Equation.DSMT4">
                  <p:embed/>
                </p:oleObj>
              </mc:Choice>
              <mc:Fallback>
                <p:oleObj name="Equation" r:id="rId8" imgW="1162114" imgH="409643"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13025" y="4232275"/>
                        <a:ext cx="2103438" cy="77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80" name="Object 37"/>
          <p:cNvGraphicFramePr>
            <a:graphicFrameLocks noChangeAspect="1"/>
          </p:cNvGraphicFramePr>
          <p:nvPr/>
        </p:nvGraphicFramePr>
        <p:xfrm>
          <a:off x="2738438" y="5311775"/>
          <a:ext cx="1446212" cy="776288"/>
        </p:xfrm>
        <a:graphic>
          <a:graphicData uri="http://schemas.openxmlformats.org/presentationml/2006/ole">
            <mc:AlternateContent xmlns:mc="http://schemas.openxmlformats.org/markup-compatibility/2006">
              <mc:Choice xmlns:v="urn:schemas-microsoft-com:vml" Requires="v">
                <p:oleObj spid="_x0000_s43073" name="Equation" r:id="rId10" imgW="790543" imgH="409643" progId="Equation.DSMT4">
                  <p:embed/>
                </p:oleObj>
              </mc:Choice>
              <mc:Fallback>
                <p:oleObj name="Equation" r:id="rId10" imgW="790543" imgH="409643"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38438" y="5311775"/>
                        <a:ext cx="1446212" cy="77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7533932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2"/>
          <p:cNvSpPr txBox="1">
            <a:spLocks noChangeArrowheads="1"/>
          </p:cNvSpPr>
          <p:nvPr/>
        </p:nvSpPr>
        <p:spPr bwMode="auto">
          <a:xfrm>
            <a:off x="2217738" y="800100"/>
            <a:ext cx="3048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磁路中欧姆定理</a:t>
            </a:r>
          </a:p>
        </p:txBody>
      </p:sp>
      <p:sp>
        <p:nvSpPr>
          <p:cNvPr id="107523" name="Text Box 3"/>
          <p:cNvSpPr txBox="1">
            <a:spLocks noChangeArrowheads="1"/>
          </p:cNvSpPr>
          <p:nvPr/>
        </p:nvSpPr>
        <p:spPr bwMode="auto">
          <a:xfrm>
            <a:off x="3386139" y="2628901"/>
            <a:ext cx="1685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对比电路</a:t>
            </a:r>
          </a:p>
        </p:txBody>
      </p:sp>
      <p:grpSp>
        <p:nvGrpSpPr>
          <p:cNvPr id="107524" name="Group 4"/>
          <p:cNvGrpSpPr>
            <a:grpSpLocks/>
          </p:cNvGrpSpPr>
          <p:nvPr/>
        </p:nvGrpSpPr>
        <p:grpSpPr bwMode="auto">
          <a:xfrm>
            <a:off x="6680200" y="1003300"/>
            <a:ext cx="3760788" cy="2171700"/>
            <a:chOff x="1671" y="1920"/>
            <a:chExt cx="3506" cy="1728"/>
          </a:xfrm>
        </p:grpSpPr>
        <p:sp>
          <p:nvSpPr>
            <p:cNvPr id="107552" name="Freeform 5"/>
            <p:cNvSpPr>
              <a:spLocks/>
            </p:cNvSpPr>
            <p:nvPr/>
          </p:nvSpPr>
          <p:spPr bwMode="auto">
            <a:xfrm>
              <a:off x="1674" y="3047"/>
              <a:ext cx="566" cy="0"/>
            </a:xfrm>
            <a:custGeom>
              <a:avLst/>
              <a:gdLst>
                <a:gd name="T0" fmla="*/ 696 w 543"/>
                <a:gd name="T1" fmla="*/ 0 h 1"/>
                <a:gd name="T2" fmla="*/ 0 w 543"/>
                <a:gd name="T3" fmla="*/ 0 h 1"/>
                <a:gd name="T4" fmla="*/ 0 60000 65536"/>
                <a:gd name="T5" fmla="*/ 0 60000 65536"/>
                <a:gd name="T6" fmla="*/ 0 w 543"/>
                <a:gd name="T7" fmla="*/ 0 h 1"/>
                <a:gd name="T8" fmla="*/ 543 w 543"/>
                <a:gd name="T9" fmla="*/ 0 h 1"/>
              </a:gdLst>
              <a:ahLst/>
              <a:cxnLst>
                <a:cxn ang="T4">
                  <a:pos x="T0" y="T1"/>
                </a:cxn>
                <a:cxn ang="T5">
                  <a:pos x="T2" y="T3"/>
                </a:cxn>
              </a:cxnLst>
              <a:rect l="T6" t="T7" r="T8" b="T9"/>
              <a:pathLst>
                <a:path w="543" h="1">
                  <a:moveTo>
                    <a:pt x="543" y="0"/>
                  </a:moveTo>
                  <a:lnTo>
                    <a:pt x="0" y="0"/>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7553" name="Freeform 6"/>
            <p:cNvSpPr>
              <a:spLocks/>
            </p:cNvSpPr>
            <p:nvPr/>
          </p:nvSpPr>
          <p:spPr bwMode="auto">
            <a:xfrm>
              <a:off x="2174" y="1920"/>
              <a:ext cx="2641" cy="1728"/>
            </a:xfrm>
            <a:custGeom>
              <a:avLst/>
              <a:gdLst>
                <a:gd name="T0" fmla="*/ 2210 w 2641"/>
                <a:gd name="T1" fmla="*/ 777 h 1728"/>
                <a:gd name="T2" fmla="*/ 2210 w 2641"/>
                <a:gd name="T3" fmla="*/ 324 h 1728"/>
                <a:gd name="T4" fmla="*/ 1615 w 2641"/>
                <a:gd name="T5" fmla="*/ 324 h 1728"/>
                <a:gd name="T6" fmla="*/ 1615 w 2641"/>
                <a:gd name="T7" fmla="*/ 1411 h 1728"/>
                <a:gd name="T8" fmla="*/ 2210 w 2641"/>
                <a:gd name="T9" fmla="*/ 1411 h 1728"/>
                <a:gd name="T10" fmla="*/ 2210 w 2641"/>
                <a:gd name="T11" fmla="*/ 1094 h 1728"/>
                <a:gd name="T12" fmla="*/ 2629 w 2641"/>
                <a:gd name="T13" fmla="*/ 1087 h 1728"/>
                <a:gd name="T14" fmla="*/ 2626 w 2641"/>
                <a:gd name="T15" fmla="*/ 1714 h 1728"/>
                <a:gd name="T16" fmla="*/ 0 w 2641"/>
                <a:gd name="T17" fmla="*/ 1728 h 1728"/>
                <a:gd name="T18" fmla="*/ 0 w 2641"/>
                <a:gd name="T19" fmla="*/ 7 h 1728"/>
                <a:gd name="T20" fmla="*/ 2641 w 2641"/>
                <a:gd name="T21" fmla="*/ 0 h 1728"/>
                <a:gd name="T22" fmla="*/ 2641 w 2641"/>
                <a:gd name="T23" fmla="*/ 790 h 1728"/>
                <a:gd name="T24" fmla="*/ 2228 w 2641"/>
                <a:gd name="T25" fmla="*/ 790 h 1728"/>
                <a:gd name="T26" fmla="*/ 2210 w 2641"/>
                <a:gd name="T27" fmla="*/ 777 h 17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641"/>
                <a:gd name="T43" fmla="*/ 0 h 1728"/>
                <a:gd name="T44" fmla="*/ 2641 w 2641"/>
                <a:gd name="T45" fmla="*/ 1728 h 17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641" h="1728">
                  <a:moveTo>
                    <a:pt x="2210" y="777"/>
                  </a:moveTo>
                  <a:lnTo>
                    <a:pt x="2210" y="324"/>
                  </a:lnTo>
                  <a:lnTo>
                    <a:pt x="1615" y="324"/>
                  </a:lnTo>
                  <a:lnTo>
                    <a:pt x="1615" y="1411"/>
                  </a:lnTo>
                  <a:lnTo>
                    <a:pt x="2210" y="1411"/>
                  </a:lnTo>
                  <a:lnTo>
                    <a:pt x="2210" y="1094"/>
                  </a:lnTo>
                  <a:lnTo>
                    <a:pt x="2629" y="1087"/>
                  </a:lnTo>
                  <a:lnTo>
                    <a:pt x="2626" y="1714"/>
                  </a:lnTo>
                  <a:lnTo>
                    <a:pt x="0" y="1728"/>
                  </a:lnTo>
                  <a:lnTo>
                    <a:pt x="0" y="7"/>
                  </a:lnTo>
                  <a:lnTo>
                    <a:pt x="2641" y="0"/>
                  </a:lnTo>
                  <a:lnTo>
                    <a:pt x="2641" y="790"/>
                  </a:lnTo>
                  <a:lnTo>
                    <a:pt x="2228" y="790"/>
                  </a:lnTo>
                  <a:lnTo>
                    <a:pt x="2210" y="777"/>
                  </a:lnTo>
                  <a:close/>
                </a:path>
              </a:pathLst>
            </a:custGeom>
            <a:solidFill>
              <a:schemeClr val="bg1"/>
            </a:solidFill>
            <a:ln w="38100">
              <a:solidFill>
                <a:schemeClr val="bg2"/>
              </a:solidFill>
              <a:round/>
              <a:headEnd/>
              <a:tailEnd/>
            </a:ln>
          </p:spPr>
          <p:txBody>
            <a:bodyPr wrap="none"/>
            <a:lstStyle/>
            <a:p>
              <a:endParaRPr lang="zh-CN" altLang="en-US"/>
            </a:p>
          </p:txBody>
        </p:sp>
        <p:sp>
          <p:nvSpPr>
            <p:cNvPr id="107554" name="Rectangle 7"/>
            <p:cNvSpPr>
              <a:spLocks noChangeArrowheads="1"/>
            </p:cNvSpPr>
            <p:nvPr/>
          </p:nvSpPr>
          <p:spPr bwMode="auto">
            <a:xfrm>
              <a:off x="2641" y="2380"/>
              <a:ext cx="553" cy="724"/>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7555" name="Freeform 8"/>
            <p:cNvSpPr>
              <a:spLocks/>
            </p:cNvSpPr>
            <p:nvPr/>
          </p:nvSpPr>
          <p:spPr bwMode="auto">
            <a:xfrm>
              <a:off x="2448" y="2063"/>
              <a:ext cx="2160" cy="1404"/>
            </a:xfrm>
            <a:custGeom>
              <a:avLst/>
              <a:gdLst>
                <a:gd name="T0" fmla="*/ 953 w 2544"/>
                <a:gd name="T1" fmla="*/ 474 h 1488"/>
                <a:gd name="T2" fmla="*/ 953 w 2544"/>
                <a:gd name="T3" fmla="*/ 0 h 1488"/>
                <a:gd name="T4" fmla="*/ 0 w 2544"/>
                <a:gd name="T5" fmla="*/ 0 h 1488"/>
                <a:gd name="T6" fmla="*/ 0 w 2544"/>
                <a:gd name="T7" fmla="*/ 1049 h 1488"/>
                <a:gd name="T8" fmla="*/ 953 w 2544"/>
                <a:gd name="T9" fmla="*/ 1049 h 1488"/>
                <a:gd name="T10" fmla="*/ 953 w 2544"/>
                <a:gd name="T11" fmla="*/ 710 h 1488"/>
                <a:gd name="T12" fmla="*/ 0 60000 65536"/>
                <a:gd name="T13" fmla="*/ 0 60000 65536"/>
                <a:gd name="T14" fmla="*/ 0 60000 65536"/>
                <a:gd name="T15" fmla="*/ 0 60000 65536"/>
                <a:gd name="T16" fmla="*/ 0 60000 65536"/>
                <a:gd name="T17" fmla="*/ 0 60000 65536"/>
                <a:gd name="T18" fmla="*/ 0 w 2544"/>
                <a:gd name="T19" fmla="*/ 0 h 1488"/>
                <a:gd name="T20" fmla="*/ 2544 w 2544"/>
                <a:gd name="T21" fmla="*/ 1488 h 1488"/>
              </a:gdLst>
              <a:ahLst/>
              <a:cxnLst>
                <a:cxn ang="T12">
                  <a:pos x="T0" y="T1"/>
                </a:cxn>
                <a:cxn ang="T13">
                  <a:pos x="T2" y="T3"/>
                </a:cxn>
                <a:cxn ang="T14">
                  <a:pos x="T4" y="T5"/>
                </a:cxn>
                <a:cxn ang="T15">
                  <a:pos x="T6" y="T7"/>
                </a:cxn>
                <a:cxn ang="T16">
                  <a:pos x="T8" y="T9"/>
                </a:cxn>
                <a:cxn ang="T17">
                  <a:pos x="T10" y="T11"/>
                </a:cxn>
              </a:cxnLst>
              <a:rect l="T18" t="T19" r="T20" b="T21"/>
              <a:pathLst>
                <a:path w="2544" h="1488">
                  <a:moveTo>
                    <a:pt x="2544" y="672"/>
                  </a:moveTo>
                  <a:lnTo>
                    <a:pt x="2544" y="0"/>
                  </a:lnTo>
                  <a:lnTo>
                    <a:pt x="0" y="0"/>
                  </a:lnTo>
                  <a:lnTo>
                    <a:pt x="0" y="1488"/>
                  </a:lnTo>
                  <a:lnTo>
                    <a:pt x="2544" y="1488"/>
                  </a:lnTo>
                  <a:lnTo>
                    <a:pt x="2544" y="1008"/>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7556" name="Freeform 9"/>
            <p:cNvSpPr>
              <a:spLocks/>
            </p:cNvSpPr>
            <p:nvPr/>
          </p:nvSpPr>
          <p:spPr bwMode="auto">
            <a:xfrm>
              <a:off x="4594" y="2742"/>
              <a:ext cx="1" cy="272"/>
            </a:xfrm>
            <a:custGeom>
              <a:avLst/>
              <a:gdLst>
                <a:gd name="T0" fmla="*/ 0 w 1"/>
                <a:gd name="T1" fmla="*/ 0 h 288"/>
                <a:gd name="T2" fmla="*/ 0 w 1"/>
                <a:gd name="T3" fmla="*/ 204 h 288"/>
                <a:gd name="T4" fmla="*/ 0 60000 65536"/>
                <a:gd name="T5" fmla="*/ 0 60000 65536"/>
                <a:gd name="T6" fmla="*/ 0 w 1"/>
                <a:gd name="T7" fmla="*/ 0 h 288"/>
                <a:gd name="T8" fmla="*/ 1 w 1"/>
                <a:gd name="T9" fmla="*/ 288 h 288"/>
              </a:gdLst>
              <a:ahLst/>
              <a:cxnLst>
                <a:cxn ang="T4">
                  <a:pos x="T0" y="T1"/>
                </a:cxn>
                <a:cxn ang="T5">
                  <a:pos x="T2" y="T3"/>
                </a:cxn>
              </a:cxnLst>
              <a:rect l="T6" t="T7" r="T8" b="T9"/>
              <a:pathLst>
                <a:path w="1" h="288">
                  <a:moveTo>
                    <a:pt x="0" y="0"/>
                  </a:moveTo>
                  <a:cubicBezTo>
                    <a:pt x="0" y="0"/>
                    <a:pt x="0" y="144"/>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7557" name="Freeform 10"/>
            <p:cNvSpPr>
              <a:spLocks/>
            </p:cNvSpPr>
            <p:nvPr/>
          </p:nvSpPr>
          <p:spPr bwMode="auto">
            <a:xfrm>
              <a:off x="4654" y="2742"/>
              <a:ext cx="30" cy="272"/>
            </a:xfrm>
            <a:custGeom>
              <a:avLst/>
              <a:gdLst>
                <a:gd name="T0" fmla="*/ 0 w 33"/>
                <a:gd name="T1" fmla="*/ 0 h 288"/>
                <a:gd name="T2" fmla="*/ 19 w 33"/>
                <a:gd name="T3" fmla="*/ 93 h 288"/>
                <a:gd name="T4" fmla="*/ 0 w 33"/>
                <a:gd name="T5" fmla="*/ 204 h 288"/>
                <a:gd name="T6" fmla="*/ 0 60000 65536"/>
                <a:gd name="T7" fmla="*/ 0 60000 65536"/>
                <a:gd name="T8" fmla="*/ 0 60000 65536"/>
                <a:gd name="T9" fmla="*/ 0 w 33"/>
                <a:gd name="T10" fmla="*/ 0 h 288"/>
                <a:gd name="T11" fmla="*/ 33 w 33"/>
                <a:gd name="T12" fmla="*/ 288 h 288"/>
              </a:gdLst>
              <a:ahLst/>
              <a:cxnLst>
                <a:cxn ang="T6">
                  <a:pos x="T0" y="T1"/>
                </a:cxn>
                <a:cxn ang="T7">
                  <a:pos x="T2" y="T3"/>
                </a:cxn>
                <a:cxn ang="T8">
                  <a:pos x="T4" y="T5"/>
                </a:cxn>
              </a:cxnLst>
              <a:rect l="T9" t="T10" r="T11" b="T12"/>
              <a:pathLst>
                <a:path w="33" h="288">
                  <a:moveTo>
                    <a:pt x="0" y="0"/>
                  </a:moveTo>
                  <a:cubicBezTo>
                    <a:pt x="6" y="22"/>
                    <a:pt x="33" y="82"/>
                    <a:pt x="33" y="130"/>
                  </a:cubicBezTo>
                  <a:cubicBezTo>
                    <a:pt x="33" y="178"/>
                    <a:pt x="7" y="255"/>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7558" name="Freeform 11"/>
            <p:cNvSpPr>
              <a:spLocks/>
            </p:cNvSpPr>
            <p:nvPr/>
          </p:nvSpPr>
          <p:spPr bwMode="auto">
            <a:xfrm>
              <a:off x="4743" y="2742"/>
              <a:ext cx="46" cy="272"/>
            </a:xfrm>
            <a:custGeom>
              <a:avLst/>
              <a:gdLst>
                <a:gd name="T0" fmla="*/ 0 w 52"/>
                <a:gd name="T1" fmla="*/ 0 h 288"/>
                <a:gd name="T2" fmla="*/ 25 w 52"/>
                <a:gd name="T3" fmla="*/ 93 h 288"/>
                <a:gd name="T4" fmla="*/ 0 w 52"/>
                <a:gd name="T5" fmla="*/ 204 h 288"/>
                <a:gd name="T6" fmla="*/ 0 60000 65536"/>
                <a:gd name="T7" fmla="*/ 0 60000 65536"/>
                <a:gd name="T8" fmla="*/ 0 60000 65536"/>
                <a:gd name="T9" fmla="*/ 0 w 52"/>
                <a:gd name="T10" fmla="*/ 0 h 288"/>
                <a:gd name="T11" fmla="*/ 52 w 52"/>
                <a:gd name="T12" fmla="*/ 288 h 288"/>
              </a:gdLst>
              <a:ahLst/>
              <a:cxnLst>
                <a:cxn ang="T6">
                  <a:pos x="T0" y="T1"/>
                </a:cxn>
                <a:cxn ang="T7">
                  <a:pos x="T2" y="T3"/>
                </a:cxn>
                <a:cxn ang="T8">
                  <a:pos x="T4" y="T5"/>
                </a:cxn>
              </a:cxnLst>
              <a:rect l="T9" t="T10" r="T11" b="T12"/>
              <a:pathLst>
                <a:path w="52" h="288">
                  <a:moveTo>
                    <a:pt x="0" y="0"/>
                  </a:moveTo>
                  <a:cubicBezTo>
                    <a:pt x="9" y="22"/>
                    <a:pt x="52" y="82"/>
                    <a:pt x="52" y="130"/>
                  </a:cubicBezTo>
                  <a:cubicBezTo>
                    <a:pt x="52" y="178"/>
                    <a:pt x="11" y="255"/>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7559" name="Freeform 12"/>
            <p:cNvSpPr>
              <a:spLocks/>
            </p:cNvSpPr>
            <p:nvPr/>
          </p:nvSpPr>
          <p:spPr bwMode="auto">
            <a:xfrm>
              <a:off x="4823" y="2742"/>
              <a:ext cx="50" cy="272"/>
            </a:xfrm>
            <a:custGeom>
              <a:avLst/>
              <a:gdLst>
                <a:gd name="T0" fmla="*/ 0 w 56"/>
                <a:gd name="T1" fmla="*/ 0 h 288"/>
                <a:gd name="T2" fmla="*/ 29 w 56"/>
                <a:gd name="T3" fmla="*/ 102 h 288"/>
                <a:gd name="T4" fmla="*/ 0 w 56"/>
                <a:gd name="T5" fmla="*/ 204 h 288"/>
                <a:gd name="T6" fmla="*/ 0 60000 65536"/>
                <a:gd name="T7" fmla="*/ 0 60000 65536"/>
                <a:gd name="T8" fmla="*/ 0 60000 65536"/>
                <a:gd name="T9" fmla="*/ 0 w 56"/>
                <a:gd name="T10" fmla="*/ 0 h 288"/>
                <a:gd name="T11" fmla="*/ 56 w 56"/>
                <a:gd name="T12" fmla="*/ 288 h 288"/>
              </a:gdLst>
              <a:ahLst/>
              <a:cxnLst>
                <a:cxn ang="T6">
                  <a:pos x="T0" y="T1"/>
                </a:cxn>
                <a:cxn ang="T7">
                  <a:pos x="T2" y="T3"/>
                </a:cxn>
                <a:cxn ang="T8">
                  <a:pos x="T4" y="T5"/>
                </a:cxn>
              </a:cxnLst>
              <a:rect l="T9" t="T10" r="T11" b="T12"/>
              <a:pathLst>
                <a:path w="56" h="288">
                  <a:moveTo>
                    <a:pt x="0" y="0"/>
                  </a:moveTo>
                  <a:cubicBezTo>
                    <a:pt x="9" y="24"/>
                    <a:pt x="56" y="96"/>
                    <a:pt x="56" y="144"/>
                  </a:cubicBezTo>
                  <a:cubicBezTo>
                    <a:pt x="56" y="192"/>
                    <a:pt x="12" y="258"/>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7560" name="Freeform 13"/>
            <p:cNvSpPr>
              <a:spLocks/>
            </p:cNvSpPr>
            <p:nvPr/>
          </p:nvSpPr>
          <p:spPr bwMode="auto">
            <a:xfrm flipH="1">
              <a:off x="4506" y="2742"/>
              <a:ext cx="29" cy="272"/>
            </a:xfrm>
            <a:custGeom>
              <a:avLst/>
              <a:gdLst>
                <a:gd name="T0" fmla="*/ 0 w 33"/>
                <a:gd name="T1" fmla="*/ 0 h 288"/>
                <a:gd name="T2" fmla="*/ 15 w 33"/>
                <a:gd name="T3" fmla="*/ 93 h 288"/>
                <a:gd name="T4" fmla="*/ 0 w 33"/>
                <a:gd name="T5" fmla="*/ 204 h 288"/>
                <a:gd name="T6" fmla="*/ 0 60000 65536"/>
                <a:gd name="T7" fmla="*/ 0 60000 65536"/>
                <a:gd name="T8" fmla="*/ 0 60000 65536"/>
                <a:gd name="T9" fmla="*/ 0 w 33"/>
                <a:gd name="T10" fmla="*/ 0 h 288"/>
                <a:gd name="T11" fmla="*/ 33 w 33"/>
                <a:gd name="T12" fmla="*/ 288 h 288"/>
              </a:gdLst>
              <a:ahLst/>
              <a:cxnLst>
                <a:cxn ang="T6">
                  <a:pos x="T0" y="T1"/>
                </a:cxn>
                <a:cxn ang="T7">
                  <a:pos x="T2" y="T3"/>
                </a:cxn>
                <a:cxn ang="T8">
                  <a:pos x="T4" y="T5"/>
                </a:cxn>
              </a:cxnLst>
              <a:rect l="T9" t="T10" r="T11" b="T12"/>
              <a:pathLst>
                <a:path w="33" h="288">
                  <a:moveTo>
                    <a:pt x="0" y="0"/>
                  </a:moveTo>
                  <a:cubicBezTo>
                    <a:pt x="6" y="22"/>
                    <a:pt x="33" y="82"/>
                    <a:pt x="33" y="130"/>
                  </a:cubicBezTo>
                  <a:cubicBezTo>
                    <a:pt x="33" y="178"/>
                    <a:pt x="7" y="255"/>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7561" name="Freeform 14"/>
            <p:cNvSpPr>
              <a:spLocks/>
            </p:cNvSpPr>
            <p:nvPr/>
          </p:nvSpPr>
          <p:spPr bwMode="auto">
            <a:xfrm flipH="1">
              <a:off x="4400" y="2742"/>
              <a:ext cx="46" cy="272"/>
            </a:xfrm>
            <a:custGeom>
              <a:avLst/>
              <a:gdLst>
                <a:gd name="T0" fmla="*/ 0 w 52"/>
                <a:gd name="T1" fmla="*/ 0 h 288"/>
                <a:gd name="T2" fmla="*/ 25 w 52"/>
                <a:gd name="T3" fmla="*/ 93 h 288"/>
                <a:gd name="T4" fmla="*/ 0 w 52"/>
                <a:gd name="T5" fmla="*/ 204 h 288"/>
                <a:gd name="T6" fmla="*/ 0 60000 65536"/>
                <a:gd name="T7" fmla="*/ 0 60000 65536"/>
                <a:gd name="T8" fmla="*/ 0 60000 65536"/>
                <a:gd name="T9" fmla="*/ 0 w 52"/>
                <a:gd name="T10" fmla="*/ 0 h 288"/>
                <a:gd name="T11" fmla="*/ 52 w 52"/>
                <a:gd name="T12" fmla="*/ 288 h 288"/>
              </a:gdLst>
              <a:ahLst/>
              <a:cxnLst>
                <a:cxn ang="T6">
                  <a:pos x="T0" y="T1"/>
                </a:cxn>
                <a:cxn ang="T7">
                  <a:pos x="T2" y="T3"/>
                </a:cxn>
                <a:cxn ang="T8">
                  <a:pos x="T4" y="T5"/>
                </a:cxn>
              </a:cxnLst>
              <a:rect l="T9" t="T10" r="T11" b="T12"/>
              <a:pathLst>
                <a:path w="52" h="288">
                  <a:moveTo>
                    <a:pt x="0" y="0"/>
                  </a:moveTo>
                  <a:cubicBezTo>
                    <a:pt x="9" y="22"/>
                    <a:pt x="52" y="82"/>
                    <a:pt x="52" y="130"/>
                  </a:cubicBezTo>
                  <a:cubicBezTo>
                    <a:pt x="52" y="178"/>
                    <a:pt x="11" y="255"/>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7562" name="Freeform 15"/>
            <p:cNvSpPr>
              <a:spLocks/>
            </p:cNvSpPr>
            <p:nvPr/>
          </p:nvSpPr>
          <p:spPr bwMode="auto">
            <a:xfrm flipH="1">
              <a:off x="4329" y="2742"/>
              <a:ext cx="49" cy="272"/>
            </a:xfrm>
            <a:custGeom>
              <a:avLst/>
              <a:gdLst>
                <a:gd name="T0" fmla="*/ 0 w 56"/>
                <a:gd name="T1" fmla="*/ 0 h 288"/>
                <a:gd name="T2" fmla="*/ 25 w 56"/>
                <a:gd name="T3" fmla="*/ 102 h 288"/>
                <a:gd name="T4" fmla="*/ 0 w 56"/>
                <a:gd name="T5" fmla="*/ 204 h 288"/>
                <a:gd name="T6" fmla="*/ 0 60000 65536"/>
                <a:gd name="T7" fmla="*/ 0 60000 65536"/>
                <a:gd name="T8" fmla="*/ 0 60000 65536"/>
                <a:gd name="T9" fmla="*/ 0 w 56"/>
                <a:gd name="T10" fmla="*/ 0 h 288"/>
                <a:gd name="T11" fmla="*/ 56 w 56"/>
                <a:gd name="T12" fmla="*/ 288 h 288"/>
              </a:gdLst>
              <a:ahLst/>
              <a:cxnLst>
                <a:cxn ang="T6">
                  <a:pos x="T0" y="T1"/>
                </a:cxn>
                <a:cxn ang="T7">
                  <a:pos x="T2" y="T3"/>
                </a:cxn>
                <a:cxn ang="T8">
                  <a:pos x="T4" y="T5"/>
                </a:cxn>
              </a:cxnLst>
              <a:rect l="T9" t="T10" r="T11" b="T12"/>
              <a:pathLst>
                <a:path w="56" h="288">
                  <a:moveTo>
                    <a:pt x="0" y="0"/>
                  </a:moveTo>
                  <a:cubicBezTo>
                    <a:pt x="9" y="24"/>
                    <a:pt x="56" y="96"/>
                    <a:pt x="56" y="144"/>
                  </a:cubicBezTo>
                  <a:cubicBezTo>
                    <a:pt x="56" y="192"/>
                    <a:pt x="12" y="258"/>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7563" name="Line 16"/>
            <p:cNvSpPr>
              <a:spLocks noChangeShapeType="1"/>
            </p:cNvSpPr>
            <p:nvPr/>
          </p:nvSpPr>
          <p:spPr bwMode="auto">
            <a:xfrm>
              <a:off x="4596" y="3104"/>
              <a:ext cx="0" cy="318"/>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7564" name="Line 17"/>
            <p:cNvSpPr>
              <a:spLocks noChangeShapeType="1"/>
            </p:cNvSpPr>
            <p:nvPr/>
          </p:nvSpPr>
          <p:spPr bwMode="auto">
            <a:xfrm rot="5400000">
              <a:off x="4192" y="3308"/>
              <a:ext cx="0" cy="298"/>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7565" name="Line 18"/>
            <p:cNvSpPr>
              <a:spLocks noChangeShapeType="1"/>
            </p:cNvSpPr>
            <p:nvPr/>
          </p:nvSpPr>
          <p:spPr bwMode="auto">
            <a:xfrm rot="-5400000">
              <a:off x="2663" y="1914"/>
              <a:ext cx="0" cy="297"/>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7566" name="Line 19"/>
            <p:cNvSpPr>
              <a:spLocks noChangeShapeType="1"/>
            </p:cNvSpPr>
            <p:nvPr/>
          </p:nvSpPr>
          <p:spPr bwMode="auto">
            <a:xfrm rot="-5400000">
              <a:off x="4320" y="1914"/>
              <a:ext cx="0" cy="297"/>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7567" name="Line 20"/>
            <p:cNvSpPr>
              <a:spLocks noChangeShapeType="1"/>
            </p:cNvSpPr>
            <p:nvPr/>
          </p:nvSpPr>
          <p:spPr bwMode="auto">
            <a:xfrm>
              <a:off x="4596" y="2244"/>
              <a:ext cx="0" cy="317"/>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7568" name="Freeform 21"/>
            <p:cNvSpPr>
              <a:spLocks/>
            </p:cNvSpPr>
            <p:nvPr/>
          </p:nvSpPr>
          <p:spPr bwMode="auto">
            <a:xfrm>
              <a:off x="2114" y="2907"/>
              <a:ext cx="561" cy="148"/>
            </a:xfrm>
            <a:custGeom>
              <a:avLst/>
              <a:gdLst>
                <a:gd name="T0" fmla="*/ 420 w 357"/>
                <a:gd name="T1" fmla="*/ 0 h 143"/>
                <a:gd name="T2" fmla="*/ 151 w 357"/>
                <a:gd name="T3" fmla="*/ 28 h 143"/>
                <a:gd name="T4" fmla="*/ 49 w 357"/>
                <a:gd name="T5" fmla="*/ 38 h 143"/>
                <a:gd name="T6" fmla="*/ 0 w 357"/>
                <a:gd name="T7" fmla="*/ 53 h 143"/>
                <a:gd name="T8" fmla="*/ 0 w 357"/>
                <a:gd name="T9" fmla="*/ 64 h 143"/>
                <a:gd name="T10" fmla="*/ 49 w 357"/>
                <a:gd name="T11" fmla="*/ 71 h 143"/>
                <a:gd name="T12" fmla="*/ 190 w 357"/>
                <a:gd name="T13" fmla="*/ 81 h 143"/>
                <a:gd name="T14" fmla="*/ 420 w 357"/>
                <a:gd name="T15" fmla="*/ 88 h 143"/>
                <a:gd name="T16" fmla="*/ 575 w 357"/>
                <a:gd name="T17" fmla="*/ 92 h 143"/>
                <a:gd name="T18" fmla="*/ 792 w 357"/>
                <a:gd name="T19" fmla="*/ 92 h 143"/>
                <a:gd name="T20" fmla="*/ 1054 w 357"/>
                <a:gd name="T21" fmla="*/ 92 h 143"/>
                <a:gd name="T22" fmla="*/ 1353 w 357"/>
                <a:gd name="T23" fmla="*/ 92 h 143"/>
                <a:gd name="T24" fmla="*/ 1983 w 357"/>
                <a:gd name="T25" fmla="*/ 92 h 143"/>
                <a:gd name="T26" fmla="*/ 2697 w 357"/>
                <a:gd name="T27" fmla="*/ 88 h 143"/>
                <a:gd name="T28" fmla="*/ 3402 w 357"/>
                <a:gd name="T29" fmla="*/ 85 h 143"/>
                <a:gd name="T30" fmla="*/ 4035 w 357"/>
                <a:gd name="T31" fmla="*/ 85 h 143"/>
                <a:gd name="T32" fmla="*/ 4342 w 357"/>
                <a:gd name="T33" fmla="*/ 85 h 143"/>
                <a:gd name="T34" fmla="*/ 4590 w 357"/>
                <a:gd name="T35" fmla="*/ 85 h 143"/>
                <a:gd name="T36" fmla="*/ 4815 w 357"/>
                <a:gd name="T37" fmla="*/ 85 h 143"/>
                <a:gd name="T38" fmla="*/ 4975 w 357"/>
                <a:gd name="T39" fmla="*/ 88 h 143"/>
                <a:gd name="T40" fmla="*/ 5195 w 357"/>
                <a:gd name="T41" fmla="*/ 94 h 143"/>
                <a:gd name="T42" fmla="*/ 5346 w 357"/>
                <a:gd name="T43" fmla="*/ 102 h 143"/>
                <a:gd name="T44" fmla="*/ 5379 w 357"/>
                <a:gd name="T45" fmla="*/ 111 h 143"/>
                <a:gd name="T46" fmla="*/ 5379 w 357"/>
                <a:gd name="T47" fmla="*/ 125 h 143"/>
                <a:gd name="T48" fmla="*/ 5346 w 357"/>
                <a:gd name="T49" fmla="*/ 136 h 143"/>
                <a:gd name="T50" fmla="*/ 5220 w 357"/>
                <a:gd name="T51" fmla="*/ 149 h 143"/>
                <a:gd name="T52" fmla="*/ 4975 w 357"/>
                <a:gd name="T53" fmla="*/ 176 h 14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57"/>
                <a:gd name="T82" fmla="*/ 0 h 143"/>
                <a:gd name="T83" fmla="*/ 357 w 357"/>
                <a:gd name="T84" fmla="*/ 143 h 14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57" h="143">
                  <a:moveTo>
                    <a:pt x="28" y="0"/>
                  </a:moveTo>
                  <a:lnTo>
                    <a:pt x="10" y="22"/>
                  </a:lnTo>
                  <a:lnTo>
                    <a:pt x="3" y="32"/>
                  </a:lnTo>
                  <a:lnTo>
                    <a:pt x="0" y="42"/>
                  </a:lnTo>
                  <a:lnTo>
                    <a:pt x="0" y="52"/>
                  </a:lnTo>
                  <a:lnTo>
                    <a:pt x="3" y="59"/>
                  </a:lnTo>
                  <a:lnTo>
                    <a:pt x="13" y="66"/>
                  </a:lnTo>
                  <a:lnTo>
                    <a:pt x="28" y="71"/>
                  </a:lnTo>
                  <a:lnTo>
                    <a:pt x="38" y="74"/>
                  </a:lnTo>
                  <a:lnTo>
                    <a:pt x="53" y="74"/>
                  </a:lnTo>
                  <a:lnTo>
                    <a:pt x="70" y="74"/>
                  </a:lnTo>
                  <a:lnTo>
                    <a:pt x="90" y="74"/>
                  </a:lnTo>
                  <a:lnTo>
                    <a:pt x="132" y="74"/>
                  </a:lnTo>
                  <a:lnTo>
                    <a:pt x="179" y="71"/>
                  </a:lnTo>
                  <a:lnTo>
                    <a:pt x="226" y="69"/>
                  </a:lnTo>
                  <a:lnTo>
                    <a:pt x="268" y="69"/>
                  </a:lnTo>
                  <a:lnTo>
                    <a:pt x="288" y="69"/>
                  </a:lnTo>
                  <a:lnTo>
                    <a:pt x="305" y="69"/>
                  </a:lnTo>
                  <a:lnTo>
                    <a:pt x="320" y="69"/>
                  </a:lnTo>
                  <a:lnTo>
                    <a:pt x="330" y="71"/>
                  </a:lnTo>
                  <a:lnTo>
                    <a:pt x="345" y="76"/>
                  </a:lnTo>
                  <a:lnTo>
                    <a:pt x="355" y="84"/>
                  </a:lnTo>
                  <a:lnTo>
                    <a:pt x="357" y="91"/>
                  </a:lnTo>
                  <a:lnTo>
                    <a:pt x="357" y="101"/>
                  </a:lnTo>
                  <a:lnTo>
                    <a:pt x="355" y="111"/>
                  </a:lnTo>
                  <a:lnTo>
                    <a:pt x="347" y="121"/>
                  </a:lnTo>
                  <a:lnTo>
                    <a:pt x="330" y="143"/>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7569" name="Freeform 22"/>
            <p:cNvSpPr>
              <a:spLocks/>
            </p:cNvSpPr>
            <p:nvPr/>
          </p:nvSpPr>
          <p:spPr bwMode="auto">
            <a:xfrm>
              <a:off x="2114" y="2755"/>
              <a:ext cx="561" cy="147"/>
            </a:xfrm>
            <a:custGeom>
              <a:avLst/>
              <a:gdLst>
                <a:gd name="T0" fmla="*/ 420 w 357"/>
                <a:gd name="T1" fmla="*/ 0 h 142"/>
                <a:gd name="T2" fmla="*/ 151 w 357"/>
                <a:gd name="T3" fmla="*/ 28 h 142"/>
                <a:gd name="T4" fmla="*/ 49 w 357"/>
                <a:gd name="T5" fmla="*/ 38 h 142"/>
                <a:gd name="T6" fmla="*/ 0 w 357"/>
                <a:gd name="T7" fmla="*/ 51 h 142"/>
                <a:gd name="T8" fmla="*/ 0 w 357"/>
                <a:gd name="T9" fmla="*/ 63 h 142"/>
                <a:gd name="T10" fmla="*/ 49 w 357"/>
                <a:gd name="T11" fmla="*/ 71 h 142"/>
                <a:gd name="T12" fmla="*/ 190 w 357"/>
                <a:gd name="T13" fmla="*/ 81 h 142"/>
                <a:gd name="T14" fmla="*/ 420 w 357"/>
                <a:gd name="T15" fmla="*/ 89 h 142"/>
                <a:gd name="T16" fmla="*/ 575 w 357"/>
                <a:gd name="T17" fmla="*/ 91 h 142"/>
                <a:gd name="T18" fmla="*/ 792 w 357"/>
                <a:gd name="T19" fmla="*/ 91 h 142"/>
                <a:gd name="T20" fmla="*/ 1054 w 357"/>
                <a:gd name="T21" fmla="*/ 91 h 142"/>
                <a:gd name="T22" fmla="*/ 1353 w 357"/>
                <a:gd name="T23" fmla="*/ 91 h 142"/>
                <a:gd name="T24" fmla="*/ 1983 w 357"/>
                <a:gd name="T25" fmla="*/ 91 h 142"/>
                <a:gd name="T26" fmla="*/ 2697 w 357"/>
                <a:gd name="T27" fmla="*/ 89 h 142"/>
                <a:gd name="T28" fmla="*/ 3402 w 357"/>
                <a:gd name="T29" fmla="*/ 84 h 142"/>
                <a:gd name="T30" fmla="*/ 4035 w 357"/>
                <a:gd name="T31" fmla="*/ 84 h 142"/>
                <a:gd name="T32" fmla="*/ 4342 w 357"/>
                <a:gd name="T33" fmla="*/ 84 h 142"/>
                <a:gd name="T34" fmla="*/ 4590 w 357"/>
                <a:gd name="T35" fmla="*/ 84 h 142"/>
                <a:gd name="T36" fmla="*/ 4815 w 357"/>
                <a:gd name="T37" fmla="*/ 84 h 142"/>
                <a:gd name="T38" fmla="*/ 4975 w 357"/>
                <a:gd name="T39" fmla="*/ 89 h 142"/>
                <a:gd name="T40" fmla="*/ 5195 w 357"/>
                <a:gd name="T41" fmla="*/ 94 h 142"/>
                <a:gd name="T42" fmla="*/ 5346 w 357"/>
                <a:gd name="T43" fmla="*/ 101 h 142"/>
                <a:gd name="T44" fmla="*/ 5379 w 357"/>
                <a:gd name="T45" fmla="*/ 112 h 142"/>
                <a:gd name="T46" fmla="*/ 5379 w 357"/>
                <a:gd name="T47" fmla="*/ 125 h 142"/>
                <a:gd name="T48" fmla="*/ 5346 w 357"/>
                <a:gd name="T49" fmla="*/ 135 h 142"/>
                <a:gd name="T50" fmla="*/ 5220 w 357"/>
                <a:gd name="T51" fmla="*/ 148 h 142"/>
                <a:gd name="T52" fmla="*/ 4975 w 357"/>
                <a:gd name="T53" fmla="*/ 175 h 14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57"/>
                <a:gd name="T82" fmla="*/ 0 h 142"/>
                <a:gd name="T83" fmla="*/ 357 w 357"/>
                <a:gd name="T84" fmla="*/ 142 h 14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57" h="142">
                  <a:moveTo>
                    <a:pt x="28" y="0"/>
                  </a:moveTo>
                  <a:lnTo>
                    <a:pt x="10" y="22"/>
                  </a:lnTo>
                  <a:lnTo>
                    <a:pt x="3" y="32"/>
                  </a:lnTo>
                  <a:lnTo>
                    <a:pt x="0" y="41"/>
                  </a:lnTo>
                  <a:lnTo>
                    <a:pt x="0" y="51"/>
                  </a:lnTo>
                  <a:lnTo>
                    <a:pt x="3" y="59"/>
                  </a:lnTo>
                  <a:lnTo>
                    <a:pt x="13" y="66"/>
                  </a:lnTo>
                  <a:lnTo>
                    <a:pt x="28" y="71"/>
                  </a:lnTo>
                  <a:lnTo>
                    <a:pt x="38" y="73"/>
                  </a:lnTo>
                  <a:lnTo>
                    <a:pt x="53" y="73"/>
                  </a:lnTo>
                  <a:lnTo>
                    <a:pt x="70" y="73"/>
                  </a:lnTo>
                  <a:lnTo>
                    <a:pt x="90" y="73"/>
                  </a:lnTo>
                  <a:lnTo>
                    <a:pt x="132" y="73"/>
                  </a:lnTo>
                  <a:lnTo>
                    <a:pt x="179" y="71"/>
                  </a:lnTo>
                  <a:lnTo>
                    <a:pt x="226" y="68"/>
                  </a:lnTo>
                  <a:lnTo>
                    <a:pt x="268" y="68"/>
                  </a:lnTo>
                  <a:lnTo>
                    <a:pt x="288" y="68"/>
                  </a:lnTo>
                  <a:lnTo>
                    <a:pt x="305" y="68"/>
                  </a:lnTo>
                  <a:lnTo>
                    <a:pt x="320" y="68"/>
                  </a:lnTo>
                  <a:lnTo>
                    <a:pt x="330" y="71"/>
                  </a:lnTo>
                  <a:lnTo>
                    <a:pt x="345" y="76"/>
                  </a:lnTo>
                  <a:lnTo>
                    <a:pt x="355" y="83"/>
                  </a:lnTo>
                  <a:lnTo>
                    <a:pt x="357" y="91"/>
                  </a:lnTo>
                  <a:lnTo>
                    <a:pt x="357" y="101"/>
                  </a:lnTo>
                  <a:lnTo>
                    <a:pt x="355" y="110"/>
                  </a:lnTo>
                  <a:lnTo>
                    <a:pt x="347" y="120"/>
                  </a:lnTo>
                  <a:lnTo>
                    <a:pt x="330" y="142"/>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7570" name="Freeform 23"/>
            <p:cNvSpPr>
              <a:spLocks/>
            </p:cNvSpPr>
            <p:nvPr/>
          </p:nvSpPr>
          <p:spPr bwMode="auto">
            <a:xfrm>
              <a:off x="2148" y="2514"/>
              <a:ext cx="541" cy="81"/>
            </a:xfrm>
            <a:custGeom>
              <a:avLst/>
              <a:gdLst>
                <a:gd name="T0" fmla="*/ 0 w 193"/>
                <a:gd name="T1" fmla="*/ 0 h 57"/>
                <a:gd name="T2" fmla="*/ 3835 w 193"/>
                <a:gd name="T3" fmla="*/ 37 h 57"/>
                <a:gd name="T4" fmla="*/ 7291 w 193"/>
                <a:gd name="T5" fmla="*/ 53 h 57"/>
                <a:gd name="T6" fmla="*/ 10750 w 193"/>
                <a:gd name="T7" fmla="*/ 53 h 57"/>
                <a:gd name="T8" fmla="*/ 15064 w 193"/>
                <a:gd name="T9" fmla="*/ 53 h 57"/>
                <a:gd name="T10" fmla="*/ 20925 w 193"/>
                <a:gd name="T11" fmla="*/ 53 h 57"/>
                <a:gd name="T12" fmla="*/ 33040 w 193"/>
                <a:gd name="T13" fmla="*/ 53 h 57"/>
                <a:gd name="T14" fmla="*/ 44645 w 193"/>
                <a:gd name="T15" fmla="*/ 37 h 57"/>
                <a:gd name="T16" fmla="*/ 57287 w 193"/>
                <a:gd name="T17" fmla="*/ 26 h 57"/>
                <a:gd name="T18" fmla="*/ 68895 w 193"/>
                <a:gd name="T19" fmla="*/ 26 h 57"/>
                <a:gd name="T20" fmla="*/ 74268 w 193"/>
                <a:gd name="T21" fmla="*/ 26 h 57"/>
                <a:gd name="T22" fmla="*/ 79093 w 193"/>
                <a:gd name="T23" fmla="*/ 26 h 57"/>
                <a:gd name="T24" fmla="*/ 82927 w 193"/>
                <a:gd name="T25" fmla="*/ 26 h 57"/>
                <a:gd name="T26" fmla="*/ 85324 w 193"/>
                <a:gd name="T27" fmla="*/ 37 h 57"/>
                <a:gd name="T28" fmla="*/ 90148 w 193"/>
                <a:gd name="T29" fmla="*/ 67 h 57"/>
                <a:gd name="T30" fmla="*/ 92239 w 193"/>
                <a:gd name="T31" fmla="*/ 115 h 57"/>
                <a:gd name="T32" fmla="*/ 93604 w 193"/>
                <a:gd name="T33" fmla="*/ 155 h 57"/>
                <a:gd name="T34" fmla="*/ 93604 w 193"/>
                <a:gd name="T35" fmla="*/ 216 h 57"/>
                <a:gd name="T36" fmla="*/ 92239 w 193"/>
                <a:gd name="T37" fmla="*/ 279 h 57"/>
                <a:gd name="T38" fmla="*/ 90697 w 193"/>
                <a:gd name="T39" fmla="*/ 335 h 57"/>
                <a:gd name="T40" fmla="*/ 85324 w 193"/>
                <a:gd name="T41" fmla="*/ 469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93"/>
                <a:gd name="T64" fmla="*/ 0 h 57"/>
                <a:gd name="T65" fmla="*/ 193 w 193"/>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93" h="57">
                  <a:moveTo>
                    <a:pt x="0" y="0"/>
                  </a:moveTo>
                  <a:lnTo>
                    <a:pt x="8" y="4"/>
                  </a:lnTo>
                  <a:lnTo>
                    <a:pt x="15" y="6"/>
                  </a:lnTo>
                  <a:lnTo>
                    <a:pt x="22" y="6"/>
                  </a:lnTo>
                  <a:lnTo>
                    <a:pt x="31" y="6"/>
                  </a:lnTo>
                  <a:lnTo>
                    <a:pt x="43" y="6"/>
                  </a:lnTo>
                  <a:lnTo>
                    <a:pt x="68" y="6"/>
                  </a:lnTo>
                  <a:lnTo>
                    <a:pt x="92" y="4"/>
                  </a:lnTo>
                  <a:lnTo>
                    <a:pt x="118" y="3"/>
                  </a:lnTo>
                  <a:lnTo>
                    <a:pt x="142" y="3"/>
                  </a:lnTo>
                  <a:lnTo>
                    <a:pt x="153" y="3"/>
                  </a:lnTo>
                  <a:lnTo>
                    <a:pt x="163" y="3"/>
                  </a:lnTo>
                  <a:lnTo>
                    <a:pt x="171" y="3"/>
                  </a:lnTo>
                  <a:lnTo>
                    <a:pt x="176" y="4"/>
                  </a:lnTo>
                  <a:lnTo>
                    <a:pt x="186" y="8"/>
                  </a:lnTo>
                  <a:lnTo>
                    <a:pt x="190" y="14"/>
                  </a:lnTo>
                  <a:lnTo>
                    <a:pt x="193" y="19"/>
                  </a:lnTo>
                  <a:lnTo>
                    <a:pt x="193" y="26"/>
                  </a:lnTo>
                  <a:lnTo>
                    <a:pt x="190" y="34"/>
                  </a:lnTo>
                  <a:lnTo>
                    <a:pt x="187" y="41"/>
                  </a:lnTo>
                  <a:lnTo>
                    <a:pt x="176" y="57"/>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7571" name="Freeform 24"/>
            <p:cNvSpPr>
              <a:spLocks/>
            </p:cNvSpPr>
            <p:nvPr/>
          </p:nvSpPr>
          <p:spPr bwMode="auto">
            <a:xfrm>
              <a:off x="2128" y="2602"/>
              <a:ext cx="561" cy="150"/>
            </a:xfrm>
            <a:custGeom>
              <a:avLst/>
              <a:gdLst>
                <a:gd name="T0" fmla="*/ 394 w 359"/>
                <a:gd name="T1" fmla="*/ 0 h 145"/>
                <a:gd name="T2" fmla="*/ 148 w 359"/>
                <a:gd name="T3" fmla="*/ 28 h 145"/>
                <a:gd name="T4" fmla="*/ 31 w 359"/>
                <a:gd name="T5" fmla="*/ 38 h 145"/>
                <a:gd name="T6" fmla="*/ 0 w 359"/>
                <a:gd name="T7" fmla="*/ 56 h 145"/>
                <a:gd name="T8" fmla="*/ 0 w 359"/>
                <a:gd name="T9" fmla="*/ 64 h 145"/>
                <a:gd name="T10" fmla="*/ 31 w 359"/>
                <a:gd name="T11" fmla="*/ 74 h 145"/>
                <a:gd name="T12" fmla="*/ 178 w 359"/>
                <a:gd name="T13" fmla="*/ 80 h 145"/>
                <a:gd name="T14" fmla="*/ 394 w 359"/>
                <a:gd name="T15" fmla="*/ 88 h 145"/>
                <a:gd name="T16" fmla="*/ 583 w 359"/>
                <a:gd name="T17" fmla="*/ 92 h 145"/>
                <a:gd name="T18" fmla="*/ 755 w 359"/>
                <a:gd name="T19" fmla="*/ 92 h 145"/>
                <a:gd name="T20" fmla="*/ 1008 w 359"/>
                <a:gd name="T21" fmla="*/ 94 h 145"/>
                <a:gd name="T22" fmla="*/ 1294 w 359"/>
                <a:gd name="T23" fmla="*/ 94 h 145"/>
                <a:gd name="T24" fmla="*/ 1952 w 359"/>
                <a:gd name="T25" fmla="*/ 92 h 145"/>
                <a:gd name="T26" fmla="*/ 2586 w 359"/>
                <a:gd name="T27" fmla="*/ 88 h 145"/>
                <a:gd name="T28" fmla="*/ 3277 w 359"/>
                <a:gd name="T29" fmla="*/ 88 h 145"/>
                <a:gd name="T30" fmla="*/ 3907 w 359"/>
                <a:gd name="T31" fmla="*/ 85 h 145"/>
                <a:gd name="T32" fmla="*/ 4175 w 359"/>
                <a:gd name="T33" fmla="*/ 85 h 145"/>
                <a:gd name="T34" fmla="*/ 4443 w 359"/>
                <a:gd name="T35" fmla="*/ 85 h 145"/>
                <a:gd name="T36" fmla="*/ 4654 w 359"/>
                <a:gd name="T37" fmla="*/ 85 h 145"/>
                <a:gd name="T38" fmla="*/ 4788 w 359"/>
                <a:gd name="T39" fmla="*/ 88 h 145"/>
                <a:gd name="T40" fmla="*/ 5052 w 359"/>
                <a:gd name="T41" fmla="*/ 94 h 145"/>
                <a:gd name="T42" fmla="*/ 5152 w 359"/>
                <a:gd name="T43" fmla="*/ 102 h 145"/>
                <a:gd name="T44" fmla="*/ 5229 w 359"/>
                <a:gd name="T45" fmla="*/ 111 h 145"/>
                <a:gd name="T46" fmla="*/ 5229 w 359"/>
                <a:gd name="T47" fmla="*/ 124 h 145"/>
                <a:gd name="T48" fmla="*/ 5152 w 359"/>
                <a:gd name="T49" fmla="*/ 136 h 145"/>
                <a:gd name="T50" fmla="*/ 5079 w 359"/>
                <a:gd name="T51" fmla="*/ 151 h 145"/>
                <a:gd name="T52" fmla="*/ 4788 w 359"/>
                <a:gd name="T53" fmla="*/ 178 h 14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59"/>
                <a:gd name="T82" fmla="*/ 0 h 145"/>
                <a:gd name="T83" fmla="*/ 359 w 359"/>
                <a:gd name="T84" fmla="*/ 145 h 14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59" h="145">
                  <a:moveTo>
                    <a:pt x="27" y="0"/>
                  </a:moveTo>
                  <a:lnTo>
                    <a:pt x="10" y="22"/>
                  </a:lnTo>
                  <a:lnTo>
                    <a:pt x="2" y="32"/>
                  </a:lnTo>
                  <a:lnTo>
                    <a:pt x="0" y="44"/>
                  </a:lnTo>
                  <a:lnTo>
                    <a:pt x="0" y="52"/>
                  </a:lnTo>
                  <a:lnTo>
                    <a:pt x="2" y="62"/>
                  </a:lnTo>
                  <a:lnTo>
                    <a:pt x="12" y="66"/>
                  </a:lnTo>
                  <a:lnTo>
                    <a:pt x="27" y="71"/>
                  </a:lnTo>
                  <a:lnTo>
                    <a:pt x="40" y="74"/>
                  </a:lnTo>
                  <a:lnTo>
                    <a:pt x="52" y="74"/>
                  </a:lnTo>
                  <a:lnTo>
                    <a:pt x="69" y="76"/>
                  </a:lnTo>
                  <a:lnTo>
                    <a:pt x="89" y="76"/>
                  </a:lnTo>
                  <a:lnTo>
                    <a:pt x="134" y="74"/>
                  </a:lnTo>
                  <a:lnTo>
                    <a:pt x="178" y="71"/>
                  </a:lnTo>
                  <a:lnTo>
                    <a:pt x="225" y="71"/>
                  </a:lnTo>
                  <a:lnTo>
                    <a:pt x="268" y="69"/>
                  </a:lnTo>
                  <a:lnTo>
                    <a:pt x="287" y="69"/>
                  </a:lnTo>
                  <a:lnTo>
                    <a:pt x="305" y="69"/>
                  </a:lnTo>
                  <a:lnTo>
                    <a:pt x="320" y="69"/>
                  </a:lnTo>
                  <a:lnTo>
                    <a:pt x="329" y="71"/>
                  </a:lnTo>
                  <a:lnTo>
                    <a:pt x="347" y="76"/>
                  </a:lnTo>
                  <a:lnTo>
                    <a:pt x="354" y="84"/>
                  </a:lnTo>
                  <a:lnTo>
                    <a:pt x="359" y="91"/>
                  </a:lnTo>
                  <a:lnTo>
                    <a:pt x="359" y="101"/>
                  </a:lnTo>
                  <a:lnTo>
                    <a:pt x="354" y="111"/>
                  </a:lnTo>
                  <a:lnTo>
                    <a:pt x="349" y="123"/>
                  </a:lnTo>
                  <a:lnTo>
                    <a:pt x="329" y="145"/>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7572" name="Freeform 25"/>
            <p:cNvSpPr>
              <a:spLocks/>
            </p:cNvSpPr>
            <p:nvPr/>
          </p:nvSpPr>
          <p:spPr bwMode="auto">
            <a:xfrm>
              <a:off x="1671" y="2518"/>
              <a:ext cx="481" cy="1"/>
            </a:xfrm>
            <a:custGeom>
              <a:avLst/>
              <a:gdLst>
                <a:gd name="T0" fmla="*/ 262 w 543"/>
                <a:gd name="T1" fmla="*/ 0 h 1"/>
                <a:gd name="T2" fmla="*/ 0 w 543"/>
                <a:gd name="T3" fmla="*/ 0 h 1"/>
                <a:gd name="T4" fmla="*/ 0 60000 65536"/>
                <a:gd name="T5" fmla="*/ 0 60000 65536"/>
                <a:gd name="T6" fmla="*/ 0 w 543"/>
                <a:gd name="T7" fmla="*/ 0 h 1"/>
                <a:gd name="T8" fmla="*/ 543 w 543"/>
                <a:gd name="T9" fmla="*/ 1 h 1"/>
              </a:gdLst>
              <a:ahLst/>
              <a:cxnLst>
                <a:cxn ang="T4">
                  <a:pos x="T0" y="T1"/>
                </a:cxn>
                <a:cxn ang="T5">
                  <a:pos x="T2" y="T3"/>
                </a:cxn>
              </a:cxnLst>
              <a:rect l="T6" t="T7" r="T8" b="T9"/>
              <a:pathLst>
                <a:path w="543" h="1">
                  <a:moveTo>
                    <a:pt x="543" y="0"/>
                  </a:moveTo>
                  <a:lnTo>
                    <a:pt x="0" y="0"/>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7573" name="Text Box 26"/>
            <p:cNvSpPr txBox="1">
              <a:spLocks noChangeArrowheads="1"/>
            </p:cNvSpPr>
            <p:nvPr/>
          </p:nvSpPr>
          <p:spPr bwMode="auto">
            <a:xfrm>
              <a:off x="3238" y="3254"/>
              <a:ext cx="344"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D</a:t>
              </a:r>
              <a:endParaRPr lang="en-US" altLang="zh-CN" sz="2000" b="1" baseline="-25000">
                <a:solidFill>
                  <a:schemeClr val="bg2"/>
                </a:solidFill>
              </a:endParaRPr>
            </a:p>
          </p:txBody>
        </p:sp>
        <p:sp>
          <p:nvSpPr>
            <p:cNvPr id="107574" name="Text Box 27"/>
            <p:cNvSpPr txBox="1">
              <a:spLocks noChangeArrowheads="1"/>
            </p:cNvSpPr>
            <p:nvPr/>
          </p:nvSpPr>
          <p:spPr bwMode="auto">
            <a:xfrm>
              <a:off x="3263" y="2064"/>
              <a:ext cx="330"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A</a:t>
              </a:r>
              <a:endParaRPr lang="en-US" altLang="zh-CN" sz="2000" b="1" baseline="-25000">
                <a:solidFill>
                  <a:schemeClr val="bg2"/>
                </a:solidFill>
              </a:endParaRPr>
            </a:p>
          </p:txBody>
        </p:sp>
        <p:sp>
          <p:nvSpPr>
            <p:cNvPr id="107575" name="Text Box 28"/>
            <p:cNvSpPr txBox="1">
              <a:spLocks noChangeArrowheads="1"/>
            </p:cNvSpPr>
            <p:nvPr/>
          </p:nvSpPr>
          <p:spPr bwMode="auto">
            <a:xfrm>
              <a:off x="3327" y="2636"/>
              <a:ext cx="321"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sym typeface="Symbol" panose="05050102010706020507" pitchFamily="18" charset="2"/>
                </a:rPr>
                <a:t></a:t>
              </a:r>
              <a:r>
                <a:rPr lang="en-US" altLang="zh-CN" sz="2000" b="1" baseline="-25000">
                  <a:solidFill>
                    <a:schemeClr val="bg2"/>
                  </a:solidFill>
                  <a:sym typeface="Symbol" panose="05050102010706020507" pitchFamily="18" charset="2"/>
                </a:rPr>
                <a:t>2</a:t>
              </a:r>
              <a:endParaRPr lang="en-US" altLang="zh-CN" sz="2000" b="1" baseline="-25000">
                <a:solidFill>
                  <a:schemeClr val="bg2"/>
                </a:solidFill>
              </a:endParaRPr>
            </a:p>
          </p:txBody>
        </p:sp>
        <p:sp>
          <p:nvSpPr>
            <p:cNvPr id="107576" name="Text Box 29"/>
            <p:cNvSpPr txBox="1">
              <a:spLocks noChangeArrowheads="1"/>
            </p:cNvSpPr>
            <p:nvPr/>
          </p:nvSpPr>
          <p:spPr bwMode="auto">
            <a:xfrm>
              <a:off x="2168" y="2256"/>
              <a:ext cx="321"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sym typeface="Symbol" panose="05050102010706020507" pitchFamily="18" charset="2"/>
                </a:rPr>
                <a:t></a:t>
              </a:r>
              <a:r>
                <a:rPr lang="en-US" altLang="zh-CN" sz="2000" b="1" baseline="-25000">
                  <a:solidFill>
                    <a:schemeClr val="bg2"/>
                  </a:solidFill>
                  <a:sym typeface="Symbol" panose="05050102010706020507" pitchFamily="18" charset="2"/>
                </a:rPr>
                <a:t>3</a:t>
              </a:r>
              <a:endParaRPr lang="en-US" altLang="zh-CN" sz="2000" b="1" baseline="-25000">
                <a:solidFill>
                  <a:schemeClr val="bg2"/>
                </a:solidFill>
              </a:endParaRPr>
            </a:p>
          </p:txBody>
        </p:sp>
        <p:sp>
          <p:nvSpPr>
            <p:cNvPr id="107577" name="Text Box 30"/>
            <p:cNvSpPr txBox="1">
              <a:spLocks noChangeArrowheads="1"/>
            </p:cNvSpPr>
            <p:nvPr/>
          </p:nvSpPr>
          <p:spPr bwMode="auto">
            <a:xfrm>
              <a:off x="4532" y="1920"/>
              <a:ext cx="321"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sym typeface="Symbol" panose="05050102010706020507" pitchFamily="18" charset="2"/>
                </a:rPr>
                <a:t></a:t>
              </a:r>
              <a:r>
                <a:rPr lang="en-US" altLang="zh-CN" sz="2000" b="1" baseline="-25000">
                  <a:solidFill>
                    <a:schemeClr val="bg2"/>
                  </a:solidFill>
                  <a:sym typeface="Symbol" panose="05050102010706020507" pitchFamily="18" charset="2"/>
                </a:rPr>
                <a:t>1</a:t>
              </a:r>
              <a:endParaRPr lang="en-US" altLang="zh-CN" sz="2000" b="1" baseline="-25000">
                <a:solidFill>
                  <a:schemeClr val="bg2"/>
                </a:solidFill>
              </a:endParaRPr>
            </a:p>
          </p:txBody>
        </p:sp>
        <p:sp>
          <p:nvSpPr>
            <p:cNvPr id="107578" name="Text Box 31"/>
            <p:cNvSpPr txBox="1">
              <a:spLocks noChangeArrowheads="1"/>
            </p:cNvSpPr>
            <p:nvPr/>
          </p:nvSpPr>
          <p:spPr bwMode="auto">
            <a:xfrm>
              <a:off x="2251" y="3072"/>
              <a:ext cx="330"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E</a:t>
              </a:r>
              <a:endParaRPr lang="en-US" altLang="zh-CN" sz="2000" b="1" baseline="-25000">
                <a:solidFill>
                  <a:schemeClr val="bg2"/>
                </a:solidFill>
              </a:endParaRPr>
            </a:p>
          </p:txBody>
        </p:sp>
        <p:sp>
          <p:nvSpPr>
            <p:cNvPr id="107579" name="Text Box 32"/>
            <p:cNvSpPr txBox="1">
              <a:spLocks noChangeArrowheads="1"/>
            </p:cNvSpPr>
            <p:nvPr/>
          </p:nvSpPr>
          <p:spPr bwMode="auto">
            <a:xfrm>
              <a:off x="4847" y="2592"/>
              <a:ext cx="330"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B</a:t>
              </a:r>
              <a:endParaRPr lang="en-US" altLang="zh-CN" sz="2000" b="1" baseline="-25000">
                <a:solidFill>
                  <a:schemeClr val="bg2"/>
                </a:solidFill>
              </a:endParaRPr>
            </a:p>
          </p:txBody>
        </p:sp>
        <p:sp>
          <p:nvSpPr>
            <p:cNvPr id="107580" name="Text Box 33"/>
            <p:cNvSpPr txBox="1">
              <a:spLocks noChangeArrowheads="1"/>
            </p:cNvSpPr>
            <p:nvPr/>
          </p:nvSpPr>
          <p:spPr bwMode="auto">
            <a:xfrm>
              <a:off x="4843" y="2928"/>
              <a:ext cx="330"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C</a:t>
              </a:r>
              <a:endParaRPr lang="en-US" altLang="zh-CN" sz="2000" b="1" baseline="-25000">
                <a:solidFill>
                  <a:schemeClr val="bg2"/>
                </a:solidFill>
              </a:endParaRPr>
            </a:p>
          </p:txBody>
        </p:sp>
      </p:grpSp>
      <p:graphicFrame>
        <p:nvGraphicFramePr>
          <p:cNvPr id="107525" name="Object 34"/>
          <p:cNvGraphicFramePr>
            <a:graphicFrameLocks noChangeAspect="1"/>
          </p:cNvGraphicFramePr>
          <p:nvPr/>
        </p:nvGraphicFramePr>
        <p:xfrm>
          <a:off x="2155825" y="1717675"/>
          <a:ext cx="2103438" cy="776288"/>
        </p:xfrm>
        <a:graphic>
          <a:graphicData uri="http://schemas.openxmlformats.org/presentationml/2006/ole">
            <mc:AlternateContent xmlns:mc="http://schemas.openxmlformats.org/markup-compatibility/2006">
              <mc:Choice xmlns:v="urn:schemas-microsoft-com:vml" Requires="v">
                <p:oleObj spid="_x0000_s44094" name="Equation" r:id="rId4" imgW="1162114" imgH="409643" progId="Equation.DSMT4">
                  <p:embed/>
                </p:oleObj>
              </mc:Choice>
              <mc:Fallback>
                <p:oleObj name="Equation" r:id="rId4" imgW="1162114" imgH="40964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5825" y="1717675"/>
                        <a:ext cx="2103438" cy="77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26" name="Object 35"/>
          <p:cNvGraphicFramePr>
            <a:graphicFrameLocks noChangeAspect="1"/>
          </p:cNvGraphicFramePr>
          <p:nvPr/>
        </p:nvGraphicFramePr>
        <p:xfrm>
          <a:off x="4745038" y="1755775"/>
          <a:ext cx="1446212" cy="776288"/>
        </p:xfrm>
        <a:graphic>
          <a:graphicData uri="http://schemas.openxmlformats.org/presentationml/2006/ole">
            <mc:AlternateContent xmlns:mc="http://schemas.openxmlformats.org/markup-compatibility/2006">
              <mc:Choice xmlns:v="urn:schemas-microsoft-com:vml" Requires="v">
                <p:oleObj spid="_x0000_s44095" name="Equation" r:id="rId6" imgW="790543" imgH="409643" progId="Equation.DSMT4">
                  <p:embed/>
                </p:oleObj>
              </mc:Choice>
              <mc:Fallback>
                <p:oleObj name="Equation" r:id="rId6" imgW="790543" imgH="40964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45038" y="1755775"/>
                        <a:ext cx="1446212" cy="77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7972" name="Group 36"/>
          <p:cNvGraphicFramePr>
            <a:graphicFrameLocks noGrp="1"/>
          </p:cNvGraphicFramePr>
          <p:nvPr/>
        </p:nvGraphicFramePr>
        <p:xfrm>
          <a:off x="2260600" y="3213100"/>
          <a:ext cx="7378700" cy="2489200"/>
        </p:xfrm>
        <a:graphic>
          <a:graphicData uri="http://schemas.openxmlformats.org/drawingml/2006/table">
            <a:tbl>
              <a:tblPr/>
              <a:tblGrid>
                <a:gridCol w="58420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1346200">
                  <a:extLst>
                    <a:ext uri="{9D8B030D-6E8A-4147-A177-3AD203B41FA5}">
                      <a16:colId xmlns:a16="http://schemas.microsoft.com/office/drawing/2014/main" val="20002"/>
                    </a:ext>
                  </a:extLst>
                </a:gridCol>
                <a:gridCol w="1346200">
                  <a:extLst>
                    <a:ext uri="{9D8B030D-6E8A-4147-A177-3AD203B41FA5}">
                      <a16:colId xmlns:a16="http://schemas.microsoft.com/office/drawing/2014/main" val="20003"/>
                    </a:ext>
                  </a:extLst>
                </a:gridCol>
                <a:gridCol w="1358900">
                  <a:extLst>
                    <a:ext uri="{9D8B030D-6E8A-4147-A177-3AD203B41FA5}">
                      <a16:colId xmlns:a16="http://schemas.microsoft.com/office/drawing/2014/main" val="20004"/>
                    </a:ext>
                  </a:extLst>
                </a:gridCol>
                <a:gridCol w="1358900">
                  <a:extLst>
                    <a:ext uri="{9D8B030D-6E8A-4147-A177-3AD203B41FA5}">
                      <a16:colId xmlns:a16="http://schemas.microsoft.com/office/drawing/2014/main" val="20005"/>
                    </a:ext>
                  </a:extLst>
                </a:gridCol>
              </a:tblGrid>
              <a:tr h="1117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0" i="0" u="none" strike="noStrike" cap="none" normalizeH="0" baseline="0">
                          <a:ln>
                            <a:noFill/>
                          </a:ln>
                          <a:solidFill>
                            <a:schemeClr val="tx1"/>
                          </a:solidFill>
                          <a:effectLst/>
                          <a:latin typeface="Times New Roman" pitchFamily="18" charset="0"/>
                          <a:ea typeface="宋体" pitchFamily="2" charset="-122"/>
                        </a:rPr>
                        <a:t>电路</a:t>
                      </a:r>
                    </a:p>
                  </a:txBody>
                  <a:tcP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0" i="0" u="none" strike="noStrike" cap="none" normalizeH="0" baseline="0">
                          <a:ln>
                            <a:noFill/>
                          </a:ln>
                          <a:solidFill>
                            <a:schemeClr val="tx1"/>
                          </a:solidFill>
                          <a:effectLst/>
                          <a:latin typeface="Times New Roman" pitchFamily="18" charset="0"/>
                          <a:ea typeface="宋体" pitchFamily="2" charset="-122"/>
                        </a:rPr>
                        <a:t>电动势</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l-GR" altLang="zh-CN" sz="2800" b="0" i="0" u="none" strike="noStrike" cap="none" normalizeH="0" baseline="0">
                          <a:ln>
                            <a:noFill/>
                          </a:ln>
                          <a:solidFill>
                            <a:schemeClr val="tx1"/>
                          </a:solidFill>
                          <a:effectLst/>
                          <a:latin typeface="宋体" pitchFamily="2" charset="-122"/>
                          <a:ea typeface="宋体" pitchFamily="2" charset="-122"/>
                        </a:rPr>
                        <a:t>ε</a:t>
                      </a: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0" i="0" u="none" strike="noStrike" cap="none" normalizeH="0" baseline="0">
                          <a:ln>
                            <a:noFill/>
                          </a:ln>
                          <a:solidFill>
                            <a:schemeClr val="tx1"/>
                          </a:solidFill>
                          <a:effectLst/>
                          <a:latin typeface="Times New Roman" pitchFamily="18" charset="0"/>
                          <a:ea typeface="宋体" pitchFamily="2" charset="-122"/>
                        </a:rPr>
                        <a:t>电流</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I</a:t>
                      </a: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0" i="0" u="none" strike="noStrike" cap="none" normalizeH="0" baseline="0">
                          <a:ln>
                            <a:noFill/>
                          </a:ln>
                          <a:solidFill>
                            <a:schemeClr val="tx1"/>
                          </a:solidFill>
                          <a:effectLst/>
                          <a:latin typeface="宋体" pitchFamily="2" charset="-122"/>
                          <a:ea typeface="宋体" pitchFamily="2" charset="-122"/>
                        </a:rPr>
                        <a:t>电导率</a:t>
                      </a:r>
                      <a:r>
                        <a:rPr kumimoji="1" lang="el-GR" altLang="zh-CN" sz="2800" b="0" i="0" u="none" strike="noStrike" cap="none" normalizeH="0" baseline="0">
                          <a:ln>
                            <a:noFill/>
                          </a:ln>
                          <a:solidFill>
                            <a:schemeClr val="tx1"/>
                          </a:solidFill>
                          <a:effectLst/>
                          <a:latin typeface="宋体" pitchFamily="2" charset="-122"/>
                          <a:ea typeface="宋体" pitchFamily="2" charset="-122"/>
                        </a:rPr>
                        <a:t>σ</a:t>
                      </a:r>
                      <a:endParaRPr kumimoji="1" lang="en-US" altLang="zh-CN" sz="28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0" i="0" u="none" strike="noStrike" cap="none" normalizeH="0" baseline="0">
                          <a:ln>
                            <a:noFill/>
                          </a:ln>
                          <a:solidFill>
                            <a:schemeClr val="tx1"/>
                          </a:solidFill>
                          <a:effectLst/>
                          <a:latin typeface="Times New Roman" pitchFamily="18" charset="0"/>
                          <a:ea typeface="宋体" pitchFamily="2" charset="-122"/>
                        </a:rPr>
                        <a:t>电阻</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0" i="0" u="none" strike="noStrike" cap="none" normalizeH="0" baseline="0">
                          <a:ln>
                            <a:noFill/>
                          </a:ln>
                          <a:solidFill>
                            <a:schemeClr val="tx1"/>
                          </a:solidFill>
                          <a:effectLst/>
                          <a:latin typeface="Times New Roman" pitchFamily="18" charset="0"/>
                          <a:ea typeface="宋体" pitchFamily="2" charset="-122"/>
                        </a:rPr>
                        <a:t>电位降</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IR</a:t>
                      </a:r>
                      <a:r>
                        <a:rPr kumimoji="1" lang="en-US" altLang="zh-CN" sz="2800" b="0" i="0" u="none" strike="noStrike" cap="none" normalizeH="0" baseline="-25000">
                          <a:ln>
                            <a:noFill/>
                          </a:ln>
                          <a:solidFill>
                            <a:schemeClr val="tx1"/>
                          </a:solidFill>
                          <a:effectLst/>
                          <a:latin typeface="Times New Roman" pitchFamily="18" charset="0"/>
                          <a:ea typeface="宋体" pitchFamily="2" charset="-122"/>
                        </a:rPr>
                        <a:t>i</a:t>
                      </a:r>
                    </a:p>
                  </a:txBody>
                  <a:tcP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11239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0" i="0" u="none" strike="noStrike" cap="none" normalizeH="0" baseline="0">
                          <a:ln>
                            <a:noFill/>
                          </a:ln>
                          <a:solidFill>
                            <a:schemeClr val="tx1"/>
                          </a:solidFill>
                          <a:effectLst/>
                          <a:latin typeface="Times New Roman" pitchFamily="18" charset="0"/>
                          <a:ea typeface="宋体" pitchFamily="2" charset="-122"/>
                        </a:rPr>
                        <a:t>磁路</a:t>
                      </a:r>
                    </a:p>
                  </a:txBody>
                  <a:tcP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0" i="0" u="none" strike="noStrike" cap="none" normalizeH="0" baseline="0">
                          <a:ln>
                            <a:noFill/>
                          </a:ln>
                          <a:solidFill>
                            <a:schemeClr val="tx1"/>
                          </a:solidFill>
                          <a:effectLst/>
                          <a:latin typeface="宋体" pitchFamily="2" charset="-122"/>
                          <a:ea typeface="宋体" pitchFamily="2" charset="-122"/>
                        </a:rPr>
                        <a:t>磁动势</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Symbol" pitchFamily="18" charset="2"/>
                          <a:ea typeface="宋体" pitchFamily="2" charset="-122"/>
                        </a:rPr>
                        <a:t>e</a:t>
                      </a:r>
                      <a:r>
                        <a:rPr kumimoji="1" lang="en-US" altLang="zh-CN" sz="2800" b="0" i="0" u="none" strike="noStrike" cap="none" normalizeH="0" baseline="-25000">
                          <a:ln>
                            <a:noFill/>
                          </a:ln>
                          <a:solidFill>
                            <a:schemeClr val="tx1"/>
                          </a:solidFill>
                          <a:effectLst/>
                          <a:latin typeface="宋体" pitchFamily="2" charset="-122"/>
                          <a:ea typeface="宋体" pitchFamily="2" charset="-122"/>
                        </a:rPr>
                        <a:t>m</a:t>
                      </a:r>
                      <a:r>
                        <a:rPr kumimoji="1" lang="en-US" altLang="zh-CN" sz="2800" b="0" i="0" u="none" strike="noStrike" cap="none" normalizeH="0" baseline="0">
                          <a:ln>
                            <a:noFill/>
                          </a:ln>
                          <a:solidFill>
                            <a:schemeClr val="tx1"/>
                          </a:solidFill>
                          <a:effectLst/>
                          <a:latin typeface="宋体" pitchFamily="2" charset="-122"/>
                          <a:ea typeface="宋体" pitchFamily="2" charset="-122"/>
                        </a:rPr>
                        <a:t>=NI</a:t>
                      </a:r>
                      <a:r>
                        <a:rPr kumimoji="1" lang="en-US" altLang="zh-CN" sz="2800" b="0" i="0" u="none" strike="noStrike" cap="none" normalizeH="0" baseline="-25000">
                          <a:ln>
                            <a:noFill/>
                          </a:ln>
                          <a:solidFill>
                            <a:schemeClr val="tx1"/>
                          </a:solidFill>
                          <a:effectLst/>
                          <a:latin typeface="宋体" pitchFamily="2" charset="-122"/>
                          <a:ea typeface="宋体" pitchFamily="2" charset="-122"/>
                        </a:rPr>
                        <a:t>0</a:t>
                      </a: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0" i="0" u="none" strike="noStrike" cap="none" normalizeH="0" baseline="0">
                          <a:ln>
                            <a:noFill/>
                          </a:ln>
                          <a:solidFill>
                            <a:schemeClr val="tx1"/>
                          </a:solidFill>
                          <a:effectLst/>
                          <a:latin typeface="Times New Roman" pitchFamily="18" charset="0"/>
                          <a:ea typeface="宋体" pitchFamily="2" charset="-122"/>
                        </a:rPr>
                        <a:t>磁感应通量</a:t>
                      </a:r>
                      <a:r>
                        <a:rPr kumimoji="1" lang="el-GR" altLang="zh-CN" sz="2800" b="0" i="0" u="none" strike="noStrike" cap="none" normalizeH="0" baseline="0">
                          <a:ln>
                            <a:noFill/>
                          </a:ln>
                          <a:solidFill>
                            <a:schemeClr val="tx1"/>
                          </a:solidFill>
                          <a:effectLst/>
                          <a:latin typeface="宋体" pitchFamily="2" charset="-122"/>
                          <a:ea typeface="宋体" pitchFamily="2" charset="-122"/>
                        </a:rPr>
                        <a:t>Φ</a:t>
                      </a:r>
                      <a:r>
                        <a:rPr kumimoji="1" lang="en-US" altLang="zh-CN" sz="2800" b="0" i="0" u="none" strike="noStrike" cap="none" normalizeH="0" baseline="-25000">
                          <a:ln>
                            <a:noFill/>
                          </a:ln>
                          <a:solidFill>
                            <a:schemeClr val="tx1"/>
                          </a:solidFill>
                          <a:effectLst/>
                          <a:latin typeface="宋体" pitchFamily="2" charset="-122"/>
                          <a:ea typeface="宋体" pitchFamily="2" charset="-122"/>
                        </a:rPr>
                        <a:t>B</a:t>
                      </a: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0" i="0" u="none" strike="noStrike" cap="none" normalizeH="0" baseline="0">
                          <a:ln>
                            <a:noFill/>
                          </a:ln>
                          <a:solidFill>
                            <a:schemeClr val="tx1"/>
                          </a:solidFill>
                          <a:effectLst/>
                          <a:latin typeface="Times New Roman" pitchFamily="18" charset="0"/>
                          <a:ea typeface="宋体" pitchFamily="2" charset="-122"/>
                        </a:rPr>
                        <a:t>磁导率</a:t>
                      </a:r>
                      <a:r>
                        <a:rPr kumimoji="1" lang="en-US" altLang="zh-CN" sz="2800" b="0" i="0" u="none" strike="noStrike" cap="none" normalizeH="0" baseline="0">
                          <a:ln>
                            <a:noFill/>
                          </a:ln>
                          <a:solidFill>
                            <a:schemeClr val="tx1"/>
                          </a:solidFill>
                          <a:effectLst/>
                          <a:latin typeface="Symbol" pitchFamily="18" charset="2"/>
                          <a:ea typeface="宋体" pitchFamily="2" charset="-122"/>
                        </a:rPr>
                        <a:t>m</a:t>
                      </a:r>
                      <a:r>
                        <a:rPr kumimoji="1" lang="en-US" altLang="zh-CN" sz="2800" b="0" i="0" u="none" strike="noStrike" cap="none" normalizeH="0" baseline="-25000">
                          <a:ln>
                            <a:noFill/>
                          </a:ln>
                          <a:solidFill>
                            <a:schemeClr val="tx1"/>
                          </a:solidFill>
                          <a:effectLst/>
                          <a:latin typeface="宋体" pitchFamily="2" charset="-122"/>
                          <a:ea typeface="宋体" pitchFamily="2" charset="-122"/>
                        </a:rPr>
                        <a:t>i</a:t>
                      </a:r>
                      <a:r>
                        <a:rPr kumimoji="1" lang="en-US" altLang="zh-CN" sz="2800" b="0" i="0" u="none" strike="noStrike" cap="none" normalizeH="0" baseline="0">
                          <a:ln>
                            <a:noFill/>
                          </a:ln>
                          <a:solidFill>
                            <a:schemeClr val="tx1"/>
                          </a:solidFill>
                          <a:effectLst/>
                          <a:latin typeface="Symbol" pitchFamily="18" charset="2"/>
                          <a:ea typeface="宋体" pitchFamily="2" charset="-122"/>
                        </a:rPr>
                        <a:t>m</a:t>
                      </a:r>
                      <a:r>
                        <a:rPr kumimoji="1" lang="en-US" altLang="zh-CN" sz="2800" b="0" i="0" u="none" strike="noStrike" cap="none" normalizeH="0" baseline="-25000">
                          <a:ln>
                            <a:noFill/>
                          </a:ln>
                          <a:solidFill>
                            <a:schemeClr val="tx1"/>
                          </a:solidFill>
                          <a:effectLst/>
                          <a:latin typeface="宋体" pitchFamily="2" charset="-122"/>
                          <a:ea typeface="宋体" pitchFamily="2" charset="-122"/>
                        </a:rPr>
                        <a:t>0</a:t>
                      </a:r>
                      <a:endParaRPr kumimoji="1" lang="el-GR" altLang="zh-CN" sz="2800" b="0" i="0" u="none" strike="noStrike" cap="none" normalizeH="0" baseline="-2500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0" i="0" u="none" strike="noStrike" cap="none" normalizeH="0" baseline="0">
                          <a:ln>
                            <a:noFill/>
                          </a:ln>
                          <a:solidFill>
                            <a:schemeClr val="tx1"/>
                          </a:solidFill>
                          <a:effectLst/>
                          <a:latin typeface="Times New Roman" pitchFamily="18" charset="0"/>
                          <a:ea typeface="宋体" pitchFamily="2" charset="-122"/>
                        </a:rPr>
                        <a:t>磁    阻 </a:t>
                      </a:r>
                    </a:p>
                  </a:txBody>
                  <a:tcP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0" i="0" u="none" strike="noStrike" cap="none" normalizeH="0" baseline="0">
                          <a:ln>
                            <a:noFill/>
                          </a:ln>
                          <a:solidFill>
                            <a:schemeClr val="tx1"/>
                          </a:solidFill>
                          <a:effectLst/>
                          <a:latin typeface="Times New Roman" pitchFamily="18" charset="0"/>
                          <a:ea typeface="宋体" pitchFamily="2" charset="-122"/>
                        </a:rPr>
                        <a:t>磁位降</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H</a:t>
                      </a:r>
                      <a:r>
                        <a:rPr kumimoji="1" lang="en-US" altLang="zh-CN" sz="2800" b="0" i="0" u="none" strike="noStrike" cap="none" normalizeH="0" baseline="-25000">
                          <a:ln>
                            <a:noFill/>
                          </a:ln>
                          <a:solidFill>
                            <a:schemeClr val="tx1"/>
                          </a:solidFill>
                          <a:effectLst/>
                          <a:latin typeface="Times New Roman" pitchFamily="18" charset="0"/>
                          <a:ea typeface="宋体" pitchFamily="2" charset="-122"/>
                        </a:rPr>
                        <a:t>i</a:t>
                      </a:r>
                      <a:r>
                        <a:rPr kumimoji="1" lang="en-US" altLang="zh-CN" sz="2800" b="0" i="0" u="none" strike="noStrike" cap="none" normalizeH="0" baseline="0">
                          <a:ln>
                            <a:noFill/>
                          </a:ln>
                          <a:solidFill>
                            <a:schemeClr val="tx1"/>
                          </a:solidFill>
                          <a:effectLst/>
                          <a:latin typeface="Times New Roman" pitchFamily="18" charset="0"/>
                          <a:ea typeface="宋体" pitchFamily="2" charset="-122"/>
                        </a:rPr>
                        <a:t>l</a:t>
                      </a:r>
                      <a:r>
                        <a:rPr kumimoji="1" lang="en-US" altLang="zh-CN" sz="2800" b="0" i="0" u="none" strike="noStrike" cap="none" normalizeH="0" baseline="-25000">
                          <a:ln>
                            <a:noFill/>
                          </a:ln>
                          <a:solidFill>
                            <a:schemeClr val="tx1"/>
                          </a:solidFill>
                          <a:effectLst/>
                          <a:latin typeface="Times New Roman" pitchFamily="18" charset="0"/>
                          <a:ea typeface="宋体" pitchFamily="2" charset="-122"/>
                        </a:rPr>
                        <a:t>i</a:t>
                      </a:r>
                    </a:p>
                  </a:txBody>
                  <a:tcP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07550" name="Object 59"/>
          <p:cNvGraphicFramePr>
            <a:graphicFrameLocks noChangeAspect="1"/>
          </p:cNvGraphicFramePr>
          <p:nvPr/>
        </p:nvGraphicFramePr>
        <p:xfrm>
          <a:off x="7289800" y="3810000"/>
          <a:ext cx="762000" cy="539750"/>
        </p:xfrm>
        <a:graphic>
          <a:graphicData uri="http://schemas.openxmlformats.org/presentationml/2006/ole">
            <mc:AlternateContent xmlns:mc="http://schemas.openxmlformats.org/markup-compatibility/2006">
              <mc:Choice xmlns:v="urn:schemas-microsoft-com:vml" Requires="v">
                <p:oleObj spid="_x0000_s44096" name="Equation" r:id="rId8" imgW="609336" imgH="431613" progId="Equation.DSMT4">
                  <p:embed/>
                </p:oleObj>
              </mc:Choice>
              <mc:Fallback>
                <p:oleObj name="Equation" r:id="rId8" imgW="609336" imgH="431613"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89800" y="3810000"/>
                        <a:ext cx="762000"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51" name="Object 60"/>
          <p:cNvGraphicFramePr>
            <a:graphicFrameLocks noChangeAspect="1"/>
          </p:cNvGraphicFramePr>
          <p:nvPr/>
        </p:nvGraphicFramePr>
        <p:xfrm>
          <a:off x="7221538" y="4702175"/>
          <a:ext cx="836612" cy="776288"/>
        </p:xfrm>
        <a:graphic>
          <a:graphicData uri="http://schemas.openxmlformats.org/presentationml/2006/ole">
            <mc:AlternateContent xmlns:mc="http://schemas.openxmlformats.org/markup-compatibility/2006">
              <mc:Choice xmlns:v="urn:schemas-microsoft-com:vml" Requires="v">
                <p:oleObj spid="_x0000_s44097" name="Equation" r:id="rId10" imgW="447720" imgH="409643" progId="Equation.DSMT4">
                  <p:embed/>
                </p:oleObj>
              </mc:Choice>
              <mc:Fallback>
                <p:oleObj name="Equation" r:id="rId10" imgW="447720" imgH="409643"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21538" y="4702175"/>
                        <a:ext cx="836612" cy="77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435646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570" name="Group 2"/>
          <p:cNvGrpSpPr>
            <a:grpSpLocks/>
          </p:cNvGrpSpPr>
          <p:nvPr/>
        </p:nvGrpSpPr>
        <p:grpSpPr bwMode="auto">
          <a:xfrm>
            <a:off x="6680200" y="1003300"/>
            <a:ext cx="3760788" cy="2171700"/>
            <a:chOff x="1671" y="1920"/>
            <a:chExt cx="3506" cy="1728"/>
          </a:xfrm>
        </p:grpSpPr>
        <p:sp>
          <p:nvSpPr>
            <p:cNvPr id="109583" name="Freeform 3"/>
            <p:cNvSpPr>
              <a:spLocks/>
            </p:cNvSpPr>
            <p:nvPr/>
          </p:nvSpPr>
          <p:spPr bwMode="auto">
            <a:xfrm>
              <a:off x="1674" y="3047"/>
              <a:ext cx="566" cy="0"/>
            </a:xfrm>
            <a:custGeom>
              <a:avLst/>
              <a:gdLst>
                <a:gd name="T0" fmla="*/ 696 w 543"/>
                <a:gd name="T1" fmla="*/ 0 h 1"/>
                <a:gd name="T2" fmla="*/ 0 w 543"/>
                <a:gd name="T3" fmla="*/ 0 h 1"/>
                <a:gd name="T4" fmla="*/ 0 60000 65536"/>
                <a:gd name="T5" fmla="*/ 0 60000 65536"/>
                <a:gd name="T6" fmla="*/ 0 w 543"/>
                <a:gd name="T7" fmla="*/ 0 h 1"/>
                <a:gd name="T8" fmla="*/ 543 w 543"/>
                <a:gd name="T9" fmla="*/ 0 h 1"/>
              </a:gdLst>
              <a:ahLst/>
              <a:cxnLst>
                <a:cxn ang="T4">
                  <a:pos x="T0" y="T1"/>
                </a:cxn>
                <a:cxn ang="T5">
                  <a:pos x="T2" y="T3"/>
                </a:cxn>
              </a:cxnLst>
              <a:rect l="T6" t="T7" r="T8" b="T9"/>
              <a:pathLst>
                <a:path w="543" h="1">
                  <a:moveTo>
                    <a:pt x="543" y="0"/>
                  </a:moveTo>
                  <a:lnTo>
                    <a:pt x="0" y="0"/>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584" name="Freeform 4"/>
            <p:cNvSpPr>
              <a:spLocks/>
            </p:cNvSpPr>
            <p:nvPr/>
          </p:nvSpPr>
          <p:spPr bwMode="auto">
            <a:xfrm>
              <a:off x="2174" y="1920"/>
              <a:ext cx="2641" cy="1728"/>
            </a:xfrm>
            <a:custGeom>
              <a:avLst/>
              <a:gdLst>
                <a:gd name="T0" fmla="*/ 2210 w 2641"/>
                <a:gd name="T1" fmla="*/ 777 h 1728"/>
                <a:gd name="T2" fmla="*/ 2210 w 2641"/>
                <a:gd name="T3" fmla="*/ 324 h 1728"/>
                <a:gd name="T4" fmla="*/ 1615 w 2641"/>
                <a:gd name="T5" fmla="*/ 324 h 1728"/>
                <a:gd name="T6" fmla="*/ 1615 w 2641"/>
                <a:gd name="T7" fmla="*/ 1411 h 1728"/>
                <a:gd name="T8" fmla="*/ 2210 w 2641"/>
                <a:gd name="T9" fmla="*/ 1411 h 1728"/>
                <a:gd name="T10" fmla="*/ 2210 w 2641"/>
                <a:gd name="T11" fmla="*/ 1094 h 1728"/>
                <a:gd name="T12" fmla="*/ 2629 w 2641"/>
                <a:gd name="T13" fmla="*/ 1087 h 1728"/>
                <a:gd name="T14" fmla="*/ 2626 w 2641"/>
                <a:gd name="T15" fmla="*/ 1714 h 1728"/>
                <a:gd name="T16" fmla="*/ 0 w 2641"/>
                <a:gd name="T17" fmla="*/ 1728 h 1728"/>
                <a:gd name="T18" fmla="*/ 0 w 2641"/>
                <a:gd name="T19" fmla="*/ 7 h 1728"/>
                <a:gd name="T20" fmla="*/ 2641 w 2641"/>
                <a:gd name="T21" fmla="*/ 0 h 1728"/>
                <a:gd name="T22" fmla="*/ 2641 w 2641"/>
                <a:gd name="T23" fmla="*/ 790 h 1728"/>
                <a:gd name="T24" fmla="*/ 2228 w 2641"/>
                <a:gd name="T25" fmla="*/ 790 h 1728"/>
                <a:gd name="T26" fmla="*/ 2210 w 2641"/>
                <a:gd name="T27" fmla="*/ 777 h 17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641"/>
                <a:gd name="T43" fmla="*/ 0 h 1728"/>
                <a:gd name="T44" fmla="*/ 2641 w 2641"/>
                <a:gd name="T45" fmla="*/ 1728 h 17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641" h="1728">
                  <a:moveTo>
                    <a:pt x="2210" y="777"/>
                  </a:moveTo>
                  <a:lnTo>
                    <a:pt x="2210" y="324"/>
                  </a:lnTo>
                  <a:lnTo>
                    <a:pt x="1615" y="324"/>
                  </a:lnTo>
                  <a:lnTo>
                    <a:pt x="1615" y="1411"/>
                  </a:lnTo>
                  <a:lnTo>
                    <a:pt x="2210" y="1411"/>
                  </a:lnTo>
                  <a:lnTo>
                    <a:pt x="2210" y="1094"/>
                  </a:lnTo>
                  <a:lnTo>
                    <a:pt x="2629" y="1087"/>
                  </a:lnTo>
                  <a:lnTo>
                    <a:pt x="2626" y="1714"/>
                  </a:lnTo>
                  <a:lnTo>
                    <a:pt x="0" y="1728"/>
                  </a:lnTo>
                  <a:lnTo>
                    <a:pt x="0" y="7"/>
                  </a:lnTo>
                  <a:lnTo>
                    <a:pt x="2641" y="0"/>
                  </a:lnTo>
                  <a:lnTo>
                    <a:pt x="2641" y="790"/>
                  </a:lnTo>
                  <a:lnTo>
                    <a:pt x="2228" y="790"/>
                  </a:lnTo>
                  <a:lnTo>
                    <a:pt x="2210" y="777"/>
                  </a:lnTo>
                  <a:close/>
                </a:path>
              </a:pathLst>
            </a:custGeom>
            <a:solidFill>
              <a:schemeClr val="bg1"/>
            </a:solidFill>
            <a:ln w="38100">
              <a:solidFill>
                <a:schemeClr val="bg2"/>
              </a:solidFill>
              <a:round/>
              <a:headEnd/>
              <a:tailEnd/>
            </a:ln>
          </p:spPr>
          <p:txBody>
            <a:bodyPr wrap="none"/>
            <a:lstStyle/>
            <a:p>
              <a:endParaRPr lang="zh-CN" altLang="en-US"/>
            </a:p>
          </p:txBody>
        </p:sp>
        <p:sp>
          <p:nvSpPr>
            <p:cNvPr id="109585" name="Rectangle 5"/>
            <p:cNvSpPr>
              <a:spLocks noChangeArrowheads="1"/>
            </p:cNvSpPr>
            <p:nvPr/>
          </p:nvSpPr>
          <p:spPr bwMode="auto">
            <a:xfrm>
              <a:off x="2641" y="2380"/>
              <a:ext cx="553" cy="724"/>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9586" name="Freeform 6"/>
            <p:cNvSpPr>
              <a:spLocks/>
            </p:cNvSpPr>
            <p:nvPr/>
          </p:nvSpPr>
          <p:spPr bwMode="auto">
            <a:xfrm>
              <a:off x="2448" y="2063"/>
              <a:ext cx="2160" cy="1404"/>
            </a:xfrm>
            <a:custGeom>
              <a:avLst/>
              <a:gdLst>
                <a:gd name="T0" fmla="*/ 953 w 2544"/>
                <a:gd name="T1" fmla="*/ 474 h 1488"/>
                <a:gd name="T2" fmla="*/ 953 w 2544"/>
                <a:gd name="T3" fmla="*/ 0 h 1488"/>
                <a:gd name="T4" fmla="*/ 0 w 2544"/>
                <a:gd name="T5" fmla="*/ 0 h 1488"/>
                <a:gd name="T6" fmla="*/ 0 w 2544"/>
                <a:gd name="T7" fmla="*/ 1049 h 1488"/>
                <a:gd name="T8" fmla="*/ 953 w 2544"/>
                <a:gd name="T9" fmla="*/ 1049 h 1488"/>
                <a:gd name="T10" fmla="*/ 953 w 2544"/>
                <a:gd name="T11" fmla="*/ 710 h 1488"/>
                <a:gd name="T12" fmla="*/ 0 60000 65536"/>
                <a:gd name="T13" fmla="*/ 0 60000 65536"/>
                <a:gd name="T14" fmla="*/ 0 60000 65536"/>
                <a:gd name="T15" fmla="*/ 0 60000 65536"/>
                <a:gd name="T16" fmla="*/ 0 60000 65536"/>
                <a:gd name="T17" fmla="*/ 0 60000 65536"/>
                <a:gd name="T18" fmla="*/ 0 w 2544"/>
                <a:gd name="T19" fmla="*/ 0 h 1488"/>
                <a:gd name="T20" fmla="*/ 2544 w 2544"/>
                <a:gd name="T21" fmla="*/ 1488 h 1488"/>
              </a:gdLst>
              <a:ahLst/>
              <a:cxnLst>
                <a:cxn ang="T12">
                  <a:pos x="T0" y="T1"/>
                </a:cxn>
                <a:cxn ang="T13">
                  <a:pos x="T2" y="T3"/>
                </a:cxn>
                <a:cxn ang="T14">
                  <a:pos x="T4" y="T5"/>
                </a:cxn>
                <a:cxn ang="T15">
                  <a:pos x="T6" y="T7"/>
                </a:cxn>
                <a:cxn ang="T16">
                  <a:pos x="T8" y="T9"/>
                </a:cxn>
                <a:cxn ang="T17">
                  <a:pos x="T10" y="T11"/>
                </a:cxn>
              </a:cxnLst>
              <a:rect l="T18" t="T19" r="T20" b="T21"/>
              <a:pathLst>
                <a:path w="2544" h="1488">
                  <a:moveTo>
                    <a:pt x="2544" y="672"/>
                  </a:moveTo>
                  <a:lnTo>
                    <a:pt x="2544" y="0"/>
                  </a:lnTo>
                  <a:lnTo>
                    <a:pt x="0" y="0"/>
                  </a:lnTo>
                  <a:lnTo>
                    <a:pt x="0" y="1488"/>
                  </a:lnTo>
                  <a:lnTo>
                    <a:pt x="2544" y="1488"/>
                  </a:lnTo>
                  <a:lnTo>
                    <a:pt x="2544" y="1008"/>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9587" name="Freeform 7"/>
            <p:cNvSpPr>
              <a:spLocks/>
            </p:cNvSpPr>
            <p:nvPr/>
          </p:nvSpPr>
          <p:spPr bwMode="auto">
            <a:xfrm>
              <a:off x="4594" y="2742"/>
              <a:ext cx="1" cy="272"/>
            </a:xfrm>
            <a:custGeom>
              <a:avLst/>
              <a:gdLst>
                <a:gd name="T0" fmla="*/ 0 w 1"/>
                <a:gd name="T1" fmla="*/ 0 h 288"/>
                <a:gd name="T2" fmla="*/ 0 w 1"/>
                <a:gd name="T3" fmla="*/ 204 h 288"/>
                <a:gd name="T4" fmla="*/ 0 60000 65536"/>
                <a:gd name="T5" fmla="*/ 0 60000 65536"/>
                <a:gd name="T6" fmla="*/ 0 w 1"/>
                <a:gd name="T7" fmla="*/ 0 h 288"/>
                <a:gd name="T8" fmla="*/ 1 w 1"/>
                <a:gd name="T9" fmla="*/ 288 h 288"/>
              </a:gdLst>
              <a:ahLst/>
              <a:cxnLst>
                <a:cxn ang="T4">
                  <a:pos x="T0" y="T1"/>
                </a:cxn>
                <a:cxn ang="T5">
                  <a:pos x="T2" y="T3"/>
                </a:cxn>
              </a:cxnLst>
              <a:rect l="T6" t="T7" r="T8" b="T9"/>
              <a:pathLst>
                <a:path w="1" h="288">
                  <a:moveTo>
                    <a:pt x="0" y="0"/>
                  </a:moveTo>
                  <a:cubicBezTo>
                    <a:pt x="0" y="0"/>
                    <a:pt x="0" y="144"/>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9588" name="Freeform 8"/>
            <p:cNvSpPr>
              <a:spLocks/>
            </p:cNvSpPr>
            <p:nvPr/>
          </p:nvSpPr>
          <p:spPr bwMode="auto">
            <a:xfrm>
              <a:off x="4654" y="2742"/>
              <a:ext cx="30" cy="272"/>
            </a:xfrm>
            <a:custGeom>
              <a:avLst/>
              <a:gdLst>
                <a:gd name="T0" fmla="*/ 0 w 33"/>
                <a:gd name="T1" fmla="*/ 0 h 288"/>
                <a:gd name="T2" fmla="*/ 19 w 33"/>
                <a:gd name="T3" fmla="*/ 93 h 288"/>
                <a:gd name="T4" fmla="*/ 0 w 33"/>
                <a:gd name="T5" fmla="*/ 204 h 288"/>
                <a:gd name="T6" fmla="*/ 0 60000 65536"/>
                <a:gd name="T7" fmla="*/ 0 60000 65536"/>
                <a:gd name="T8" fmla="*/ 0 60000 65536"/>
                <a:gd name="T9" fmla="*/ 0 w 33"/>
                <a:gd name="T10" fmla="*/ 0 h 288"/>
                <a:gd name="T11" fmla="*/ 33 w 33"/>
                <a:gd name="T12" fmla="*/ 288 h 288"/>
              </a:gdLst>
              <a:ahLst/>
              <a:cxnLst>
                <a:cxn ang="T6">
                  <a:pos x="T0" y="T1"/>
                </a:cxn>
                <a:cxn ang="T7">
                  <a:pos x="T2" y="T3"/>
                </a:cxn>
                <a:cxn ang="T8">
                  <a:pos x="T4" y="T5"/>
                </a:cxn>
              </a:cxnLst>
              <a:rect l="T9" t="T10" r="T11" b="T12"/>
              <a:pathLst>
                <a:path w="33" h="288">
                  <a:moveTo>
                    <a:pt x="0" y="0"/>
                  </a:moveTo>
                  <a:cubicBezTo>
                    <a:pt x="6" y="22"/>
                    <a:pt x="33" y="82"/>
                    <a:pt x="33" y="130"/>
                  </a:cubicBezTo>
                  <a:cubicBezTo>
                    <a:pt x="33" y="178"/>
                    <a:pt x="7" y="255"/>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9589" name="Freeform 9"/>
            <p:cNvSpPr>
              <a:spLocks/>
            </p:cNvSpPr>
            <p:nvPr/>
          </p:nvSpPr>
          <p:spPr bwMode="auto">
            <a:xfrm>
              <a:off x="4743" y="2742"/>
              <a:ext cx="46" cy="272"/>
            </a:xfrm>
            <a:custGeom>
              <a:avLst/>
              <a:gdLst>
                <a:gd name="T0" fmla="*/ 0 w 52"/>
                <a:gd name="T1" fmla="*/ 0 h 288"/>
                <a:gd name="T2" fmla="*/ 25 w 52"/>
                <a:gd name="T3" fmla="*/ 93 h 288"/>
                <a:gd name="T4" fmla="*/ 0 w 52"/>
                <a:gd name="T5" fmla="*/ 204 h 288"/>
                <a:gd name="T6" fmla="*/ 0 60000 65536"/>
                <a:gd name="T7" fmla="*/ 0 60000 65536"/>
                <a:gd name="T8" fmla="*/ 0 60000 65536"/>
                <a:gd name="T9" fmla="*/ 0 w 52"/>
                <a:gd name="T10" fmla="*/ 0 h 288"/>
                <a:gd name="T11" fmla="*/ 52 w 52"/>
                <a:gd name="T12" fmla="*/ 288 h 288"/>
              </a:gdLst>
              <a:ahLst/>
              <a:cxnLst>
                <a:cxn ang="T6">
                  <a:pos x="T0" y="T1"/>
                </a:cxn>
                <a:cxn ang="T7">
                  <a:pos x="T2" y="T3"/>
                </a:cxn>
                <a:cxn ang="T8">
                  <a:pos x="T4" y="T5"/>
                </a:cxn>
              </a:cxnLst>
              <a:rect l="T9" t="T10" r="T11" b="T12"/>
              <a:pathLst>
                <a:path w="52" h="288">
                  <a:moveTo>
                    <a:pt x="0" y="0"/>
                  </a:moveTo>
                  <a:cubicBezTo>
                    <a:pt x="9" y="22"/>
                    <a:pt x="52" y="82"/>
                    <a:pt x="52" y="130"/>
                  </a:cubicBezTo>
                  <a:cubicBezTo>
                    <a:pt x="52" y="178"/>
                    <a:pt x="11" y="255"/>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9590" name="Freeform 10"/>
            <p:cNvSpPr>
              <a:spLocks/>
            </p:cNvSpPr>
            <p:nvPr/>
          </p:nvSpPr>
          <p:spPr bwMode="auto">
            <a:xfrm>
              <a:off x="4823" y="2742"/>
              <a:ext cx="50" cy="272"/>
            </a:xfrm>
            <a:custGeom>
              <a:avLst/>
              <a:gdLst>
                <a:gd name="T0" fmla="*/ 0 w 56"/>
                <a:gd name="T1" fmla="*/ 0 h 288"/>
                <a:gd name="T2" fmla="*/ 29 w 56"/>
                <a:gd name="T3" fmla="*/ 102 h 288"/>
                <a:gd name="T4" fmla="*/ 0 w 56"/>
                <a:gd name="T5" fmla="*/ 204 h 288"/>
                <a:gd name="T6" fmla="*/ 0 60000 65536"/>
                <a:gd name="T7" fmla="*/ 0 60000 65536"/>
                <a:gd name="T8" fmla="*/ 0 60000 65536"/>
                <a:gd name="T9" fmla="*/ 0 w 56"/>
                <a:gd name="T10" fmla="*/ 0 h 288"/>
                <a:gd name="T11" fmla="*/ 56 w 56"/>
                <a:gd name="T12" fmla="*/ 288 h 288"/>
              </a:gdLst>
              <a:ahLst/>
              <a:cxnLst>
                <a:cxn ang="T6">
                  <a:pos x="T0" y="T1"/>
                </a:cxn>
                <a:cxn ang="T7">
                  <a:pos x="T2" y="T3"/>
                </a:cxn>
                <a:cxn ang="T8">
                  <a:pos x="T4" y="T5"/>
                </a:cxn>
              </a:cxnLst>
              <a:rect l="T9" t="T10" r="T11" b="T12"/>
              <a:pathLst>
                <a:path w="56" h="288">
                  <a:moveTo>
                    <a:pt x="0" y="0"/>
                  </a:moveTo>
                  <a:cubicBezTo>
                    <a:pt x="9" y="24"/>
                    <a:pt x="56" y="96"/>
                    <a:pt x="56" y="144"/>
                  </a:cubicBezTo>
                  <a:cubicBezTo>
                    <a:pt x="56" y="192"/>
                    <a:pt x="12" y="258"/>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9591" name="Freeform 11"/>
            <p:cNvSpPr>
              <a:spLocks/>
            </p:cNvSpPr>
            <p:nvPr/>
          </p:nvSpPr>
          <p:spPr bwMode="auto">
            <a:xfrm flipH="1">
              <a:off x="4506" y="2742"/>
              <a:ext cx="29" cy="272"/>
            </a:xfrm>
            <a:custGeom>
              <a:avLst/>
              <a:gdLst>
                <a:gd name="T0" fmla="*/ 0 w 33"/>
                <a:gd name="T1" fmla="*/ 0 h 288"/>
                <a:gd name="T2" fmla="*/ 15 w 33"/>
                <a:gd name="T3" fmla="*/ 93 h 288"/>
                <a:gd name="T4" fmla="*/ 0 w 33"/>
                <a:gd name="T5" fmla="*/ 204 h 288"/>
                <a:gd name="T6" fmla="*/ 0 60000 65536"/>
                <a:gd name="T7" fmla="*/ 0 60000 65536"/>
                <a:gd name="T8" fmla="*/ 0 60000 65536"/>
                <a:gd name="T9" fmla="*/ 0 w 33"/>
                <a:gd name="T10" fmla="*/ 0 h 288"/>
                <a:gd name="T11" fmla="*/ 33 w 33"/>
                <a:gd name="T12" fmla="*/ 288 h 288"/>
              </a:gdLst>
              <a:ahLst/>
              <a:cxnLst>
                <a:cxn ang="T6">
                  <a:pos x="T0" y="T1"/>
                </a:cxn>
                <a:cxn ang="T7">
                  <a:pos x="T2" y="T3"/>
                </a:cxn>
                <a:cxn ang="T8">
                  <a:pos x="T4" y="T5"/>
                </a:cxn>
              </a:cxnLst>
              <a:rect l="T9" t="T10" r="T11" b="T12"/>
              <a:pathLst>
                <a:path w="33" h="288">
                  <a:moveTo>
                    <a:pt x="0" y="0"/>
                  </a:moveTo>
                  <a:cubicBezTo>
                    <a:pt x="6" y="22"/>
                    <a:pt x="33" y="82"/>
                    <a:pt x="33" y="130"/>
                  </a:cubicBezTo>
                  <a:cubicBezTo>
                    <a:pt x="33" y="178"/>
                    <a:pt x="7" y="255"/>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9592" name="Freeform 12"/>
            <p:cNvSpPr>
              <a:spLocks/>
            </p:cNvSpPr>
            <p:nvPr/>
          </p:nvSpPr>
          <p:spPr bwMode="auto">
            <a:xfrm flipH="1">
              <a:off x="4400" y="2742"/>
              <a:ext cx="46" cy="272"/>
            </a:xfrm>
            <a:custGeom>
              <a:avLst/>
              <a:gdLst>
                <a:gd name="T0" fmla="*/ 0 w 52"/>
                <a:gd name="T1" fmla="*/ 0 h 288"/>
                <a:gd name="T2" fmla="*/ 25 w 52"/>
                <a:gd name="T3" fmla="*/ 93 h 288"/>
                <a:gd name="T4" fmla="*/ 0 w 52"/>
                <a:gd name="T5" fmla="*/ 204 h 288"/>
                <a:gd name="T6" fmla="*/ 0 60000 65536"/>
                <a:gd name="T7" fmla="*/ 0 60000 65536"/>
                <a:gd name="T8" fmla="*/ 0 60000 65536"/>
                <a:gd name="T9" fmla="*/ 0 w 52"/>
                <a:gd name="T10" fmla="*/ 0 h 288"/>
                <a:gd name="T11" fmla="*/ 52 w 52"/>
                <a:gd name="T12" fmla="*/ 288 h 288"/>
              </a:gdLst>
              <a:ahLst/>
              <a:cxnLst>
                <a:cxn ang="T6">
                  <a:pos x="T0" y="T1"/>
                </a:cxn>
                <a:cxn ang="T7">
                  <a:pos x="T2" y="T3"/>
                </a:cxn>
                <a:cxn ang="T8">
                  <a:pos x="T4" y="T5"/>
                </a:cxn>
              </a:cxnLst>
              <a:rect l="T9" t="T10" r="T11" b="T12"/>
              <a:pathLst>
                <a:path w="52" h="288">
                  <a:moveTo>
                    <a:pt x="0" y="0"/>
                  </a:moveTo>
                  <a:cubicBezTo>
                    <a:pt x="9" y="22"/>
                    <a:pt x="52" y="82"/>
                    <a:pt x="52" y="130"/>
                  </a:cubicBezTo>
                  <a:cubicBezTo>
                    <a:pt x="52" y="178"/>
                    <a:pt x="11" y="255"/>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9593" name="Freeform 13"/>
            <p:cNvSpPr>
              <a:spLocks/>
            </p:cNvSpPr>
            <p:nvPr/>
          </p:nvSpPr>
          <p:spPr bwMode="auto">
            <a:xfrm flipH="1">
              <a:off x="4329" y="2742"/>
              <a:ext cx="49" cy="272"/>
            </a:xfrm>
            <a:custGeom>
              <a:avLst/>
              <a:gdLst>
                <a:gd name="T0" fmla="*/ 0 w 56"/>
                <a:gd name="T1" fmla="*/ 0 h 288"/>
                <a:gd name="T2" fmla="*/ 25 w 56"/>
                <a:gd name="T3" fmla="*/ 102 h 288"/>
                <a:gd name="T4" fmla="*/ 0 w 56"/>
                <a:gd name="T5" fmla="*/ 204 h 288"/>
                <a:gd name="T6" fmla="*/ 0 60000 65536"/>
                <a:gd name="T7" fmla="*/ 0 60000 65536"/>
                <a:gd name="T8" fmla="*/ 0 60000 65536"/>
                <a:gd name="T9" fmla="*/ 0 w 56"/>
                <a:gd name="T10" fmla="*/ 0 h 288"/>
                <a:gd name="T11" fmla="*/ 56 w 56"/>
                <a:gd name="T12" fmla="*/ 288 h 288"/>
              </a:gdLst>
              <a:ahLst/>
              <a:cxnLst>
                <a:cxn ang="T6">
                  <a:pos x="T0" y="T1"/>
                </a:cxn>
                <a:cxn ang="T7">
                  <a:pos x="T2" y="T3"/>
                </a:cxn>
                <a:cxn ang="T8">
                  <a:pos x="T4" y="T5"/>
                </a:cxn>
              </a:cxnLst>
              <a:rect l="T9" t="T10" r="T11" b="T12"/>
              <a:pathLst>
                <a:path w="56" h="288">
                  <a:moveTo>
                    <a:pt x="0" y="0"/>
                  </a:moveTo>
                  <a:cubicBezTo>
                    <a:pt x="9" y="24"/>
                    <a:pt x="56" y="96"/>
                    <a:pt x="56" y="144"/>
                  </a:cubicBezTo>
                  <a:cubicBezTo>
                    <a:pt x="56" y="192"/>
                    <a:pt x="12" y="258"/>
                    <a:pt x="0" y="288"/>
                  </a:cubicBezTo>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9594" name="Line 14"/>
            <p:cNvSpPr>
              <a:spLocks noChangeShapeType="1"/>
            </p:cNvSpPr>
            <p:nvPr/>
          </p:nvSpPr>
          <p:spPr bwMode="auto">
            <a:xfrm>
              <a:off x="4596" y="3104"/>
              <a:ext cx="0" cy="318"/>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9595" name="Line 15"/>
            <p:cNvSpPr>
              <a:spLocks noChangeShapeType="1"/>
            </p:cNvSpPr>
            <p:nvPr/>
          </p:nvSpPr>
          <p:spPr bwMode="auto">
            <a:xfrm rot="5400000">
              <a:off x="4192" y="3308"/>
              <a:ext cx="0" cy="298"/>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9596" name="Line 16"/>
            <p:cNvSpPr>
              <a:spLocks noChangeShapeType="1"/>
            </p:cNvSpPr>
            <p:nvPr/>
          </p:nvSpPr>
          <p:spPr bwMode="auto">
            <a:xfrm rot="-5400000">
              <a:off x="2663" y="1914"/>
              <a:ext cx="0" cy="297"/>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9597" name="Line 17"/>
            <p:cNvSpPr>
              <a:spLocks noChangeShapeType="1"/>
            </p:cNvSpPr>
            <p:nvPr/>
          </p:nvSpPr>
          <p:spPr bwMode="auto">
            <a:xfrm rot="-5400000">
              <a:off x="4320" y="1914"/>
              <a:ext cx="0" cy="297"/>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9598" name="Line 18"/>
            <p:cNvSpPr>
              <a:spLocks noChangeShapeType="1"/>
            </p:cNvSpPr>
            <p:nvPr/>
          </p:nvSpPr>
          <p:spPr bwMode="auto">
            <a:xfrm>
              <a:off x="4596" y="2244"/>
              <a:ext cx="0" cy="317"/>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9599" name="Freeform 19"/>
            <p:cNvSpPr>
              <a:spLocks/>
            </p:cNvSpPr>
            <p:nvPr/>
          </p:nvSpPr>
          <p:spPr bwMode="auto">
            <a:xfrm>
              <a:off x="2114" y="2907"/>
              <a:ext cx="561" cy="148"/>
            </a:xfrm>
            <a:custGeom>
              <a:avLst/>
              <a:gdLst>
                <a:gd name="T0" fmla="*/ 420 w 357"/>
                <a:gd name="T1" fmla="*/ 0 h 143"/>
                <a:gd name="T2" fmla="*/ 151 w 357"/>
                <a:gd name="T3" fmla="*/ 28 h 143"/>
                <a:gd name="T4" fmla="*/ 49 w 357"/>
                <a:gd name="T5" fmla="*/ 38 h 143"/>
                <a:gd name="T6" fmla="*/ 0 w 357"/>
                <a:gd name="T7" fmla="*/ 53 h 143"/>
                <a:gd name="T8" fmla="*/ 0 w 357"/>
                <a:gd name="T9" fmla="*/ 64 h 143"/>
                <a:gd name="T10" fmla="*/ 49 w 357"/>
                <a:gd name="T11" fmla="*/ 71 h 143"/>
                <a:gd name="T12" fmla="*/ 190 w 357"/>
                <a:gd name="T13" fmla="*/ 81 h 143"/>
                <a:gd name="T14" fmla="*/ 420 w 357"/>
                <a:gd name="T15" fmla="*/ 88 h 143"/>
                <a:gd name="T16" fmla="*/ 575 w 357"/>
                <a:gd name="T17" fmla="*/ 92 h 143"/>
                <a:gd name="T18" fmla="*/ 792 w 357"/>
                <a:gd name="T19" fmla="*/ 92 h 143"/>
                <a:gd name="T20" fmla="*/ 1054 w 357"/>
                <a:gd name="T21" fmla="*/ 92 h 143"/>
                <a:gd name="T22" fmla="*/ 1353 w 357"/>
                <a:gd name="T23" fmla="*/ 92 h 143"/>
                <a:gd name="T24" fmla="*/ 1983 w 357"/>
                <a:gd name="T25" fmla="*/ 92 h 143"/>
                <a:gd name="T26" fmla="*/ 2697 w 357"/>
                <a:gd name="T27" fmla="*/ 88 h 143"/>
                <a:gd name="T28" fmla="*/ 3402 w 357"/>
                <a:gd name="T29" fmla="*/ 85 h 143"/>
                <a:gd name="T30" fmla="*/ 4035 w 357"/>
                <a:gd name="T31" fmla="*/ 85 h 143"/>
                <a:gd name="T32" fmla="*/ 4342 w 357"/>
                <a:gd name="T33" fmla="*/ 85 h 143"/>
                <a:gd name="T34" fmla="*/ 4590 w 357"/>
                <a:gd name="T35" fmla="*/ 85 h 143"/>
                <a:gd name="T36" fmla="*/ 4815 w 357"/>
                <a:gd name="T37" fmla="*/ 85 h 143"/>
                <a:gd name="T38" fmla="*/ 4975 w 357"/>
                <a:gd name="T39" fmla="*/ 88 h 143"/>
                <a:gd name="T40" fmla="*/ 5195 w 357"/>
                <a:gd name="T41" fmla="*/ 94 h 143"/>
                <a:gd name="T42" fmla="*/ 5346 w 357"/>
                <a:gd name="T43" fmla="*/ 102 h 143"/>
                <a:gd name="T44" fmla="*/ 5379 w 357"/>
                <a:gd name="T45" fmla="*/ 111 h 143"/>
                <a:gd name="T46" fmla="*/ 5379 w 357"/>
                <a:gd name="T47" fmla="*/ 125 h 143"/>
                <a:gd name="T48" fmla="*/ 5346 w 357"/>
                <a:gd name="T49" fmla="*/ 136 h 143"/>
                <a:gd name="T50" fmla="*/ 5220 w 357"/>
                <a:gd name="T51" fmla="*/ 149 h 143"/>
                <a:gd name="T52" fmla="*/ 4975 w 357"/>
                <a:gd name="T53" fmla="*/ 176 h 14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57"/>
                <a:gd name="T82" fmla="*/ 0 h 143"/>
                <a:gd name="T83" fmla="*/ 357 w 357"/>
                <a:gd name="T84" fmla="*/ 143 h 14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57" h="143">
                  <a:moveTo>
                    <a:pt x="28" y="0"/>
                  </a:moveTo>
                  <a:lnTo>
                    <a:pt x="10" y="22"/>
                  </a:lnTo>
                  <a:lnTo>
                    <a:pt x="3" y="32"/>
                  </a:lnTo>
                  <a:lnTo>
                    <a:pt x="0" y="42"/>
                  </a:lnTo>
                  <a:lnTo>
                    <a:pt x="0" y="52"/>
                  </a:lnTo>
                  <a:lnTo>
                    <a:pt x="3" y="59"/>
                  </a:lnTo>
                  <a:lnTo>
                    <a:pt x="13" y="66"/>
                  </a:lnTo>
                  <a:lnTo>
                    <a:pt x="28" y="71"/>
                  </a:lnTo>
                  <a:lnTo>
                    <a:pt x="38" y="74"/>
                  </a:lnTo>
                  <a:lnTo>
                    <a:pt x="53" y="74"/>
                  </a:lnTo>
                  <a:lnTo>
                    <a:pt x="70" y="74"/>
                  </a:lnTo>
                  <a:lnTo>
                    <a:pt x="90" y="74"/>
                  </a:lnTo>
                  <a:lnTo>
                    <a:pt x="132" y="74"/>
                  </a:lnTo>
                  <a:lnTo>
                    <a:pt x="179" y="71"/>
                  </a:lnTo>
                  <a:lnTo>
                    <a:pt x="226" y="69"/>
                  </a:lnTo>
                  <a:lnTo>
                    <a:pt x="268" y="69"/>
                  </a:lnTo>
                  <a:lnTo>
                    <a:pt x="288" y="69"/>
                  </a:lnTo>
                  <a:lnTo>
                    <a:pt x="305" y="69"/>
                  </a:lnTo>
                  <a:lnTo>
                    <a:pt x="320" y="69"/>
                  </a:lnTo>
                  <a:lnTo>
                    <a:pt x="330" y="71"/>
                  </a:lnTo>
                  <a:lnTo>
                    <a:pt x="345" y="76"/>
                  </a:lnTo>
                  <a:lnTo>
                    <a:pt x="355" y="84"/>
                  </a:lnTo>
                  <a:lnTo>
                    <a:pt x="357" y="91"/>
                  </a:lnTo>
                  <a:lnTo>
                    <a:pt x="357" y="101"/>
                  </a:lnTo>
                  <a:lnTo>
                    <a:pt x="355" y="111"/>
                  </a:lnTo>
                  <a:lnTo>
                    <a:pt x="347" y="121"/>
                  </a:lnTo>
                  <a:lnTo>
                    <a:pt x="330" y="143"/>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600" name="Freeform 20"/>
            <p:cNvSpPr>
              <a:spLocks/>
            </p:cNvSpPr>
            <p:nvPr/>
          </p:nvSpPr>
          <p:spPr bwMode="auto">
            <a:xfrm>
              <a:off x="2114" y="2755"/>
              <a:ext cx="561" cy="147"/>
            </a:xfrm>
            <a:custGeom>
              <a:avLst/>
              <a:gdLst>
                <a:gd name="T0" fmla="*/ 420 w 357"/>
                <a:gd name="T1" fmla="*/ 0 h 142"/>
                <a:gd name="T2" fmla="*/ 151 w 357"/>
                <a:gd name="T3" fmla="*/ 28 h 142"/>
                <a:gd name="T4" fmla="*/ 49 w 357"/>
                <a:gd name="T5" fmla="*/ 38 h 142"/>
                <a:gd name="T6" fmla="*/ 0 w 357"/>
                <a:gd name="T7" fmla="*/ 51 h 142"/>
                <a:gd name="T8" fmla="*/ 0 w 357"/>
                <a:gd name="T9" fmla="*/ 63 h 142"/>
                <a:gd name="T10" fmla="*/ 49 w 357"/>
                <a:gd name="T11" fmla="*/ 71 h 142"/>
                <a:gd name="T12" fmla="*/ 190 w 357"/>
                <a:gd name="T13" fmla="*/ 81 h 142"/>
                <a:gd name="T14" fmla="*/ 420 w 357"/>
                <a:gd name="T15" fmla="*/ 89 h 142"/>
                <a:gd name="T16" fmla="*/ 575 w 357"/>
                <a:gd name="T17" fmla="*/ 91 h 142"/>
                <a:gd name="T18" fmla="*/ 792 w 357"/>
                <a:gd name="T19" fmla="*/ 91 h 142"/>
                <a:gd name="T20" fmla="*/ 1054 w 357"/>
                <a:gd name="T21" fmla="*/ 91 h 142"/>
                <a:gd name="T22" fmla="*/ 1353 w 357"/>
                <a:gd name="T23" fmla="*/ 91 h 142"/>
                <a:gd name="T24" fmla="*/ 1983 w 357"/>
                <a:gd name="T25" fmla="*/ 91 h 142"/>
                <a:gd name="T26" fmla="*/ 2697 w 357"/>
                <a:gd name="T27" fmla="*/ 89 h 142"/>
                <a:gd name="T28" fmla="*/ 3402 w 357"/>
                <a:gd name="T29" fmla="*/ 84 h 142"/>
                <a:gd name="T30" fmla="*/ 4035 w 357"/>
                <a:gd name="T31" fmla="*/ 84 h 142"/>
                <a:gd name="T32" fmla="*/ 4342 w 357"/>
                <a:gd name="T33" fmla="*/ 84 h 142"/>
                <a:gd name="T34" fmla="*/ 4590 w 357"/>
                <a:gd name="T35" fmla="*/ 84 h 142"/>
                <a:gd name="T36" fmla="*/ 4815 w 357"/>
                <a:gd name="T37" fmla="*/ 84 h 142"/>
                <a:gd name="T38" fmla="*/ 4975 w 357"/>
                <a:gd name="T39" fmla="*/ 89 h 142"/>
                <a:gd name="T40" fmla="*/ 5195 w 357"/>
                <a:gd name="T41" fmla="*/ 94 h 142"/>
                <a:gd name="T42" fmla="*/ 5346 w 357"/>
                <a:gd name="T43" fmla="*/ 101 h 142"/>
                <a:gd name="T44" fmla="*/ 5379 w 357"/>
                <a:gd name="T45" fmla="*/ 112 h 142"/>
                <a:gd name="T46" fmla="*/ 5379 w 357"/>
                <a:gd name="T47" fmla="*/ 125 h 142"/>
                <a:gd name="T48" fmla="*/ 5346 w 357"/>
                <a:gd name="T49" fmla="*/ 135 h 142"/>
                <a:gd name="T50" fmla="*/ 5220 w 357"/>
                <a:gd name="T51" fmla="*/ 148 h 142"/>
                <a:gd name="T52" fmla="*/ 4975 w 357"/>
                <a:gd name="T53" fmla="*/ 175 h 14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57"/>
                <a:gd name="T82" fmla="*/ 0 h 142"/>
                <a:gd name="T83" fmla="*/ 357 w 357"/>
                <a:gd name="T84" fmla="*/ 142 h 14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57" h="142">
                  <a:moveTo>
                    <a:pt x="28" y="0"/>
                  </a:moveTo>
                  <a:lnTo>
                    <a:pt x="10" y="22"/>
                  </a:lnTo>
                  <a:lnTo>
                    <a:pt x="3" y="32"/>
                  </a:lnTo>
                  <a:lnTo>
                    <a:pt x="0" y="41"/>
                  </a:lnTo>
                  <a:lnTo>
                    <a:pt x="0" y="51"/>
                  </a:lnTo>
                  <a:lnTo>
                    <a:pt x="3" y="59"/>
                  </a:lnTo>
                  <a:lnTo>
                    <a:pt x="13" y="66"/>
                  </a:lnTo>
                  <a:lnTo>
                    <a:pt x="28" y="71"/>
                  </a:lnTo>
                  <a:lnTo>
                    <a:pt x="38" y="73"/>
                  </a:lnTo>
                  <a:lnTo>
                    <a:pt x="53" y="73"/>
                  </a:lnTo>
                  <a:lnTo>
                    <a:pt x="70" y="73"/>
                  </a:lnTo>
                  <a:lnTo>
                    <a:pt x="90" y="73"/>
                  </a:lnTo>
                  <a:lnTo>
                    <a:pt x="132" y="73"/>
                  </a:lnTo>
                  <a:lnTo>
                    <a:pt x="179" y="71"/>
                  </a:lnTo>
                  <a:lnTo>
                    <a:pt x="226" y="68"/>
                  </a:lnTo>
                  <a:lnTo>
                    <a:pt x="268" y="68"/>
                  </a:lnTo>
                  <a:lnTo>
                    <a:pt x="288" y="68"/>
                  </a:lnTo>
                  <a:lnTo>
                    <a:pt x="305" y="68"/>
                  </a:lnTo>
                  <a:lnTo>
                    <a:pt x="320" y="68"/>
                  </a:lnTo>
                  <a:lnTo>
                    <a:pt x="330" y="71"/>
                  </a:lnTo>
                  <a:lnTo>
                    <a:pt x="345" y="76"/>
                  </a:lnTo>
                  <a:lnTo>
                    <a:pt x="355" y="83"/>
                  </a:lnTo>
                  <a:lnTo>
                    <a:pt x="357" y="91"/>
                  </a:lnTo>
                  <a:lnTo>
                    <a:pt x="357" y="101"/>
                  </a:lnTo>
                  <a:lnTo>
                    <a:pt x="355" y="110"/>
                  </a:lnTo>
                  <a:lnTo>
                    <a:pt x="347" y="120"/>
                  </a:lnTo>
                  <a:lnTo>
                    <a:pt x="330" y="142"/>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601" name="Freeform 21"/>
            <p:cNvSpPr>
              <a:spLocks/>
            </p:cNvSpPr>
            <p:nvPr/>
          </p:nvSpPr>
          <p:spPr bwMode="auto">
            <a:xfrm>
              <a:off x="2148" y="2514"/>
              <a:ext cx="541" cy="81"/>
            </a:xfrm>
            <a:custGeom>
              <a:avLst/>
              <a:gdLst>
                <a:gd name="T0" fmla="*/ 0 w 193"/>
                <a:gd name="T1" fmla="*/ 0 h 57"/>
                <a:gd name="T2" fmla="*/ 3835 w 193"/>
                <a:gd name="T3" fmla="*/ 37 h 57"/>
                <a:gd name="T4" fmla="*/ 7291 w 193"/>
                <a:gd name="T5" fmla="*/ 53 h 57"/>
                <a:gd name="T6" fmla="*/ 10750 w 193"/>
                <a:gd name="T7" fmla="*/ 53 h 57"/>
                <a:gd name="T8" fmla="*/ 15064 w 193"/>
                <a:gd name="T9" fmla="*/ 53 h 57"/>
                <a:gd name="T10" fmla="*/ 20925 w 193"/>
                <a:gd name="T11" fmla="*/ 53 h 57"/>
                <a:gd name="T12" fmla="*/ 33040 w 193"/>
                <a:gd name="T13" fmla="*/ 53 h 57"/>
                <a:gd name="T14" fmla="*/ 44645 w 193"/>
                <a:gd name="T15" fmla="*/ 37 h 57"/>
                <a:gd name="T16" fmla="*/ 57287 w 193"/>
                <a:gd name="T17" fmla="*/ 26 h 57"/>
                <a:gd name="T18" fmla="*/ 68895 w 193"/>
                <a:gd name="T19" fmla="*/ 26 h 57"/>
                <a:gd name="T20" fmla="*/ 74268 w 193"/>
                <a:gd name="T21" fmla="*/ 26 h 57"/>
                <a:gd name="T22" fmla="*/ 79093 w 193"/>
                <a:gd name="T23" fmla="*/ 26 h 57"/>
                <a:gd name="T24" fmla="*/ 82927 w 193"/>
                <a:gd name="T25" fmla="*/ 26 h 57"/>
                <a:gd name="T26" fmla="*/ 85324 w 193"/>
                <a:gd name="T27" fmla="*/ 37 h 57"/>
                <a:gd name="T28" fmla="*/ 90148 w 193"/>
                <a:gd name="T29" fmla="*/ 67 h 57"/>
                <a:gd name="T30" fmla="*/ 92239 w 193"/>
                <a:gd name="T31" fmla="*/ 115 h 57"/>
                <a:gd name="T32" fmla="*/ 93604 w 193"/>
                <a:gd name="T33" fmla="*/ 155 h 57"/>
                <a:gd name="T34" fmla="*/ 93604 w 193"/>
                <a:gd name="T35" fmla="*/ 216 h 57"/>
                <a:gd name="T36" fmla="*/ 92239 w 193"/>
                <a:gd name="T37" fmla="*/ 279 h 57"/>
                <a:gd name="T38" fmla="*/ 90697 w 193"/>
                <a:gd name="T39" fmla="*/ 335 h 57"/>
                <a:gd name="T40" fmla="*/ 85324 w 193"/>
                <a:gd name="T41" fmla="*/ 469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93"/>
                <a:gd name="T64" fmla="*/ 0 h 57"/>
                <a:gd name="T65" fmla="*/ 193 w 193"/>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93" h="57">
                  <a:moveTo>
                    <a:pt x="0" y="0"/>
                  </a:moveTo>
                  <a:lnTo>
                    <a:pt x="8" y="4"/>
                  </a:lnTo>
                  <a:lnTo>
                    <a:pt x="15" y="6"/>
                  </a:lnTo>
                  <a:lnTo>
                    <a:pt x="22" y="6"/>
                  </a:lnTo>
                  <a:lnTo>
                    <a:pt x="31" y="6"/>
                  </a:lnTo>
                  <a:lnTo>
                    <a:pt x="43" y="6"/>
                  </a:lnTo>
                  <a:lnTo>
                    <a:pt x="68" y="6"/>
                  </a:lnTo>
                  <a:lnTo>
                    <a:pt x="92" y="4"/>
                  </a:lnTo>
                  <a:lnTo>
                    <a:pt x="118" y="3"/>
                  </a:lnTo>
                  <a:lnTo>
                    <a:pt x="142" y="3"/>
                  </a:lnTo>
                  <a:lnTo>
                    <a:pt x="153" y="3"/>
                  </a:lnTo>
                  <a:lnTo>
                    <a:pt x="163" y="3"/>
                  </a:lnTo>
                  <a:lnTo>
                    <a:pt x="171" y="3"/>
                  </a:lnTo>
                  <a:lnTo>
                    <a:pt x="176" y="4"/>
                  </a:lnTo>
                  <a:lnTo>
                    <a:pt x="186" y="8"/>
                  </a:lnTo>
                  <a:lnTo>
                    <a:pt x="190" y="14"/>
                  </a:lnTo>
                  <a:lnTo>
                    <a:pt x="193" y="19"/>
                  </a:lnTo>
                  <a:lnTo>
                    <a:pt x="193" y="26"/>
                  </a:lnTo>
                  <a:lnTo>
                    <a:pt x="190" y="34"/>
                  </a:lnTo>
                  <a:lnTo>
                    <a:pt x="187" y="41"/>
                  </a:lnTo>
                  <a:lnTo>
                    <a:pt x="176" y="57"/>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602" name="Freeform 22"/>
            <p:cNvSpPr>
              <a:spLocks/>
            </p:cNvSpPr>
            <p:nvPr/>
          </p:nvSpPr>
          <p:spPr bwMode="auto">
            <a:xfrm>
              <a:off x="2128" y="2602"/>
              <a:ext cx="561" cy="150"/>
            </a:xfrm>
            <a:custGeom>
              <a:avLst/>
              <a:gdLst>
                <a:gd name="T0" fmla="*/ 394 w 359"/>
                <a:gd name="T1" fmla="*/ 0 h 145"/>
                <a:gd name="T2" fmla="*/ 148 w 359"/>
                <a:gd name="T3" fmla="*/ 28 h 145"/>
                <a:gd name="T4" fmla="*/ 31 w 359"/>
                <a:gd name="T5" fmla="*/ 38 h 145"/>
                <a:gd name="T6" fmla="*/ 0 w 359"/>
                <a:gd name="T7" fmla="*/ 56 h 145"/>
                <a:gd name="T8" fmla="*/ 0 w 359"/>
                <a:gd name="T9" fmla="*/ 64 h 145"/>
                <a:gd name="T10" fmla="*/ 31 w 359"/>
                <a:gd name="T11" fmla="*/ 74 h 145"/>
                <a:gd name="T12" fmla="*/ 178 w 359"/>
                <a:gd name="T13" fmla="*/ 80 h 145"/>
                <a:gd name="T14" fmla="*/ 394 w 359"/>
                <a:gd name="T15" fmla="*/ 88 h 145"/>
                <a:gd name="T16" fmla="*/ 583 w 359"/>
                <a:gd name="T17" fmla="*/ 92 h 145"/>
                <a:gd name="T18" fmla="*/ 755 w 359"/>
                <a:gd name="T19" fmla="*/ 92 h 145"/>
                <a:gd name="T20" fmla="*/ 1008 w 359"/>
                <a:gd name="T21" fmla="*/ 94 h 145"/>
                <a:gd name="T22" fmla="*/ 1294 w 359"/>
                <a:gd name="T23" fmla="*/ 94 h 145"/>
                <a:gd name="T24" fmla="*/ 1952 w 359"/>
                <a:gd name="T25" fmla="*/ 92 h 145"/>
                <a:gd name="T26" fmla="*/ 2586 w 359"/>
                <a:gd name="T27" fmla="*/ 88 h 145"/>
                <a:gd name="T28" fmla="*/ 3277 w 359"/>
                <a:gd name="T29" fmla="*/ 88 h 145"/>
                <a:gd name="T30" fmla="*/ 3907 w 359"/>
                <a:gd name="T31" fmla="*/ 85 h 145"/>
                <a:gd name="T32" fmla="*/ 4175 w 359"/>
                <a:gd name="T33" fmla="*/ 85 h 145"/>
                <a:gd name="T34" fmla="*/ 4443 w 359"/>
                <a:gd name="T35" fmla="*/ 85 h 145"/>
                <a:gd name="T36" fmla="*/ 4654 w 359"/>
                <a:gd name="T37" fmla="*/ 85 h 145"/>
                <a:gd name="T38" fmla="*/ 4788 w 359"/>
                <a:gd name="T39" fmla="*/ 88 h 145"/>
                <a:gd name="T40" fmla="*/ 5052 w 359"/>
                <a:gd name="T41" fmla="*/ 94 h 145"/>
                <a:gd name="T42" fmla="*/ 5152 w 359"/>
                <a:gd name="T43" fmla="*/ 102 h 145"/>
                <a:gd name="T44" fmla="*/ 5229 w 359"/>
                <a:gd name="T45" fmla="*/ 111 h 145"/>
                <a:gd name="T46" fmla="*/ 5229 w 359"/>
                <a:gd name="T47" fmla="*/ 124 h 145"/>
                <a:gd name="T48" fmla="*/ 5152 w 359"/>
                <a:gd name="T49" fmla="*/ 136 h 145"/>
                <a:gd name="T50" fmla="*/ 5079 w 359"/>
                <a:gd name="T51" fmla="*/ 151 h 145"/>
                <a:gd name="T52" fmla="*/ 4788 w 359"/>
                <a:gd name="T53" fmla="*/ 178 h 14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59"/>
                <a:gd name="T82" fmla="*/ 0 h 145"/>
                <a:gd name="T83" fmla="*/ 359 w 359"/>
                <a:gd name="T84" fmla="*/ 145 h 14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59" h="145">
                  <a:moveTo>
                    <a:pt x="27" y="0"/>
                  </a:moveTo>
                  <a:lnTo>
                    <a:pt x="10" y="22"/>
                  </a:lnTo>
                  <a:lnTo>
                    <a:pt x="2" y="32"/>
                  </a:lnTo>
                  <a:lnTo>
                    <a:pt x="0" y="44"/>
                  </a:lnTo>
                  <a:lnTo>
                    <a:pt x="0" y="52"/>
                  </a:lnTo>
                  <a:lnTo>
                    <a:pt x="2" y="62"/>
                  </a:lnTo>
                  <a:lnTo>
                    <a:pt x="12" y="66"/>
                  </a:lnTo>
                  <a:lnTo>
                    <a:pt x="27" y="71"/>
                  </a:lnTo>
                  <a:lnTo>
                    <a:pt x="40" y="74"/>
                  </a:lnTo>
                  <a:lnTo>
                    <a:pt x="52" y="74"/>
                  </a:lnTo>
                  <a:lnTo>
                    <a:pt x="69" y="76"/>
                  </a:lnTo>
                  <a:lnTo>
                    <a:pt x="89" y="76"/>
                  </a:lnTo>
                  <a:lnTo>
                    <a:pt x="134" y="74"/>
                  </a:lnTo>
                  <a:lnTo>
                    <a:pt x="178" y="71"/>
                  </a:lnTo>
                  <a:lnTo>
                    <a:pt x="225" y="71"/>
                  </a:lnTo>
                  <a:lnTo>
                    <a:pt x="268" y="69"/>
                  </a:lnTo>
                  <a:lnTo>
                    <a:pt x="287" y="69"/>
                  </a:lnTo>
                  <a:lnTo>
                    <a:pt x="305" y="69"/>
                  </a:lnTo>
                  <a:lnTo>
                    <a:pt x="320" y="69"/>
                  </a:lnTo>
                  <a:lnTo>
                    <a:pt x="329" y="71"/>
                  </a:lnTo>
                  <a:lnTo>
                    <a:pt x="347" y="76"/>
                  </a:lnTo>
                  <a:lnTo>
                    <a:pt x="354" y="84"/>
                  </a:lnTo>
                  <a:lnTo>
                    <a:pt x="359" y="91"/>
                  </a:lnTo>
                  <a:lnTo>
                    <a:pt x="359" y="101"/>
                  </a:lnTo>
                  <a:lnTo>
                    <a:pt x="354" y="111"/>
                  </a:lnTo>
                  <a:lnTo>
                    <a:pt x="349" y="123"/>
                  </a:lnTo>
                  <a:lnTo>
                    <a:pt x="329" y="145"/>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603" name="Freeform 23"/>
            <p:cNvSpPr>
              <a:spLocks/>
            </p:cNvSpPr>
            <p:nvPr/>
          </p:nvSpPr>
          <p:spPr bwMode="auto">
            <a:xfrm>
              <a:off x="1671" y="2518"/>
              <a:ext cx="481" cy="1"/>
            </a:xfrm>
            <a:custGeom>
              <a:avLst/>
              <a:gdLst>
                <a:gd name="T0" fmla="*/ 262 w 543"/>
                <a:gd name="T1" fmla="*/ 0 h 1"/>
                <a:gd name="T2" fmla="*/ 0 w 543"/>
                <a:gd name="T3" fmla="*/ 0 h 1"/>
                <a:gd name="T4" fmla="*/ 0 60000 65536"/>
                <a:gd name="T5" fmla="*/ 0 60000 65536"/>
                <a:gd name="T6" fmla="*/ 0 w 543"/>
                <a:gd name="T7" fmla="*/ 0 h 1"/>
                <a:gd name="T8" fmla="*/ 543 w 543"/>
                <a:gd name="T9" fmla="*/ 1 h 1"/>
              </a:gdLst>
              <a:ahLst/>
              <a:cxnLst>
                <a:cxn ang="T4">
                  <a:pos x="T0" y="T1"/>
                </a:cxn>
                <a:cxn ang="T5">
                  <a:pos x="T2" y="T3"/>
                </a:cxn>
              </a:cxnLst>
              <a:rect l="T6" t="T7" r="T8" b="T9"/>
              <a:pathLst>
                <a:path w="543" h="1">
                  <a:moveTo>
                    <a:pt x="543" y="0"/>
                  </a:moveTo>
                  <a:lnTo>
                    <a:pt x="0" y="0"/>
                  </a:ln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9604" name="Text Box 24"/>
            <p:cNvSpPr txBox="1">
              <a:spLocks noChangeArrowheads="1"/>
            </p:cNvSpPr>
            <p:nvPr/>
          </p:nvSpPr>
          <p:spPr bwMode="auto">
            <a:xfrm>
              <a:off x="3238" y="3254"/>
              <a:ext cx="344"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D</a:t>
              </a:r>
              <a:endParaRPr lang="en-US" altLang="zh-CN" sz="2000" b="1" baseline="-25000">
                <a:solidFill>
                  <a:schemeClr val="bg2"/>
                </a:solidFill>
              </a:endParaRPr>
            </a:p>
          </p:txBody>
        </p:sp>
        <p:sp>
          <p:nvSpPr>
            <p:cNvPr id="109605" name="Text Box 25"/>
            <p:cNvSpPr txBox="1">
              <a:spLocks noChangeArrowheads="1"/>
            </p:cNvSpPr>
            <p:nvPr/>
          </p:nvSpPr>
          <p:spPr bwMode="auto">
            <a:xfrm>
              <a:off x="3263" y="2064"/>
              <a:ext cx="330"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A</a:t>
              </a:r>
              <a:endParaRPr lang="en-US" altLang="zh-CN" sz="2000" b="1" baseline="-25000">
                <a:solidFill>
                  <a:schemeClr val="bg2"/>
                </a:solidFill>
              </a:endParaRPr>
            </a:p>
          </p:txBody>
        </p:sp>
        <p:sp>
          <p:nvSpPr>
            <p:cNvPr id="109606" name="Text Box 26"/>
            <p:cNvSpPr txBox="1">
              <a:spLocks noChangeArrowheads="1"/>
            </p:cNvSpPr>
            <p:nvPr/>
          </p:nvSpPr>
          <p:spPr bwMode="auto">
            <a:xfrm>
              <a:off x="3327" y="2636"/>
              <a:ext cx="321"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sym typeface="Symbol" panose="05050102010706020507" pitchFamily="18" charset="2"/>
                </a:rPr>
                <a:t></a:t>
              </a:r>
              <a:r>
                <a:rPr lang="en-US" altLang="zh-CN" sz="2000" b="1" baseline="-25000">
                  <a:solidFill>
                    <a:schemeClr val="bg2"/>
                  </a:solidFill>
                  <a:sym typeface="Symbol" panose="05050102010706020507" pitchFamily="18" charset="2"/>
                </a:rPr>
                <a:t>2</a:t>
              </a:r>
              <a:endParaRPr lang="en-US" altLang="zh-CN" sz="2000" b="1" baseline="-25000">
                <a:solidFill>
                  <a:schemeClr val="bg2"/>
                </a:solidFill>
              </a:endParaRPr>
            </a:p>
          </p:txBody>
        </p:sp>
        <p:sp>
          <p:nvSpPr>
            <p:cNvPr id="109607" name="Text Box 27"/>
            <p:cNvSpPr txBox="1">
              <a:spLocks noChangeArrowheads="1"/>
            </p:cNvSpPr>
            <p:nvPr/>
          </p:nvSpPr>
          <p:spPr bwMode="auto">
            <a:xfrm>
              <a:off x="2168" y="2256"/>
              <a:ext cx="321"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sym typeface="Symbol" panose="05050102010706020507" pitchFamily="18" charset="2"/>
                </a:rPr>
                <a:t></a:t>
              </a:r>
              <a:r>
                <a:rPr lang="en-US" altLang="zh-CN" sz="2000" b="1" baseline="-25000">
                  <a:solidFill>
                    <a:schemeClr val="bg2"/>
                  </a:solidFill>
                  <a:sym typeface="Symbol" panose="05050102010706020507" pitchFamily="18" charset="2"/>
                </a:rPr>
                <a:t>3</a:t>
              </a:r>
              <a:endParaRPr lang="en-US" altLang="zh-CN" sz="2000" b="1" baseline="-25000">
                <a:solidFill>
                  <a:schemeClr val="bg2"/>
                </a:solidFill>
              </a:endParaRPr>
            </a:p>
          </p:txBody>
        </p:sp>
        <p:sp>
          <p:nvSpPr>
            <p:cNvPr id="109608" name="Text Box 28"/>
            <p:cNvSpPr txBox="1">
              <a:spLocks noChangeArrowheads="1"/>
            </p:cNvSpPr>
            <p:nvPr/>
          </p:nvSpPr>
          <p:spPr bwMode="auto">
            <a:xfrm>
              <a:off x="4532" y="1920"/>
              <a:ext cx="321"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sym typeface="Symbol" panose="05050102010706020507" pitchFamily="18" charset="2"/>
                </a:rPr>
                <a:t></a:t>
              </a:r>
              <a:r>
                <a:rPr lang="en-US" altLang="zh-CN" sz="2000" b="1" baseline="-25000">
                  <a:solidFill>
                    <a:schemeClr val="bg2"/>
                  </a:solidFill>
                  <a:sym typeface="Symbol" panose="05050102010706020507" pitchFamily="18" charset="2"/>
                </a:rPr>
                <a:t>1</a:t>
              </a:r>
              <a:endParaRPr lang="en-US" altLang="zh-CN" sz="2000" b="1" baseline="-25000">
                <a:solidFill>
                  <a:schemeClr val="bg2"/>
                </a:solidFill>
              </a:endParaRPr>
            </a:p>
          </p:txBody>
        </p:sp>
        <p:sp>
          <p:nvSpPr>
            <p:cNvPr id="109609" name="Text Box 29"/>
            <p:cNvSpPr txBox="1">
              <a:spLocks noChangeArrowheads="1"/>
            </p:cNvSpPr>
            <p:nvPr/>
          </p:nvSpPr>
          <p:spPr bwMode="auto">
            <a:xfrm>
              <a:off x="2251" y="3072"/>
              <a:ext cx="330"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E</a:t>
              </a:r>
              <a:endParaRPr lang="en-US" altLang="zh-CN" sz="2000" b="1" baseline="-25000">
                <a:solidFill>
                  <a:schemeClr val="bg2"/>
                </a:solidFill>
              </a:endParaRPr>
            </a:p>
          </p:txBody>
        </p:sp>
        <p:sp>
          <p:nvSpPr>
            <p:cNvPr id="109610" name="Text Box 30"/>
            <p:cNvSpPr txBox="1">
              <a:spLocks noChangeArrowheads="1"/>
            </p:cNvSpPr>
            <p:nvPr/>
          </p:nvSpPr>
          <p:spPr bwMode="auto">
            <a:xfrm>
              <a:off x="4847" y="2592"/>
              <a:ext cx="330"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B</a:t>
              </a:r>
              <a:endParaRPr lang="en-US" altLang="zh-CN" sz="2000" b="1" baseline="-25000">
                <a:solidFill>
                  <a:schemeClr val="bg2"/>
                </a:solidFill>
              </a:endParaRPr>
            </a:p>
          </p:txBody>
        </p:sp>
        <p:sp>
          <p:nvSpPr>
            <p:cNvPr id="109611" name="Text Box 31"/>
            <p:cNvSpPr txBox="1">
              <a:spLocks noChangeArrowheads="1"/>
            </p:cNvSpPr>
            <p:nvPr/>
          </p:nvSpPr>
          <p:spPr bwMode="auto">
            <a:xfrm>
              <a:off x="4843" y="2928"/>
              <a:ext cx="330"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solidFill>
                    <a:schemeClr val="bg2"/>
                  </a:solidFill>
                </a:rPr>
                <a:t>C</a:t>
              </a:r>
              <a:endParaRPr lang="en-US" altLang="zh-CN" sz="2000" b="1" baseline="-25000">
                <a:solidFill>
                  <a:schemeClr val="bg2"/>
                </a:solidFill>
              </a:endParaRPr>
            </a:p>
          </p:txBody>
        </p:sp>
      </p:grpSp>
      <p:graphicFrame>
        <p:nvGraphicFramePr>
          <p:cNvPr id="109571" name="Object 32"/>
          <p:cNvGraphicFramePr>
            <a:graphicFrameLocks noChangeAspect="1"/>
          </p:cNvGraphicFramePr>
          <p:nvPr/>
        </p:nvGraphicFramePr>
        <p:xfrm>
          <a:off x="2155825" y="1717675"/>
          <a:ext cx="2103438" cy="776288"/>
        </p:xfrm>
        <a:graphic>
          <a:graphicData uri="http://schemas.openxmlformats.org/presentationml/2006/ole">
            <mc:AlternateContent xmlns:mc="http://schemas.openxmlformats.org/markup-compatibility/2006">
              <mc:Choice xmlns:v="urn:schemas-microsoft-com:vml" Requires="v">
                <p:oleObj spid="_x0000_s45148" name="Equation" r:id="rId4" imgW="1162114" imgH="409643" progId="Equation.DSMT4">
                  <p:embed/>
                </p:oleObj>
              </mc:Choice>
              <mc:Fallback>
                <p:oleObj name="Equation" r:id="rId4" imgW="1162114" imgH="40964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5825" y="1717675"/>
                        <a:ext cx="2103438" cy="77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2" name="Object 33"/>
          <p:cNvGraphicFramePr>
            <a:graphicFrameLocks noChangeAspect="1"/>
          </p:cNvGraphicFramePr>
          <p:nvPr/>
        </p:nvGraphicFramePr>
        <p:xfrm>
          <a:off x="4745038" y="1755775"/>
          <a:ext cx="1446212" cy="776288"/>
        </p:xfrm>
        <a:graphic>
          <a:graphicData uri="http://schemas.openxmlformats.org/presentationml/2006/ole">
            <mc:AlternateContent xmlns:mc="http://schemas.openxmlformats.org/markup-compatibility/2006">
              <mc:Choice xmlns:v="urn:schemas-microsoft-com:vml" Requires="v">
                <p:oleObj spid="_x0000_s45149" name="Equation" r:id="rId6" imgW="790543" imgH="409643" progId="Equation.DSMT4">
                  <p:embed/>
                </p:oleObj>
              </mc:Choice>
              <mc:Fallback>
                <p:oleObj name="Equation" r:id="rId6" imgW="790543" imgH="40964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45038" y="1755775"/>
                        <a:ext cx="1446212" cy="77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3" name="Object 34"/>
          <p:cNvGraphicFramePr>
            <a:graphicFrameLocks noChangeAspect="1"/>
          </p:cNvGraphicFramePr>
          <p:nvPr/>
        </p:nvGraphicFramePr>
        <p:xfrm>
          <a:off x="3425826" y="3330575"/>
          <a:ext cx="1470025" cy="776288"/>
        </p:xfrm>
        <a:graphic>
          <a:graphicData uri="http://schemas.openxmlformats.org/presentationml/2006/ole">
            <mc:AlternateContent xmlns:mc="http://schemas.openxmlformats.org/markup-compatibility/2006">
              <mc:Choice xmlns:v="urn:schemas-microsoft-com:vml" Requires="v">
                <p:oleObj spid="_x0000_s45150" name="Equation" r:id="rId8" imgW="809504" imgH="409643" progId="Equation.DSMT4">
                  <p:embed/>
                </p:oleObj>
              </mc:Choice>
              <mc:Fallback>
                <p:oleObj name="Equation" r:id="rId8" imgW="809504" imgH="409643"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25826" y="3330575"/>
                        <a:ext cx="1470025" cy="77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574" name="Rectangle 35"/>
          <p:cNvSpPr>
            <a:spLocks noChangeArrowheads="1"/>
          </p:cNvSpPr>
          <p:nvPr/>
        </p:nvSpPr>
        <p:spPr bwMode="auto">
          <a:xfrm>
            <a:off x="2120900" y="2755900"/>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t>磁动势</a:t>
            </a:r>
          </a:p>
        </p:txBody>
      </p:sp>
      <p:graphicFrame>
        <p:nvGraphicFramePr>
          <p:cNvPr id="109575" name="Object 36"/>
          <p:cNvGraphicFramePr>
            <a:graphicFrameLocks noChangeAspect="1"/>
          </p:cNvGraphicFramePr>
          <p:nvPr/>
        </p:nvGraphicFramePr>
        <p:xfrm>
          <a:off x="3600450" y="2827338"/>
          <a:ext cx="1017588" cy="411162"/>
        </p:xfrm>
        <a:graphic>
          <a:graphicData uri="http://schemas.openxmlformats.org/presentationml/2006/ole">
            <mc:AlternateContent xmlns:mc="http://schemas.openxmlformats.org/markup-compatibility/2006">
              <mc:Choice xmlns:v="urn:schemas-microsoft-com:vml" Requires="v">
                <p:oleObj spid="_x0000_s45151" name="Equation" r:id="rId10" imgW="552310" imgH="209414" progId="Equation.DSMT4">
                  <p:embed/>
                </p:oleObj>
              </mc:Choice>
              <mc:Fallback>
                <p:oleObj name="Equation" r:id="rId10" imgW="552310" imgH="209414"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00450" y="2827338"/>
                        <a:ext cx="1017588" cy="411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576" name="Rectangle 37"/>
          <p:cNvSpPr>
            <a:spLocks noChangeArrowheads="1"/>
          </p:cNvSpPr>
          <p:nvPr/>
        </p:nvSpPr>
        <p:spPr bwMode="auto">
          <a:xfrm>
            <a:off x="2184400" y="3429000"/>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t>磁    阻</a:t>
            </a:r>
          </a:p>
        </p:txBody>
      </p:sp>
      <p:sp>
        <p:nvSpPr>
          <p:cNvPr id="109577" name="Rectangle 38"/>
          <p:cNvSpPr>
            <a:spLocks noChangeArrowheads="1"/>
          </p:cNvSpPr>
          <p:nvPr/>
        </p:nvSpPr>
        <p:spPr bwMode="auto">
          <a:xfrm>
            <a:off x="2146300" y="4114800"/>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t>磁位降</a:t>
            </a:r>
          </a:p>
        </p:txBody>
      </p:sp>
      <p:graphicFrame>
        <p:nvGraphicFramePr>
          <p:cNvPr id="109578" name="Object 39"/>
          <p:cNvGraphicFramePr>
            <a:graphicFrameLocks noChangeAspect="1"/>
          </p:cNvGraphicFramePr>
          <p:nvPr/>
        </p:nvGraphicFramePr>
        <p:xfrm>
          <a:off x="3475038" y="4262438"/>
          <a:ext cx="1446212" cy="411162"/>
        </p:xfrm>
        <a:graphic>
          <a:graphicData uri="http://schemas.openxmlformats.org/presentationml/2006/ole">
            <mc:AlternateContent xmlns:mc="http://schemas.openxmlformats.org/markup-compatibility/2006">
              <mc:Choice xmlns:v="urn:schemas-microsoft-com:vml" Requires="v">
                <p:oleObj spid="_x0000_s45152" name="Equation" r:id="rId12" imgW="790543" imgH="209414" progId="Equation.DSMT4">
                  <p:embed/>
                </p:oleObj>
              </mc:Choice>
              <mc:Fallback>
                <p:oleObj name="Equation" r:id="rId12" imgW="790543" imgH="209414"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75038" y="4262438"/>
                        <a:ext cx="1446212" cy="411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9" name="Object 40"/>
          <p:cNvGraphicFramePr>
            <a:graphicFrameLocks noChangeAspect="1"/>
          </p:cNvGraphicFramePr>
          <p:nvPr/>
        </p:nvGraphicFramePr>
        <p:xfrm>
          <a:off x="3884613" y="4984750"/>
          <a:ext cx="4684712" cy="795338"/>
        </p:xfrm>
        <a:graphic>
          <a:graphicData uri="http://schemas.openxmlformats.org/presentationml/2006/ole">
            <mc:AlternateContent xmlns:mc="http://schemas.openxmlformats.org/markup-compatibility/2006">
              <mc:Choice xmlns:v="urn:schemas-microsoft-com:vml" Requires="v">
                <p:oleObj spid="_x0000_s45153" name="Equation" r:id="rId14" imgW="1495457" imgH="238193" progId="Equation.DSMT4">
                  <p:embed/>
                </p:oleObj>
              </mc:Choice>
              <mc:Fallback>
                <p:oleObj name="Equation" r:id="rId14" imgW="1495457" imgH="238193"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84613" y="4984750"/>
                        <a:ext cx="4684712" cy="795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580" name="Text Box 41"/>
          <p:cNvSpPr txBox="1">
            <a:spLocks noChangeArrowheads="1"/>
          </p:cNvSpPr>
          <p:nvPr/>
        </p:nvSpPr>
        <p:spPr bwMode="auto">
          <a:xfrm>
            <a:off x="2217738" y="800100"/>
            <a:ext cx="3048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磁路定理</a:t>
            </a:r>
          </a:p>
        </p:txBody>
      </p:sp>
      <p:sp>
        <p:nvSpPr>
          <p:cNvPr id="109581" name="Text Box 42"/>
          <p:cNvSpPr txBox="1">
            <a:spLocks noChangeArrowheads="1"/>
          </p:cNvSpPr>
          <p:nvPr/>
        </p:nvSpPr>
        <p:spPr bwMode="auto">
          <a:xfrm>
            <a:off x="1849438" y="4826000"/>
            <a:ext cx="2057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磁路定理</a:t>
            </a:r>
          </a:p>
        </p:txBody>
      </p:sp>
      <p:sp>
        <p:nvSpPr>
          <p:cNvPr id="109582" name="Text Box 43"/>
          <p:cNvSpPr txBox="1">
            <a:spLocks noChangeArrowheads="1"/>
          </p:cNvSpPr>
          <p:nvPr/>
        </p:nvSpPr>
        <p:spPr bwMode="auto">
          <a:xfrm>
            <a:off x="1524001" y="5854700"/>
            <a:ext cx="87550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闭合磁路的磁动势等于各段磁路上磁位降落和。</a:t>
            </a:r>
          </a:p>
        </p:txBody>
      </p:sp>
    </p:spTree>
    <p:extLst>
      <p:ext uri="{BB962C8B-B14F-4D97-AF65-F5344CB8AC3E}">
        <p14:creationId xmlns:p14="http://schemas.microsoft.com/office/powerpoint/2010/main" val="28447868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ext Box 2"/>
          <p:cNvSpPr txBox="1">
            <a:spLocks noChangeArrowheads="1"/>
          </p:cNvSpPr>
          <p:nvPr/>
        </p:nvSpPr>
        <p:spPr bwMode="auto">
          <a:xfrm>
            <a:off x="2217738" y="800100"/>
            <a:ext cx="3048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0000FF"/>
                </a:solidFill>
              </a:rPr>
              <a:t>磁路定理</a:t>
            </a:r>
          </a:p>
        </p:txBody>
      </p:sp>
      <p:graphicFrame>
        <p:nvGraphicFramePr>
          <p:cNvPr id="111619" name="Object 3"/>
          <p:cNvGraphicFramePr>
            <a:graphicFrameLocks noChangeAspect="1"/>
          </p:cNvGraphicFramePr>
          <p:nvPr/>
        </p:nvGraphicFramePr>
        <p:xfrm>
          <a:off x="3665538" y="1562100"/>
          <a:ext cx="3098800" cy="501650"/>
        </p:xfrm>
        <a:graphic>
          <a:graphicData uri="http://schemas.openxmlformats.org/presentationml/2006/ole">
            <mc:AlternateContent xmlns:mc="http://schemas.openxmlformats.org/markup-compatibility/2006">
              <mc:Choice xmlns:v="urn:schemas-microsoft-com:vml" Requires="v">
                <p:oleObj spid="_x0000_s46142" name="Equation" r:id="rId4" imgW="1723904" imgH="257175" progId="Equation.3">
                  <p:embed/>
                </p:oleObj>
              </mc:Choice>
              <mc:Fallback>
                <p:oleObj name="Equation" r:id="rId4" imgW="1723904" imgH="257175"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65538" y="1562100"/>
                        <a:ext cx="3098800"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20" name="Object 4"/>
          <p:cNvGraphicFramePr>
            <a:graphicFrameLocks noChangeAspect="1"/>
          </p:cNvGraphicFramePr>
          <p:nvPr/>
        </p:nvGraphicFramePr>
        <p:xfrm>
          <a:off x="3665538" y="2171700"/>
          <a:ext cx="3200400" cy="787400"/>
        </p:xfrm>
        <a:graphic>
          <a:graphicData uri="http://schemas.openxmlformats.org/presentationml/2006/ole">
            <mc:AlternateContent xmlns:mc="http://schemas.openxmlformats.org/markup-compatibility/2006">
              <mc:Choice xmlns:v="urn:schemas-microsoft-com:vml" Requires="v">
                <p:oleObj spid="_x0000_s46143" name="Equation" r:id="rId6" imgW="1543165" imgH="361882" progId="Equation.3">
                  <p:embed/>
                </p:oleObj>
              </mc:Choice>
              <mc:Fallback>
                <p:oleObj name="Equation" r:id="rId6" imgW="1543165" imgH="361882"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65538" y="2171700"/>
                        <a:ext cx="3200400"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1621" name="Text Box 5"/>
          <p:cNvSpPr txBox="1">
            <a:spLocks noChangeArrowheads="1"/>
          </p:cNvSpPr>
          <p:nvPr/>
        </p:nvSpPr>
        <p:spPr bwMode="auto">
          <a:xfrm>
            <a:off x="2141539" y="2857501"/>
            <a:ext cx="2955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磁路的欧姆定律</a:t>
            </a:r>
          </a:p>
        </p:txBody>
      </p:sp>
      <p:sp>
        <p:nvSpPr>
          <p:cNvPr id="111622" name="Text Box 6"/>
          <p:cNvSpPr txBox="1">
            <a:spLocks noChangeArrowheads="1"/>
          </p:cNvSpPr>
          <p:nvPr/>
        </p:nvSpPr>
        <p:spPr bwMode="auto">
          <a:xfrm>
            <a:off x="2446338" y="3390901"/>
            <a:ext cx="5638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FF"/>
                </a:solidFill>
              </a:rPr>
              <a:t>1. </a:t>
            </a:r>
            <a:r>
              <a:rPr lang="zh-CN" altLang="en-US" sz="2800">
                <a:solidFill>
                  <a:srgbClr val="0000FF"/>
                </a:solidFill>
              </a:rPr>
              <a:t>磁路串联（磁路中存在空气隙）</a:t>
            </a:r>
          </a:p>
        </p:txBody>
      </p:sp>
      <p:graphicFrame>
        <p:nvGraphicFramePr>
          <p:cNvPr id="111623" name="Object 7"/>
          <p:cNvGraphicFramePr>
            <a:graphicFrameLocks noChangeAspect="1"/>
          </p:cNvGraphicFramePr>
          <p:nvPr/>
        </p:nvGraphicFramePr>
        <p:xfrm>
          <a:off x="3360738" y="4229101"/>
          <a:ext cx="6088062" cy="866775"/>
        </p:xfrm>
        <a:graphic>
          <a:graphicData uri="http://schemas.openxmlformats.org/presentationml/2006/ole">
            <mc:AlternateContent xmlns:mc="http://schemas.openxmlformats.org/markup-compatibility/2006">
              <mc:Choice xmlns:v="urn:schemas-microsoft-com:vml" Requires="v">
                <p:oleObj spid="_x0000_s46144" name="Equation" r:id="rId8" imgW="2952686" imgH="400152" progId="Equation.3">
                  <p:embed/>
                </p:oleObj>
              </mc:Choice>
              <mc:Fallback>
                <p:oleObj name="Equation" r:id="rId8" imgW="2952686" imgH="400152"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60738" y="4229101"/>
                        <a:ext cx="6088062"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24" name="Object 8"/>
          <p:cNvGraphicFramePr>
            <a:graphicFrameLocks noChangeAspect="1"/>
          </p:cNvGraphicFramePr>
          <p:nvPr/>
        </p:nvGraphicFramePr>
        <p:xfrm>
          <a:off x="3970338" y="5448300"/>
          <a:ext cx="2514600" cy="495300"/>
        </p:xfrm>
        <a:graphic>
          <a:graphicData uri="http://schemas.openxmlformats.org/presentationml/2006/ole">
            <mc:AlternateContent xmlns:mc="http://schemas.openxmlformats.org/markup-compatibility/2006">
              <mc:Choice xmlns:v="urn:schemas-microsoft-com:vml" Requires="v">
                <p:oleObj spid="_x0000_s46145" name="Equation" r:id="rId10" imgW="981069" imgH="209414" progId="Equation.3">
                  <p:embed/>
                </p:oleObj>
              </mc:Choice>
              <mc:Fallback>
                <p:oleObj name="Equation" r:id="rId10" imgW="981069" imgH="209414"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70338" y="5448300"/>
                        <a:ext cx="251460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307756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ext Box 2"/>
          <p:cNvSpPr txBox="1">
            <a:spLocks noChangeArrowheads="1"/>
          </p:cNvSpPr>
          <p:nvPr/>
        </p:nvSpPr>
        <p:spPr bwMode="auto">
          <a:xfrm>
            <a:off x="2209800" y="762001"/>
            <a:ext cx="510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FF"/>
                </a:solidFill>
              </a:rPr>
              <a:t>2. </a:t>
            </a:r>
            <a:r>
              <a:rPr lang="zh-CN" altLang="en-US" sz="2800">
                <a:solidFill>
                  <a:srgbClr val="0000FF"/>
                </a:solidFill>
              </a:rPr>
              <a:t>磁路并联（有分支的磁路）</a:t>
            </a:r>
          </a:p>
        </p:txBody>
      </p:sp>
      <p:graphicFrame>
        <p:nvGraphicFramePr>
          <p:cNvPr id="113667" name="Object 3"/>
          <p:cNvGraphicFramePr>
            <a:graphicFrameLocks noChangeAspect="1"/>
          </p:cNvGraphicFramePr>
          <p:nvPr/>
        </p:nvGraphicFramePr>
        <p:xfrm>
          <a:off x="2786064" y="1652589"/>
          <a:ext cx="1938337" cy="409575"/>
        </p:xfrm>
        <a:graphic>
          <a:graphicData uri="http://schemas.openxmlformats.org/presentationml/2006/ole">
            <mc:AlternateContent xmlns:mc="http://schemas.openxmlformats.org/markup-compatibility/2006">
              <mc:Choice xmlns:v="urn:schemas-microsoft-com:vml" Requires="v">
                <p:oleObj spid="_x0000_s47166" name="Equation" r:id="rId4" imgW="1009510" imgH="199923" progId="Equation.3">
                  <p:embed/>
                </p:oleObj>
              </mc:Choice>
              <mc:Fallback>
                <p:oleObj name="Equation" r:id="rId4" imgW="1009510" imgH="199923"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6064" y="1652589"/>
                        <a:ext cx="1938337"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68" name="Object 4"/>
          <p:cNvGraphicFramePr>
            <a:graphicFrameLocks noChangeAspect="1"/>
          </p:cNvGraphicFramePr>
          <p:nvPr/>
        </p:nvGraphicFramePr>
        <p:xfrm>
          <a:off x="3227388" y="3124200"/>
          <a:ext cx="2106612" cy="890588"/>
        </p:xfrm>
        <a:graphic>
          <a:graphicData uri="http://schemas.openxmlformats.org/presentationml/2006/ole">
            <mc:AlternateContent xmlns:mc="http://schemas.openxmlformats.org/markup-compatibility/2006">
              <mc:Choice xmlns:v="urn:schemas-microsoft-com:vml" Requires="v">
                <p:oleObj spid="_x0000_s47167" name="Equation" r:id="rId6" imgW="1009510" imgH="409643" progId="Equation.3">
                  <p:embed/>
                </p:oleObj>
              </mc:Choice>
              <mc:Fallback>
                <p:oleObj name="Equation" r:id="rId6" imgW="1009510" imgH="409643"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27388" y="3124200"/>
                        <a:ext cx="2106612" cy="890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69" name="Object 5"/>
          <p:cNvGraphicFramePr>
            <a:graphicFrameLocks noChangeAspect="1"/>
          </p:cNvGraphicFramePr>
          <p:nvPr/>
        </p:nvGraphicFramePr>
        <p:xfrm>
          <a:off x="2895601" y="4495801"/>
          <a:ext cx="1717675" cy="473075"/>
        </p:xfrm>
        <a:graphic>
          <a:graphicData uri="http://schemas.openxmlformats.org/presentationml/2006/ole">
            <mc:AlternateContent xmlns:mc="http://schemas.openxmlformats.org/markup-compatibility/2006">
              <mc:Choice xmlns:v="urn:schemas-microsoft-com:vml" Requires="v">
                <p:oleObj spid="_x0000_s47168" name="Equation" r:id="rId8" imgW="819290" imgH="209414" progId="Equation.3">
                  <p:embed/>
                </p:oleObj>
              </mc:Choice>
              <mc:Fallback>
                <p:oleObj name="Equation" r:id="rId8" imgW="819290" imgH="209414"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95601" y="4495801"/>
                        <a:ext cx="1717675"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670" name="Text Box 6"/>
          <p:cNvSpPr txBox="1">
            <a:spLocks noChangeArrowheads="1"/>
          </p:cNvSpPr>
          <p:nvPr/>
        </p:nvSpPr>
        <p:spPr bwMode="auto">
          <a:xfrm>
            <a:off x="4648200" y="4572001"/>
            <a:ext cx="5638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表示经每个分支磁路和磁路的磁阻</a:t>
            </a:r>
          </a:p>
        </p:txBody>
      </p:sp>
      <p:graphicFrame>
        <p:nvGraphicFramePr>
          <p:cNvPr id="113671" name="Object 7"/>
          <p:cNvGraphicFramePr>
            <a:graphicFrameLocks noChangeAspect="1"/>
          </p:cNvGraphicFramePr>
          <p:nvPr/>
        </p:nvGraphicFramePr>
        <p:xfrm>
          <a:off x="3200400" y="2133600"/>
          <a:ext cx="3200400" cy="914400"/>
        </p:xfrm>
        <a:graphic>
          <a:graphicData uri="http://schemas.openxmlformats.org/presentationml/2006/ole">
            <mc:AlternateContent xmlns:mc="http://schemas.openxmlformats.org/markup-compatibility/2006">
              <mc:Choice xmlns:v="urn:schemas-microsoft-com:vml" Requires="v">
                <p:oleObj spid="_x0000_s47169" name="Equation" r:id="rId10" imgW="1657235" imgH="438116" progId="Equation.3">
                  <p:embed/>
                </p:oleObj>
              </mc:Choice>
              <mc:Fallback>
                <p:oleObj name="Equation" r:id="rId10" imgW="1657235" imgH="438116"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00400" y="2133600"/>
                        <a:ext cx="3200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986511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2"/>
          <p:cNvSpPr txBox="1">
            <a:spLocks noChangeArrowheads="1"/>
          </p:cNvSpPr>
          <p:nvPr/>
        </p:nvSpPr>
        <p:spPr bwMode="auto">
          <a:xfrm>
            <a:off x="2209800" y="762001"/>
            <a:ext cx="3213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例：电磁铁的设计</a:t>
            </a:r>
          </a:p>
        </p:txBody>
      </p:sp>
      <p:sp>
        <p:nvSpPr>
          <p:cNvPr id="115715" name="Text Box 3"/>
          <p:cNvSpPr txBox="1">
            <a:spLocks noChangeArrowheads="1"/>
          </p:cNvSpPr>
          <p:nvPr/>
        </p:nvSpPr>
        <p:spPr bwMode="auto">
          <a:xfrm>
            <a:off x="2070100" y="3390901"/>
            <a:ext cx="1689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气隙处：</a:t>
            </a:r>
          </a:p>
        </p:txBody>
      </p:sp>
      <p:grpSp>
        <p:nvGrpSpPr>
          <p:cNvPr id="115716" name="Group 4"/>
          <p:cNvGrpSpPr>
            <a:grpSpLocks/>
          </p:cNvGrpSpPr>
          <p:nvPr/>
        </p:nvGrpSpPr>
        <p:grpSpPr bwMode="auto">
          <a:xfrm>
            <a:off x="7010400" y="800100"/>
            <a:ext cx="2667000" cy="2070100"/>
            <a:chOff x="3456" y="504"/>
            <a:chExt cx="1680" cy="1304"/>
          </a:xfrm>
        </p:grpSpPr>
        <p:sp>
          <p:nvSpPr>
            <p:cNvPr id="115729" name="Rectangle 5" descr="轮廓式菱形"/>
            <p:cNvSpPr>
              <a:spLocks noChangeArrowheads="1"/>
            </p:cNvSpPr>
            <p:nvPr/>
          </p:nvSpPr>
          <p:spPr bwMode="auto">
            <a:xfrm>
              <a:off x="3944" y="528"/>
              <a:ext cx="224" cy="824"/>
            </a:xfrm>
            <a:prstGeom prst="rect">
              <a:avLst/>
            </a:prstGeom>
            <a:pattFill prst="openDmnd">
              <a:fgClr>
                <a:schemeClr val="folHlink"/>
              </a:fgClr>
              <a:bgClr>
                <a:schemeClr val="bg1"/>
              </a:bgClr>
            </a:patt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5730" name="Rectangle 6" descr="轮廓式菱形"/>
            <p:cNvSpPr>
              <a:spLocks noChangeArrowheads="1"/>
            </p:cNvSpPr>
            <p:nvPr/>
          </p:nvSpPr>
          <p:spPr bwMode="auto">
            <a:xfrm>
              <a:off x="4424" y="504"/>
              <a:ext cx="224" cy="824"/>
            </a:xfrm>
            <a:prstGeom prst="rect">
              <a:avLst/>
            </a:prstGeom>
            <a:pattFill prst="openDmnd">
              <a:fgClr>
                <a:schemeClr val="folHlink"/>
              </a:fgClr>
              <a:bgClr>
                <a:schemeClr val="bg1"/>
              </a:bgClr>
            </a:patt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5731" name="Rectangle 7"/>
            <p:cNvSpPr>
              <a:spLocks noChangeArrowheads="1"/>
            </p:cNvSpPr>
            <p:nvPr/>
          </p:nvSpPr>
          <p:spPr bwMode="auto">
            <a:xfrm>
              <a:off x="3456" y="832"/>
              <a:ext cx="800" cy="24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5732" name="Rectangle 8"/>
            <p:cNvSpPr>
              <a:spLocks noChangeArrowheads="1"/>
            </p:cNvSpPr>
            <p:nvPr/>
          </p:nvSpPr>
          <p:spPr bwMode="auto">
            <a:xfrm>
              <a:off x="4336" y="832"/>
              <a:ext cx="800" cy="24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115733" name="Group 9"/>
            <p:cNvGrpSpPr>
              <a:grpSpLocks/>
            </p:cNvGrpSpPr>
            <p:nvPr/>
          </p:nvGrpSpPr>
          <p:grpSpPr bwMode="auto">
            <a:xfrm>
              <a:off x="3504" y="760"/>
              <a:ext cx="1584" cy="1048"/>
              <a:chOff x="3504" y="760"/>
              <a:chExt cx="1584" cy="1048"/>
            </a:xfrm>
          </p:grpSpPr>
          <p:sp>
            <p:nvSpPr>
              <p:cNvPr id="115734" name="Line 10"/>
              <p:cNvSpPr>
                <a:spLocks noChangeShapeType="1"/>
              </p:cNvSpPr>
              <p:nvPr/>
            </p:nvSpPr>
            <p:spPr bwMode="auto">
              <a:xfrm>
                <a:off x="3704" y="760"/>
                <a:ext cx="0" cy="84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5735" name="Line 11"/>
              <p:cNvSpPr>
                <a:spLocks noChangeShapeType="1"/>
              </p:cNvSpPr>
              <p:nvPr/>
            </p:nvSpPr>
            <p:spPr bwMode="auto">
              <a:xfrm>
                <a:off x="3504" y="760"/>
                <a:ext cx="0" cy="1048"/>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5736" name="Line 12"/>
              <p:cNvSpPr>
                <a:spLocks noChangeShapeType="1"/>
              </p:cNvSpPr>
              <p:nvPr/>
            </p:nvSpPr>
            <p:spPr bwMode="auto">
              <a:xfrm flipH="1">
                <a:off x="3504" y="760"/>
                <a:ext cx="200"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5737" name="Line 13"/>
              <p:cNvSpPr>
                <a:spLocks noChangeShapeType="1"/>
              </p:cNvSpPr>
              <p:nvPr/>
            </p:nvSpPr>
            <p:spPr bwMode="auto">
              <a:xfrm>
                <a:off x="4888" y="760"/>
                <a:ext cx="0" cy="84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5738" name="Line 14"/>
              <p:cNvSpPr>
                <a:spLocks noChangeShapeType="1"/>
              </p:cNvSpPr>
              <p:nvPr/>
            </p:nvSpPr>
            <p:spPr bwMode="auto">
              <a:xfrm>
                <a:off x="5088" y="760"/>
                <a:ext cx="0" cy="1048"/>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5739" name="Line 15"/>
              <p:cNvSpPr>
                <a:spLocks noChangeShapeType="1"/>
              </p:cNvSpPr>
              <p:nvPr/>
            </p:nvSpPr>
            <p:spPr bwMode="auto">
              <a:xfrm>
                <a:off x="3704" y="1600"/>
                <a:ext cx="1184"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5740" name="Line 16"/>
              <p:cNvSpPr>
                <a:spLocks noChangeShapeType="1"/>
              </p:cNvSpPr>
              <p:nvPr/>
            </p:nvSpPr>
            <p:spPr bwMode="auto">
              <a:xfrm>
                <a:off x="3504" y="1808"/>
                <a:ext cx="1584"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5741" name="Line 17"/>
              <p:cNvSpPr>
                <a:spLocks noChangeShapeType="1"/>
              </p:cNvSpPr>
              <p:nvPr/>
            </p:nvSpPr>
            <p:spPr bwMode="auto">
              <a:xfrm flipH="1">
                <a:off x="4888" y="760"/>
                <a:ext cx="200"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graphicFrame>
        <p:nvGraphicFramePr>
          <p:cNvPr id="115717" name="Object 18"/>
          <p:cNvGraphicFramePr>
            <a:graphicFrameLocks noChangeAspect="1"/>
          </p:cNvGraphicFramePr>
          <p:nvPr/>
        </p:nvGraphicFramePr>
        <p:xfrm>
          <a:off x="8943975" y="1270001"/>
          <a:ext cx="338138" cy="473075"/>
        </p:xfrm>
        <a:graphic>
          <a:graphicData uri="http://schemas.openxmlformats.org/presentationml/2006/ole">
            <mc:AlternateContent xmlns:mc="http://schemas.openxmlformats.org/markup-compatibility/2006">
              <mc:Choice xmlns:v="urn:schemas-microsoft-com:vml" Requires="v">
                <p:oleObj spid="_x0000_s48250" name="Equation" r:id="rId4" imgW="142818" imgH="209414" progId="Equation.DSMT4">
                  <p:embed/>
                </p:oleObj>
              </mc:Choice>
              <mc:Fallback>
                <p:oleObj name="Equation" r:id="rId4" imgW="142818" imgH="209414"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43975" y="1270001"/>
                        <a:ext cx="338138"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718" name="Line 19"/>
          <p:cNvSpPr>
            <a:spLocks noChangeShapeType="1"/>
          </p:cNvSpPr>
          <p:nvPr/>
        </p:nvSpPr>
        <p:spPr bwMode="auto">
          <a:xfrm>
            <a:off x="7264400" y="1511300"/>
            <a:ext cx="1016000" cy="0"/>
          </a:xfrm>
          <a:prstGeom prst="line">
            <a:avLst/>
          </a:prstGeom>
          <a:noFill/>
          <a:ln w="12700" cap="sq">
            <a:solidFill>
              <a:srgbClr val="0000FF"/>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15719" name="Object 20"/>
          <p:cNvGraphicFramePr>
            <a:graphicFrameLocks noChangeAspect="1"/>
          </p:cNvGraphicFramePr>
          <p:nvPr/>
        </p:nvGraphicFramePr>
        <p:xfrm>
          <a:off x="7064375" y="800101"/>
          <a:ext cx="363538" cy="473075"/>
        </p:xfrm>
        <a:graphic>
          <a:graphicData uri="http://schemas.openxmlformats.org/presentationml/2006/ole">
            <mc:AlternateContent xmlns:mc="http://schemas.openxmlformats.org/markup-compatibility/2006">
              <mc:Choice xmlns:v="urn:schemas-microsoft-com:vml" Requires="v">
                <p:oleObj spid="_x0000_s48251" name="Equation" r:id="rId6" imgW="161778" imgH="209414" progId="Equation.DSMT4">
                  <p:embed/>
                </p:oleObj>
              </mc:Choice>
              <mc:Fallback>
                <p:oleObj name="Equation" r:id="rId6" imgW="161778" imgH="209414"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64375" y="800101"/>
                        <a:ext cx="363538"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20" name="Object 21"/>
          <p:cNvGraphicFramePr>
            <a:graphicFrameLocks noChangeAspect="1"/>
          </p:cNvGraphicFramePr>
          <p:nvPr/>
        </p:nvGraphicFramePr>
        <p:xfrm>
          <a:off x="7546975" y="1403351"/>
          <a:ext cx="312738" cy="815975"/>
        </p:xfrm>
        <a:graphic>
          <a:graphicData uri="http://schemas.openxmlformats.org/presentationml/2006/ole">
            <mc:AlternateContent xmlns:mc="http://schemas.openxmlformats.org/markup-compatibility/2006">
              <mc:Choice xmlns:v="urn:schemas-microsoft-com:vml" Requires="v">
                <p:oleObj spid="_x0000_s48252" name="Equation" r:id="rId8" imgW="133337" imgH="371373" progId="Equation.DSMT4">
                  <p:embed/>
                </p:oleObj>
              </mc:Choice>
              <mc:Fallback>
                <p:oleObj name="Equation" r:id="rId8" imgW="133337" imgH="371373"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46975" y="1403351"/>
                        <a:ext cx="312738"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721" name="Line 22"/>
          <p:cNvSpPr>
            <a:spLocks noChangeShapeType="1"/>
          </p:cNvSpPr>
          <p:nvPr/>
        </p:nvSpPr>
        <p:spPr bwMode="auto">
          <a:xfrm>
            <a:off x="7251700" y="2717800"/>
            <a:ext cx="2197100" cy="0"/>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5722" name="Line 23"/>
          <p:cNvSpPr>
            <a:spLocks noChangeShapeType="1"/>
          </p:cNvSpPr>
          <p:nvPr/>
        </p:nvSpPr>
        <p:spPr bwMode="auto">
          <a:xfrm flipV="1">
            <a:off x="7251700" y="1511300"/>
            <a:ext cx="0" cy="1219200"/>
          </a:xfrm>
          <a:prstGeom prst="line">
            <a:avLst/>
          </a:prstGeom>
          <a:noFill/>
          <a:ln w="12700" cap="sq">
            <a:solidFill>
              <a:srgbClr val="0000FF"/>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5723" name="Line 24"/>
          <p:cNvSpPr>
            <a:spLocks noChangeShapeType="1"/>
          </p:cNvSpPr>
          <p:nvPr/>
        </p:nvSpPr>
        <p:spPr bwMode="auto">
          <a:xfrm flipV="1">
            <a:off x="9448800" y="1498600"/>
            <a:ext cx="0" cy="1219200"/>
          </a:xfrm>
          <a:prstGeom prst="line">
            <a:avLst/>
          </a:prstGeom>
          <a:noFill/>
          <a:ln w="12700" cap="sq">
            <a:solidFill>
              <a:srgbClr val="0000FF"/>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15724" name="Object 25"/>
          <p:cNvGraphicFramePr>
            <a:graphicFrameLocks noChangeAspect="1"/>
          </p:cNvGraphicFramePr>
          <p:nvPr/>
        </p:nvGraphicFramePr>
        <p:xfrm>
          <a:off x="8245475" y="2552701"/>
          <a:ext cx="260350" cy="473075"/>
        </p:xfrm>
        <a:graphic>
          <a:graphicData uri="http://schemas.openxmlformats.org/presentationml/2006/ole">
            <mc:AlternateContent xmlns:mc="http://schemas.openxmlformats.org/markup-compatibility/2006">
              <mc:Choice xmlns:v="urn:schemas-microsoft-com:vml" Requires="v">
                <p:oleObj spid="_x0000_s48253" name="Equation" r:id="rId10" imgW="104896" imgH="209414" progId="Equation.DSMT4">
                  <p:embed/>
                </p:oleObj>
              </mc:Choice>
              <mc:Fallback>
                <p:oleObj name="Equation" r:id="rId10" imgW="104896" imgH="209414"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245475" y="2552701"/>
                        <a:ext cx="260350"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25" name="Object 26"/>
          <p:cNvGraphicFramePr>
            <a:graphicFrameLocks noChangeAspect="1"/>
          </p:cNvGraphicFramePr>
          <p:nvPr/>
        </p:nvGraphicFramePr>
        <p:xfrm>
          <a:off x="8207375" y="1524001"/>
          <a:ext cx="260350" cy="473075"/>
        </p:xfrm>
        <a:graphic>
          <a:graphicData uri="http://schemas.openxmlformats.org/presentationml/2006/ole">
            <mc:AlternateContent xmlns:mc="http://schemas.openxmlformats.org/markup-compatibility/2006">
              <mc:Choice xmlns:v="urn:schemas-microsoft-com:vml" Requires="v">
                <p:oleObj spid="_x0000_s48254" name="Equation" r:id="rId12" imgW="104896" imgH="209414" progId="Equation.DSMT4">
                  <p:embed/>
                </p:oleObj>
              </mc:Choice>
              <mc:Fallback>
                <p:oleObj name="Equation" r:id="rId12" imgW="104896" imgH="209414"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07375" y="1524001"/>
                        <a:ext cx="260350"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26" name="Object 27"/>
          <p:cNvGraphicFramePr>
            <a:graphicFrameLocks noChangeAspect="1"/>
          </p:cNvGraphicFramePr>
          <p:nvPr/>
        </p:nvGraphicFramePr>
        <p:xfrm>
          <a:off x="2155826" y="1624014"/>
          <a:ext cx="4164013" cy="1290637"/>
        </p:xfrm>
        <a:graphic>
          <a:graphicData uri="http://schemas.openxmlformats.org/presentationml/2006/ole">
            <mc:AlternateContent xmlns:mc="http://schemas.openxmlformats.org/markup-compatibility/2006">
              <mc:Choice xmlns:v="urn:schemas-microsoft-com:vml" Requires="v">
                <p:oleObj spid="_x0000_s48255" name="Equation" r:id="rId14" imgW="2009845" imgH="600075" progId="Equation.DSMT4">
                  <p:embed/>
                </p:oleObj>
              </mc:Choice>
              <mc:Fallback>
                <p:oleObj name="Equation" r:id="rId14" imgW="2009845" imgH="600075"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55826" y="1624014"/>
                        <a:ext cx="4164013" cy="1290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27" name="Object 28"/>
          <p:cNvGraphicFramePr>
            <a:graphicFrameLocks noChangeAspect="1"/>
          </p:cNvGraphicFramePr>
          <p:nvPr/>
        </p:nvGraphicFramePr>
        <p:xfrm>
          <a:off x="3709988" y="3543301"/>
          <a:ext cx="1587500" cy="474663"/>
        </p:xfrm>
        <a:graphic>
          <a:graphicData uri="http://schemas.openxmlformats.org/presentationml/2006/ole">
            <mc:AlternateContent xmlns:mc="http://schemas.openxmlformats.org/markup-compatibility/2006">
              <mc:Choice xmlns:v="urn:schemas-microsoft-com:vml" Requires="v">
                <p:oleObj spid="_x0000_s48256" name="Equation" r:id="rId16" imgW="752622" imgH="209414" progId="Equation.DSMT4">
                  <p:embed/>
                </p:oleObj>
              </mc:Choice>
              <mc:Fallback>
                <p:oleObj name="Equation" r:id="rId16" imgW="752622" imgH="209414"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09988" y="3543301"/>
                        <a:ext cx="1587500"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28" name="Object 29"/>
          <p:cNvGraphicFramePr>
            <a:graphicFrameLocks noChangeAspect="1"/>
          </p:cNvGraphicFramePr>
          <p:nvPr/>
        </p:nvGraphicFramePr>
        <p:xfrm>
          <a:off x="3592513" y="4330701"/>
          <a:ext cx="1822450" cy="474663"/>
        </p:xfrm>
        <a:graphic>
          <a:graphicData uri="http://schemas.openxmlformats.org/presentationml/2006/ole">
            <mc:AlternateContent xmlns:mc="http://schemas.openxmlformats.org/markup-compatibility/2006">
              <mc:Choice xmlns:v="urn:schemas-microsoft-com:vml" Requires="v">
                <p:oleObj spid="_x0000_s48257" name="Equation" r:id="rId18" imgW="866692" imgH="209414" progId="Equation.DSMT4">
                  <p:embed/>
                </p:oleObj>
              </mc:Choice>
              <mc:Fallback>
                <p:oleObj name="Equation" r:id="rId18" imgW="866692" imgH="209414"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592513" y="4330701"/>
                        <a:ext cx="1822450"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8581984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 Box 2"/>
          <p:cNvSpPr txBox="1">
            <a:spLocks noChangeArrowheads="1"/>
          </p:cNvSpPr>
          <p:nvPr/>
        </p:nvSpPr>
        <p:spPr bwMode="auto">
          <a:xfrm>
            <a:off x="2209800" y="762001"/>
            <a:ext cx="3213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磁屏敝：</a:t>
            </a:r>
          </a:p>
        </p:txBody>
      </p:sp>
      <p:sp>
        <p:nvSpPr>
          <p:cNvPr id="117763" name="Text Box 3"/>
          <p:cNvSpPr txBox="1">
            <a:spLocks noChangeArrowheads="1"/>
          </p:cNvSpPr>
          <p:nvPr/>
        </p:nvSpPr>
        <p:spPr bwMode="auto">
          <a:xfrm>
            <a:off x="2387600" y="1574800"/>
            <a:ext cx="3479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铁壳的壁与腔内空气看成是并联的磁路</a:t>
            </a:r>
          </a:p>
        </p:txBody>
      </p:sp>
      <p:graphicFrame>
        <p:nvGraphicFramePr>
          <p:cNvPr id="117764" name="Object 4"/>
          <p:cNvGraphicFramePr>
            <a:graphicFrameLocks noChangeAspect="1"/>
          </p:cNvGraphicFramePr>
          <p:nvPr/>
        </p:nvGraphicFramePr>
        <p:xfrm>
          <a:off x="2708276" y="2692400"/>
          <a:ext cx="2525713" cy="527050"/>
        </p:xfrm>
        <a:graphic>
          <a:graphicData uri="http://schemas.openxmlformats.org/presentationml/2006/ole">
            <mc:AlternateContent xmlns:mc="http://schemas.openxmlformats.org/markup-compatibility/2006">
              <mc:Choice xmlns:v="urn:schemas-microsoft-com:vml" Requires="v">
                <p:oleObj spid="_x0000_s49184" name="Equation" r:id="rId4" imgW="1209822" imgH="238193" progId="Equation.DSMT4">
                  <p:embed/>
                </p:oleObj>
              </mc:Choice>
              <mc:Fallback>
                <p:oleObj name="Equation" r:id="rId4" imgW="1209822" imgH="23819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8276" y="2692400"/>
                        <a:ext cx="2525713"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65" name="Object 5"/>
          <p:cNvGraphicFramePr>
            <a:graphicFrameLocks noChangeAspect="1"/>
          </p:cNvGraphicFramePr>
          <p:nvPr/>
        </p:nvGraphicFramePr>
        <p:xfrm>
          <a:off x="2924176" y="3632201"/>
          <a:ext cx="1457325" cy="500063"/>
        </p:xfrm>
        <a:graphic>
          <a:graphicData uri="http://schemas.openxmlformats.org/presentationml/2006/ole">
            <mc:AlternateContent xmlns:mc="http://schemas.openxmlformats.org/markup-compatibility/2006">
              <mc:Choice xmlns:v="urn:schemas-microsoft-com:vml" Requires="v">
                <p:oleObj spid="_x0000_s49185" name="Equation" r:id="rId6" imgW="695433" imgH="219211" progId="Equation.DSMT4">
                  <p:embed/>
                </p:oleObj>
              </mc:Choice>
              <mc:Fallback>
                <p:oleObj name="Equation" r:id="rId6" imgW="695433" imgH="219211"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4176" y="3632201"/>
                        <a:ext cx="1457325"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7766" name="Group 6"/>
          <p:cNvGrpSpPr>
            <a:grpSpLocks/>
          </p:cNvGrpSpPr>
          <p:nvPr/>
        </p:nvGrpSpPr>
        <p:grpSpPr bwMode="auto">
          <a:xfrm>
            <a:off x="6362700" y="1104901"/>
            <a:ext cx="3657600" cy="2549525"/>
            <a:chOff x="2112" y="1724"/>
            <a:chExt cx="2304" cy="1606"/>
          </a:xfrm>
        </p:grpSpPr>
        <p:sp>
          <p:nvSpPr>
            <p:cNvPr id="117770" name="Freeform 7"/>
            <p:cNvSpPr>
              <a:spLocks/>
            </p:cNvSpPr>
            <p:nvPr/>
          </p:nvSpPr>
          <p:spPr bwMode="auto">
            <a:xfrm>
              <a:off x="2112" y="1724"/>
              <a:ext cx="2304" cy="82"/>
            </a:xfrm>
            <a:custGeom>
              <a:avLst/>
              <a:gdLst>
                <a:gd name="T0" fmla="*/ 0 w 2304"/>
                <a:gd name="T1" fmla="*/ 4 h 82"/>
                <a:gd name="T2" fmla="*/ 504 w 2304"/>
                <a:gd name="T3" fmla="*/ 23 h 82"/>
                <a:gd name="T4" fmla="*/ 1070 w 2304"/>
                <a:gd name="T5" fmla="*/ 80 h 82"/>
                <a:gd name="T6" fmla="*/ 1750 w 2304"/>
                <a:gd name="T7" fmla="*/ 13 h 82"/>
                <a:gd name="T8" fmla="*/ 2304 w 2304"/>
                <a:gd name="T9" fmla="*/ 4 h 82"/>
                <a:gd name="T10" fmla="*/ 0 60000 65536"/>
                <a:gd name="T11" fmla="*/ 0 60000 65536"/>
                <a:gd name="T12" fmla="*/ 0 60000 65536"/>
                <a:gd name="T13" fmla="*/ 0 60000 65536"/>
                <a:gd name="T14" fmla="*/ 0 60000 65536"/>
                <a:gd name="T15" fmla="*/ 0 w 2304"/>
                <a:gd name="T16" fmla="*/ 0 h 82"/>
                <a:gd name="T17" fmla="*/ 2304 w 2304"/>
                <a:gd name="T18" fmla="*/ 82 h 82"/>
              </a:gdLst>
              <a:ahLst/>
              <a:cxnLst>
                <a:cxn ang="T10">
                  <a:pos x="T0" y="T1"/>
                </a:cxn>
                <a:cxn ang="T11">
                  <a:pos x="T2" y="T3"/>
                </a:cxn>
                <a:cxn ang="T12">
                  <a:pos x="T4" y="T5"/>
                </a:cxn>
                <a:cxn ang="T13">
                  <a:pos x="T6" y="T7"/>
                </a:cxn>
                <a:cxn ang="T14">
                  <a:pos x="T8" y="T9"/>
                </a:cxn>
              </a:cxnLst>
              <a:rect l="T15" t="T16" r="T17" b="T18"/>
              <a:pathLst>
                <a:path w="2304" h="82">
                  <a:moveTo>
                    <a:pt x="0" y="4"/>
                  </a:moveTo>
                  <a:cubicBezTo>
                    <a:pt x="84" y="7"/>
                    <a:pt x="326" y="10"/>
                    <a:pt x="504" y="23"/>
                  </a:cubicBezTo>
                  <a:cubicBezTo>
                    <a:pt x="682" y="36"/>
                    <a:pt x="862" y="82"/>
                    <a:pt x="1070" y="80"/>
                  </a:cubicBezTo>
                  <a:cubicBezTo>
                    <a:pt x="1278" y="78"/>
                    <a:pt x="1544" y="26"/>
                    <a:pt x="1750" y="13"/>
                  </a:cubicBezTo>
                  <a:cubicBezTo>
                    <a:pt x="1956" y="0"/>
                    <a:pt x="2189" y="6"/>
                    <a:pt x="2304" y="4"/>
                  </a:cubicBezTo>
                </a:path>
              </a:pathLst>
            </a:custGeom>
            <a:noFill/>
            <a:ln w="9525" cap="rnd">
              <a:solidFill>
                <a:srgbClr val="D00C23"/>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7771" name="Freeform 8"/>
            <p:cNvSpPr>
              <a:spLocks/>
            </p:cNvSpPr>
            <p:nvPr/>
          </p:nvSpPr>
          <p:spPr bwMode="auto">
            <a:xfrm>
              <a:off x="2112" y="1956"/>
              <a:ext cx="2304" cy="27"/>
            </a:xfrm>
            <a:custGeom>
              <a:avLst/>
              <a:gdLst>
                <a:gd name="T0" fmla="*/ 0 w 2304"/>
                <a:gd name="T1" fmla="*/ 0 h 27"/>
                <a:gd name="T2" fmla="*/ 1070 w 2304"/>
                <a:gd name="T3" fmla="*/ 27 h 27"/>
                <a:gd name="T4" fmla="*/ 2304 w 2304"/>
                <a:gd name="T5" fmla="*/ 0 h 27"/>
                <a:gd name="T6" fmla="*/ 0 60000 65536"/>
                <a:gd name="T7" fmla="*/ 0 60000 65536"/>
                <a:gd name="T8" fmla="*/ 0 60000 65536"/>
                <a:gd name="T9" fmla="*/ 0 w 2304"/>
                <a:gd name="T10" fmla="*/ 0 h 27"/>
                <a:gd name="T11" fmla="*/ 2304 w 2304"/>
                <a:gd name="T12" fmla="*/ 27 h 27"/>
              </a:gdLst>
              <a:ahLst/>
              <a:cxnLst>
                <a:cxn ang="T6">
                  <a:pos x="T0" y="T1"/>
                </a:cxn>
                <a:cxn ang="T7">
                  <a:pos x="T2" y="T3"/>
                </a:cxn>
                <a:cxn ang="T8">
                  <a:pos x="T4" y="T5"/>
                </a:cxn>
              </a:cxnLst>
              <a:rect l="T9" t="T10" r="T11" b="T12"/>
              <a:pathLst>
                <a:path w="2304" h="27">
                  <a:moveTo>
                    <a:pt x="0" y="0"/>
                  </a:moveTo>
                  <a:cubicBezTo>
                    <a:pt x="178" y="4"/>
                    <a:pt x="686" y="27"/>
                    <a:pt x="1070" y="27"/>
                  </a:cubicBezTo>
                  <a:cubicBezTo>
                    <a:pt x="1454" y="27"/>
                    <a:pt x="2047" y="6"/>
                    <a:pt x="2304" y="0"/>
                  </a:cubicBezTo>
                </a:path>
              </a:pathLst>
            </a:custGeom>
            <a:noFill/>
            <a:ln w="9525" cap="rnd">
              <a:solidFill>
                <a:srgbClr val="D00C23"/>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7772" name="Freeform 9"/>
            <p:cNvSpPr>
              <a:spLocks/>
            </p:cNvSpPr>
            <p:nvPr/>
          </p:nvSpPr>
          <p:spPr bwMode="auto">
            <a:xfrm>
              <a:off x="2112" y="2056"/>
              <a:ext cx="2304" cy="129"/>
            </a:xfrm>
            <a:custGeom>
              <a:avLst/>
              <a:gdLst>
                <a:gd name="T0" fmla="*/ 0 w 2304"/>
                <a:gd name="T1" fmla="*/ 129 h 129"/>
                <a:gd name="T2" fmla="*/ 504 w 2304"/>
                <a:gd name="T3" fmla="*/ 87 h 129"/>
                <a:gd name="T4" fmla="*/ 1061 w 2304"/>
                <a:gd name="T5" fmla="*/ 2 h 129"/>
                <a:gd name="T6" fmla="*/ 1618 w 2304"/>
                <a:gd name="T7" fmla="*/ 78 h 129"/>
                <a:gd name="T8" fmla="*/ 2304 w 2304"/>
                <a:gd name="T9" fmla="*/ 129 h 129"/>
                <a:gd name="T10" fmla="*/ 0 60000 65536"/>
                <a:gd name="T11" fmla="*/ 0 60000 65536"/>
                <a:gd name="T12" fmla="*/ 0 60000 65536"/>
                <a:gd name="T13" fmla="*/ 0 60000 65536"/>
                <a:gd name="T14" fmla="*/ 0 60000 65536"/>
                <a:gd name="T15" fmla="*/ 0 w 2304"/>
                <a:gd name="T16" fmla="*/ 0 h 129"/>
                <a:gd name="T17" fmla="*/ 2304 w 2304"/>
                <a:gd name="T18" fmla="*/ 129 h 129"/>
              </a:gdLst>
              <a:ahLst/>
              <a:cxnLst>
                <a:cxn ang="T10">
                  <a:pos x="T0" y="T1"/>
                </a:cxn>
                <a:cxn ang="T11">
                  <a:pos x="T2" y="T3"/>
                </a:cxn>
                <a:cxn ang="T12">
                  <a:pos x="T4" y="T5"/>
                </a:cxn>
                <a:cxn ang="T13">
                  <a:pos x="T6" y="T7"/>
                </a:cxn>
                <a:cxn ang="T14">
                  <a:pos x="T8" y="T9"/>
                </a:cxn>
              </a:cxnLst>
              <a:rect l="T15" t="T16" r="T17" b="T18"/>
              <a:pathLst>
                <a:path w="2304" h="129">
                  <a:moveTo>
                    <a:pt x="0" y="129"/>
                  </a:moveTo>
                  <a:cubicBezTo>
                    <a:pt x="84" y="122"/>
                    <a:pt x="327" y="108"/>
                    <a:pt x="504" y="87"/>
                  </a:cubicBezTo>
                  <a:cubicBezTo>
                    <a:pt x="681" y="66"/>
                    <a:pt x="875" y="4"/>
                    <a:pt x="1061" y="2"/>
                  </a:cubicBezTo>
                  <a:cubicBezTo>
                    <a:pt x="1247" y="0"/>
                    <a:pt x="1411" y="57"/>
                    <a:pt x="1618" y="78"/>
                  </a:cubicBezTo>
                  <a:cubicBezTo>
                    <a:pt x="1825" y="99"/>
                    <a:pt x="2161" y="119"/>
                    <a:pt x="2304" y="129"/>
                  </a:cubicBezTo>
                </a:path>
              </a:pathLst>
            </a:custGeom>
            <a:noFill/>
            <a:ln w="9525" cap="rnd">
              <a:solidFill>
                <a:srgbClr val="D00C23"/>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7773" name="Freeform 10"/>
            <p:cNvSpPr>
              <a:spLocks/>
            </p:cNvSpPr>
            <p:nvPr/>
          </p:nvSpPr>
          <p:spPr bwMode="auto">
            <a:xfrm>
              <a:off x="2112" y="2123"/>
              <a:ext cx="2304" cy="291"/>
            </a:xfrm>
            <a:custGeom>
              <a:avLst/>
              <a:gdLst>
                <a:gd name="T0" fmla="*/ 0 w 2304"/>
                <a:gd name="T1" fmla="*/ 291 h 291"/>
                <a:gd name="T2" fmla="*/ 343 w 2304"/>
                <a:gd name="T3" fmla="*/ 275 h 291"/>
                <a:gd name="T4" fmla="*/ 617 w 2304"/>
                <a:gd name="T5" fmla="*/ 200 h 291"/>
                <a:gd name="T6" fmla="*/ 1051 w 2304"/>
                <a:gd name="T7" fmla="*/ 2 h 291"/>
                <a:gd name="T8" fmla="*/ 1495 w 2304"/>
                <a:gd name="T9" fmla="*/ 190 h 291"/>
                <a:gd name="T10" fmla="*/ 1759 w 2304"/>
                <a:gd name="T11" fmla="*/ 257 h 291"/>
                <a:gd name="T12" fmla="*/ 2304 w 2304"/>
                <a:gd name="T13" fmla="*/ 291 h 291"/>
                <a:gd name="T14" fmla="*/ 0 60000 65536"/>
                <a:gd name="T15" fmla="*/ 0 60000 65536"/>
                <a:gd name="T16" fmla="*/ 0 60000 65536"/>
                <a:gd name="T17" fmla="*/ 0 60000 65536"/>
                <a:gd name="T18" fmla="*/ 0 60000 65536"/>
                <a:gd name="T19" fmla="*/ 0 60000 65536"/>
                <a:gd name="T20" fmla="*/ 0 60000 65536"/>
                <a:gd name="T21" fmla="*/ 0 w 2304"/>
                <a:gd name="T22" fmla="*/ 0 h 291"/>
                <a:gd name="T23" fmla="*/ 2304 w 2304"/>
                <a:gd name="T24" fmla="*/ 291 h 2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04" h="291">
                  <a:moveTo>
                    <a:pt x="0" y="291"/>
                  </a:moveTo>
                  <a:cubicBezTo>
                    <a:pt x="57" y="288"/>
                    <a:pt x="240" y="290"/>
                    <a:pt x="343" y="275"/>
                  </a:cubicBezTo>
                  <a:cubicBezTo>
                    <a:pt x="446" y="260"/>
                    <a:pt x="499" y="246"/>
                    <a:pt x="617" y="200"/>
                  </a:cubicBezTo>
                  <a:cubicBezTo>
                    <a:pt x="735" y="154"/>
                    <a:pt x="905" y="4"/>
                    <a:pt x="1051" y="2"/>
                  </a:cubicBezTo>
                  <a:cubicBezTo>
                    <a:pt x="1197" y="0"/>
                    <a:pt x="1377" y="148"/>
                    <a:pt x="1495" y="190"/>
                  </a:cubicBezTo>
                  <a:cubicBezTo>
                    <a:pt x="1613" y="232"/>
                    <a:pt x="1624" y="240"/>
                    <a:pt x="1759" y="257"/>
                  </a:cubicBezTo>
                  <a:cubicBezTo>
                    <a:pt x="1894" y="274"/>
                    <a:pt x="2191" y="284"/>
                    <a:pt x="2304" y="291"/>
                  </a:cubicBezTo>
                </a:path>
              </a:pathLst>
            </a:custGeom>
            <a:noFill/>
            <a:ln w="9525" cap="rnd">
              <a:solidFill>
                <a:srgbClr val="D00C23"/>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7774" name="Freeform 11"/>
            <p:cNvSpPr>
              <a:spLocks/>
            </p:cNvSpPr>
            <p:nvPr/>
          </p:nvSpPr>
          <p:spPr bwMode="auto">
            <a:xfrm>
              <a:off x="2112" y="1835"/>
              <a:ext cx="2304" cy="102"/>
            </a:xfrm>
            <a:custGeom>
              <a:avLst/>
              <a:gdLst>
                <a:gd name="T0" fmla="*/ 0 w 2304"/>
                <a:gd name="T1" fmla="*/ 7 h 102"/>
                <a:gd name="T2" fmla="*/ 371 w 2304"/>
                <a:gd name="T3" fmla="*/ 25 h 102"/>
                <a:gd name="T4" fmla="*/ 1070 w 2304"/>
                <a:gd name="T5" fmla="*/ 101 h 102"/>
                <a:gd name="T6" fmla="*/ 1892 w 2304"/>
                <a:gd name="T7" fmla="*/ 16 h 102"/>
                <a:gd name="T8" fmla="*/ 2304 w 2304"/>
                <a:gd name="T9" fmla="*/ 7 h 102"/>
                <a:gd name="T10" fmla="*/ 0 60000 65536"/>
                <a:gd name="T11" fmla="*/ 0 60000 65536"/>
                <a:gd name="T12" fmla="*/ 0 60000 65536"/>
                <a:gd name="T13" fmla="*/ 0 60000 65536"/>
                <a:gd name="T14" fmla="*/ 0 60000 65536"/>
                <a:gd name="T15" fmla="*/ 0 w 2304"/>
                <a:gd name="T16" fmla="*/ 0 h 102"/>
                <a:gd name="T17" fmla="*/ 2304 w 2304"/>
                <a:gd name="T18" fmla="*/ 102 h 102"/>
              </a:gdLst>
              <a:ahLst/>
              <a:cxnLst>
                <a:cxn ang="T10">
                  <a:pos x="T0" y="T1"/>
                </a:cxn>
                <a:cxn ang="T11">
                  <a:pos x="T2" y="T3"/>
                </a:cxn>
                <a:cxn ang="T12">
                  <a:pos x="T4" y="T5"/>
                </a:cxn>
                <a:cxn ang="T13">
                  <a:pos x="T6" y="T7"/>
                </a:cxn>
                <a:cxn ang="T14">
                  <a:pos x="T8" y="T9"/>
                </a:cxn>
              </a:cxnLst>
              <a:rect l="T15" t="T16" r="T17" b="T18"/>
              <a:pathLst>
                <a:path w="2304" h="102">
                  <a:moveTo>
                    <a:pt x="0" y="7"/>
                  </a:moveTo>
                  <a:cubicBezTo>
                    <a:pt x="62" y="10"/>
                    <a:pt x="193" y="9"/>
                    <a:pt x="371" y="25"/>
                  </a:cubicBezTo>
                  <a:cubicBezTo>
                    <a:pt x="549" y="41"/>
                    <a:pt x="817" y="102"/>
                    <a:pt x="1070" y="101"/>
                  </a:cubicBezTo>
                  <a:cubicBezTo>
                    <a:pt x="1323" y="100"/>
                    <a:pt x="1686" y="32"/>
                    <a:pt x="1892" y="16"/>
                  </a:cubicBezTo>
                  <a:cubicBezTo>
                    <a:pt x="2098" y="0"/>
                    <a:pt x="2218" y="9"/>
                    <a:pt x="2304" y="7"/>
                  </a:cubicBezTo>
                </a:path>
              </a:pathLst>
            </a:custGeom>
            <a:noFill/>
            <a:ln w="9525" cap="rnd">
              <a:solidFill>
                <a:srgbClr val="D00C23"/>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7775" name="Freeform 12"/>
            <p:cNvSpPr>
              <a:spLocks/>
            </p:cNvSpPr>
            <p:nvPr/>
          </p:nvSpPr>
          <p:spPr bwMode="auto">
            <a:xfrm>
              <a:off x="2112" y="2000"/>
              <a:ext cx="2304" cy="64"/>
            </a:xfrm>
            <a:custGeom>
              <a:avLst/>
              <a:gdLst>
                <a:gd name="T0" fmla="*/ 0 w 2304"/>
                <a:gd name="T1" fmla="*/ 64 h 64"/>
                <a:gd name="T2" fmla="*/ 551 w 2304"/>
                <a:gd name="T3" fmla="*/ 49 h 64"/>
                <a:gd name="T4" fmla="*/ 1070 w 2304"/>
                <a:gd name="T5" fmla="*/ 2 h 64"/>
                <a:gd name="T6" fmla="*/ 1533 w 2304"/>
                <a:gd name="T7" fmla="*/ 40 h 64"/>
                <a:gd name="T8" fmla="*/ 2304 w 2304"/>
                <a:gd name="T9" fmla="*/ 64 h 64"/>
                <a:gd name="T10" fmla="*/ 0 60000 65536"/>
                <a:gd name="T11" fmla="*/ 0 60000 65536"/>
                <a:gd name="T12" fmla="*/ 0 60000 65536"/>
                <a:gd name="T13" fmla="*/ 0 60000 65536"/>
                <a:gd name="T14" fmla="*/ 0 60000 65536"/>
                <a:gd name="T15" fmla="*/ 0 w 2304"/>
                <a:gd name="T16" fmla="*/ 0 h 64"/>
                <a:gd name="T17" fmla="*/ 2304 w 2304"/>
                <a:gd name="T18" fmla="*/ 64 h 64"/>
              </a:gdLst>
              <a:ahLst/>
              <a:cxnLst>
                <a:cxn ang="T10">
                  <a:pos x="T0" y="T1"/>
                </a:cxn>
                <a:cxn ang="T11">
                  <a:pos x="T2" y="T3"/>
                </a:cxn>
                <a:cxn ang="T12">
                  <a:pos x="T4" y="T5"/>
                </a:cxn>
                <a:cxn ang="T13">
                  <a:pos x="T6" y="T7"/>
                </a:cxn>
                <a:cxn ang="T14">
                  <a:pos x="T8" y="T9"/>
                </a:cxn>
              </a:cxnLst>
              <a:rect l="T15" t="T16" r="T17" b="T18"/>
              <a:pathLst>
                <a:path w="2304" h="64">
                  <a:moveTo>
                    <a:pt x="0" y="64"/>
                  </a:moveTo>
                  <a:cubicBezTo>
                    <a:pt x="92" y="62"/>
                    <a:pt x="373" y="59"/>
                    <a:pt x="551" y="49"/>
                  </a:cubicBezTo>
                  <a:cubicBezTo>
                    <a:pt x="729" y="39"/>
                    <a:pt x="906" y="4"/>
                    <a:pt x="1070" y="2"/>
                  </a:cubicBezTo>
                  <a:cubicBezTo>
                    <a:pt x="1234" y="0"/>
                    <a:pt x="1327" y="30"/>
                    <a:pt x="1533" y="40"/>
                  </a:cubicBezTo>
                  <a:cubicBezTo>
                    <a:pt x="1739" y="50"/>
                    <a:pt x="2144" y="59"/>
                    <a:pt x="2304" y="64"/>
                  </a:cubicBezTo>
                </a:path>
              </a:pathLst>
            </a:custGeom>
            <a:noFill/>
            <a:ln w="9525" cap="rnd">
              <a:solidFill>
                <a:srgbClr val="D00C23"/>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7776" name="Freeform 13"/>
            <p:cNvSpPr>
              <a:spLocks/>
            </p:cNvSpPr>
            <p:nvPr/>
          </p:nvSpPr>
          <p:spPr bwMode="auto">
            <a:xfrm>
              <a:off x="2112" y="2093"/>
              <a:ext cx="2304" cy="207"/>
            </a:xfrm>
            <a:custGeom>
              <a:avLst/>
              <a:gdLst>
                <a:gd name="T0" fmla="*/ 0 w 2304"/>
                <a:gd name="T1" fmla="*/ 207 h 207"/>
                <a:gd name="T2" fmla="*/ 532 w 2304"/>
                <a:gd name="T3" fmla="*/ 164 h 207"/>
                <a:gd name="T4" fmla="*/ 1051 w 2304"/>
                <a:gd name="T5" fmla="*/ 3 h 207"/>
                <a:gd name="T6" fmla="*/ 1599 w 2304"/>
                <a:gd name="T7" fmla="*/ 145 h 207"/>
                <a:gd name="T8" fmla="*/ 2304 w 2304"/>
                <a:gd name="T9" fmla="*/ 207 h 207"/>
                <a:gd name="T10" fmla="*/ 0 60000 65536"/>
                <a:gd name="T11" fmla="*/ 0 60000 65536"/>
                <a:gd name="T12" fmla="*/ 0 60000 65536"/>
                <a:gd name="T13" fmla="*/ 0 60000 65536"/>
                <a:gd name="T14" fmla="*/ 0 60000 65536"/>
                <a:gd name="T15" fmla="*/ 0 w 2304"/>
                <a:gd name="T16" fmla="*/ 0 h 207"/>
                <a:gd name="T17" fmla="*/ 2304 w 2304"/>
                <a:gd name="T18" fmla="*/ 207 h 207"/>
              </a:gdLst>
              <a:ahLst/>
              <a:cxnLst>
                <a:cxn ang="T10">
                  <a:pos x="T0" y="T1"/>
                </a:cxn>
                <a:cxn ang="T11">
                  <a:pos x="T2" y="T3"/>
                </a:cxn>
                <a:cxn ang="T12">
                  <a:pos x="T4" y="T5"/>
                </a:cxn>
                <a:cxn ang="T13">
                  <a:pos x="T6" y="T7"/>
                </a:cxn>
                <a:cxn ang="T14">
                  <a:pos x="T8" y="T9"/>
                </a:cxn>
              </a:cxnLst>
              <a:rect l="T15" t="T16" r="T17" b="T18"/>
              <a:pathLst>
                <a:path w="2304" h="207">
                  <a:moveTo>
                    <a:pt x="0" y="207"/>
                  </a:moveTo>
                  <a:cubicBezTo>
                    <a:pt x="89" y="200"/>
                    <a:pt x="357" y="198"/>
                    <a:pt x="532" y="164"/>
                  </a:cubicBezTo>
                  <a:cubicBezTo>
                    <a:pt x="707" y="130"/>
                    <a:pt x="873" y="6"/>
                    <a:pt x="1051" y="3"/>
                  </a:cubicBezTo>
                  <a:cubicBezTo>
                    <a:pt x="1229" y="0"/>
                    <a:pt x="1390" y="111"/>
                    <a:pt x="1599" y="145"/>
                  </a:cubicBezTo>
                  <a:cubicBezTo>
                    <a:pt x="1808" y="179"/>
                    <a:pt x="2157" y="194"/>
                    <a:pt x="2304" y="207"/>
                  </a:cubicBezTo>
                </a:path>
              </a:pathLst>
            </a:custGeom>
            <a:noFill/>
            <a:ln w="9525" cap="rnd">
              <a:solidFill>
                <a:srgbClr val="D00C23"/>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7777" name="Freeform 14"/>
            <p:cNvSpPr>
              <a:spLocks/>
            </p:cNvSpPr>
            <p:nvPr/>
          </p:nvSpPr>
          <p:spPr bwMode="auto">
            <a:xfrm>
              <a:off x="2112" y="2529"/>
              <a:ext cx="2304" cy="1"/>
            </a:xfrm>
            <a:custGeom>
              <a:avLst/>
              <a:gdLst>
                <a:gd name="T0" fmla="*/ 0 w 2304"/>
                <a:gd name="T1" fmla="*/ 0 h 1"/>
                <a:gd name="T2" fmla="*/ 2304 w 2304"/>
                <a:gd name="T3" fmla="*/ 0 h 1"/>
                <a:gd name="T4" fmla="*/ 0 60000 65536"/>
                <a:gd name="T5" fmla="*/ 0 60000 65536"/>
                <a:gd name="T6" fmla="*/ 0 w 2304"/>
                <a:gd name="T7" fmla="*/ 0 h 1"/>
                <a:gd name="T8" fmla="*/ 2304 w 2304"/>
                <a:gd name="T9" fmla="*/ 1 h 1"/>
              </a:gdLst>
              <a:ahLst/>
              <a:cxnLst>
                <a:cxn ang="T4">
                  <a:pos x="T0" y="T1"/>
                </a:cxn>
                <a:cxn ang="T5">
                  <a:pos x="T2" y="T3"/>
                </a:cxn>
              </a:cxnLst>
              <a:rect l="T6" t="T7" r="T8" b="T9"/>
              <a:pathLst>
                <a:path w="2304" h="1">
                  <a:moveTo>
                    <a:pt x="0" y="0"/>
                  </a:moveTo>
                  <a:cubicBezTo>
                    <a:pt x="0" y="0"/>
                    <a:pt x="1152" y="0"/>
                    <a:pt x="2304" y="0"/>
                  </a:cubicBezTo>
                </a:path>
              </a:pathLst>
            </a:custGeom>
            <a:noFill/>
            <a:ln w="9525" cap="rnd">
              <a:solidFill>
                <a:srgbClr val="D00C23"/>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7778" name="Freeform 15"/>
            <p:cNvSpPr>
              <a:spLocks/>
            </p:cNvSpPr>
            <p:nvPr/>
          </p:nvSpPr>
          <p:spPr bwMode="auto">
            <a:xfrm flipV="1">
              <a:off x="2112" y="3248"/>
              <a:ext cx="2304" cy="82"/>
            </a:xfrm>
            <a:custGeom>
              <a:avLst/>
              <a:gdLst>
                <a:gd name="T0" fmla="*/ 0 w 2304"/>
                <a:gd name="T1" fmla="*/ 4 h 82"/>
                <a:gd name="T2" fmla="*/ 504 w 2304"/>
                <a:gd name="T3" fmla="*/ 23 h 82"/>
                <a:gd name="T4" fmla="*/ 1070 w 2304"/>
                <a:gd name="T5" fmla="*/ 80 h 82"/>
                <a:gd name="T6" fmla="*/ 1750 w 2304"/>
                <a:gd name="T7" fmla="*/ 13 h 82"/>
                <a:gd name="T8" fmla="*/ 2304 w 2304"/>
                <a:gd name="T9" fmla="*/ 4 h 82"/>
                <a:gd name="T10" fmla="*/ 0 60000 65536"/>
                <a:gd name="T11" fmla="*/ 0 60000 65536"/>
                <a:gd name="T12" fmla="*/ 0 60000 65536"/>
                <a:gd name="T13" fmla="*/ 0 60000 65536"/>
                <a:gd name="T14" fmla="*/ 0 60000 65536"/>
                <a:gd name="T15" fmla="*/ 0 w 2304"/>
                <a:gd name="T16" fmla="*/ 0 h 82"/>
                <a:gd name="T17" fmla="*/ 2304 w 2304"/>
                <a:gd name="T18" fmla="*/ 82 h 82"/>
              </a:gdLst>
              <a:ahLst/>
              <a:cxnLst>
                <a:cxn ang="T10">
                  <a:pos x="T0" y="T1"/>
                </a:cxn>
                <a:cxn ang="T11">
                  <a:pos x="T2" y="T3"/>
                </a:cxn>
                <a:cxn ang="T12">
                  <a:pos x="T4" y="T5"/>
                </a:cxn>
                <a:cxn ang="T13">
                  <a:pos x="T6" y="T7"/>
                </a:cxn>
                <a:cxn ang="T14">
                  <a:pos x="T8" y="T9"/>
                </a:cxn>
              </a:cxnLst>
              <a:rect l="T15" t="T16" r="T17" b="T18"/>
              <a:pathLst>
                <a:path w="2304" h="82">
                  <a:moveTo>
                    <a:pt x="0" y="4"/>
                  </a:moveTo>
                  <a:cubicBezTo>
                    <a:pt x="84" y="7"/>
                    <a:pt x="326" y="10"/>
                    <a:pt x="504" y="23"/>
                  </a:cubicBezTo>
                  <a:cubicBezTo>
                    <a:pt x="682" y="36"/>
                    <a:pt x="862" y="82"/>
                    <a:pt x="1070" y="80"/>
                  </a:cubicBezTo>
                  <a:cubicBezTo>
                    <a:pt x="1278" y="78"/>
                    <a:pt x="1544" y="26"/>
                    <a:pt x="1750" y="13"/>
                  </a:cubicBezTo>
                  <a:cubicBezTo>
                    <a:pt x="1956" y="0"/>
                    <a:pt x="2189" y="6"/>
                    <a:pt x="2304" y="4"/>
                  </a:cubicBezTo>
                </a:path>
              </a:pathLst>
            </a:custGeom>
            <a:noFill/>
            <a:ln w="9525" cap="rnd">
              <a:solidFill>
                <a:srgbClr val="D00C23"/>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7779" name="Freeform 16"/>
            <p:cNvSpPr>
              <a:spLocks/>
            </p:cNvSpPr>
            <p:nvPr/>
          </p:nvSpPr>
          <p:spPr bwMode="auto">
            <a:xfrm flipV="1">
              <a:off x="2112" y="3071"/>
              <a:ext cx="2304" cy="27"/>
            </a:xfrm>
            <a:custGeom>
              <a:avLst/>
              <a:gdLst>
                <a:gd name="T0" fmla="*/ 0 w 2304"/>
                <a:gd name="T1" fmla="*/ 0 h 27"/>
                <a:gd name="T2" fmla="*/ 1070 w 2304"/>
                <a:gd name="T3" fmla="*/ 27 h 27"/>
                <a:gd name="T4" fmla="*/ 2304 w 2304"/>
                <a:gd name="T5" fmla="*/ 0 h 27"/>
                <a:gd name="T6" fmla="*/ 0 60000 65536"/>
                <a:gd name="T7" fmla="*/ 0 60000 65536"/>
                <a:gd name="T8" fmla="*/ 0 60000 65536"/>
                <a:gd name="T9" fmla="*/ 0 w 2304"/>
                <a:gd name="T10" fmla="*/ 0 h 27"/>
                <a:gd name="T11" fmla="*/ 2304 w 2304"/>
                <a:gd name="T12" fmla="*/ 27 h 27"/>
              </a:gdLst>
              <a:ahLst/>
              <a:cxnLst>
                <a:cxn ang="T6">
                  <a:pos x="T0" y="T1"/>
                </a:cxn>
                <a:cxn ang="T7">
                  <a:pos x="T2" y="T3"/>
                </a:cxn>
                <a:cxn ang="T8">
                  <a:pos x="T4" y="T5"/>
                </a:cxn>
              </a:cxnLst>
              <a:rect l="T9" t="T10" r="T11" b="T12"/>
              <a:pathLst>
                <a:path w="2304" h="27">
                  <a:moveTo>
                    <a:pt x="0" y="0"/>
                  </a:moveTo>
                  <a:cubicBezTo>
                    <a:pt x="178" y="4"/>
                    <a:pt x="686" y="27"/>
                    <a:pt x="1070" y="27"/>
                  </a:cubicBezTo>
                  <a:cubicBezTo>
                    <a:pt x="1454" y="27"/>
                    <a:pt x="2047" y="6"/>
                    <a:pt x="2304" y="0"/>
                  </a:cubicBezTo>
                </a:path>
              </a:pathLst>
            </a:custGeom>
            <a:noFill/>
            <a:ln w="9525" cap="rnd">
              <a:solidFill>
                <a:srgbClr val="D00C23"/>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7780" name="Freeform 17"/>
            <p:cNvSpPr>
              <a:spLocks/>
            </p:cNvSpPr>
            <p:nvPr/>
          </p:nvSpPr>
          <p:spPr bwMode="auto">
            <a:xfrm flipV="1">
              <a:off x="2112" y="2869"/>
              <a:ext cx="2304" cy="129"/>
            </a:xfrm>
            <a:custGeom>
              <a:avLst/>
              <a:gdLst>
                <a:gd name="T0" fmla="*/ 0 w 2304"/>
                <a:gd name="T1" fmla="*/ 129 h 129"/>
                <a:gd name="T2" fmla="*/ 504 w 2304"/>
                <a:gd name="T3" fmla="*/ 87 h 129"/>
                <a:gd name="T4" fmla="*/ 1061 w 2304"/>
                <a:gd name="T5" fmla="*/ 2 h 129"/>
                <a:gd name="T6" fmla="*/ 1618 w 2304"/>
                <a:gd name="T7" fmla="*/ 78 h 129"/>
                <a:gd name="T8" fmla="*/ 2304 w 2304"/>
                <a:gd name="T9" fmla="*/ 129 h 129"/>
                <a:gd name="T10" fmla="*/ 0 60000 65536"/>
                <a:gd name="T11" fmla="*/ 0 60000 65536"/>
                <a:gd name="T12" fmla="*/ 0 60000 65536"/>
                <a:gd name="T13" fmla="*/ 0 60000 65536"/>
                <a:gd name="T14" fmla="*/ 0 60000 65536"/>
                <a:gd name="T15" fmla="*/ 0 w 2304"/>
                <a:gd name="T16" fmla="*/ 0 h 129"/>
                <a:gd name="T17" fmla="*/ 2304 w 2304"/>
                <a:gd name="T18" fmla="*/ 129 h 129"/>
              </a:gdLst>
              <a:ahLst/>
              <a:cxnLst>
                <a:cxn ang="T10">
                  <a:pos x="T0" y="T1"/>
                </a:cxn>
                <a:cxn ang="T11">
                  <a:pos x="T2" y="T3"/>
                </a:cxn>
                <a:cxn ang="T12">
                  <a:pos x="T4" y="T5"/>
                </a:cxn>
                <a:cxn ang="T13">
                  <a:pos x="T6" y="T7"/>
                </a:cxn>
                <a:cxn ang="T14">
                  <a:pos x="T8" y="T9"/>
                </a:cxn>
              </a:cxnLst>
              <a:rect l="T15" t="T16" r="T17" b="T18"/>
              <a:pathLst>
                <a:path w="2304" h="129">
                  <a:moveTo>
                    <a:pt x="0" y="129"/>
                  </a:moveTo>
                  <a:cubicBezTo>
                    <a:pt x="84" y="122"/>
                    <a:pt x="327" y="108"/>
                    <a:pt x="504" y="87"/>
                  </a:cubicBezTo>
                  <a:cubicBezTo>
                    <a:pt x="681" y="66"/>
                    <a:pt x="875" y="4"/>
                    <a:pt x="1061" y="2"/>
                  </a:cubicBezTo>
                  <a:cubicBezTo>
                    <a:pt x="1247" y="0"/>
                    <a:pt x="1411" y="57"/>
                    <a:pt x="1618" y="78"/>
                  </a:cubicBezTo>
                  <a:cubicBezTo>
                    <a:pt x="1825" y="99"/>
                    <a:pt x="2161" y="119"/>
                    <a:pt x="2304" y="129"/>
                  </a:cubicBezTo>
                </a:path>
              </a:pathLst>
            </a:custGeom>
            <a:noFill/>
            <a:ln w="9525" cap="rnd">
              <a:solidFill>
                <a:srgbClr val="D00C23"/>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7781" name="Freeform 18"/>
            <p:cNvSpPr>
              <a:spLocks/>
            </p:cNvSpPr>
            <p:nvPr/>
          </p:nvSpPr>
          <p:spPr bwMode="auto">
            <a:xfrm>
              <a:off x="2112" y="2641"/>
              <a:ext cx="2304" cy="293"/>
            </a:xfrm>
            <a:custGeom>
              <a:avLst/>
              <a:gdLst>
                <a:gd name="T0" fmla="*/ 0 w 2304"/>
                <a:gd name="T1" fmla="*/ 0 h 293"/>
                <a:gd name="T2" fmla="*/ 343 w 2304"/>
                <a:gd name="T3" fmla="*/ 16 h 293"/>
                <a:gd name="T4" fmla="*/ 607 w 2304"/>
                <a:gd name="T5" fmla="*/ 78 h 293"/>
                <a:gd name="T6" fmla="*/ 1051 w 2304"/>
                <a:gd name="T7" fmla="*/ 289 h 293"/>
                <a:gd name="T8" fmla="*/ 1495 w 2304"/>
                <a:gd name="T9" fmla="*/ 101 h 293"/>
                <a:gd name="T10" fmla="*/ 1759 w 2304"/>
                <a:gd name="T11" fmla="*/ 34 h 293"/>
                <a:gd name="T12" fmla="*/ 2304 w 2304"/>
                <a:gd name="T13" fmla="*/ 0 h 293"/>
                <a:gd name="T14" fmla="*/ 0 60000 65536"/>
                <a:gd name="T15" fmla="*/ 0 60000 65536"/>
                <a:gd name="T16" fmla="*/ 0 60000 65536"/>
                <a:gd name="T17" fmla="*/ 0 60000 65536"/>
                <a:gd name="T18" fmla="*/ 0 60000 65536"/>
                <a:gd name="T19" fmla="*/ 0 60000 65536"/>
                <a:gd name="T20" fmla="*/ 0 60000 65536"/>
                <a:gd name="T21" fmla="*/ 0 w 2304"/>
                <a:gd name="T22" fmla="*/ 0 h 293"/>
                <a:gd name="T23" fmla="*/ 2304 w 2304"/>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04" h="293">
                  <a:moveTo>
                    <a:pt x="0" y="0"/>
                  </a:moveTo>
                  <a:cubicBezTo>
                    <a:pt x="57" y="3"/>
                    <a:pt x="242" y="3"/>
                    <a:pt x="343" y="16"/>
                  </a:cubicBezTo>
                  <a:cubicBezTo>
                    <a:pt x="444" y="29"/>
                    <a:pt x="489" y="32"/>
                    <a:pt x="607" y="78"/>
                  </a:cubicBezTo>
                  <a:cubicBezTo>
                    <a:pt x="725" y="124"/>
                    <a:pt x="903" y="285"/>
                    <a:pt x="1051" y="289"/>
                  </a:cubicBezTo>
                  <a:cubicBezTo>
                    <a:pt x="1199" y="293"/>
                    <a:pt x="1377" y="143"/>
                    <a:pt x="1495" y="101"/>
                  </a:cubicBezTo>
                  <a:cubicBezTo>
                    <a:pt x="1613" y="59"/>
                    <a:pt x="1624" y="51"/>
                    <a:pt x="1759" y="34"/>
                  </a:cubicBezTo>
                  <a:cubicBezTo>
                    <a:pt x="1894" y="17"/>
                    <a:pt x="2191" y="7"/>
                    <a:pt x="2304" y="0"/>
                  </a:cubicBezTo>
                </a:path>
              </a:pathLst>
            </a:custGeom>
            <a:noFill/>
            <a:ln w="9525" cap="rnd">
              <a:solidFill>
                <a:srgbClr val="D00C23"/>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7782" name="Freeform 19"/>
            <p:cNvSpPr>
              <a:spLocks/>
            </p:cNvSpPr>
            <p:nvPr/>
          </p:nvSpPr>
          <p:spPr bwMode="auto">
            <a:xfrm flipV="1">
              <a:off x="2112" y="3117"/>
              <a:ext cx="2304" cy="102"/>
            </a:xfrm>
            <a:custGeom>
              <a:avLst/>
              <a:gdLst>
                <a:gd name="T0" fmla="*/ 0 w 2304"/>
                <a:gd name="T1" fmla="*/ 7 h 102"/>
                <a:gd name="T2" fmla="*/ 371 w 2304"/>
                <a:gd name="T3" fmla="*/ 25 h 102"/>
                <a:gd name="T4" fmla="*/ 1070 w 2304"/>
                <a:gd name="T5" fmla="*/ 101 h 102"/>
                <a:gd name="T6" fmla="*/ 1892 w 2304"/>
                <a:gd name="T7" fmla="*/ 16 h 102"/>
                <a:gd name="T8" fmla="*/ 2304 w 2304"/>
                <a:gd name="T9" fmla="*/ 7 h 102"/>
                <a:gd name="T10" fmla="*/ 0 60000 65536"/>
                <a:gd name="T11" fmla="*/ 0 60000 65536"/>
                <a:gd name="T12" fmla="*/ 0 60000 65536"/>
                <a:gd name="T13" fmla="*/ 0 60000 65536"/>
                <a:gd name="T14" fmla="*/ 0 60000 65536"/>
                <a:gd name="T15" fmla="*/ 0 w 2304"/>
                <a:gd name="T16" fmla="*/ 0 h 102"/>
                <a:gd name="T17" fmla="*/ 2304 w 2304"/>
                <a:gd name="T18" fmla="*/ 102 h 102"/>
              </a:gdLst>
              <a:ahLst/>
              <a:cxnLst>
                <a:cxn ang="T10">
                  <a:pos x="T0" y="T1"/>
                </a:cxn>
                <a:cxn ang="T11">
                  <a:pos x="T2" y="T3"/>
                </a:cxn>
                <a:cxn ang="T12">
                  <a:pos x="T4" y="T5"/>
                </a:cxn>
                <a:cxn ang="T13">
                  <a:pos x="T6" y="T7"/>
                </a:cxn>
                <a:cxn ang="T14">
                  <a:pos x="T8" y="T9"/>
                </a:cxn>
              </a:cxnLst>
              <a:rect l="T15" t="T16" r="T17" b="T18"/>
              <a:pathLst>
                <a:path w="2304" h="102">
                  <a:moveTo>
                    <a:pt x="0" y="7"/>
                  </a:moveTo>
                  <a:cubicBezTo>
                    <a:pt x="62" y="10"/>
                    <a:pt x="193" y="9"/>
                    <a:pt x="371" y="25"/>
                  </a:cubicBezTo>
                  <a:cubicBezTo>
                    <a:pt x="549" y="41"/>
                    <a:pt x="817" y="102"/>
                    <a:pt x="1070" y="101"/>
                  </a:cubicBezTo>
                  <a:cubicBezTo>
                    <a:pt x="1323" y="100"/>
                    <a:pt x="1686" y="32"/>
                    <a:pt x="1892" y="16"/>
                  </a:cubicBezTo>
                  <a:cubicBezTo>
                    <a:pt x="2098" y="0"/>
                    <a:pt x="2218" y="9"/>
                    <a:pt x="2304" y="7"/>
                  </a:cubicBezTo>
                </a:path>
              </a:pathLst>
            </a:custGeom>
            <a:noFill/>
            <a:ln w="9525" cap="rnd">
              <a:solidFill>
                <a:srgbClr val="D00C23"/>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7783" name="Freeform 20"/>
            <p:cNvSpPr>
              <a:spLocks/>
            </p:cNvSpPr>
            <p:nvPr/>
          </p:nvSpPr>
          <p:spPr bwMode="auto">
            <a:xfrm flipV="1">
              <a:off x="2112" y="2990"/>
              <a:ext cx="2304" cy="64"/>
            </a:xfrm>
            <a:custGeom>
              <a:avLst/>
              <a:gdLst>
                <a:gd name="T0" fmla="*/ 0 w 2304"/>
                <a:gd name="T1" fmla="*/ 64 h 64"/>
                <a:gd name="T2" fmla="*/ 551 w 2304"/>
                <a:gd name="T3" fmla="*/ 49 h 64"/>
                <a:gd name="T4" fmla="*/ 1070 w 2304"/>
                <a:gd name="T5" fmla="*/ 2 h 64"/>
                <a:gd name="T6" fmla="*/ 1533 w 2304"/>
                <a:gd name="T7" fmla="*/ 40 h 64"/>
                <a:gd name="T8" fmla="*/ 2304 w 2304"/>
                <a:gd name="T9" fmla="*/ 64 h 64"/>
                <a:gd name="T10" fmla="*/ 0 60000 65536"/>
                <a:gd name="T11" fmla="*/ 0 60000 65536"/>
                <a:gd name="T12" fmla="*/ 0 60000 65536"/>
                <a:gd name="T13" fmla="*/ 0 60000 65536"/>
                <a:gd name="T14" fmla="*/ 0 60000 65536"/>
                <a:gd name="T15" fmla="*/ 0 w 2304"/>
                <a:gd name="T16" fmla="*/ 0 h 64"/>
                <a:gd name="T17" fmla="*/ 2304 w 2304"/>
                <a:gd name="T18" fmla="*/ 64 h 64"/>
              </a:gdLst>
              <a:ahLst/>
              <a:cxnLst>
                <a:cxn ang="T10">
                  <a:pos x="T0" y="T1"/>
                </a:cxn>
                <a:cxn ang="T11">
                  <a:pos x="T2" y="T3"/>
                </a:cxn>
                <a:cxn ang="T12">
                  <a:pos x="T4" y="T5"/>
                </a:cxn>
                <a:cxn ang="T13">
                  <a:pos x="T6" y="T7"/>
                </a:cxn>
                <a:cxn ang="T14">
                  <a:pos x="T8" y="T9"/>
                </a:cxn>
              </a:cxnLst>
              <a:rect l="T15" t="T16" r="T17" b="T18"/>
              <a:pathLst>
                <a:path w="2304" h="64">
                  <a:moveTo>
                    <a:pt x="0" y="64"/>
                  </a:moveTo>
                  <a:cubicBezTo>
                    <a:pt x="92" y="62"/>
                    <a:pt x="373" y="59"/>
                    <a:pt x="551" y="49"/>
                  </a:cubicBezTo>
                  <a:cubicBezTo>
                    <a:pt x="729" y="39"/>
                    <a:pt x="906" y="4"/>
                    <a:pt x="1070" y="2"/>
                  </a:cubicBezTo>
                  <a:cubicBezTo>
                    <a:pt x="1234" y="0"/>
                    <a:pt x="1327" y="30"/>
                    <a:pt x="1533" y="40"/>
                  </a:cubicBezTo>
                  <a:cubicBezTo>
                    <a:pt x="1739" y="50"/>
                    <a:pt x="2144" y="59"/>
                    <a:pt x="2304" y="64"/>
                  </a:cubicBezTo>
                </a:path>
              </a:pathLst>
            </a:custGeom>
            <a:noFill/>
            <a:ln w="9525" cap="rnd">
              <a:solidFill>
                <a:srgbClr val="D00C23"/>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7784" name="Freeform 21"/>
            <p:cNvSpPr>
              <a:spLocks/>
            </p:cNvSpPr>
            <p:nvPr/>
          </p:nvSpPr>
          <p:spPr bwMode="auto">
            <a:xfrm flipV="1">
              <a:off x="2112" y="2754"/>
              <a:ext cx="2304" cy="207"/>
            </a:xfrm>
            <a:custGeom>
              <a:avLst/>
              <a:gdLst>
                <a:gd name="T0" fmla="*/ 0 w 2304"/>
                <a:gd name="T1" fmla="*/ 207 h 207"/>
                <a:gd name="T2" fmla="*/ 532 w 2304"/>
                <a:gd name="T3" fmla="*/ 164 h 207"/>
                <a:gd name="T4" fmla="*/ 1051 w 2304"/>
                <a:gd name="T5" fmla="*/ 3 h 207"/>
                <a:gd name="T6" fmla="*/ 1599 w 2304"/>
                <a:gd name="T7" fmla="*/ 145 h 207"/>
                <a:gd name="T8" fmla="*/ 2304 w 2304"/>
                <a:gd name="T9" fmla="*/ 207 h 207"/>
                <a:gd name="T10" fmla="*/ 0 60000 65536"/>
                <a:gd name="T11" fmla="*/ 0 60000 65536"/>
                <a:gd name="T12" fmla="*/ 0 60000 65536"/>
                <a:gd name="T13" fmla="*/ 0 60000 65536"/>
                <a:gd name="T14" fmla="*/ 0 60000 65536"/>
                <a:gd name="T15" fmla="*/ 0 w 2304"/>
                <a:gd name="T16" fmla="*/ 0 h 207"/>
                <a:gd name="T17" fmla="*/ 2304 w 2304"/>
                <a:gd name="T18" fmla="*/ 207 h 207"/>
              </a:gdLst>
              <a:ahLst/>
              <a:cxnLst>
                <a:cxn ang="T10">
                  <a:pos x="T0" y="T1"/>
                </a:cxn>
                <a:cxn ang="T11">
                  <a:pos x="T2" y="T3"/>
                </a:cxn>
                <a:cxn ang="T12">
                  <a:pos x="T4" y="T5"/>
                </a:cxn>
                <a:cxn ang="T13">
                  <a:pos x="T6" y="T7"/>
                </a:cxn>
                <a:cxn ang="T14">
                  <a:pos x="T8" y="T9"/>
                </a:cxn>
              </a:cxnLst>
              <a:rect l="T15" t="T16" r="T17" b="T18"/>
              <a:pathLst>
                <a:path w="2304" h="207">
                  <a:moveTo>
                    <a:pt x="0" y="207"/>
                  </a:moveTo>
                  <a:cubicBezTo>
                    <a:pt x="89" y="200"/>
                    <a:pt x="357" y="198"/>
                    <a:pt x="532" y="164"/>
                  </a:cubicBezTo>
                  <a:cubicBezTo>
                    <a:pt x="707" y="130"/>
                    <a:pt x="873" y="6"/>
                    <a:pt x="1051" y="3"/>
                  </a:cubicBezTo>
                  <a:cubicBezTo>
                    <a:pt x="1229" y="0"/>
                    <a:pt x="1390" y="111"/>
                    <a:pt x="1599" y="145"/>
                  </a:cubicBezTo>
                  <a:cubicBezTo>
                    <a:pt x="1808" y="179"/>
                    <a:pt x="2157" y="194"/>
                    <a:pt x="2304" y="207"/>
                  </a:cubicBezTo>
                </a:path>
              </a:pathLst>
            </a:custGeom>
            <a:noFill/>
            <a:ln w="9525" cap="rnd">
              <a:solidFill>
                <a:srgbClr val="D00C23"/>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17785" name="Group 22"/>
            <p:cNvGrpSpPr>
              <a:grpSpLocks/>
            </p:cNvGrpSpPr>
            <p:nvPr/>
          </p:nvGrpSpPr>
          <p:grpSpPr bwMode="auto">
            <a:xfrm>
              <a:off x="2592" y="1947"/>
              <a:ext cx="1152" cy="1152"/>
              <a:chOff x="2928" y="1632"/>
              <a:chExt cx="1152" cy="1152"/>
            </a:xfrm>
          </p:grpSpPr>
          <p:sp>
            <p:nvSpPr>
              <p:cNvPr id="117786" name="Oval 23"/>
              <p:cNvSpPr>
                <a:spLocks noChangeArrowheads="1"/>
              </p:cNvSpPr>
              <p:nvPr/>
            </p:nvSpPr>
            <p:spPr bwMode="auto">
              <a:xfrm>
                <a:off x="2928" y="1632"/>
                <a:ext cx="1152" cy="1152"/>
              </a:xfrm>
              <a:prstGeom prst="ellipse">
                <a:avLst/>
              </a:prstGeom>
              <a:noFill/>
              <a:ln w="28575" cap="rnd">
                <a:solidFill>
                  <a:srgbClr val="0000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7787" name="Oval 24"/>
              <p:cNvSpPr>
                <a:spLocks noChangeArrowheads="1"/>
              </p:cNvSpPr>
              <p:nvPr/>
            </p:nvSpPr>
            <p:spPr bwMode="auto">
              <a:xfrm>
                <a:off x="3144" y="1848"/>
                <a:ext cx="720" cy="720"/>
              </a:xfrm>
              <a:prstGeom prst="ellipse">
                <a:avLst/>
              </a:prstGeom>
              <a:noFill/>
              <a:ln w="28575" cap="rnd">
                <a:solidFill>
                  <a:srgbClr val="0000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sp>
        <p:nvSpPr>
          <p:cNvPr id="117767" name="Text Box 25"/>
          <p:cNvSpPr txBox="1">
            <a:spLocks noChangeArrowheads="1"/>
          </p:cNvSpPr>
          <p:nvPr/>
        </p:nvSpPr>
        <p:spPr bwMode="auto">
          <a:xfrm>
            <a:off x="2133600" y="4406900"/>
            <a:ext cx="6096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外磁场中磁感应通量中的绝大部分将沿着铁壳壁内通过，进入空腔很少。</a:t>
            </a:r>
          </a:p>
        </p:txBody>
      </p:sp>
      <p:sp>
        <p:nvSpPr>
          <p:cNvPr id="117768" name="Text Box 26"/>
          <p:cNvSpPr txBox="1">
            <a:spLocks noChangeArrowheads="1"/>
          </p:cNvSpPr>
          <p:nvPr/>
        </p:nvSpPr>
        <p:spPr bwMode="auto">
          <a:xfrm>
            <a:off x="1943100" y="5664201"/>
            <a:ext cx="471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多层铁壳是良好的磁屏敝</a:t>
            </a:r>
          </a:p>
        </p:txBody>
      </p:sp>
      <p:sp>
        <p:nvSpPr>
          <p:cNvPr id="117769" name="Text Box 27"/>
          <p:cNvSpPr txBox="1">
            <a:spLocks noChangeArrowheads="1"/>
          </p:cNvSpPr>
          <p:nvPr/>
        </p:nvSpPr>
        <p:spPr bwMode="auto">
          <a:xfrm>
            <a:off x="6997700" y="5765801"/>
            <a:ext cx="3314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作业：</a:t>
            </a:r>
            <a:r>
              <a:rPr lang="en-US" altLang="zh-CN" sz="2800">
                <a:solidFill>
                  <a:srgbClr val="0000FF"/>
                </a:solidFill>
              </a:rPr>
              <a:t>14</a:t>
            </a:r>
            <a:r>
              <a:rPr lang="zh-CN" altLang="en-US" sz="2800">
                <a:solidFill>
                  <a:srgbClr val="0000FF"/>
                </a:solidFill>
              </a:rPr>
              <a:t>，</a:t>
            </a:r>
            <a:r>
              <a:rPr lang="en-US" altLang="zh-CN" sz="2800">
                <a:solidFill>
                  <a:srgbClr val="0000FF"/>
                </a:solidFill>
              </a:rPr>
              <a:t>17</a:t>
            </a:r>
            <a:r>
              <a:rPr lang="zh-CN" altLang="en-US" sz="2800">
                <a:solidFill>
                  <a:srgbClr val="0000FF"/>
                </a:solidFill>
              </a:rPr>
              <a:t>，</a:t>
            </a:r>
            <a:r>
              <a:rPr lang="en-US" altLang="zh-CN" sz="2800">
                <a:solidFill>
                  <a:srgbClr val="0000FF"/>
                </a:solidFill>
              </a:rPr>
              <a:t>18</a:t>
            </a:r>
          </a:p>
        </p:txBody>
      </p:sp>
    </p:spTree>
    <p:extLst>
      <p:ext uri="{BB962C8B-B14F-4D97-AF65-F5344CB8AC3E}">
        <p14:creationId xmlns:p14="http://schemas.microsoft.com/office/powerpoint/2010/main" val="10082352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Box 2"/>
          <p:cNvSpPr txBox="1">
            <a:spLocks noChangeArrowheads="1"/>
          </p:cNvSpPr>
          <p:nvPr/>
        </p:nvSpPr>
        <p:spPr bwMode="auto">
          <a:xfrm>
            <a:off x="4381500" y="393701"/>
            <a:ext cx="2552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等效磁荷观点</a:t>
            </a:r>
          </a:p>
        </p:txBody>
      </p:sp>
      <p:sp>
        <p:nvSpPr>
          <p:cNvPr id="119811" name="Text Box 3"/>
          <p:cNvSpPr txBox="1">
            <a:spLocks noChangeArrowheads="1"/>
          </p:cNvSpPr>
          <p:nvPr/>
        </p:nvSpPr>
        <p:spPr bwMode="auto">
          <a:xfrm>
            <a:off x="2374900" y="1003300"/>
            <a:ext cx="5715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FF0000"/>
                </a:solidFill>
              </a:rPr>
              <a:t>磁荷</a:t>
            </a:r>
          </a:p>
        </p:txBody>
      </p:sp>
      <p:graphicFrame>
        <p:nvGraphicFramePr>
          <p:cNvPr id="119812" name="Object 4"/>
          <p:cNvGraphicFramePr>
            <a:graphicFrameLocks noChangeAspect="1"/>
          </p:cNvGraphicFramePr>
          <p:nvPr/>
        </p:nvGraphicFramePr>
        <p:xfrm>
          <a:off x="4914901" y="4529138"/>
          <a:ext cx="1692275" cy="817562"/>
        </p:xfrm>
        <a:graphic>
          <a:graphicData uri="http://schemas.openxmlformats.org/presentationml/2006/ole">
            <mc:AlternateContent xmlns:mc="http://schemas.openxmlformats.org/markup-compatibility/2006">
              <mc:Choice xmlns:v="urn:schemas-microsoft-com:vml" Requires="v">
                <p:oleObj spid="_x0000_s50223" name="Equation" r:id="rId4" imgW="809504" imgH="371373" progId="Equation.DSMT4">
                  <p:embed/>
                </p:oleObj>
              </mc:Choice>
              <mc:Fallback>
                <p:oleObj name="Equation" r:id="rId4" imgW="809504" imgH="37137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4901" y="4529138"/>
                        <a:ext cx="1692275" cy="817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9813" name="Object 5"/>
          <p:cNvGraphicFramePr>
            <a:graphicFrameLocks noChangeAspect="1"/>
          </p:cNvGraphicFramePr>
          <p:nvPr/>
        </p:nvGraphicFramePr>
        <p:xfrm>
          <a:off x="2038351" y="5251450"/>
          <a:ext cx="1247775" cy="895350"/>
        </p:xfrm>
        <a:graphic>
          <a:graphicData uri="http://schemas.openxmlformats.org/presentationml/2006/ole">
            <mc:AlternateContent xmlns:mc="http://schemas.openxmlformats.org/markup-compatibility/2006">
              <mc:Choice xmlns:v="urn:schemas-microsoft-com:vml" Requires="v">
                <p:oleObj spid="_x0000_s50224" name="Equation" r:id="rId6" imgW="590537" imgH="409643" progId="Equation.DSMT4">
                  <p:embed/>
                </p:oleObj>
              </mc:Choice>
              <mc:Fallback>
                <p:oleObj name="Equation" r:id="rId6" imgW="590537" imgH="40964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38351" y="5251450"/>
                        <a:ext cx="1247775"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9814" name="Text Box 6"/>
          <p:cNvSpPr txBox="1">
            <a:spLocks noChangeArrowheads="1"/>
          </p:cNvSpPr>
          <p:nvPr/>
        </p:nvSpPr>
        <p:spPr bwMode="auto">
          <a:xfrm>
            <a:off x="3175000" y="952501"/>
            <a:ext cx="226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FF"/>
                </a:solidFill>
              </a:rPr>
              <a:t>N</a:t>
            </a:r>
            <a:r>
              <a:rPr lang="zh-CN" altLang="en-US" sz="2800">
                <a:solidFill>
                  <a:srgbClr val="0000FF"/>
                </a:solidFill>
              </a:rPr>
              <a:t>极：正磁荷</a:t>
            </a:r>
          </a:p>
        </p:txBody>
      </p:sp>
      <p:sp>
        <p:nvSpPr>
          <p:cNvPr id="119815" name="Text Box 7"/>
          <p:cNvSpPr txBox="1">
            <a:spLocks noChangeArrowheads="1"/>
          </p:cNvSpPr>
          <p:nvPr/>
        </p:nvSpPr>
        <p:spPr bwMode="auto">
          <a:xfrm>
            <a:off x="1955800" y="4648201"/>
            <a:ext cx="2870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FF00"/>
                </a:solidFill>
              </a:rPr>
              <a:t>磁的库仑定律</a:t>
            </a:r>
            <a:r>
              <a:rPr lang="zh-CN" altLang="en-US" sz="2800">
                <a:solidFill>
                  <a:srgbClr val="0000FF"/>
                </a:solidFill>
              </a:rPr>
              <a:t>：</a:t>
            </a:r>
          </a:p>
        </p:txBody>
      </p:sp>
      <p:sp>
        <p:nvSpPr>
          <p:cNvPr id="119816" name="Text Box 8"/>
          <p:cNvSpPr txBox="1">
            <a:spLocks noChangeArrowheads="1"/>
          </p:cNvSpPr>
          <p:nvPr/>
        </p:nvSpPr>
        <p:spPr bwMode="auto">
          <a:xfrm>
            <a:off x="6870700" y="4660901"/>
            <a:ext cx="33147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a:solidFill>
                  <a:srgbClr val="0000FF"/>
                </a:solidFill>
              </a:rPr>
              <a:t>K</a:t>
            </a:r>
            <a:r>
              <a:rPr lang="zh-CN" altLang="en-US" sz="2000">
                <a:solidFill>
                  <a:srgbClr val="0000FF"/>
                </a:solidFill>
              </a:rPr>
              <a:t>：与点磁荷周围的介质，各量单位选择有关。</a:t>
            </a:r>
          </a:p>
        </p:txBody>
      </p:sp>
      <p:sp>
        <p:nvSpPr>
          <p:cNvPr id="119817" name="Text Box 9"/>
          <p:cNvSpPr txBox="1">
            <a:spLocks noChangeArrowheads="1"/>
          </p:cNvSpPr>
          <p:nvPr/>
        </p:nvSpPr>
        <p:spPr bwMode="auto">
          <a:xfrm>
            <a:off x="3225800" y="1600201"/>
            <a:ext cx="226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FF"/>
                </a:solidFill>
              </a:rPr>
              <a:t>S</a:t>
            </a:r>
            <a:r>
              <a:rPr lang="zh-CN" altLang="en-US" sz="2800">
                <a:solidFill>
                  <a:srgbClr val="0000FF"/>
                </a:solidFill>
              </a:rPr>
              <a:t>极：负磁荷</a:t>
            </a:r>
          </a:p>
        </p:txBody>
      </p:sp>
      <p:sp>
        <p:nvSpPr>
          <p:cNvPr id="119818" name="AutoShape 10"/>
          <p:cNvSpPr>
            <a:spLocks/>
          </p:cNvSpPr>
          <p:nvPr/>
        </p:nvSpPr>
        <p:spPr bwMode="auto">
          <a:xfrm>
            <a:off x="3086100" y="1219200"/>
            <a:ext cx="88900" cy="685800"/>
          </a:xfrm>
          <a:prstGeom prst="leftBrace">
            <a:avLst>
              <a:gd name="adj1" fmla="val 64286"/>
              <a:gd name="adj2" fmla="val 50000"/>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9819" name="Text Box 11"/>
          <p:cNvSpPr txBox="1">
            <a:spLocks noChangeArrowheads="1"/>
          </p:cNvSpPr>
          <p:nvPr/>
        </p:nvSpPr>
        <p:spPr bwMode="auto">
          <a:xfrm>
            <a:off x="5918200" y="1308101"/>
            <a:ext cx="3022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FF00"/>
                </a:solidFill>
              </a:rPr>
              <a:t>同性斥，异性吸</a:t>
            </a:r>
          </a:p>
        </p:txBody>
      </p:sp>
      <p:sp>
        <p:nvSpPr>
          <p:cNvPr id="119820" name="Text Box 12"/>
          <p:cNvSpPr txBox="1">
            <a:spLocks noChangeArrowheads="1"/>
          </p:cNvSpPr>
          <p:nvPr/>
        </p:nvSpPr>
        <p:spPr bwMode="auto">
          <a:xfrm>
            <a:off x="3200400" y="2324101"/>
            <a:ext cx="383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磁偶极子：由磁荷构成</a:t>
            </a:r>
          </a:p>
        </p:txBody>
      </p:sp>
      <p:sp>
        <p:nvSpPr>
          <p:cNvPr id="119821" name="Text Box 13"/>
          <p:cNvSpPr txBox="1">
            <a:spLocks noChangeArrowheads="1"/>
          </p:cNvSpPr>
          <p:nvPr/>
        </p:nvSpPr>
        <p:spPr bwMode="auto">
          <a:xfrm>
            <a:off x="3111500" y="2921001"/>
            <a:ext cx="4876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磁介质分子：由磁偶极子构成</a:t>
            </a:r>
          </a:p>
        </p:txBody>
      </p:sp>
      <p:sp>
        <p:nvSpPr>
          <p:cNvPr id="119822" name="Text Box 14"/>
          <p:cNvSpPr txBox="1">
            <a:spLocks noChangeArrowheads="1"/>
          </p:cNvSpPr>
          <p:nvPr/>
        </p:nvSpPr>
        <p:spPr bwMode="auto">
          <a:xfrm>
            <a:off x="2197100" y="3759201"/>
            <a:ext cx="7391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点磁荷：磁极本身的几何线度</a:t>
            </a:r>
            <a:r>
              <a:rPr lang="en-US" altLang="zh-CN" sz="2800">
                <a:solidFill>
                  <a:srgbClr val="0000FF"/>
                </a:solidFill>
              </a:rPr>
              <a:t>《</a:t>
            </a:r>
            <a:r>
              <a:rPr lang="zh-CN" altLang="en-US" sz="2800">
                <a:solidFill>
                  <a:srgbClr val="0000FF"/>
                </a:solidFill>
              </a:rPr>
              <a:t>磁极间的距离</a:t>
            </a:r>
          </a:p>
        </p:txBody>
      </p:sp>
      <p:graphicFrame>
        <p:nvGraphicFramePr>
          <p:cNvPr id="119823" name="Object 15"/>
          <p:cNvGraphicFramePr>
            <a:graphicFrameLocks noChangeAspect="1"/>
          </p:cNvGraphicFramePr>
          <p:nvPr/>
        </p:nvGraphicFramePr>
        <p:xfrm>
          <a:off x="4017964" y="5638800"/>
          <a:ext cx="2598737" cy="501650"/>
        </p:xfrm>
        <a:graphic>
          <a:graphicData uri="http://schemas.openxmlformats.org/presentationml/2006/ole">
            <mc:AlternateContent xmlns:mc="http://schemas.openxmlformats.org/markup-compatibility/2006">
              <mc:Choice xmlns:v="urn:schemas-microsoft-com:vml" Requires="v">
                <p:oleObj spid="_x0000_s50225" name="Equation" r:id="rId8" imgW="1247743" imgH="219211" progId="Equation.DSMT4">
                  <p:embed/>
                </p:oleObj>
              </mc:Choice>
              <mc:Fallback>
                <p:oleObj name="Equation" r:id="rId8" imgW="1247743" imgH="219211"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17964" y="5638800"/>
                        <a:ext cx="2598737"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9824" name="Text Box 16"/>
          <p:cNvSpPr txBox="1">
            <a:spLocks noChangeArrowheads="1"/>
          </p:cNvSpPr>
          <p:nvPr/>
        </p:nvSpPr>
        <p:spPr bwMode="auto">
          <a:xfrm>
            <a:off x="6946900" y="5549901"/>
            <a:ext cx="3289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a:solidFill>
                  <a:srgbClr val="0000FF"/>
                </a:solidFill>
              </a:rPr>
              <a:t>q</a:t>
            </a:r>
            <a:r>
              <a:rPr lang="zh-CN" altLang="en-US" sz="2000">
                <a:solidFill>
                  <a:srgbClr val="0000FF"/>
                </a:solidFill>
              </a:rPr>
              <a:t>：磁荷数量或磁极强度。</a:t>
            </a:r>
          </a:p>
        </p:txBody>
      </p:sp>
    </p:spTree>
    <p:extLst>
      <p:ext uri="{BB962C8B-B14F-4D97-AF65-F5344CB8AC3E}">
        <p14:creationId xmlns:p14="http://schemas.microsoft.com/office/powerpoint/2010/main" val="23277568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2"/>
          <p:cNvSpPr txBox="1">
            <a:spLocks noChangeArrowheads="1"/>
          </p:cNvSpPr>
          <p:nvPr/>
        </p:nvSpPr>
        <p:spPr bwMode="auto">
          <a:xfrm>
            <a:off x="4546600" y="1816101"/>
            <a:ext cx="4102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磁荷单位：牛顿米</a:t>
            </a:r>
            <a:r>
              <a:rPr lang="en-US" altLang="zh-CN" sz="2800">
                <a:solidFill>
                  <a:srgbClr val="0000FF"/>
                </a:solidFill>
              </a:rPr>
              <a:t>/</a:t>
            </a:r>
            <a:r>
              <a:rPr lang="zh-CN" altLang="en-US" sz="2800">
                <a:solidFill>
                  <a:srgbClr val="0000FF"/>
                </a:solidFill>
              </a:rPr>
              <a:t>安培</a:t>
            </a:r>
          </a:p>
        </p:txBody>
      </p:sp>
      <p:graphicFrame>
        <p:nvGraphicFramePr>
          <p:cNvPr id="121859" name="Object 3"/>
          <p:cNvGraphicFramePr>
            <a:graphicFrameLocks noChangeAspect="1"/>
          </p:cNvGraphicFramePr>
          <p:nvPr/>
        </p:nvGraphicFramePr>
        <p:xfrm>
          <a:off x="4495801" y="579438"/>
          <a:ext cx="1692275" cy="817562"/>
        </p:xfrm>
        <a:graphic>
          <a:graphicData uri="http://schemas.openxmlformats.org/presentationml/2006/ole">
            <mc:AlternateContent xmlns:mc="http://schemas.openxmlformats.org/markup-compatibility/2006">
              <mc:Choice xmlns:v="urn:schemas-microsoft-com:vml" Requires="v">
                <p:oleObj spid="_x0000_s51292" name="Equation" r:id="rId4" imgW="809504" imgH="371373" progId="Equation.DSMT4">
                  <p:embed/>
                </p:oleObj>
              </mc:Choice>
              <mc:Fallback>
                <p:oleObj name="Equation" r:id="rId4" imgW="809504" imgH="37137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1" y="579438"/>
                        <a:ext cx="1692275" cy="817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1860" name="Object 4"/>
          <p:cNvGraphicFramePr>
            <a:graphicFrameLocks noChangeAspect="1"/>
          </p:cNvGraphicFramePr>
          <p:nvPr/>
        </p:nvGraphicFramePr>
        <p:xfrm>
          <a:off x="6407151" y="552450"/>
          <a:ext cx="1247775" cy="895350"/>
        </p:xfrm>
        <a:graphic>
          <a:graphicData uri="http://schemas.openxmlformats.org/presentationml/2006/ole">
            <mc:AlternateContent xmlns:mc="http://schemas.openxmlformats.org/markup-compatibility/2006">
              <mc:Choice xmlns:v="urn:schemas-microsoft-com:vml" Requires="v">
                <p:oleObj spid="_x0000_s51293" name="Equation" r:id="rId6" imgW="590537" imgH="409643" progId="Equation.DSMT4">
                  <p:embed/>
                </p:oleObj>
              </mc:Choice>
              <mc:Fallback>
                <p:oleObj name="Equation" r:id="rId6" imgW="590537" imgH="40964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07151" y="552450"/>
                        <a:ext cx="1247775"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61" name="Text Box 5"/>
          <p:cNvSpPr txBox="1">
            <a:spLocks noChangeArrowheads="1"/>
          </p:cNvSpPr>
          <p:nvPr/>
        </p:nvSpPr>
        <p:spPr bwMode="auto">
          <a:xfrm>
            <a:off x="1841500" y="596901"/>
            <a:ext cx="2870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FF00"/>
                </a:solidFill>
              </a:rPr>
              <a:t>磁的库仑定律</a:t>
            </a:r>
            <a:r>
              <a:rPr lang="zh-CN" altLang="en-US" sz="2800">
                <a:solidFill>
                  <a:srgbClr val="0000FF"/>
                </a:solidFill>
              </a:rPr>
              <a:t>：</a:t>
            </a:r>
          </a:p>
        </p:txBody>
      </p:sp>
      <p:sp>
        <p:nvSpPr>
          <p:cNvPr id="121862" name="Text Box 6"/>
          <p:cNvSpPr txBox="1">
            <a:spLocks noChangeArrowheads="1"/>
          </p:cNvSpPr>
          <p:nvPr/>
        </p:nvSpPr>
        <p:spPr bwMode="auto">
          <a:xfrm>
            <a:off x="4686300" y="2959101"/>
            <a:ext cx="340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solidFill>
                  <a:srgbClr val="0000FF"/>
                </a:solidFill>
              </a:rPr>
              <a:t>若点磁荷相距</a:t>
            </a:r>
            <a:r>
              <a:rPr lang="en-US" altLang="zh-CN" sz="2000">
                <a:solidFill>
                  <a:srgbClr val="0000FF"/>
                </a:solidFill>
              </a:rPr>
              <a:t>1</a:t>
            </a:r>
            <a:r>
              <a:rPr lang="zh-CN" altLang="en-US" sz="2000">
                <a:solidFill>
                  <a:srgbClr val="0000FF"/>
                </a:solidFill>
              </a:rPr>
              <a:t>米，作用力为</a:t>
            </a:r>
          </a:p>
        </p:txBody>
      </p:sp>
      <p:graphicFrame>
        <p:nvGraphicFramePr>
          <p:cNvPr id="121863" name="Object 7"/>
          <p:cNvGraphicFramePr>
            <a:graphicFrameLocks noChangeAspect="1"/>
          </p:cNvGraphicFramePr>
          <p:nvPr/>
        </p:nvGraphicFramePr>
        <p:xfrm>
          <a:off x="7904164" y="711200"/>
          <a:ext cx="2598737" cy="501650"/>
        </p:xfrm>
        <a:graphic>
          <a:graphicData uri="http://schemas.openxmlformats.org/presentationml/2006/ole">
            <mc:AlternateContent xmlns:mc="http://schemas.openxmlformats.org/markup-compatibility/2006">
              <mc:Choice xmlns:v="urn:schemas-microsoft-com:vml" Requires="v">
                <p:oleObj spid="_x0000_s51294" name="Equation" r:id="rId8" imgW="1247743" imgH="219211" progId="Equation.DSMT4">
                  <p:embed/>
                </p:oleObj>
              </mc:Choice>
              <mc:Fallback>
                <p:oleObj name="Equation" r:id="rId8" imgW="1247743" imgH="219211"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04164" y="711200"/>
                        <a:ext cx="2598737"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64" name="Text Box 8"/>
          <p:cNvSpPr txBox="1">
            <a:spLocks noChangeArrowheads="1"/>
          </p:cNvSpPr>
          <p:nvPr/>
        </p:nvSpPr>
        <p:spPr bwMode="auto">
          <a:xfrm>
            <a:off x="9023350" y="2971801"/>
            <a:ext cx="71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solidFill>
                  <a:srgbClr val="0000FF"/>
                </a:solidFill>
              </a:rPr>
              <a:t>牛顿</a:t>
            </a:r>
          </a:p>
        </p:txBody>
      </p:sp>
      <p:graphicFrame>
        <p:nvGraphicFramePr>
          <p:cNvPr id="121865" name="Object 9"/>
          <p:cNvGraphicFramePr>
            <a:graphicFrameLocks noChangeAspect="1"/>
          </p:cNvGraphicFramePr>
          <p:nvPr/>
        </p:nvGraphicFramePr>
        <p:xfrm>
          <a:off x="1924051" y="1568450"/>
          <a:ext cx="2187575" cy="896938"/>
        </p:xfrm>
        <a:graphic>
          <a:graphicData uri="http://schemas.openxmlformats.org/presentationml/2006/ole">
            <mc:AlternateContent xmlns:mc="http://schemas.openxmlformats.org/markup-compatibility/2006">
              <mc:Choice xmlns:v="urn:schemas-microsoft-com:vml" Requires="v">
                <p:oleObj spid="_x0000_s51295" name="Equation" r:id="rId10" imgW="1047737" imgH="409643" progId="Equation.DSMT4">
                  <p:embed/>
                </p:oleObj>
              </mc:Choice>
              <mc:Fallback>
                <p:oleObj name="Equation" r:id="rId10" imgW="1047737" imgH="409643"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24051" y="1568450"/>
                        <a:ext cx="2187575" cy="896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1866" name="Object 10"/>
          <p:cNvGraphicFramePr>
            <a:graphicFrameLocks noChangeAspect="1"/>
          </p:cNvGraphicFramePr>
          <p:nvPr/>
        </p:nvGraphicFramePr>
        <p:xfrm>
          <a:off x="2209801" y="2735263"/>
          <a:ext cx="1846263" cy="1027112"/>
        </p:xfrm>
        <a:graphic>
          <a:graphicData uri="http://schemas.openxmlformats.org/presentationml/2006/ole">
            <mc:AlternateContent xmlns:mc="http://schemas.openxmlformats.org/markup-compatibility/2006">
              <mc:Choice xmlns:v="urn:schemas-microsoft-com:vml" Requires="v">
                <p:oleObj spid="_x0000_s51296" name="Equation" r:id="rId12" imgW="885959" imgH="476386" progId="Equation.DSMT4">
                  <p:embed/>
                </p:oleObj>
              </mc:Choice>
              <mc:Fallback>
                <p:oleObj name="Equation" r:id="rId12" imgW="885959" imgH="476386"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09801" y="2735263"/>
                        <a:ext cx="1846263" cy="1027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1867" name="Object 11"/>
          <p:cNvGraphicFramePr>
            <a:graphicFrameLocks noChangeAspect="1"/>
          </p:cNvGraphicFramePr>
          <p:nvPr/>
        </p:nvGraphicFramePr>
        <p:xfrm>
          <a:off x="8037514" y="2659063"/>
          <a:ext cx="884237" cy="1027112"/>
        </p:xfrm>
        <a:graphic>
          <a:graphicData uri="http://schemas.openxmlformats.org/presentationml/2006/ole">
            <mc:AlternateContent xmlns:mc="http://schemas.openxmlformats.org/markup-compatibility/2006">
              <mc:Choice xmlns:v="urn:schemas-microsoft-com:vml" Requires="v">
                <p:oleObj spid="_x0000_s51297" name="Equation" r:id="rId14" imgW="409492" imgH="476386" progId="Equation.DSMT4">
                  <p:embed/>
                </p:oleObj>
              </mc:Choice>
              <mc:Fallback>
                <p:oleObj name="Equation" r:id="rId14" imgW="409492" imgH="476386"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037514" y="2659063"/>
                        <a:ext cx="884237" cy="1027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68" name="Text Box 12"/>
          <p:cNvSpPr txBox="1">
            <a:spLocks noChangeArrowheads="1"/>
          </p:cNvSpPr>
          <p:nvPr/>
        </p:nvSpPr>
        <p:spPr bwMode="auto">
          <a:xfrm>
            <a:off x="4660900" y="3860801"/>
            <a:ext cx="4102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则磁荷为：</a:t>
            </a:r>
            <a:r>
              <a:rPr lang="en-US" altLang="zh-CN" sz="2800">
                <a:solidFill>
                  <a:srgbClr val="0000FF"/>
                </a:solidFill>
              </a:rPr>
              <a:t>1</a:t>
            </a:r>
            <a:r>
              <a:rPr lang="zh-CN" altLang="en-US" sz="2800">
                <a:solidFill>
                  <a:srgbClr val="0000FF"/>
                </a:solidFill>
              </a:rPr>
              <a:t>牛顿米</a:t>
            </a:r>
            <a:r>
              <a:rPr lang="en-US" altLang="zh-CN" sz="2800">
                <a:solidFill>
                  <a:srgbClr val="0000FF"/>
                </a:solidFill>
              </a:rPr>
              <a:t>/</a:t>
            </a:r>
            <a:r>
              <a:rPr lang="zh-CN" altLang="en-US" sz="2800">
                <a:solidFill>
                  <a:srgbClr val="0000FF"/>
                </a:solidFill>
              </a:rPr>
              <a:t>安培</a:t>
            </a:r>
          </a:p>
        </p:txBody>
      </p:sp>
      <p:sp>
        <p:nvSpPr>
          <p:cNvPr id="121869" name="Text Box 13"/>
          <p:cNvSpPr txBox="1">
            <a:spLocks noChangeArrowheads="1"/>
          </p:cNvSpPr>
          <p:nvPr/>
        </p:nvSpPr>
        <p:spPr bwMode="auto">
          <a:xfrm>
            <a:off x="2159000" y="4762500"/>
            <a:ext cx="70739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磁场强度</a:t>
            </a:r>
            <a:r>
              <a:rPr lang="en-US" altLang="zh-CN" sz="2800">
                <a:solidFill>
                  <a:srgbClr val="0000FF"/>
                </a:solidFill>
              </a:rPr>
              <a:t>H</a:t>
            </a:r>
            <a:r>
              <a:rPr lang="zh-CN" altLang="en-US" sz="2800">
                <a:solidFill>
                  <a:srgbClr val="0000FF"/>
                </a:solidFill>
              </a:rPr>
              <a:t>：大小等于单位点磁荷在该点所受的磁场力有大小，其方向与正磁荷在该处的所受力的方向一致。</a:t>
            </a:r>
          </a:p>
        </p:txBody>
      </p:sp>
    </p:spTree>
    <p:extLst>
      <p:ext uri="{BB962C8B-B14F-4D97-AF65-F5344CB8AC3E}">
        <p14:creationId xmlns:p14="http://schemas.microsoft.com/office/powerpoint/2010/main" val="23749733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3906" name="Object 2"/>
          <p:cNvGraphicFramePr>
            <a:graphicFrameLocks noChangeAspect="1"/>
          </p:cNvGraphicFramePr>
          <p:nvPr/>
        </p:nvGraphicFramePr>
        <p:xfrm>
          <a:off x="2987676" y="1358900"/>
          <a:ext cx="1406525" cy="528638"/>
        </p:xfrm>
        <a:graphic>
          <a:graphicData uri="http://schemas.openxmlformats.org/presentationml/2006/ole">
            <mc:AlternateContent xmlns:mc="http://schemas.openxmlformats.org/markup-compatibility/2006">
              <mc:Choice xmlns:v="urn:schemas-microsoft-com:vml" Requires="v">
                <p:oleObj spid="_x0000_s52301" name="Equation" r:id="rId4" imgW="666686" imgH="238193" progId="Equation.DSMT4">
                  <p:embed/>
                </p:oleObj>
              </mc:Choice>
              <mc:Fallback>
                <p:oleObj name="Equation" r:id="rId4" imgW="666686" imgH="23819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7676" y="1358900"/>
                        <a:ext cx="1406525" cy="52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907" name="Text Box 3"/>
          <p:cNvSpPr txBox="1">
            <a:spLocks noChangeArrowheads="1"/>
          </p:cNvSpPr>
          <p:nvPr/>
        </p:nvSpPr>
        <p:spPr bwMode="auto">
          <a:xfrm>
            <a:off x="6286500" y="711201"/>
            <a:ext cx="344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安培</a:t>
            </a:r>
            <a:r>
              <a:rPr lang="en-US" altLang="zh-CN" sz="2800">
                <a:solidFill>
                  <a:srgbClr val="0000FF"/>
                </a:solidFill>
              </a:rPr>
              <a:t>/</a:t>
            </a:r>
            <a:r>
              <a:rPr lang="zh-CN" altLang="en-US" sz="2800">
                <a:solidFill>
                  <a:srgbClr val="0000FF"/>
                </a:solidFill>
              </a:rPr>
              <a:t>米， 奥斯特</a:t>
            </a:r>
          </a:p>
        </p:txBody>
      </p:sp>
      <p:sp>
        <p:nvSpPr>
          <p:cNvPr id="123908" name="Text Box 4"/>
          <p:cNvSpPr txBox="1">
            <a:spLocks noChangeArrowheads="1"/>
          </p:cNvSpPr>
          <p:nvPr/>
        </p:nvSpPr>
        <p:spPr bwMode="auto">
          <a:xfrm>
            <a:off x="1866900" y="711201"/>
            <a:ext cx="2413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磁场强度</a:t>
            </a:r>
            <a:r>
              <a:rPr lang="en-US" altLang="zh-CN" sz="2800">
                <a:solidFill>
                  <a:srgbClr val="0000FF"/>
                </a:solidFill>
              </a:rPr>
              <a:t>H</a:t>
            </a:r>
            <a:r>
              <a:rPr lang="zh-CN" altLang="en-US" sz="2800">
                <a:solidFill>
                  <a:srgbClr val="0000FF"/>
                </a:solidFill>
              </a:rPr>
              <a:t>：</a:t>
            </a:r>
          </a:p>
        </p:txBody>
      </p:sp>
      <p:graphicFrame>
        <p:nvGraphicFramePr>
          <p:cNvPr id="123909" name="Object 5"/>
          <p:cNvGraphicFramePr>
            <a:graphicFrameLocks noChangeAspect="1"/>
          </p:cNvGraphicFramePr>
          <p:nvPr/>
        </p:nvGraphicFramePr>
        <p:xfrm>
          <a:off x="6453189" y="1347789"/>
          <a:ext cx="2605087" cy="422275"/>
        </p:xfrm>
        <a:graphic>
          <a:graphicData uri="http://schemas.openxmlformats.org/presentationml/2006/ole">
            <mc:AlternateContent xmlns:mc="http://schemas.openxmlformats.org/markup-compatibility/2006">
              <mc:Choice xmlns:v="urn:schemas-microsoft-com:vml" Requires="v">
                <p:oleObj spid="_x0000_s52302" name="Equation" r:id="rId6" imgW="1247743" imgH="180941" progId="Equation.DSMT4">
                  <p:embed/>
                </p:oleObj>
              </mc:Choice>
              <mc:Fallback>
                <p:oleObj name="Equation" r:id="rId6" imgW="1247743" imgH="180941"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53189" y="1347789"/>
                        <a:ext cx="2605087"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910" name="Object 6"/>
          <p:cNvGraphicFramePr>
            <a:graphicFrameLocks noChangeAspect="1"/>
          </p:cNvGraphicFramePr>
          <p:nvPr/>
        </p:nvGraphicFramePr>
        <p:xfrm>
          <a:off x="2549526" y="2787651"/>
          <a:ext cx="1979613" cy="898525"/>
        </p:xfrm>
        <a:graphic>
          <a:graphicData uri="http://schemas.openxmlformats.org/presentationml/2006/ole">
            <mc:AlternateContent xmlns:mc="http://schemas.openxmlformats.org/markup-compatibility/2006">
              <mc:Choice xmlns:v="urn:schemas-microsoft-com:vml" Requires="v">
                <p:oleObj spid="_x0000_s52303" name="Equation" r:id="rId8" imgW="942841" imgH="409643" progId="Equation.DSMT4">
                  <p:embed/>
                </p:oleObj>
              </mc:Choice>
              <mc:Fallback>
                <p:oleObj name="Equation" r:id="rId8" imgW="942841" imgH="409643"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49526" y="2787651"/>
                        <a:ext cx="1979613"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911" name="Text Box 7"/>
          <p:cNvSpPr txBox="1">
            <a:spLocks noChangeArrowheads="1"/>
          </p:cNvSpPr>
          <p:nvPr/>
        </p:nvSpPr>
        <p:spPr bwMode="auto">
          <a:xfrm>
            <a:off x="2057400" y="2095501"/>
            <a:ext cx="332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点磁荷磁场强度</a:t>
            </a:r>
            <a:r>
              <a:rPr lang="en-US" altLang="zh-CN" sz="2800">
                <a:solidFill>
                  <a:srgbClr val="0000FF"/>
                </a:solidFill>
              </a:rPr>
              <a:t>H</a:t>
            </a:r>
            <a:r>
              <a:rPr lang="zh-CN" altLang="en-US" sz="2800">
                <a:solidFill>
                  <a:srgbClr val="0000FF"/>
                </a:solidFill>
              </a:rPr>
              <a:t>：</a:t>
            </a:r>
          </a:p>
        </p:txBody>
      </p:sp>
      <p:sp>
        <p:nvSpPr>
          <p:cNvPr id="123912" name="Text Box 8"/>
          <p:cNvSpPr txBox="1">
            <a:spLocks noChangeArrowheads="1"/>
          </p:cNvSpPr>
          <p:nvPr/>
        </p:nvSpPr>
        <p:spPr bwMode="auto">
          <a:xfrm>
            <a:off x="1917700" y="4013200"/>
            <a:ext cx="4902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无限大均匀带电（磁荷）面两侧的电（磁）场强度公式：</a:t>
            </a:r>
          </a:p>
        </p:txBody>
      </p:sp>
      <p:graphicFrame>
        <p:nvGraphicFramePr>
          <p:cNvPr id="123913" name="Object 9"/>
          <p:cNvGraphicFramePr>
            <a:graphicFrameLocks noChangeAspect="1"/>
          </p:cNvGraphicFramePr>
          <p:nvPr/>
        </p:nvGraphicFramePr>
        <p:xfrm>
          <a:off x="7577139" y="2965451"/>
          <a:ext cx="1119187" cy="898525"/>
        </p:xfrm>
        <a:graphic>
          <a:graphicData uri="http://schemas.openxmlformats.org/presentationml/2006/ole">
            <mc:AlternateContent xmlns:mc="http://schemas.openxmlformats.org/markup-compatibility/2006">
              <mc:Choice xmlns:v="urn:schemas-microsoft-com:vml" Requires="v">
                <p:oleObj spid="_x0000_s52304" name="Equation" r:id="rId10" imgW="523869" imgH="409643" progId="Equation.DSMT4">
                  <p:embed/>
                </p:oleObj>
              </mc:Choice>
              <mc:Fallback>
                <p:oleObj name="Equation" r:id="rId10" imgW="523869" imgH="409643"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577139" y="2965451"/>
                        <a:ext cx="1119187"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914" name="Object 10"/>
          <p:cNvGraphicFramePr>
            <a:graphicFrameLocks noChangeAspect="1"/>
          </p:cNvGraphicFramePr>
          <p:nvPr/>
        </p:nvGraphicFramePr>
        <p:xfrm>
          <a:off x="7475539" y="4083051"/>
          <a:ext cx="1222375" cy="898525"/>
        </p:xfrm>
        <a:graphic>
          <a:graphicData uri="http://schemas.openxmlformats.org/presentationml/2006/ole">
            <mc:AlternateContent xmlns:mc="http://schemas.openxmlformats.org/markup-compatibility/2006">
              <mc:Choice xmlns:v="urn:schemas-microsoft-com:vml" Requires="v">
                <p:oleObj spid="_x0000_s52305" name="Equation" r:id="rId12" imgW="581057" imgH="409643" progId="Equation.DSMT4">
                  <p:embed/>
                </p:oleObj>
              </mc:Choice>
              <mc:Fallback>
                <p:oleObj name="Equation" r:id="rId12" imgW="581057" imgH="409643"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75539" y="4083051"/>
                        <a:ext cx="1222375"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915" name="AutoShape 11"/>
          <p:cNvSpPr>
            <a:spLocks/>
          </p:cNvSpPr>
          <p:nvPr/>
        </p:nvSpPr>
        <p:spPr bwMode="auto">
          <a:xfrm>
            <a:off x="7264400" y="3390900"/>
            <a:ext cx="88900" cy="1193800"/>
          </a:xfrm>
          <a:prstGeom prst="leftBrace">
            <a:avLst>
              <a:gd name="adj1" fmla="val 111905"/>
              <a:gd name="adj2" fmla="val 50000"/>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23916" name="Text Box 12"/>
          <p:cNvSpPr txBox="1">
            <a:spLocks noChangeArrowheads="1"/>
          </p:cNvSpPr>
          <p:nvPr/>
        </p:nvSpPr>
        <p:spPr bwMode="auto">
          <a:xfrm>
            <a:off x="8610600" y="2603501"/>
            <a:ext cx="1358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solidFill>
                <a:srgbClr val="0000FF"/>
              </a:solidFill>
            </a:endParaRPr>
          </a:p>
        </p:txBody>
      </p:sp>
      <p:sp>
        <p:nvSpPr>
          <p:cNvPr id="123917" name="Text Box 13"/>
          <p:cNvSpPr txBox="1">
            <a:spLocks noChangeArrowheads="1"/>
          </p:cNvSpPr>
          <p:nvPr/>
        </p:nvSpPr>
        <p:spPr bwMode="auto">
          <a:xfrm>
            <a:off x="8794750" y="3384550"/>
            <a:ext cx="16129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单位面磁（电）荷密度</a:t>
            </a:r>
          </a:p>
        </p:txBody>
      </p:sp>
    </p:spTree>
    <p:extLst>
      <p:ext uri="{BB962C8B-B14F-4D97-AF65-F5344CB8AC3E}">
        <p14:creationId xmlns:p14="http://schemas.microsoft.com/office/powerpoint/2010/main" val="15836143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ext Box 2"/>
          <p:cNvSpPr txBox="1">
            <a:spLocks noChangeArrowheads="1"/>
          </p:cNvSpPr>
          <p:nvPr/>
        </p:nvSpPr>
        <p:spPr bwMode="auto">
          <a:xfrm>
            <a:off x="2057400" y="571501"/>
            <a:ext cx="8026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带等量异号磁荷的一对无限大平行平面之间磁场：</a:t>
            </a:r>
          </a:p>
        </p:txBody>
      </p:sp>
      <p:sp>
        <p:nvSpPr>
          <p:cNvPr id="125955" name="Text Box 3"/>
          <p:cNvSpPr txBox="1">
            <a:spLocks noChangeArrowheads="1"/>
          </p:cNvSpPr>
          <p:nvPr/>
        </p:nvSpPr>
        <p:spPr bwMode="auto">
          <a:xfrm>
            <a:off x="1930400" y="2159001"/>
            <a:ext cx="203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磁偶极子：</a:t>
            </a:r>
          </a:p>
        </p:txBody>
      </p:sp>
      <p:graphicFrame>
        <p:nvGraphicFramePr>
          <p:cNvPr id="125956" name="Object 4"/>
          <p:cNvGraphicFramePr>
            <a:graphicFrameLocks noChangeAspect="1"/>
          </p:cNvGraphicFramePr>
          <p:nvPr/>
        </p:nvGraphicFramePr>
        <p:xfrm>
          <a:off x="2435225" y="1174751"/>
          <a:ext cx="1092200" cy="898525"/>
        </p:xfrm>
        <a:graphic>
          <a:graphicData uri="http://schemas.openxmlformats.org/presentationml/2006/ole">
            <mc:AlternateContent xmlns:mc="http://schemas.openxmlformats.org/markup-compatibility/2006">
              <mc:Choice xmlns:v="urn:schemas-microsoft-com:vml" Requires="v">
                <p:oleObj spid="_x0000_s53490" name="Equation" r:id="rId4" imgW="514388" imgH="409643" progId="Equation.DSMT4">
                  <p:embed/>
                </p:oleObj>
              </mc:Choice>
              <mc:Fallback>
                <p:oleObj name="Equation" r:id="rId4" imgW="514388" imgH="40964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5225" y="1174751"/>
                        <a:ext cx="1092200"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57" name="Text Box 5"/>
          <p:cNvSpPr txBox="1">
            <a:spLocks noChangeArrowheads="1"/>
          </p:cNvSpPr>
          <p:nvPr/>
        </p:nvSpPr>
        <p:spPr bwMode="auto">
          <a:xfrm>
            <a:off x="8610600" y="2603501"/>
            <a:ext cx="1358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solidFill>
                <a:srgbClr val="0000FF"/>
              </a:solidFill>
            </a:endParaRPr>
          </a:p>
        </p:txBody>
      </p:sp>
      <p:sp>
        <p:nvSpPr>
          <p:cNvPr id="125958" name="Text Box 6"/>
          <p:cNvSpPr txBox="1">
            <a:spLocks noChangeArrowheads="1"/>
          </p:cNvSpPr>
          <p:nvPr/>
        </p:nvSpPr>
        <p:spPr bwMode="auto">
          <a:xfrm>
            <a:off x="7607300" y="2667001"/>
            <a:ext cx="2514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延长线上：</a:t>
            </a:r>
          </a:p>
        </p:txBody>
      </p:sp>
      <p:grpSp>
        <p:nvGrpSpPr>
          <p:cNvPr id="125959" name="Group 7"/>
          <p:cNvGrpSpPr>
            <a:grpSpLocks/>
          </p:cNvGrpSpPr>
          <p:nvPr/>
        </p:nvGrpSpPr>
        <p:grpSpPr bwMode="auto">
          <a:xfrm>
            <a:off x="4254500" y="1195388"/>
            <a:ext cx="2603500" cy="2165350"/>
            <a:chOff x="2008" y="729"/>
            <a:chExt cx="1640" cy="1364"/>
          </a:xfrm>
        </p:grpSpPr>
        <p:sp>
          <p:nvSpPr>
            <p:cNvPr id="125968" name="Line 8"/>
            <p:cNvSpPr>
              <a:spLocks noChangeShapeType="1"/>
            </p:cNvSpPr>
            <p:nvPr/>
          </p:nvSpPr>
          <p:spPr bwMode="auto">
            <a:xfrm flipH="1" flipV="1">
              <a:off x="2912" y="1088"/>
              <a:ext cx="224" cy="200"/>
            </a:xfrm>
            <a:prstGeom prst="line">
              <a:avLst/>
            </a:prstGeom>
            <a:noFill/>
            <a:ln w="28575"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5969" name="Line 9"/>
            <p:cNvSpPr>
              <a:spLocks noChangeShapeType="1"/>
            </p:cNvSpPr>
            <p:nvPr/>
          </p:nvSpPr>
          <p:spPr bwMode="auto">
            <a:xfrm flipV="1">
              <a:off x="3136" y="1016"/>
              <a:ext cx="0" cy="272"/>
            </a:xfrm>
            <a:prstGeom prst="line">
              <a:avLst/>
            </a:prstGeom>
            <a:noFill/>
            <a:ln w="28575"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nvGrpSpPr>
            <p:cNvPr id="125970" name="Group 10"/>
            <p:cNvGrpSpPr>
              <a:grpSpLocks/>
            </p:cNvGrpSpPr>
            <p:nvPr/>
          </p:nvGrpSpPr>
          <p:grpSpPr bwMode="auto">
            <a:xfrm>
              <a:off x="2008" y="729"/>
              <a:ext cx="1640" cy="1364"/>
              <a:chOff x="2008" y="729"/>
              <a:chExt cx="1640" cy="1364"/>
            </a:xfrm>
          </p:grpSpPr>
          <p:graphicFrame>
            <p:nvGraphicFramePr>
              <p:cNvPr id="125971" name="Object 11"/>
              <p:cNvGraphicFramePr>
                <a:graphicFrameLocks noChangeAspect="1"/>
              </p:cNvGraphicFramePr>
              <p:nvPr/>
            </p:nvGraphicFramePr>
            <p:xfrm>
              <a:off x="2915" y="1490"/>
              <a:ext cx="164" cy="233"/>
            </p:xfrm>
            <a:graphic>
              <a:graphicData uri="http://schemas.openxmlformats.org/presentationml/2006/ole">
                <mc:AlternateContent xmlns:mc="http://schemas.openxmlformats.org/markup-compatibility/2006">
                  <mc:Choice xmlns:v="urn:schemas-microsoft-com:vml" Requires="v">
                    <p:oleObj spid="_x0000_s53491" name="Equation" r:id="rId6" imgW="104896" imgH="161959" progId="Equation.DSMT4">
                      <p:embed/>
                    </p:oleObj>
                  </mc:Choice>
                  <mc:Fallback>
                    <p:oleObj name="Equation" r:id="rId6" imgW="104896" imgH="161959"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5" y="1490"/>
                            <a:ext cx="164"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5972" name="Group 12"/>
              <p:cNvGrpSpPr>
                <a:grpSpLocks/>
              </p:cNvGrpSpPr>
              <p:nvPr/>
            </p:nvGrpSpPr>
            <p:grpSpPr bwMode="auto">
              <a:xfrm>
                <a:off x="2136" y="1104"/>
                <a:ext cx="1440" cy="696"/>
                <a:chOff x="2048" y="944"/>
                <a:chExt cx="1440" cy="696"/>
              </a:xfrm>
            </p:grpSpPr>
            <p:grpSp>
              <p:nvGrpSpPr>
                <p:cNvPr id="125980" name="Group 13"/>
                <p:cNvGrpSpPr>
                  <a:grpSpLocks/>
                </p:cNvGrpSpPr>
                <p:nvPr/>
              </p:nvGrpSpPr>
              <p:grpSpPr bwMode="auto">
                <a:xfrm>
                  <a:off x="2048" y="1464"/>
                  <a:ext cx="160" cy="160"/>
                  <a:chOff x="2936" y="1168"/>
                  <a:chExt cx="160" cy="160"/>
                </a:xfrm>
              </p:grpSpPr>
              <p:sp>
                <p:nvSpPr>
                  <p:cNvPr id="125984" name="Oval 14"/>
                  <p:cNvSpPr>
                    <a:spLocks noChangeArrowheads="1"/>
                  </p:cNvSpPr>
                  <p:nvPr/>
                </p:nvSpPr>
                <p:spPr bwMode="auto">
                  <a:xfrm>
                    <a:off x="2936" y="1168"/>
                    <a:ext cx="160" cy="160"/>
                  </a:xfrm>
                  <a:prstGeom prst="ellipse">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25985" name="Line 15"/>
                  <p:cNvSpPr>
                    <a:spLocks noChangeShapeType="1"/>
                  </p:cNvSpPr>
                  <p:nvPr/>
                </p:nvSpPr>
                <p:spPr bwMode="auto">
                  <a:xfrm>
                    <a:off x="2952" y="1256"/>
                    <a:ext cx="104"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25981" name="AutoShape 16"/>
                <p:cNvSpPr>
                  <a:spLocks noChangeArrowheads="1"/>
                </p:cNvSpPr>
                <p:nvPr/>
              </p:nvSpPr>
              <p:spPr bwMode="auto">
                <a:xfrm>
                  <a:off x="3320" y="1464"/>
                  <a:ext cx="168" cy="176"/>
                </a:xfrm>
                <a:prstGeom prst="flowChartOr">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25982" name="Line 17"/>
                <p:cNvSpPr>
                  <a:spLocks noChangeShapeType="1"/>
                </p:cNvSpPr>
                <p:nvPr/>
              </p:nvSpPr>
              <p:spPr bwMode="auto">
                <a:xfrm>
                  <a:off x="2224" y="1552"/>
                  <a:ext cx="1088" cy="0"/>
                </a:xfrm>
                <a:prstGeom prst="line">
                  <a:avLst/>
                </a:prstGeom>
                <a:noFill/>
                <a:ln w="38100" cap="sq">
                  <a:solidFill>
                    <a:srgbClr val="0000FF"/>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5983" name="Line 18"/>
                <p:cNvSpPr>
                  <a:spLocks noChangeShapeType="1"/>
                </p:cNvSpPr>
                <p:nvPr/>
              </p:nvSpPr>
              <p:spPr bwMode="auto">
                <a:xfrm flipV="1">
                  <a:off x="2656" y="944"/>
                  <a:ext cx="592" cy="592"/>
                </a:xfrm>
                <a:prstGeom prst="line">
                  <a:avLst/>
                </a:prstGeom>
                <a:noFill/>
                <a:ln w="28575" cap="sq">
                  <a:solidFill>
                    <a:srgbClr val="0000FF"/>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graphicFrame>
            <p:nvGraphicFramePr>
              <p:cNvPr id="125973" name="Object 19"/>
              <p:cNvGraphicFramePr>
                <a:graphicFrameLocks noChangeAspect="1"/>
              </p:cNvGraphicFramePr>
              <p:nvPr/>
            </p:nvGraphicFramePr>
            <p:xfrm>
              <a:off x="2707" y="1387"/>
              <a:ext cx="148" cy="167"/>
            </p:xfrm>
            <a:graphic>
              <a:graphicData uri="http://schemas.openxmlformats.org/presentationml/2006/ole">
                <mc:AlternateContent xmlns:mc="http://schemas.openxmlformats.org/markup-compatibility/2006">
                  <mc:Choice xmlns:v="urn:schemas-microsoft-com:vml" Requires="v">
                    <p:oleObj spid="_x0000_s53492" name="Equation" r:id="rId8" imgW="95110" imgH="104707" progId="Equation.DSMT4">
                      <p:embed/>
                    </p:oleObj>
                  </mc:Choice>
                  <mc:Fallback>
                    <p:oleObj name="Equation" r:id="rId8" imgW="95110" imgH="104707"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07" y="1387"/>
                            <a:ext cx="148"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74" name="Object 20"/>
              <p:cNvGraphicFramePr>
                <a:graphicFrameLocks noChangeAspect="1"/>
              </p:cNvGraphicFramePr>
              <p:nvPr/>
            </p:nvGraphicFramePr>
            <p:xfrm>
              <a:off x="3297" y="1056"/>
              <a:ext cx="280" cy="334"/>
            </p:xfrm>
            <a:graphic>
              <a:graphicData uri="http://schemas.openxmlformats.org/presentationml/2006/ole">
                <mc:AlternateContent xmlns:mc="http://schemas.openxmlformats.org/markup-compatibility/2006">
                  <mc:Choice xmlns:v="urn:schemas-microsoft-com:vml" Requires="v">
                    <p:oleObj spid="_x0000_s53493" name="Equation" r:id="rId10" imgW="200006" imgH="238193" progId="Equation.DSMT4">
                      <p:embed/>
                    </p:oleObj>
                  </mc:Choice>
                  <mc:Fallback>
                    <p:oleObj name="Equation" r:id="rId10" imgW="200006" imgH="238193"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97" y="1056"/>
                            <a:ext cx="280" cy="3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75" name="Object 21"/>
              <p:cNvGraphicFramePr>
                <a:graphicFrameLocks noChangeAspect="1"/>
              </p:cNvGraphicFramePr>
              <p:nvPr/>
            </p:nvGraphicFramePr>
            <p:xfrm>
              <a:off x="2674" y="1000"/>
              <a:ext cx="295" cy="333"/>
            </p:xfrm>
            <a:graphic>
              <a:graphicData uri="http://schemas.openxmlformats.org/presentationml/2006/ole">
                <mc:AlternateContent xmlns:mc="http://schemas.openxmlformats.org/markup-compatibility/2006">
                  <mc:Choice xmlns:v="urn:schemas-microsoft-com:vml" Requires="v">
                    <p:oleObj spid="_x0000_s53494" name="Equation" r:id="rId12" imgW="209486" imgH="238193" progId="Equation.DSMT4">
                      <p:embed/>
                    </p:oleObj>
                  </mc:Choice>
                  <mc:Fallback>
                    <p:oleObj name="Equation" r:id="rId12" imgW="209486" imgH="238193"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74" y="1000"/>
                            <a:ext cx="295" cy="3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76" name="Object 22"/>
              <p:cNvGraphicFramePr>
                <a:graphicFrameLocks noChangeAspect="1"/>
              </p:cNvGraphicFramePr>
              <p:nvPr/>
            </p:nvGraphicFramePr>
            <p:xfrm>
              <a:off x="3090" y="729"/>
              <a:ext cx="231" cy="267"/>
            </p:xfrm>
            <a:graphic>
              <a:graphicData uri="http://schemas.openxmlformats.org/presentationml/2006/ole">
                <mc:AlternateContent xmlns:mc="http://schemas.openxmlformats.org/markup-compatibility/2006">
                  <mc:Choice xmlns:v="urn:schemas-microsoft-com:vml" Requires="v">
                    <p:oleObj spid="_x0000_s53495" name="Equation" r:id="rId14" imgW="161778" imgH="180941" progId="Equation.DSMT4">
                      <p:embed/>
                    </p:oleObj>
                  </mc:Choice>
                  <mc:Fallback>
                    <p:oleObj name="Equation" r:id="rId14" imgW="161778" imgH="180941"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90" y="729"/>
                            <a:ext cx="231" cy="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77" name="Object 23"/>
              <p:cNvGraphicFramePr>
                <a:graphicFrameLocks noChangeAspect="1"/>
              </p:cNvGraphicFramePr>
              <p:nvPr/>
            </p:nvGraphicFramePr>
            <p:xfrm>
              <a:off x="2008" y="1769"/>
              <a:ext cx="362" cy="300"/>
            </p:xfrm>
            <a:graphic>
              <a:graphicData uri="http://schemas.openxmlformats.org/presentationml/2006/ole">
                <mc:AlternateContent xmlns:mc="http://schemas.openxmlformats.org/markup-compatibility/2006">
                  <mc:Choice xmlns:v="urn:schemas-microsoft-com:vml" Requires="v">
                    <p:oleObj spid="_x0000_s53496" name="Equation" r:id="rId16" imgW="257194" imgH="209414" progId="Equation.DSMT4">
                      <p:embed/>
                    </p:oleObj>
                  </mc:Choice>
                  <mc:Fallback>
                    <p:oleObj name="Equation" r:id="rId16" imgW="257194" imgH="209414"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08" y="1769"/>
                            <a:ext cx="362" cy="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78" name="Object 24"/>
              <p:cNvGraphicFramePr>
                <a:graphicFrameLocks noChangeAspect="1"/>
              </p:cNvGraphicFramePr>
              <p:nvPr/>
            </p:nvGraphicFramePr>
            <p:xfrm>
              <a:off x="3402" y="1793"/>
              <a:ext cx="246" cy="300"/>
            </p:xfrm>
            <a:graphic>
              <a:graphicData uri="http://schemas.openxmlformats.org/presentationml/2006/ole">
                <mc:AlternateContent xmlns:mc="http://schemas.openxmlformats.org/markup-compatibility/2006">
                  <mc:Choice xmlns:v="urn:schemas-microsoft-com:vml" Requires="v">
                    <p:oleObj spid="_x0000_s53497" name="Equation" r:id="rId18" imgW="171565" imgH="209414" progId="Equation.DSMT4">
                      <p:embed/>
                    </p:oleObj>
                  </mc:Choice>
                  <mc:Fallback>
                    <p:oleObj name="Equation" r:id="rId18" imgW="171565" imgH="209414"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02" y="1793"/>
                            <a:ext cx="246" cy="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79" name="Object 25"/>
              <p:cNvGraphicFramePr>
                <a:graphicFrameLocks noChangeAspect="1"/>
              </p:cNvGraphicFramePr>
              <p:nvPr/>
            </p:nvGraphicFramePr>
            <p:xfrm>
              <a:off x="3083" y="1282"/>
              <a:ext cx="197" cy="216"/>
            </p:xfrm>
            <a:graphic>
              <a:graphicData uri="http://schemas.openxmlformats.org/presentationml/2006/ole">
                <mc:AlternateContent xmlns:mc="http://schemas.openxmlformats.org/markup-compatibility/2006">
                  <mc:Choice xmlns:v="urn:schemas-microsoft-com:vml" Requires="v">
                    <p:oleObj spid="_x0000_s53498" name="Equation" r:id="rId20" imgW="133337" imgH="142977" progId="Equation.DSMT4">
                      <p:embed/>
                    </p:oleObj>
                  </mc:Choice>
                  <mc:Fallback>
                    <p:oleObj name="Equation" r:id="rId20" imgW="133337" imgH="142977"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083" y="1282"/>
                            <a:ext cx="197"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aphicFrame>
        <p:nvGraphicFramePr>
          <p:cNvPr id="125960" name="Object 26"/>
          <p:cNvGraphicFramePr>
            <a:graphicFrameLocks noChangeAspect="1"/>
          </p:cNvGraphicFramePr>
          <p:nvPr/>
        </p:nvGraphicFramePr>
        <p:xfrm>
          <a:off x="2270125" y="2882900"/>
          <a:ext cx="1169988" cy="528638"/>
        </p:xfrm>
        <a:graphic>
          <a:graphicData uri="http://schemas.openxmlformats.org/presentationml/2006/ole">
            <mc:AlternateContent xmlns:mc="http://schemas.openxmlformats.org/markup-compatibility/2006">
              <mc:Choice xmlns:v="urn:schemas-microsoft-com:vml" Requires="v">
                <p:oleObj spid="_x0000_s53499" name="Equation" r:id="rId22" imgW="552310" imgH="238193" progId="Equation.DSMT4">
                  <p:embed/>
                </p:oleObj>
              </mc:Choice>
              <mc:Fallback>
                <p:oleObj name="Equation" r:id="rId22" imgW="552310" imgH="238193"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270125" y="2882900"/>
                        <a:ext cx="1169988" cy="52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61" name="Object 27"/>
          <p:cNvGraphicFramePr>
            <a:graphicFrameLocks noChangeAspect="1"/>
          </p:cNvGraphicFramePr>
          <p:nvPr/>
        </p:nvGraphicFramePr>
        <p:xfrm>
          <a:off x="2278063" y="3740151"/>
          <a:ext cx="2678112" cy="898525"/>
        </p:xfrm>
        <a:graphic>
          <a:graphicData uri="http://schemas.openxmlformats.org/presentationml/2006/ole">
            <mc:AlternateContent xmlns:mc="http://schemas.openxmlformats.org/markup-compatibility/2006">
              <mc:Choice xmlns:v="urn:schemas-microsoft-com:vml" Requires="v">
                <p:oleObj spid="_x0000_s53500" name="Equation" r:id="rId24" imgW="1285971" imgH="409643" progId="Equation.DSMT4">
                  <p:embed/>
                </p:oleObj>
              </mc:Choice>
              <mc:Fallback>
                <p:oleObj name="Equation" r:id="rId24" imgW="1285971" imgH="409643" progId="Equation.DSMT4">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278063" y="3740151"/>
                        <a:ext cx="2678112"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62" name="Object 28"/>
          <p:cNvGraphicFramePr>
            <a:graphicFrameLocks noChangeAspect="1"/>
          </p:cNvGraphicFramePr>
          <p:nvPr/>
        </p:nvGraphicFramePr>
        <p:xfrm>
          <a:off x="2151064" y="4845051"/>
          <a:ext cx="2651125" cy="898525"/>
        </p:xfrm>
        <a:graphic>
          <a:graphicData uri="http://schemas.openxmlformats.org/presentationml/2006/ole">
            <mc:AlternateContent xmlns:mc="http://schemas.openxmlformats.org/markup-compatibility/2006">
              <mc:Choice xmlns:v="urn:schemas-microsoft-com:vml" Requires="v">
                <p:oleObj spid="_x0000_s53501" name="Equation" r:id="rId26" imgW="1276490" imgH="409643" progId="Equation.DSMT4">
                  <p:embed/>
                </p:oleObj>
              </mc:Choice>
              <mc:Fallback>
                <p:oleObj name="Equation" r:id="rId26" imgW="1276490" imgH="409643" progId="Equation.DSMT4">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151064" y="4845051"/>
                        <a:ext cx="2651125"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63" name="Object 29"/>
          <p:cNvGraphicFramePr>
            <a:graphicFrameLocks noChangeAspect="1"/>
          </p:cNvGraphicFramePr>
          <p:nvPr/>
        </p:nvGraphicFramePr>
        <p:xfrm>
          <a:off x="7575551" y="3611564"/>
          <a:ext cx="2600325" cy="898525"/>
        </p:xfrm>
        <a:graphic>
          <a:graphicData uri="http://schemas.openxmlformats.org/presentationml/2006/ole">
            <mc:AlternateContent xmlns:mc="http://schemas.openxmlformats.org/markup-compatibility/2006">
              <mc:Choice xmlns:v="urn:schemas-microsoft-com:vml" Requires="v">
                <p:oleObj spid="_x0000_s53502" name="Equation" r:id="rId28" imgW="1247743" imgH="409643" progId="Equation.DSMT4">
                  <p:embed/>
                </p:oleObj>
              </mc:Choice>
              <mc:Fallback>
                <p:oleObj name="Equation" r:id="rId28" imgW="1247743" imgH="409643" progId="Equation.DSMT4">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575551" y="3611564"/>
                        <a:ext cx="2600325"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64" name="Object 30"/>
          <p:cNvGraphicFramePr>
            <a:graphicFrameLocks noChangeAspect="1"/>
          </p:cNvGraphicFramePr>
          <p:nvPr/>
        </p:nvGraphicFramePr>
        <p:xfrm>
          <a:off x="7704139" y="3275014"/>
          <a:ext cx="727075" cy="369887"/>
        </p:xfrm>
        <a:graphic>
          <a:graphicData uri="http://schemas.openxmlformats.org/presentationml/2006/ole">
            <mc:AlternateContent xmlns:mc="http://schemas.openxmlformats.org/markup-compatibility/2006">
              <mc:Choice xmlns:v="urn:schemas-microsoft-com:vml" Requires="v">
                <p:oleObj spid="_x0000_s53503" name="Equation" r:id="rId30" imgW="333343" imgH="161959" progId="Equation.DSMT4">
                  <p:embed/>
                </p:oleObj>
              </mc:Choice>
              <mc:Fallback>
                <p:oleObj name="Equation" r:id="rId30" imgW="333343" imgH="161959" progId="Equation.DSMT4">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704139" y="3275014"/>
                        <a:ext cx="727075" cy="36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65" name="Text Box 31"/>
          <p:cNvSpPr txBox="1">
            <a:spLocks noChangeArrowheads="1"/>
          </p:cNvSpPr>
          <p:nvPr/>
        </p:nvSpPr>
        <p:spPr bwMode="auto">
          <a:xfrm>
            <a:off x="7442200" y="4635501"/>
            <a:ext cx="2514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中垂面上：</a:t>
            </a:r>
          </a:p>
        </p:txBody>
      </p:sp>
      <p:graphicFrame>
        <p:nvGraphicFramePr>
          <p:cNvPr id="125966" name="Object 32"/>
          <p:cNvGraphicFramePr>
            <a:graphicFrameLocks noChangeAspect="1"/>
          </p:cNvGraphicFramePr>
          <p:nvPr/>
        </p:nvGraphicFramePr>
        <p:xfrm>
          <a:off x="7591425" y="5219700"/>
          <a:ext cx="1117600" cy="369888"/>
        </p:xfrm>
        <a:graphic>
          <a:graphicData uri="http://schemas.openxmlformats.org/presentationml/2006/ole">
            <mc:AlternateContent xmlns:mc="http://schemas.openxmlformats.org/markup-compatibility/2006">
              <mc:Choice xmlns:v="urn:schemas-microsoft-com:vml" Requires="v">
                <p:oleObj spid="_x0000_s53504" name="Equation" r:id="rId32" imgW="523869" imgH="161959" progId="Equation.DSMT4">
                  <p:embed/>
                </p:oleObj>
              </mc:Choice>
              <mc:Fallback>
                <p:oleObj name="Equation" r:id="rId32" imgW="523869" imgH="161959" progId="Equation.DSMT4">
                  <p:embed/>
                  <p:pic>
                    <p:nvPicPr>
                      <p:cNvPr id="0" name=""/>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7591425" y="5219700"/>
                        <a:ext cx="1117600"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67" name="Object 33"/>
          <p:cNvGraphicFramePr>
            <a:graphicFrameLocks noChangeAspect="1"/>
          </p:cNvGraphicFramePr>
          <p:nvPr/>
        </p:nvGraphicFramePr>
        <p:xfrm>
          <a:off x="7507289" y="5695951"/>
          <a:ext cx="2625725" cy="898525"/>
        </p:xfrm>
        <a:graphic>
          <a:graphicData uri="http://schemas.openxmlformats.org/presentationml/2006/ole">
            <mc:AlternateContent xmlns:mc="http://schemas.openxmlformats.org/markup-compatibility/2006">
              <mc:Choice xmlns:v="urn:schemas-microsoft-com:vml" Requires="v">
                <p:oleObj spid="_x0000_s53505" name="Equation" r:id="rId34" imgW="1266704" imgH="409643" progId="Equation.DSMT4">
                  <p:embed/>
                </p:oleObj>
              </mc:Choice>
              <mc:Fallback>
                <p:oleObj name="Equation" r:id="rId34" imgW="1266704" imgH="409643" progId="Equation.DSMT4">
                  <p:embed/>
                  <p:pic>
                    <p:nvPicPr>
                      <p:cNvPr id="0" name=""/>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7507289" y="5695951"/>
                        <a:ext cx="2625725"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4690663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ext Box 2"/>
          <p:cNvSpPr txBox="1">
            <a:spLocks noChangeArrowheads="1"/>
          </p:cNvSpPr>
          <p:nvPr/>
        </p:nvSpPr>
        <p:spPr bwMode="auto">
          <a:xfrm>
            <a:off x="2006600" y="647701"/>
            <a:ext cx="6007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磁偶极子在均匀外场中受到力矩</a:t>
            </a:r>
          </a:p>
        </p:txBody>
      </p:sp>
      <p:sp>
        <p:nvSpPr>
          <p:cNvPr id="128003" name="Text Box 3"/>
          <p:cNvSpPr txBox="1">
            <a:spLocks noChangeArrowheads="1"/>
          </p:cNvSpPr>
          <p:nvPr/>
        </p:nvSpPr>
        <p:spPr bwMode="auto">
          <a:xfrm>
            <a:off x="8610600" y="2603501"/>
            <a:ext cx="1358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solidFill>
                <a:srgbClr val="0000FF"/>
              </a:solidFill>
            </a:endParaRPr>
          </a:p>
        </p:txBody>
      </p:sp>
      <p:graphicFrame>
        <p:nvGraphicFramePr>
          <p:cNvPr id="128004" name="Object 4"/>
          <p:cNvGraphicFramePr>
            <a:graphicFrameLocks noChangeAspect="1"/>
          </p:cNvGraphicFramePr>
          <p:nvPr/>
        </p:nvGraphicFramePr>
        <p:xfrm>
          <a:off x="2422525" y="1358900"/>
          <a:ext cx="1169988" cy="528638"/>
        </p:xfrm>
        <a:graphic>
          <a:graphicData uri="http://schemas.openxmlformats.org/presentationml/2006/ole">
            <mc:AlternateContent xmlns:mc="http://schemas.openxmlformats.org/markup-compatibility/2006">
              <mc:Choice xmlns:v="urn:schemas-microsoft-com:vml" Requires="v">
                <p:oleObj spid="_x0000_s54514" name="Equation" r:id="rId4" imgW="552310" imgH="238193" progId="Equation.DSMT4">
                  <p:embed/>
                </p:oleObj>
              </mc:Choice>
              <mc:Fallback>
                <p:oleObj name="Equation" r:id="rId4" imgW="552310" imgH="23819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2525" y="1358900"/>
                        <a:ext cx="1169988" cy="52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05" name="Object 5"/>
          <p:cNvGraphicFramePr>
            <a:graphicFrameLocks noChangeAspect="1"/>
          </p:cNvGraphicFramePr>
          <p:nvPr/>
        </p:nvGraphicFramePr>
        <p:xfrm>
          <a:off x="4083050" y="1371600"/>
          <a:ext cx="1455738" cy="528638"/>
        </p:xfrm>
        <a:graphic>
          <a:graphicData uri="http://schemas.openxmlformats.org/presentationml/2006/ole">
            <mc:AlternateContent xmlns:mc="http://schemas.openxmlformats.org/markup-compatibility/2006">
              <mc:Choice xmlns:v="urn:schemas-microsoft-com:vml" Requires="v">
                <p:oleObj spid="_x0000_s54515" name="Equation" r:id="rId6" imgW="695433" imgH="238193" progId="Equation.DSMT4">
                  <p:embed/>
                </p:oleObj>
              </mc:Choice>
              <mc:Fallback>
                <p:oleObj name="Equation" r:id="rId6" imgW="695433" imgH="23819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83050" y="1371600"/>
                        <a:ext cx="1455738" cy="52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8006" name="Text Box 6"/>
          <p:cNvSpPr txBox="1">
            <a:spLocks noChangeArrowheads="1"/>
          </p:cNvSpPr>
          <p:nvPr/>
        </p:nvSpPr>
        <p:spPr bwMode="auto">
          <a:xfrm>
            <a:off x="1892300" y="2260601"/>
            <a:ext cx="50927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FF00"/>
                </a:solidFill>
              </a:rPr>
              <a:t>磁壳</a:t>
            </a:r>
            <a:r>
              <a:rPr lang="zh-CN" altLang="en-US" sz="2800">
                <a:solidFill>
                  <a:srgbClr val="0000FF"/>
                </a:solidFill>
              </a:rPr>
              <a:t>：一壳层的两个表面上带有等 量异号的磁荷，它相当于在一个曲面上垂直地并列着大量的磁偶极子。这种磁偶极层收做磁壳。</a:t>
            </a:r>
          </a:p>
        </p:txBody>
      </p:sp>
      <p:sp>
        <p:nvSpPr>
          <p:cNvPr id="128007" name="Line 7"/>
          <p:cNvSpPr>
            <a:spLocks noChangeShapeType="1"/>
          </p:cNvSpPr>
          <p:nvPr/>
        </p:nvSpPr>
        <p:spPr bwMode="auto">
          <a:xfrm>
            <a:off x="7404100" y="1130300"/>
            <a:ext cx="2628900" cy="0"/>
          </a:xfrm>
          <a:prstGeom prst="line">
            <a:avLst/>
          </a:prstGeom>
          <a:noFill/>
          <a:ln w="28575"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8008" name="Line 8"/>
          <p:cNvSpPr>
            <a:spLocks noChangeShapeType="1"/>
          </p:cNvSpPr>
          <p:nvPr/>
        </p:nvSpPr>
        <p:spPr bwMode="auto">
          <a:xfrm>
            <a:off x="7416800" y="1524000"/>
            <a:ext cx="2628900" cy="0"/>
          </a:xfrm>
          <a:prstGeom prst="line">
            <a:avLst/>
          </a:prstGeom>
          <a:noFill/>
          <a:ln w="28575"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8009" name="Line 9"/>
          <p:cNvSpPr>
            <a:spLocks noChangeShapeType="1"/>
          </p:cNvSpPr>
          <p:nvPr/>
        </p:nvSpPr>
        <p:spPr bwMode="auto">
          <a:xfrm>
            <a:off x="7404100" y="1943100"/>
            <a:ext cx="2628900" cy="0"/>
          </a:xfrm>
          <a:prstGeom prst="line">
            <a:avLst/>
          </a:prstGeom>
          <a:noFill/>
          <a:ln w="28575"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8010" name="Line 10"/>
          <p:cNvSpPr>
            <a:spLocks noChangeShapeType="1"/>
          </p:cNvSpPr>
          <p:nvPr/>
        </p:nvSpPr>
        <p:spPr bwMode="auto">
          <a:xfrm>
            <a:off x="7391400" y="2387600"/>
            <a:ext cx="2628900" cy="0"/>
          </a:xfrm>
          <a:prstGeom prst="line">
            <a:avLst/>
          </a:prstGeom>
          <a:noFill/>
          <a:ln w="28575"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8011" name="Line 11"/>
          <p:cNvSpPr>
            <a:spLocks noChangeShapeType="1"/>
          </p:cNvSpPr>
          <p:nvPr/>
        </p:nvSpPr>
        <p:spPr bwMode="auto">
          <a:xfrm>
            <a:off x="7391400" y="2806700"/>
            <a:ext cx="2628900" cy="0"/>
          </a:xfrm>
          <a:prstGeom prst="line">
            <a:avLst/>
          </a:prstGeom>
          <a:noFill/>
          <a:ln w="28575"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8012" name="AutoShape 12"/>
          <p:cNvSpPr>
            <a:spLocks noChangeArrowheads="1"/>
          </p:cNvSpPr>
          <p:nvPr/>
        </p:nvSpPr>
        <p:spPr bwMode="auto">
          <a:xfrm rot="1607561">
            <a:off x="8813800" y="1296988"/>
            <a:ext cx="177800" cy="882650"/>
          </a:xfrm>
          <a:prstGeom prst="can">
            <a:avLst>
              <a:gd name="adj" fmla="val 51711"/>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28013" name="AutoShape 13"/>
          <p:cNvSpPr>
            <a:spLocks noChangeArrowheads="1"/>
          </p:cNvSpPr>
          <p:nvPr/>
        </p:nvSpPr>
        <p:spPr bwMode="auto">
          <a:xfrm rot="1607561">
            <a:off x="8445500" y="2020888"/>
            <a:ext cx="177800" cy="882650"/>
          </a:xfrm>
          <a:prstGeom prst="can">
            <a:avLst>
              <a:gd name="adj" fmla="val 51711"/>
            </a:avLst>
          </a:prstGeom>
          <a:solidFill>
            <a:srgbClr val="00FF00"/>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28014" name="Line 14"/>
          <p:cNvSpPr>
            <a:spLocks noChangeShapeType="1"/>
          </p:cNvSpPr>
          <p:nvPr/>
        </p:nvSpPr>
        <p:spPr bwMode="auto">
          <a:xfrm>
            <a:off x="7391400" y="3263900"/>
            <a:ext cx="2628900" cy="0"/>
          </a:xfrm>
          <a:prstGeom prst="line">
            <a:avLst/>
          </a:prstGeom>
          <a:noFill/>
          <a:ln w="28575"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28015" name="Object 15"/>
          <p:cNvGraphicFramePr>
            <a:graphicFrameLocks noChangeAspect="1"/>
          </p:cNvGraphicFramePr>
          <p:nvPr/>
        </p:nvGraphicFramePr>
        <p:xfrm>
          <a:off x="8896350" y="1984375"/>
          <a:ext cx="260350" cy="369888"/>
        </p:xfrm>
        <a:graphic>
          <a:graphicData uri="http://schemas.openxmlformats.org/presentationml/2006/ole">
            <mc:AlternateContent xmlns:mc="http://schemas.openxmlformats.org/markup-compatibility/2006">
              <mc:Choice xmlns:v="urn:schemas-microsoft-com:vml" Requires="v">
                <p:oleObj spid="_x0000_s54516" name="Equation" r:id="rId8" imgW="104896" imgH="161959" progId="Equation.DSMT4">
                  <p:embed/>
                </p:oleObj>
              </mc:Choice>
              <mc:Fallback>
                <p:oleObj name="Equation" r:id="rId8" imgW="104896" imgH="161959"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96350" y="1984375"/>
                        <a:ext cx="260350"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16" name="Object 16"/>
          <p:cNvGraphicFramePr>
            <a:graphicFrameLocks noChangeAspect="1"/>
          </p:cNvGraphicFramePr>
          <p:nvPr/>
        </p:nvGraphicFramePr>
        <p:xfrm>
          <a:off x="8399464" y="1030288"/>
          <a:ext cx="390525" cy="474662"/>
        </p:xfrm>
        <a:graphic>
          <a:graphicData uri="http://schemas.openxmlformats.org/presentationml/2006/ole">
            <mc:AlternateContent xmlns:mc="http://schemas.openxmlformats.org/markup-compatibility/2006">
              <mc:Choice xmlns:v="urn:schemas-microsoft-com:vml" Requires="v">
                <p:oleObj spid="_x0000_s54517" name="Equation" r:id="rId10" imgW="171565" imgH="209414" progId="Equation.DSMT4">
                  <p:embed/>
                </p:oleObj>
              </mc:Choice>
              <mc:Fallback>
                <p:oleObj name="Equation" r:id="rId10" imgW="171565" imgH="209414"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99464" y="1030288"/>
                        <a:ext cx="390525"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17" name="Object 17"/>
          <p:cNvGraphicFramePr>
            <a:graphicFrameLocks noChangeAspect="1"/>
          </p:cNvGraphicFramePr>
          <p:nvPr/>
        </p:nvGraphicFramePr>
        <p:xfrm>
          <a:off x="8499475" y="2757488"/>
          <a:ext cx="573088" cy="474662"/>
        </p:xfrm>
        <a:graphic>
          <a:graphicData uri="http://schemas.openxmlformats.org/presentationml/2006/ole">
            <mc:AlternateContent xmlns:mc="http://schemas.openxmlformats.org/markup-compatibility/2006">
              <mc:Choice xmlns:v="urn:schemas-microsoft-com:vml" Requires="v">
                <p:oleObj spid="_x0000_s54518" name="Equation" r:id="rId12" imgW="257194" imgH="209414" progId="Equation.DSMT4">
                  <p:embed/>
                </p:oleObj>
              </mc:Choice>
              <mc:Fallback>
                <p:oleObj name="Equation" r:id="rId12" imgW="257194" imgH="209414"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499475" y="2757488"/>
                        <a:ext cx="573088"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8018" name="Line 18"/>
          <p:cNvSpPr>
            <a:spLocks noChangeShapeType="1"/>
          </p:cNvSpPr>
          <p:nvPr/>
        </p:nvSpPr>
        <p:spPr bwMode="auto">
          <a:xfrm flipH="1">
            <a:off x="7632700" y="2768600"/>
            <a:ext cx="647700" cy="0"/>
          </a:xfrm>
          <a:prstGeom prst="line">
            <a:avLst/>
          </a:prstGeom>
          <a:noFill/>
          <a:ln w="381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8019" name="Line 19"/>
          <p:cNvSpPr>
            <a:spLocks noChangeShapeType="1"/>
          </p:cNvSpPr>
          <p:nvPr/>
        </p:nvSpPr>
        <p:spPr bwMode="auto">
          <a:xfrm>
            <a:off x="9118600" y="1384300"/>
            <a:ext cx="622300" cy="0"/>
          </a:xfrm>
          <a:prstGeom prst="line">
            <a:avLst/>
          </a:prstGeom>
          <a:noFill/>
          <a:ln w="28575"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28020" name="Object 20"/>
          <p:cNvGraphicFramePr>
            <a:graphicFrameLocks noChangeAspect="1"/>
          </p:cNvGraphicFramePr>
          <p:nvPr/>
        </p:nvGraphicFramePr>
        <p:xfrm>
          <a:off x="7573964" y="2224088"/>
          <a:ext cx="390525" cy="527050"/>
        </p:xfrm>
        <a:graphic>
          <a:graphicData uri="http://schemas.openxmlformats.org/presentationml/2006/ole">
            <mc:AlternateContent xmlns:mc="http://schemas.openxmlformats.org/markup-compatibility/2006">
              <mc:Choice xmlns:v="urn:schemas-microsoft-com:vml" Requires="v">
                <p:oleObj spid="_x0000_s54519" name="Equation" r:id="rId14" imgW="171565" imgH="238193" progId="Equation.DSMT4">
                  <p:embed/>
                </p:oleObj>
              </mc:Choice>
              <mc:Fallback>
                <p:oleObj name="Equation" r:id="rId14" imgW="171565" imgH="238193"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573964" y="2224088"/>
                        <a:ext cx="390525"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21" name="Object 21"/>
          <p:cNvGraphicFramePr>
            <a:graphicFrameLocks noChangeAspect="1"/>
          </p:cNvGraphicFramePr>
          <p:nvPr/>
        </p:nvGraphicFramePr>
        <p:xfrm>
          <a:off x="9517064" y="1449388"/>
          <a:ext cx="390525" cy="527050"/>
        </p:xfrm>
        <a:graphic>
          <a:graphicData uri="http://schemas.openxmlformats.org/presentationml/2006/ole">
            <mc:AlternateContent xmlns:mc="http://schemas.openxmlformats.org/markup-compatibility/2006">
              <mc:Choice xmlns:v="urn:schemas-microsoft-com:vml" Requires="v">
                <p:oleObj spid="_x0000_s54520" name="Equation" r:id="rId16" imgW="171565" imgH="238193" progId="Equation.DSMT4">
                  <p:embed/>
                </p:oleObj>
              </mc:Choice>
              <mc:Fallback>
                <p:oleObj name="Equation" r:id="rId16" imgW="171565" imgH="238193"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517064" y="1449388"/>
                        <a:ext cx="390525"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22" name="Object 22"/>
          <p:cNvGraphicFramePr>
            <a:graphicFrameLocks noChangeAspect="1"/>
          </p:cNvGraphicFramePr>
          <p:nvPr/>
        </p:nvGraphicFramePr>
        <p:xfrm>
          <a:off x="9644064" y="2314576"/>
          <a:ext cx="365125" cy="422275"/>
        </p:xfrm>
        <a:graphic>
          <a:graphicData uri="http://schemas.openxmlformats.org/presentationml/2006/ole">
            <mc:AlternateContent xmlns:mc="http://schemas.openxmlformats.org/markup-compatibility/2006">
              <mc:Choice xmlns:v="urn:schemas-microsoft-com:vml" Requires="v">
                <p:oleObj spid="_x0000_s54521" name="Equation" r:id="rId18" imgW="161778" imgH="180941" progId="Equation.DSMT4">
                  <p:embed/>
                </p:oleObj>
              </mc:Choice>
              <mc:Fallback>
                <p:oleObj name="Equation" r:id="rId18" imgW="161778" imgH="180941"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644064" y="2314576"/>
                        <a:ext cx="365125"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8023" name="Group 23"/>
          <p:cNvGrpSpPr>
            <a:grpSpLocks/>
          </p:cNvGrpSpPr>
          <p:nvPr/>
        </p:nvGrpSpPr>
        <p:grpSpPr bwMode="auto">
          <a:xfrm>
            <a:off x="7493000" y="3911601"/>
            <a:ext cx="2286000" cy="1654175"/>
            <a:chOff x="3760" y="2464"/>
            <a:chExt cx="1440" cy="1042"/>
          </a:xfrm>
        </p:grpSpPr>
        <p:sp>
          <p:nvSpPr>
            <p:cNvPr id="128063" name="Arc 24"/>
            <p:cNvSpPr>
              <a:spLocks/>
            </p:cNvSpPr>
            <p:nvPr/>
          </p:nvSpPr>
          <p:spPr bwMode="auto">
            <a:xfrm>
              <a:off x="3800" y="2466"/>
              <a:ext cx="1394" cy="872"/>
            </a:xfrm>
            <a:custGeom>
              <a:avLst/>
              <a:gdLst>
                <a:gd name="T0" fmla="*/ 0 w 20371"/>
                <a:gd name="T1" fmla="*/ 0 h 21600"/>
                <a:gd name="T2" fmla="*/ 0 w 20371"/>
                <a:gd name="T3" fmla="*/ 0 h 21600"/>
                <a:gd name="T4" fmla="*/ 0 w 20371"/>
                <a:gd name="T5" fmla="*/ 0 h 21600"/>
                <a:gd name="T6" fmla="*/ 0 60000 65536"/>
                <a:gd name="T7" fmla="*/ 0 60000 65536"/>
                <a:gd name="T8" fmla="*/ 0 60000 65536"/>
                <a:gd name="T9" fmla="*/ 0 w 20371"/>
                <a:gd name="T10" fmla="*/ 0 h 21600"/>
                <a:gd name="T11" fmla="*/ 20371 w 20371"/>
                <a:gd name="T12" fmla="*/ 21600 h 21600"/>
              </a:gdLst>
              <a:ahLst/>
              <a:cxnLst>
                <a:cxn ang="T6">
                  <a:pos x="T0" y="T1"/>
                </a:cxn>
                <a:cxn ang="T7">
                  <a:pos x="T2" y="T3"/>
                </a:cxn>
                <a:cxn ang="T8">
                  <a:pos x="T4" y="T5"/>
                </a:cxn>
              </a:cxnLst>
              <a:rect l="T9" t="T10" r="T11" b="T12"/>
              <a:pathLst>
                <a:path w="20371" h="21600" fill="none" extrusionOk="0">
                  <a:moveTo>
                    <a:pt x="-1" y="0"/>
                  </a:moveTo>
                  <a:cubicBezTo>
                    <a:pt x="9160" y="0"/>
                    <a:pt x="17325" y="5778"/>
                    <a:pt x="20371" y="14417"/>
                  </a:cubicBezTo>
                </a:path>
                <a:path w="20371" h="21600" stroke="0" extrusionOk="0">
                  <a:moveTo>
                    <a:pt x="-1" y="0"/>
                  </a:moveTo>
                  <a:cubicBezTo>
                    <a:pt x="9160" y="0"/>
                    <a:pt x="17325" y="5778"/>
                    <a:pt x="20371" y="14417"/>
                  </a:cubicBezTo>
                  <a:lnTo>
                    <a:pt x="0" y="21600"/>
                  </a:lnTo>
                  <a:lnTo>
                    <a:pt x="-1" y="0"/>
                  </a:lnTo>
                  <a:close/>
                </a:path>
              </a:pathLst>
            </a:cu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8064" name="Arc 25"/>
            <p:cNvSpPr>
              <a:spLocks/>
            </p:cNvSpPr>
            <p:nvPr/>
          </p:nvSpPr>
          <p:spPr bwMode="auto">
            <a:xfrm>
              <a:off x="3760" y="2634"/>
              <a:ext cx="1361" cy="872"/>
            </a:xfrm>
            <a:custGeom>
              <a:avLst/>
              <a:gdLst>
                <a:gd name="T0" fmla="*/ 0 w 19894"/>
                <a:gd name="T1" fmla="*/ 0 h 21592"/>
                <a:gd name="T2" fmla="*/ 0 w 19894"/>
                <a:gd name="T3" fmla="*/ 0 h 21592"/>
                <a:gd name="T4" fmla="*/ 0 w 19894"/>
                <a:gd name="T5" fmla="*/ 0 h 21592"/>
                <a:gd name="T6" fmla="*/ 0 60000 65536"/>
                <a:gd name="T7" fmla="*/ 0 60000 65536"/>
                <a:gd name="T8" fmla="*/ 0 60000 65536"/>
                <a:gd name="T9" fmla="*/ 0 w 19894"/>
                <a:gd name="T10" fmla="*/ 0 h 21592"/>
                <a:gd name="T11" fmla="*/ 19894 w 19894"/>
                <a:gd name="T12" fmla="*/ 21592 h 21592"/>
              </a:gdLst>
              <a:ahLst/>
              <a:cxnLst>
                <a:cxn ang="T6">
                  <a:pos x="T0" y="T1"/>
                </a:cxn>
                <a:cxn ang="T7">
                  <a:pos x="T2" y="T3"/>
                </a:cxn>
                <a:cxn ang="T8">
                  <a:pos x="T4" y="T5"/>
                </a:cxn>
              </a:cxnLst>
              <a:rect l="T9" t="T10" r="T11" b="T12"/>
              <a:pathLst>
                <a:path w="19894" h="21592" fill="none" extrusionOk="0">
                  <a:moveTo>
                    <a:pt x="585" y="-1"/>
                  </a:moveTo>
                  <a:cubicBezTo>
                    <a:pt x="9047" y="229"/>
                    <a:pt x="16595" y="5380"/>
                    <a:pt x="19893" y="13177"/>
                  </a:cubicBezTo>
                </a:path>
                <a:path w="19894" h="21592" stroke="0" extrusionOk="0">
                  <a:moveTo>
                    <a:pt x="585" y="-1"/>
                  </a:moveTo>
                  <a:cubicBezTo>
                    <a:pt x="9047" y="229"/>
                    <a:pt x="16595" y="5380"/>
                    <a:pt x="19893" y="13177"/>
                  </a:cubicBezTo>
                  <a:lnTo>
                    <a:pt x="0" y="21592"/>
                  </a:lnTo>
                  <a:lnTo>
                    <a:pt x="585" y="-1"/>
                  </a:lnTo>
                  <a:close/>
                </a:path>
              </a:pathLst>
            </a:cu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8065" name="Line 26"/>
            <p:cNvSpPr>
              <a:spLocks noChangeShapeType="1"/>
            </p:cNvSpPr>
            <p:nvPr/>
          </p:nvSpPr>
          <p:spPr bwMode="auto">
            <a:xfrm>
              <a:off x="3800" y="2464"/>
              <a:ext cx="8" cy="168"/>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8066" name="Line 27"/>
            <p:cNvSpPr>
              <a:spLocks noChangeShapeType="1"/>
            </p:cNvSpPr>
            <p:nvPr/>
          </p:nvSpPr>
          <p:spPr bwMode="auto">
            <a:xfrm flipH="1">
              <a:off x="5120" y="3040"/>
              <a:ext cx="80" cy="12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28024" name="Text Box 28"/>
          <p:cNvSpPr txBox="1">
            <a:spLocks noChangeArrowheads="1"/>
          </p:cNvSpPr>
          <p:nvPr/>
        </p:nvSpPr>
        <p:spPr bwMode="auto">
          <a:xfrm>
            <a:off x="7848600" y="4089400"/>
            <a:ext cx="393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28025" name="Text Box 29"/>
          <p:cNvSpPr txBox="1">
            <a:spLocks noChangeArrowheads="1"/>
          </p:cNvSpPr>
          <p:nvPr/>
        </p:nvSpPr>
        <p:spPr bwMode="auto">
          <a:xfrm>
            <a:off x="7620000" y="3606800"/>
            <a:ext cx="393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28026" name="Text Box 30"/>
          <p:cNvSpPr txBox="1">
            <a:spLocks noChangeArrowheads="1"/>
          </p:cNvSpPr>
          <p:nvPr/>
        </p:nvSpPr>
        <p:spPr bwMode="auto">
          <a:xfrm>
            <a:off x="7950200" y="3644900"/>
            <a:ext cx="393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28027" name="Text Box 31"/>
          <p:cNvSpPr txBox="1">
            <a:spLocks noChangeArrowheads="1"/>
          </p:cNvSpPr>
          <p:nvPr/>
        </p:nvSpPr>
        <p:spPr bwMode="auto">
          <a:xfrm>
            <a:off x="8369300" y="3695700"/>
            <a:ext cx="393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28028" name="Text Box 32"/>
          <p:cNvSpPr txBox="1">
            <a:spLocks noChangeArrowheads="1"/>
          </p:cNvSpPr>
          <p:nvPr/>
        </p:nvSpPr>
        <p:spPr bwMode="auto">
          <a:xfrm>
            <a:off x="8737600" y="3848100"/>
            <a:ext cx="393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28029" name="Text Box 33"/>
          <p:cNvSpPr txBox="1">
            <a:spLocks noChangeArrowheads="1"/>
          </p:cNvSpPr>
          <p:nvPr/>
        </p:nvSpPr>
        <p:spPr bwMode="auto">
          <a:xfrm>
            <a:off x="9067800" y="3962400"/>
            <a:ext cx="393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28030" name="Text Box 34"/>
          <p:cNvSpPr txBox="1">
            <a:spLocks noChangeArrowheads="1"/>
          </p:cNvSpPr>
          <p:nvPr/>
        </p:nvSpPr>
        <p:spPr bwMode="auto">
          <a:xfrm>
            <a:off x="9271000" y="4178300"/>
            <a:ext cx="393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28031" name="Text Box 35"/>
          <p:cNvSpPr txBox="1">
            <a:spLocks noChangeArrowheads="1"/>
          </p:cNvSpPr>
          <p:nvPr/>
        </p:nvSpPr>
        <p:spPr bwMode="auto">
          <a:xfrm>
            <a:off x="9448800" y="4305300"/>
            <a:ext cx="393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28032" name="Text Box 36"/>
          <p:cNvSpPr txBox="1">
            <a:spLocks noChangeArrowheads="1"/>
          </p:cNvSpPr>
          <p:nvPr/>
        </p:nvSpPr>
        <p:spPr bwMode="auto">
          <a:xfrm>
            <a:off x="7556500" y="4051300"/>
            <a:ext cx="393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28033" name="Text Box 37"/>
          <p:cNvSpPr txBox="1">
            <a:spLocks noChangeArrowheads="1"/>
          </p:cNvSpPr>
          <p:nvPr/>
        </p:nvSpPr>
        <p:spPr bwMode="auto">
          <a:xfrm>
            <a:off x="8216900" y="4229100"/>
            <a:ext cx="393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28034" name="Text Box 38"/>
          <p:cNvSpPr txBox="1">
            <a:spLocks noChangeArrowheads="1"/>
          </p:cNvSpPr>
          <p:nvPr/>
        </p:nvSpPr>
        <p:spPr bwMode="auto">
          <a:xfrm>
            <a:off x="8636000" y="4229100"/>
            <a:ext cx="393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28035" name="Text Box 39"/>
          <p:cNvSpPr txBox="1">
            <a:spLocks noChangeArrowheads="1"/>
          </p:cNvSpPr>
          <p:nvPr/>
        </p:nvSpPr>
        <p:spPr bwMode="auto">
          <a:xfrm>
            <a:off x="8890000" y="4343400"/>
            <a:ext cx="393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28036" name="Text Box 40"/>
          <p:cNvSpPr txBox="1">
            <a:spLocks noChangeArrowheads="1"/>
          </p:cNvSpPr>
          <p:nvPr/>
        </p:nvSpPr>
        <p:spPr bwMode="auto">
          <a:xfrm>
            <a:off x="9131300" y="4495800"/>
            <a:ext cx="393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28037" name="Text Box 41"/>
          <p:cNvSpPr txBox="1">
            <a:spLocks noChangeArrowheads="1"/>
          </p:cNvSpPr>
          <p:nvPr/>
        </p:nvSpPr>
        <p:spPr bwMode="auto">
          <a:xfrm>
            <a:off x="9271000" y="4660900"/>
            <a:ext cx="393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28038" name="Line 42"/>
          <p:cNvSpPr>
            <a:spLocks noChangeShapeType="1"/>
          </p:cNvSpPr>
          <p:nvPr/>
        </p:nvSpPr>
        <p:spPr bwMode="auto">
          <a:xfrm>
            <a:off x="7569200" y="4191000"/>
            <a:ext cx="0" cy="83820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8039" name="Line 43"/>
          <p:cNvSpPr>
            <a:spLocks noChangeShapeType="1"/>
          </p:cNvSpPr>
          <p:nvPr/>
        </p:nvSpPr>
        <p:spPr bwMode="auto">
          <a:xfrm flipH="1">
            <a:off x="7556500" y="5016500"/>
            <a:ext cx="2070100" cy="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8040" name="Line 44"/>
          <p:cNvSpPr>
            <a:spLocks noChangeShapeType="1"/>
          </p:cNvSpPr>
          <p:nvPr/>
        </p:nvSpPr>
        <p:spPr bwMode="auto">
          <a:xfrm flipH="1">
            <a:off x="7277100" y="4191000"/>
            <a:ext cx="279400" cy="10922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8041" name="Line 45"/>
          <p:cNvSpPr>
            <a:spLocks noChangeShapeType="1"/>
          </p:cNvSpPr>
          <p:nvPr/>
        </p:nvSpPr>
        <p:spPr bwMode="auto">
          <a:xfrm flipV="1">
            <a:off x="7264400" y="5029200"/>
            <a:ext cx="2387600" cy="2540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8042" name="Line 46"/>
          <p:cNvSpPr>
            <a:spLocks noChangeShapeType="1"/>
          </p:cNvSpPr>
          <p:nvPr/>
        </p:nvSpPr>
        <p:spPr bwMode="auto">
          <a:xfrm flipH="1">
            <a:off x="7277100" y="5016500"/>
            <a:ext cx="292100" cy="2540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8043" name="Line 47"/>
          <p:cNvSpPr>
            <a:spLocks noChangeShapeType="1"/>
          </p:cNvSpPr>
          <p:nvPr/>
        </p:nvSpPr>
        <p:spPr bwMode="auto">
          <a:xfrm flipV="1">
            <a:off x="7569200" y="4622800"/>
            <a:ext cx="1651000" cy="3937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8044" name="Line 48"/>
          <p:cNvSpPr>
            <a:spLocks noChangeShapeType="1"/>
          </p:cNvSpPr>
          <p:nvPr/>
        </p:nvSpPr>
        <p:spPr bwMode="auto">
          <a:xfrm>
            <a:off x="9105900" y="4546600"/>
            <a:ext cx="203200" cy="152400"/>
          </a:xfrm>
          <a:prstGeom prst="line">
            <a:avLst/>
          </a:prstGeom>
          <a:noFill/>
          <a:ln w="38100"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8045" name="Line 49"/>
          <p:cNvSpPr>
            <a:spLocks noChangeShapeType="1"/>
          </p:cNvSpPr>
          <p:nvPr/>
        </p:nvSpPr>
        <p:spPr bwMode="auto">
          <a:xfrm>
            <a:off x="9296400" y="4368800"/>
            <a:ext cx="203200" cy="152400"/>
          </a:xfrm>
          <a:prstGeom prst="line">
            <a:avLst/>
          </a:prstGeom>
          <a:noFill/>
          <a:ln w="38100"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8046" name="Line 50"/>
          <p:cNvSpPr>
            <a:spLocks noChangeShapeType="1"/>
          </p:cNvSpPr>
          <p:nvPr/>
        </p:nvSpPr>
        <p:spPr bwMode="auto">
          <a:xfrm flipV="1">
            <a:off x="9207500" y="4419600"/>
            <a:ext cx="171450" cy="190500"/>
          </a:xfrm>
          <a:prstGeom prst="line">
            <a:avLst/>
          </a:prstGeom>
          <a:noFill/>
          <a:ln w="38100" cap="sq">
            <a:solidFill>
              <a:srgbClr val="0000FF"/>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8047" name="Line 51"/>
          <p:cNvSpPr>
            <a:spLocks noChangeShapeType="1"/>
          </p:cNvSpPr>
          <p:nvPr/>
        </p:nvSpPr>
        <p:spPr bwMode="auto">
          <a:xfrm flipV="1">
            <a:off x="9398000" y="4216400"/>
            <a:ext cx="171450" cy="190500"/>
          </a:xfrm>
          <a:prstGeom prst="line">
            <a:avLst/>
          </a:prstGeom>
          <a:noFill/>
          <a:ln w="38100" cap="sq">
            <a:solidFill>
              <a:srgbClr val="00FF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8048" name="Text Box 52"/>
          <p:cNvSpPr txBox="1">
            <a:spLocks noChangeArrowheads="1"/>
          </p:cNvSpPr>
          <p:nvPr/>
        </p:nvSpPr>
        <p:spPr bwMode="auto">
          <a:xfrm>
            <a:off x="9309100" y="4419601"/>
            <a:ext cx="53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i="1">
                <a:solidFill>
                  <a:srgbClr val="0000FF"/>
                </a:solidFill>
              </a:rPr>
              <a:t>l</a:t>
            </a:r>
          </a:p>
        </p:txBody>
      </p:sp>
      <p:sp>
        <p:nvSpPr>
          <p:cNvPr id="128049" name="Text Box 53"/>
          <p:cNvSpPr txBox="1">
            <a:spLocks noChangeArrowheads="1"/>
          </p:cNvSpPr>
          <p:nvPr/>
        </p:nvSpPr>
        <p:spPr bwMode="auto">
          <a:xfrm>
            <a:off x="9410700" y="3835401"/>
            <a:ext cx="53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i="1">
                <a:solidFill>
                  <a:srgbClr val="00FF00"/>
                </a:solidFill>
              </a:rPr>
              <a:t>n</a:t>
            </a:r>
          </a:p>
        </p:txBody>
      </p:sp>
      <p:sp>
        <p:nvSpPr>
          <p:cNvPr id="128050" name="Text Box 54"/>
          <p:cNvSpPr txBox="1">
            <a:spLocks noChangeArrowheads="1"/>
          </p:cNvSpPr>
          <p:nvPr/>
        </p:nvSpPr>
        <p:spPr bwMode="auto">
          <a:xfrm>
            <a:off x="8915400" y="4673601"/>
            <a:ext cx="53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i="1">
                <a:solidFill>
                  <a:schemeClr val="tx2"/>
                </a:solidFill>
              </a:rPr>
              <a:t>ds</a:t>
            </a:r>
          </a:p>
        </p:txBody>
      </p:sp>
      <p:sp>
        <p:nvSpPr>
          <p:cNvPr id="128051" name="Text Box 55"/>
          <p:cNvSpPr txBox="1">
            <a:spLocks noChangeArrowheads="1"/>
          </p:cNvSpPr>
          <p:nvPr/>
        </p:nvSpPr>
        <p:spPr bwMode="auto">
          <a:xfrm>
            <a:off x="8064500" y="4533901"/>
            <a:ext cx="53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i="1">
                <a:solidFill>
                  <a:schemeClr val="tx2"/>
                </a:solidFill>
              </a:rPr>
              <a:t>r’</a:t>
            </a:r>
          </a:p>
        </p:txBody>
      </p:sp>
      <p:sp>
        <p:nvSpPr>
          <p:cNvPr id="128052" name="Line 56"/>
          <p:cNvSpPr>
            <a:spLocks noChangeShapeType="1"/>
          </p:cNvSpPr>
          <p:nvPr/>
        </p:nvSpPr>
        <p:spPr bwMode="auto">
          <a:xfrm>
            <a:off x="7581900" y="4876800"/>
            <a:ext cx="152400" cy="1270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28053" name="Object 57"/>
          <p:cNvGraphicFramePr>
            <a:graphicFrameLocks noChangeAspect="1"/>
          </p:cNvGraphicFramePr>
          <p:nvPr/>
        </p:nvGraphicFramePr>
        <p:xfrm>
          <a:off x="7675564" y="4537075"/>
          <a:ext cx="339725" cy="342900"/>
        </p:xfrm>
        <a:graphic>
          <a:graphicData uri="http://schemas.openxmlformats.org/presentationml/2006/ole">
            <mc:AlternateContent xmlns:mc="http://schemas.openxmlformats.org/markup-compatibility/2006">
              <mc:Choice xmlns:v="urn:schemas-microsoft-com:vml" Requires="v">
                <p:oleObj spid="_x0000_s54522" name="Equation" r:id="rId20" imgW="142818" imgH="142977" progId="Equation.DSMT4">
                  <p:embed/>
                </p:oleObj>
              </mc:Choice>
              <mc:Fallback>
                <p:oleObj name="Equation" r:id="rId20" imgW="142818" imgH="142977"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675564" y="4537075"/>
                        <a:ext cx="339725"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54" name="Object 58"/>
          <p:cNvGraphicFramePr>
            <a:graphicFrameLocks noChangeAspect="1"/>
          </p:cNvGraphicFramePr>
          <p:nvPr/>
        </p:nvGraphicFramePr>
        <p:xfrm>
          <a:off x="7573964" y="4918075"/>
          <a:ext cx="314325" cy="342900"/>
        </p:xfrm>
        <a:graphic>
          <a:graphicData uri="http://schemas.openxmlformats.org/presentationml/2006/ole">
            <mc:AlternateContent xmlns:mc="http://schemas.openxmlformats.org/markup-compatibility/2006">
              <mc:Choice xmlns:v="urn:schemas-microsoft-com:vml" Requires="v">
                <p:oleObj spid="_x0000_s54523" name="Equation" r:id="rId22" imgW="133337" imgH="142977" progId="Equation.DSMT4">
                  <p:embed/>
                </p:oleObj>
              </mc:Choice>
              <mc:Fallback>
                <p:oleObj name="Equation" r:id="rId22" imgW="133337" imgH="142977"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573964" y="4918075"/>
                        <a:ext cx="314325"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55" name="Object 59"/>
          <p:cNvGraphicFramePr>
            <a:graphicFrameLocks noChangeAspect="1"/>
          </p:cNvGraphicFramePr>
          <p:nvPr/>
        </p:nvGraphicFramePr>
        <p:xfrm>
          <a:off x="6875463" y="5019675"/>
          <a:ext cx="392112" cy="342900"/>
        </p:xfrm>
        <a:graphic>
          <a:graphicData uri="http://schemas.openxmlformats.org/presentationml/2006/ole">
            <mc:AlternateContent xmlns:mc="http://schemas.openxmlformats.org/markup-compatibility/2006">
              <mc:Choice xmlns:v="urn:schemas-microsoft-com:vml" Requires="v">
                <p:oleObj spid="_x0000_s54524" name="Equation" r:id="rId24" imgW="171565" imgH="142977" progId="Equation.DSMT4">
                  <p:embed/>
                </p:oleObj>
              </mc:Choice>
              <mc:Fallback>
                <p:oleObj name="Equation" r:id="rId24" imgW="171565" imgH="142977" progId="Equation.DSMT4">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875463" y="5019675"/>
                        <a:ext cx="392112"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56" name="Object 60"/>
          <p:cNvGraphicFramePr>
            <a:graphicFrameLocks noChangeAspect="1"/>
          </p:cNvGraphicFramePr>
          <p:nvPr/>
        </p:nvGraphicFramePr>
        <p:xfrm>
          <a:off x="7129463" y="3481388"/>
          <a:ext cx="444500" cy="474662"/>
        </p:xfrm>
        <a:graphic>
          <a:graphicData uri="http://schemas.openxmlformats.org/presentationml/2006/ole">
            <mc:AlternateContent xmlns:mc="http://schemas.openxmlformats.org/markup-compatibility/2006">
              <mc:Choice xmlns:v="urn:schemas-microsoft-com:vml" Requires="v">
                <p:oleObj spid="_x0000_s54525" name="Equation" r:id="rId26" imgW="200006" imgH="209414" progId="Equation.DSMT4">
                  <p:embed/>
                </p:oleObj>
              </mc:Choice>
              <mc:Fallback>
                <p:oleObj name="Equation" r:id="rId26" imgW="200006" imgH="209414" progId="Equation.DSMT4">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129463" y="3481388"/>
                        <a:ext cx="444500"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57" name="Object 61"/>
          <p:cNvGraphicFramePr>
            <a:graphicFrameLocks noChangeAspect="1"/>
          </p:cNvGraphicFramePr>
          <p:nvPr/>
        </p:nvGraphicFramePr>
        <p:xfrm>
          <a:off x="6950076" y="4065588"/>
          <a:ext cx="627063" cy="474662"/>
        </p:xfrm>
        <a:graphic>
          <a:graphicData uri="http://schemas.openxmlformats.org/presentationml/2006/ole">
            <mc:AlternateContent xmlns:mc="http://schemas.openxmlformats.org/markup-compatibility/2006">
              <mc:Choice xmlns:v="urn:schemas-microsoft-com:vml" Requires="v">
                <p:oleObj spid="_x0000_s54526" name="Equation" r:id="rId28" imgW="285635" imgH="209414" progId="Equation.DSMT4">
                  <p:embed/>
                </p:oleObj>
              </mc:Choice>
              <mc:Fallback>
                <p:oleObj name="Equation" r:id="rId28" imgW="285635" imgH="209414" progId="Equation.DSMT4">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950076" y="4065588"/>
                        <a:ext cx="627063"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8058" name="Text Box 62"/>
          <p:cNvSpPr txBox="1">
            <a:spLocks noChangeArrowheads="1"/>
          </p:cNvSpPr>
          <p:nvPr/>
        </p:nvSpPr>
        <p:spPr bwMode="auto">
          <a:xfrm>
            <a:off x="1854200" y="4775201"/>
            <a:ext cx="2349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引入静磁位：</a:t>
            </a:r>
          </a:p>
        </p:txBody>
      </p:sp>
      <p:graphicFrame>
        <p:nvGraphicFramePr>
          <p:cNvPr id="128059" name="Object 63"/>
          <p:cNvGraphicFramePr>
            <a:graphicFrameLocks noChangeAspect="1"/>
          </p:cNvGraphicFramePr>
          <p:nvPr/>
        </p:nvGraphicFramePr>
        <p:xfrm>
          <a:off x="4132263" y="4776788"/>
          <a:ext cx="444500" cy="474662"/>
        </p:xfrm>
        <a:graphic>
          <a:graphicData uri="http://schemas.openxmlformats.org/presentationml/2006/ole">
            <mc:AlternateContent xmlns:mc="http://schemas.openxmlformats.org/markup-compatibility/2006">
              <mc:Choice xmlns:v="urn:schemas-microsoft-com:vml" Requires="v">
                <p:oleObj spid="_x0000_s54527" name="Equation" r:id="rId30" imgW="200006" imgH="209414" progId="Equation.DSMT4">
                  <p:embed/>
                </p:oleObj>
              </mc:Choice>
              <mc:Fallback>
                <p:oleObj name="Equation" r:id="rId30" imgW="200006" imgH="209414" progId="Equation.DSMT4">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132263" y="4776788"/>
                        <a:ext cx="444500"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60" name="Object 64"/>
          <p:cNvGraphicFramePr>
            <a:graphicFrameLocks noChangeAspect="1"/>
          </p:cNvGraphicFramePr>
          <p:nvPr/>
        </p:nvGraphicFramePr>
        <p:xfrm>
          <a:off x="4156076" y="5297488"/>
          <a:ext cx="1463675" cy="474662"/>
        </p:xfrm>
        <a:graphic>
          <a:graphicData uri="http://schemas.openxmlformats.org/presentationml/2006/ole">
            <mc:AlternateContent xmlns:mc="http://schemas.openxmlformats.org/markup-compatibility/2006">
              <mc:Choice xmlns:v="urn:schemas-microsoft-com:vml" Requires="v">
                <p:oleObj spid="_x0000_s54528" name="Equation" r:id="rId32" imgW="695433" imgH="209414" progId="Equation.DSMT4">
                  <p:embed/>
                </p:oleObj>
              </mc:Choice>
              <mc:Fallback>
                <p:oleObj name="Equation" r:id="rId32" imgW="695433" imgH="209414" progId="Equation.DSMT4">
                  <p:embed/>
                  <p:pic>
                    <p:nvPicPr>
                      <p:cNvPr id="0" name=""/>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156076" y="5297488"/>
                        <a:ext cx="1463675"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8061" name="Text Box 65"/>
          <p:cNvSpPr txBox="1">
            <a:spLocks noChangeArrowheads="1"/>
          </p:cNvSpPr>
          <p:nvPr/>
        </p:nvSpPr>
        <p:spPr bwMode="auto">
          <a:xfrm>
            <a:off x="1905000" y="5867401"/>
            <a:ext cx="307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点磁荷静磁位：</a:t>
            </a:r>
          </a:p>
        </p:txBody>
      </p:sp>
      <p:graphicFrame>
        <p:nvGraphicFramePr>
          <p:cNvPr id="128062" name="Object 66"/>
          <p:cNvGraphicFramePr>
            <a:graphicFrameLocks noChangeAspect="1"/>
          </p:cNvGraphicFramePr>
          <p:nvPr/>
        </p:nvGraphicFramePr>
        <p:xfrm>
          <a:off x="4873626" y="5734050"/>
          <a:ext cx="1882775" cy="896938"/>
        </p:xfrm>
        <a:graphic>
          <a:graphicData uri="http://schemas.openxmlformats.org/presentationml/2006/ole">
            <mc:AlternateContent xmlns:mc="http://schemas.openxmlformats.org/markup-compatibility/2006">
              <mc:Choice xmlns:v="urn:schemas-microsoft-com:vml" Requires="v">
                <p:oleObj spid="_x0000_s54529" name="Equation" r:id="rId34" imgW="895439" imgH="409643" progId="Equation.DSMT4">
                  <p:embed/>
                </p:oleObj>
              </mc:Choice>
              <mc:Fallback>
                <p:oleObj name="Equation" r:id="rId34" imgW="895439" imgH="409643" progId="Equation.DSMT4">
                  <p:embed/>
                  <p:pic>
                    <p:nvPicPr>
                      <p:cNvPr id="0" name=""/>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873626" y="5734050"/>
                        <a:ext cx="1882775" cy="896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41703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ext Box 2"/>
          <p:cNvSpPr txBox="1">
            <a:spLocks noChangeArrowheads="1"/>
          </p:cNvSpPr>
          <p:nvPr/>
        </p:nvSpPr>
        <p:spPr bwMode="auto">
          <a:xfrm>
            <a:off x="8610600" y="2603501"/>
            <a:ext cx="1358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solidFill>
                <a:srgbClr val="0000FF"/>
              </a:solidFill>
            </a:endParaRPr>
          </a:p>
        </p:txBody>
      </p:sp>
      <p:sp>
        <p:nvSpPr>
          <p:cNvPr id="130051" name="Text Box 3"/>
          <p:cNvSpPr txBox="1">
            <a:spLocks noChangeArrowheads="1"/>
          </p:cNvSpPr>
          <p:nvPr/>
        </p:nvSpPr>
        <p:spPr bwMode="auto">
          <a:xfrm>
            <a:off x="1727200" y="698500"/>
            <a:ext cx="85090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FF00"/>
                </a:solidFill>
              </a:rPr>
              <a:t>磁壳</a:t>
            </a:r>
            <a:r>
              <a:rPr lang="zh-CN" altLang="en-US" sz="2800">
                <a:solidFill>
                  <a:srgbClr val="0000FF"/>
                </a:solidFill>
              </a:rPr>
              <a:t>：一壳层的两个表面上带有等 量异号的磁荷，它相当于在一个曲面上垂直地并列着大量的磁偶极子。这种磁偶极层收做磁壳。</a:t>
            </a:r>
          </a:p>
        </p:txBody>
      </p:sp>
      <p:grpSp>
        <p:nvGrpSpPr>
          <p:cNvPr id="130052" name="Group 4"/>
          <p:cNvGrpSpPr>
            <a:grpSpLocks/>
          </p:cNvGrpSpPr>
          <p:nvPr/>
        </p:nvGrpSpPr>
        <p:grpSpPr bwMode="auto">
          <a:xfrm>
            <a:off x="6875464" y="3481389"/>
            <a:ext cx="3068637" cy="2084387"/>
            <a:chOff x="3371" y="2193"/>
            <a:chExt cx="1933" cy="1313"/>
          </a:xfrm>
        </p:grpSpPr>
        <p:grpSp>
          <p:nvGrpSpPr>
            <p:cNvPr id="130069" name="Group 5"/>
            <p:cNvGrpSpPr>
              <a:grpSpLocks/>
            </p:cNvGrpSpPr>
            <p:nvPr/>
          </p:nvGrpSpPr>
          <p:grpSpPr bwMode="auto">
            <a:xfrm>
              <a:off x="3371" y="2193"/>
              <a:ext cx="1933" cy="1313"/>
              <a:chOff x="3371" y="2193"/>
              <a:chExt cx="1933" cy="1313"/>
            </a:xfrm>
          </p:grpSpPr>
          <p:grpSp>
            <p:nvGrpSpPr>
              <p:cNvPr id="130071" name="Group 6"/>
              <p:cNvGrpSpPr>
                <a:grpSpLocks/>
              </p:cNvGrpSpPr>
              <p:nvPr/>
            </p:nvGrpSpPr>
            <p:grpSpPr bwMode="auto">
              <a:xfrm>
                <a:off x="3371" y="2193"/>
                <a:ext cx="1933" cy="1313"/>
                <a:chOff x="3371" y="2193"/>
                <a:chExt cx="1933" cy="1313"/>
              </a:xfrm>
            </p:grpSpPr>
            <p:grpSp>
              <p:nvGrpSpPr>
                <p:cNvPr id="130073" name="Group 7"/>
                <p:cNvGrpSpPr>
                  <a:grpSpLocks/>
                </p:cNvGrpSpPr>
                <p:nvPr/>
              </p:nvGrpSpPr>
              <p:grpSpPr bwMode="auto">
                <a:xfrm>
                  <a:off x="3371" y="2193"/>
                  <a:ext cx="1933" cy="1185"/>
                  <a:chOff x="3371" y="2193"/>
                  <a:chExt cx="1933" cy="1185"/>
                </a:xfrm>
              </p:grpSpPr>
              <p:sp>
                <p:nvSpPr>
                  <p:cNvPr id="130084" name="Text Box 8"/>
                  <p:cNvSpPr txBox="1">
                    <a:spLocks noChangeArrowheads="1"/>
                  </p:cNvSpPr>
                  <p:nvPr/>
                </p:nvSpPr>
                <p:spPr bwMode="auto">
                  <a:xfrm>
                    <a:off x="4216" y="2664"/>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0085" name="Line 9"/>
                  <p:cNvSpPr>
                    <a:spLocks noChangeShapeType="1"/>
                  </p:cNvSpPr>
                  <p:nvPr/>
                </p:nvSpPr>
                <p:spPr bwMode="auto">
                  <a:xfrm>
                    <a:off x="4776" y="2864"/>
                    <a:ext cx="128" cy="96"/>
                  </a:xfrm>
                  <a:prstGeom prst="line">
                    <a:avLst/>
                  </a:prstGeom>
                  <a:noFill/>
                  <a:ln w="38100"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0086" name="Text Box 10"/>
                  <p:cNvSpPr txBox="1">
                    <a:spLocks noChangeArrowheads="1"/>
                  </p:cNvSpPr>
                  <p:nvPr/>
                </p:nvSpPr>
                <p:spPr bwMode="auto">
                  <a:xfrm>
                    <a:off x="4968" y="2416"/>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i="1">
                        <a:solidFill>
                          <a:srgbClr val="00FF00"/>
                        </a:solidFill>
                      </a:rPr>
                      <a:t>n</a:t>
                    </a:r>
                  </a:p>
                </p:txBody>
              </p:sp>
              <p:grpSp>
                <p:nvGrpSpPr>
                  <p:cNvPr id="130087" name="Group 11"/>
                  <p:cNvGrpSpPr>
                    <a:grpSpLocks/>
                  </p:cNvGrpSpPr>
                  <p:nvPr/>
                </p:nvGrpSpPr>
                <p:grpSpPr bwMode="auto">
                  <a:xfrm>
                    <a:off x="3371" y="2193"/>
                    <a:ext cx="1869" cy="1185"/>
                    <a:chOff x="3371" y="2193"/>
                    <a:chExt cx="1869" cy="1185"/>
                  </a:xfrm>
                </p:grpSpPr>
                <p:sp>
                  <p:nvSpPr>
                    <p:cNvPr id="130088" name="Text Box 12"/>
                    <p:cNvSpPr txBox="1">
                      <a:spLocks noChangeArrowheads="1"/>
                    </p:cNvSpPr>
                    <p:nvPr/>
                  </p:nvSpPr>
                  <p:spPr bwMode="auto">
                    <a:xfrm>
                      <a:off x="3984" y="2576"/>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0089" name="Text Box 13"/>
                    <p:cNvSpPr txBox="1">
                      <a:spLocks noChangeArrowheads="1"/>
                    </p:cNvSpPr>
                    <p:nvPr/>
                  </p:nvSpPr>
                  <p:spPr bwMode="auto">
                    <a:xfrm>
                      <a:off x="3840" y="2272"/>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0090" name="Text Box 14"/>
                    <p:cNvSpPr txBox="1">
                      <a:spLocks noChangeArrowheads="1"/>
                    </p:cNvSpPr>
                    <p:nvPr/>
                  </p:nvSpPr>
                  <p:spPr bwMode="auto">
                    <a:xfrm>
                      <a:off x="4048" y="2296"/>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0091" name="Text Box 15"/>
                    <p:cNvSpPr txBox="1">
                      <a:spLocks noChangeArrowheads="1"/>
                    </p:cNvSpPr>
                    <p:nvPr/>
                  </p:nvSpPr>
                  <p:spPr bwMode="auto">
                    <a:xfrm>
                      <a:off x="4312" y="2328"/>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0092" name="Text Box 16"/>
                    <p:cNvSpPr txBox="1">
                      <a:spLocks noChangeArrowheads="1"/>
                    </p:cNvSpPr>
                    <p:nvPr/>
                  </p:nvSpPr>
                  <p:spPr bwMode="auto">
                    <a:xfrm>
                      <a:off x="4544" y="2424"/>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0093" name="Text Box 17"/>
                    <p:cNvSpPr txBox="1">
                      <a:spLocks noChangeArrowheads="1"/>
                    </p:cNvSpPr>
                    <p:nvPr/>
                  </p:nvSpPr>
                  <p:spPr bwMode="auto">
                    <a:xfrm>
                      <a:off x="4880" y="2632"/>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0094" name="Text Box 18"/>
                    <p:cNvSpPr txBox="1">
                      <a:spLocks noChangeArrowheads="1"/>
                    </p:cNvSpPr>
                    <p:nvPr/>
                  </p:nvSpPr>
                  <p:spPr bwMode="auto">
                    <a:xfrm>
                      <a:off x="3800" y="2552"/>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0095" name="Text Box 19"/>
                    <p:cNvSpPr txBox="1">
                      <a:spLocks noChangeArrowheads="1"/>
                    </p:cNvSpPr>
                    <p:nvPr/>
                  </p:nvSpPr>
                  <p:spPr bwMode="auto">
                    <a:xfrm>
                      <a:off x="4480" y="2664"/>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0096" name="Line 20"/>
                    <p:cNvSpPr>
                      <a:spLocks noChangeShapeType="1"/>
                    </p:cNvSpPr>
                    <p:nvPr/>
                  </p:nvSpPr>
                  <p:spPr bwMode="auto">
                    <a:xfrm>
                      <a:off x="3808" y="2640"/>
                      <a:ext cx="0" cy="528"/>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0097" name="Line 21"/>
                    <p:cNvSpPr>
                      <a:spLocks noChangeShapeType="1"/>
                    </p:cNvSpPr>
                    <p:nvPr/>
                  </p:nvSpPr>
                  <p:spPr bwMode="auto">
                    <a:xfrm flipH="1">
                      <a:off x="3624" y="2640"/>
                      <a:ext cx="176" cy="688"/>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0098" name="Line 22"/>
                    <p:cNvSpPr>
                      <a:spLocks noChangeShapeType="1"/>
                    </p:cNvSpPr>
                    <p:nvPr/>
                  </p:nvSpPr>
                  <p:spPr bwMode="auto">
                    <a:xfrm flipV="1">
                      <a:off x="3616" y="3168"/>
                      <a:ext cx="1504" cy="16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0099" name="Line 23"/>
                    <p:cNvSpPr>
                      <a:spLocks noChangeShapeType="1"/>
                    </p:cNvSpPr>
                    <p:nvPr/>
                  </p:nvSpPr>
                  <p:spPr bwMode="auto">
                    <a:xfrm flipH="1">
                      <a:off x="3624" y="3160"/>
                      <a:ext cx="184" cy="16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0100" name="Line 24"/>
                    <p:cNvSpPr>
                      <a:spLocks noChangeShapeType="1"/>
                    </p:cNvSpPr>
                    <p:nvPr/>
                  </p:nvSpPr>
                  <p:spPr bwMode="auto">
                    <a:xfrm flipV="1">
                      <a:off x="4960" y="2656"/>
                      <a:ext cx="108" cy="120"/>
                    </a:xfrm>
                    <a:prstGeom prst="line">
                      <a:avLst/>
                    </a:prstGeom>
                    <a:noFill/>
                    <a:ln w="38100" cap="sq">
                      <a:solidFill>
                        <a:srgbClr val="00FF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0101" name="Text Box 25"/>
                    <p:cNvSpPr txBox="1">
                      <a:spLocks noChangeArrowheads="1"/>
                    </p:cNvSpPr>
                    <p:nvPr/>
                  </p:nvSpPr>
                  <p:spPr bwMode="auto">
                    <a:xfrm>
                      <a:off x="4904" y="2784"/>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i="1">
                          <a:solidFill>
                            <a:srgbClr val="0000FF"/>
                          </a:solidFill>
                        </a:rPr>
                        <a:t>l</a:t>
                      </a:r>
                    </a:p>
                  </p:txBody>
                </p:sp>
                <p:sp>
                  <p:nvSpPr>
                    <p:cNvPr id="130102" name="Text Box 26"/>
                    <p:cNvSpPr txBox="1">
                      <a:spLocks noChangeArrowheads="1"/>
                    </p:cNvSpPr>
                    <p:nvPr/>
                  </p:nvSpPr>
                  <p:spPr bwMode="auto">
                    <a:xfrm>
                      <a:off x="4656" y="2944"/>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i="1">
                          <a:solidFill>
                            <a:schemeClr val="tx2"/>
                          </a:solidFill>
                        </a:rPr>
                        <a:t>ds</a:t>
                      </a:r>
                    </a:p>
                  </p:txBody>
                </p:sp>
                <p:sp>
                  <p:nvSpPr>
                    <p:cNvPr id="130103" name="Text Box 27"/>
                    <p:cNvSpPr txBox="1">
                      <a:spLocks noChangeArrowheads="1"/>
                    </p:cNvSpPr>
                    <p:nvPr/>
                  </p:nvSpPr>
                  <p:spPr bwMode="auto">
                    <a:xfrm>
                      <a:off x="4120" y="2856"/>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i="1">
                          <a:solidFill>
                            <a:schemeClr val="tx2"/>
                          </a:solidFill>
                        </a:rPr>
                        <a:t>r’</a:t>
                      </a:r>
                    </a:p>
                  </p:txBody>
                </p:sp>
                <p:graphicFrame>
                  <p:nvGraphicFramePr>
                    <p:cNvPr id="130104" name="Object 28"/>
                    <p:cNvGraphicFramePr>
                      <a:graphicFrameLocks noChangeAspect="1"/>
                    </p:cNvGraphicFramePr>
                    <p:nvPr/>
                  </p:nvGraphicFramePr>
                  <p:xfrm>
                    <a:off x="3875" y="2858"/>
                    <a:ext cx="214" cy="216"/>
                  </p:xfrm>
                  <a:graphic>
                    <a:graphicData uri="http://schemas.openxmlformats.org/presentationml/2006/ole">
                      <mc:AlternateContent xmlns:mc="http://schemas.openxmlformats.org/markup-compatibility/2006">
                        <mc:Choice xmlns:v="urn:schemas-microsoft-com:vml" Requires="v">
                          <p:oleObj spid="_x0000_s55463" name="Equation" r:id="rId4" imgW="142818" imgH="142977" progId="Equation.DSMT4">
                            <p:embed/>
                          </p:oleObj>
                        </mc:Choice>
                        <mc:Fallback>
                          <p:oleObj name="Equation" r:id="rId4" imgW="142818" imgH="142977"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5" y="2858"/>
                                  <a:ext cx="214"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105" name="Object 29"/>
                    <p:cNvGraphicFramePr>
                      <a:graphicFrameLocks noChangeAspect="1"/>
                    </p:cNvGraphicFramePr>
                    <p:nvPr/>
                  </p:nvGraphicFramePr>
                  <p:xfrm>
                    <a:off x="3811" y="3098"/>
                    <a:ext cx="198" cy="216"/>
                  </p:xfrm>
                  <a:graphic>
                    <a:graphicData uri="http://schemas.openxmlformats.org/presentationml/2006/ole">
                      <mc:AlternateContent xmlns:mc="http://schemas.openxmlformats.org/markup-compatibility/2006">
                        <mc:Choice xmlns:v="urn:schemas-microsoft-com:vml" Requires="v">
                          <p:oleObj spid="_x0000_s55464" name="Equation" r:id="rId6" imgW="133337" imgH="142977" progId="Equation.DSMT4">
                            <p:embed/>
                          </p:oleObj>
                        </mc:Choice>
                        <mc:Fallback>
                          <p:oleObj name="Equation" r:id="rId6" imgW="133337" imgH="142977"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1" y="3098"/>
                                  <a:ext cx="198"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106" name="Object 30"/>
                    <p:cNvGraphicFramePr>
                      <a:graphicFrameLocks noChangeAspect="1"/>
                    </p:cNvGraphicFramePr>
                    <p:nvPr/>
                  </p:nvGraphicFramePr>
                  <p:xfrm>
                    <a:off x="3371" y="3162"/>
                    <a:ext cx="247" cy="216"/>
                  </p:xfrm>
                  <a:graphic>
                    <a:graphicData uri="http://schemas.openxmlformats.org/presentationml/2006/ole">
                      <mc:AlternateContent xmlns:mc="http://schemas.openxmlformats.org/markup-compatibility/2006">
                        <mc:Choice xmlns:v="urn:schemas-microsoft-com:vml" Requires="v">
                          <p:oleObj spid="_x0000_s55465" name="Equation" r:id="rId8" imgW="171565" imgH="142977" progId="Equation.DSMT4">
                            <p:embed/>
                          </p:oleObj>
                        </mc:Choice>
                        <mc:Fallback>
                          <p:oleObj name="Equation" r:id="rId8" imgW="171565" imgH="142977"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71" y="3162"/>
                                  <a:ext cx="247"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107" name="Object 31"/>
                    <p:cNvGraphicFramePr>
                      <a:graphicFrameLocks noChangeAspect="1"/>
                    </p:cNvGraphicFramePr>
                    <p:nvPr/>
                  </p:nvGraphicFramePr>
                  <p:xfrm>
                    <a:off x="3531" y="2193"/>
                    <a:ext cx="280" cy="299"/>
                  </p:xfrm>
                  <a:graphic>
                    <a:graphicData uri="http://schemas.openxmlformats.org/presentationml/2006/ole">
                      <mc:AlternateContent xmlns:mc="http://schemas.openxmlformats.org/markup-compatibility/2006">
                        <mc:Choice xmlns:v="urn:schemas-microsoft-com:vml" Requires="v">
                          <p:oleObj spid="_x0000_s55466" name="Equation" r:id="rId10" imgW="200006" imgH="209414" progId="Equation.DSMT4">
                            <p:embed/>
                          </p:oleObj>
                        </mc:Choice>
                        <mc:Fallback>
                          <p:oleObj name="Equation" r:id="rId10" imgW="200006" imgH="209414"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31" y="2193"/>
                                  <a:ext cx="280"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108" name="Object 32"/>
                    <p:cNvGraphicFramePr>
                      <a:graphicFrameLocks noChangeAspect="1"/>
                    </p:cNvGraphicFramePr>
                    <p:nvPr/>
                  </p:nvGraphicFramePr>
                  <p:xfrm>
                    <a:off x="3418" y="2561"/>
                    <a:ext cx="395" cy="299"/>
                  </p:xfrm>
                  <a:graphic>
                    <a:graphicData uri="http://schemas.openxmlformats.org/presentationml/2006/ole">
                      <mc:AlternateContent xmlns:mc="http://schemas.openxmlformats.org/markup-compatibility/2006">
                        <mc:Choice xmlns:v="urn:schemas-microsoft-com:vml" Requires="v">
                          <p:oleObj spid="_x0000_s55467" name="Equation" r:id="rId12" imgW="285635" imgH="209414" progId="Equation.DSMT4">
                            <p:embed/>
                          </p:oleObj>
                        </mc:Choice>
                        <mc:Fallback>
                          <p:oleObj name="Equation" r:id="rId12" imgW="285635" imgH="209414"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18" y="2561"/>
                                  <a:ext cx="395"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130074" name="Group 33"/>
                <p:cNvGrpSpPr>
                  <a:grpSpLocks/>
                </p:cNvGrpSpPr>
                <p:nvPr/>
              </p:nvGrpSpPr>
              <p:grpSpPr bwMode="auto">
                <a:xfrm>
                  <a:off x="3760" y="2464"/>
                  <a:ext cx="1440" cy="1042"/>
                  <a:chOff x="3760" y="2464"/>
                  <a:chExt cx="1440" cy="1042"/>
                </a:xfrm>
              </p:grpSpPr>
              <p:sp>
                <p:nvSpPr>
                  <p:cNvPr id="130080" name="Arc 34"/>
                  <p:cNvSpPr>
                    <a:spLocks/>
                  </p:cNvSpPr>
                  <p:nvPr/>
                </p:nvSpPr>
                <p:spPr bwMode="auto">
                  <a:xfrm>
                    <a:off x="3800" y="2466"/>
                    <a:ext cx="1394" cy="872"/>
                  </a:xfrm>
                  <a:custGeom>
                    <a:avLst/>
                    <a:gdLst>
                      <a:gd name="T0" fmla="*/ 0 w 20371"/>
                      <a:gd name="T1" fmla="*/ 0 h 21600"/>
                      <a:gd name="T2" fmla="*/ 0 w 20371"/>
                      <a:gd name="T3" fmla="*/ 0 h 21600"/>
                      <a:gd name="T4" fmla="*/ 0 w 20371"/>
                      <a:gd name="T5" fmla="*/ 0 h 21600"/>
                      <a:gd name="T6" fmla="*/ 0 60000 65536"/>
                      <a:gd name="T7" fmla="*/ 0 60000 65536"/>
                      <a:gd name="T8" fmla="*/ 0 60000 65536"/>
                      <a:gd name="T9" fmla="*/ 0 w 20371"/>
                      <a:gd name="T10" fmla="*/ 0 h 21600"/>
                      <a:gd name="T11" fmla="*/ 20371 w 20371"/>
                      <a:gd name="T12" fmla="*/ 21600 h 21600"/>
                    </a:gdLst>
                    <a:ahLst/>
                    <a:cxnLst>
                      <a:cxn ang="T6">
                        <a:pos x="T0" y="T1"/>
                      </a:cxn>
                      <a:cxn ang="T7">
                        <a:pos x="T2" y="T3"/>
                      </a:cxn>
                      <a:cxn ang="T8">
                        <a:pos x="T4" y="T5"/>
                      </a:cxn>
                    </a:cxnLst>
                    <a:rect l="T9" t="T10" r="T11" b="T12"/>
                    <a:pathLst>
                      <a:path w="20371" h="21600" fill="none" extrusionOk="0">
                        <a:moveTo>
                          <a:pt x="-1" y="0"/>
                        </a:moveTo>
                        <a:cubicBezTo>
                          <a:pt x="9160" y="0"/>
                          <a:pt x="17325" y="5778"/>
                          <a:pt x="20371" y="14417"/>
                        </a:cubicBezTo>
                      </a:path>
                      <a:path w="20371" h="21600" stroke="0" extrusionOk="0">
                        <a:moveTo>
                          <a:pt x="-1" y="0"/>
                        </a:moveTo>
                        <a:cubicBezTo>
                          <a:pt x="9160" y="0"/>
                          <a:pt x="17325" y="5778"/>
                          <a:pt x="20371" y="14417"/>
                        </a:cubicBezTo>
                        <a:lnTo>
                          <a:pt x="0" y="21600"/>
                        </a:lnTo>
                        <a:lnTo>
                          <a:pt x="-1" y="0"/>
                        </a:lnTo>
                        <a:close/>
                      </a:path>
                    </a:pathLst>
                  </a:cu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0081" name="Arc 35"/>
                  <p:cNvSpPr>
                    <a:spLocks/>
                  </p:cNvSpPr>
                  <p:nvPr/>
                </p:nvSpPr>
                <p:spPr bwMode="auto">
                  <a:xfrm>
                    <a:off x="3760" y="2634"/>
                    <a:ext cx="1361" cy="872"/>
                  </a:xfrm>
                  <a:custGeom>
                    <a:avLst/>
                    <a:gdLst>
                      <a:gd name="T0" fmla="*/ 0 w 19894"/>
                      <a:gd name="T1" fmla="*/ 0 h 21592"/>
                      <a:gd name="T2" fmla="*/ 0 w 19894"/>
                      <a:gd name="T3" fmla="*/ 0 h 21592"/>
                      <a:gd name="T4" fmla="*/ 0 w 19894"/>
                      <a:gd name="T5" fmla="*/ 0 h 21592"/>
                      <a:gd name="T6" fmla="*/ 0 60000 65536"/>
                      <a:gd name="T7" fmla="*/ 0 60000 65536"/>
                      <a:gd name="T8" fmla="*/ 0 60000 65536"/>
                      <a:gd name="T9" fmla="*/ 0 w 19894"/>
                      <a:gd name="T10" fmla="*/ 0 h 21592"/>
                      <a:gd name="T11" fmla="*/ 19894 w 19894"/>
                      <a:gd name="T12" fmla="*/ 21592 h 21592"/>
                    </a:gdLst>
                    <a:ahLst/>
                    <a:cxnLst>
                      <a:cxn ang="T6">
                        <a:pos x="T0" y="T1"/>
                      </a:cxn>
                      <a:cxn ang="T7">
                        <a:pos x="T2" y="T3"/>
                      </a:cxn>
                      <a:cxn ang="T8">
                        <a:pos x="T4" y="T5"/>
                      </a:cxn>
                    </a:cxnLst>
                    <a:rect l="T9" t="T10" r="T11" b="T12"/>
                    <a:pathLst>
                      <a:path w="19894" h="21592" fill="none" extrusionOk="0">
                        <a:moveTo>
                          <a:pt x="585" y="-1"/>
                        </a:moveTo>
                        <a:cubicBezTo>
                          <a:pt x="9047" y="229"/>
                          <a:pt x="16595" y="5380"/>
                          <a:pt x="19893" y="13177"/>
                        </a:cubicBezTo>
                      </a:path>
                      <a:path w="19894" h="21592" stroke="0" extrusionOk="0">
                        <a:moveTo>
                          <a:pt x="585" y="-1"/>
                        </a:moveTo>
                        <a:cubicBezTo>
                          <a:pt x="9047" y="229"/>
                          <a:pt x="16595" y="5380"/>
                          <a:pt x="19893" y="13177"/>
                        </a:cubicBezTo>
                        <a:lnTo>
                          <a:pt x="0" y="21592"/>
                        </a:lnTo>
                        <a:lnTo>
                          <a:pt x="585" y="-1"/>
                        </a:lnTo>
                        <a:close/>
                      </a:path>
                    </a:pathLst>
                  </a:cu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0082" name="Line 36"/>
                  <p:cNvSpPr>
                    <a:spLocks noChangeShapeType="1"/>
                  </p:cNvSpPr>
                  <p:nvPr/>
                </p:nvSpPr>
                <p:spPr bwMode="auto">
                  <a:xfrm>
                    <a:off x="3800" y="2464"/>
                    <a:ext cx="8" cy="168"/>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0083" name="Line 37"/>
                  <p:cNvSpPr>
                    <a:spLocks noChangeShapeType="1"/>
                  </p:cNvSpPr>
                  <p:nvPr/>
                </p:nvSpPr>
                <p:spPr bwMode="auto">
                  <a:xfrm flipH="1">
                    <a:off x="5120" y="3040"/>
                    <a:ext cx="80" cy="12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30075" name="Text Box 38"/>
                <p:cNvSpPr txBox="1">
                  <a:spLocks noChangeArrowheads="1"/>
                </p:cNvSpPr>
                <p:nvPr/>
              </p:nvSpPr>
              <p:spPr bwMode="auto">
                <a:xfrm>
                  <a:off x="4992" y="2712"/>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0076" name="Text Box 39"/>
                <p:cNvSpPr txBox="1">
                  <a:spLocks noChangeArrowheads="1"/>
                </p:cNvSpPr>
                <p:nvPr/>
              </p:nvSpPr>
              <p:spPr bwMode="auto">
                <a:xfrm>
                  <a:off x="4640" y="2736"/>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0077" name="Text Box 40"/>
                <p:cNvSpPr txBox="1">
                  <a:spLocks noChangeArrowheads="1"/>
                </p:cNvSpPr>
                <p:nvPr/>
              </p:nvSpPr>
              <p:spPr bwMode="auto">
                <a:xfrm>
                  <a:off x="4792" y="2832"/>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0078" name="Line 41"/>
                <p:cNvSpPr>
                  <a:spLocks noChangeShapeType="1"/>
                </p:cNvSpPr>
                <p:nvPr/>
              </p:nvSpPr>
              <p:spPr bwMode="auto">
                <a:xfrm flipH="1">
                  <a:off x="3800" y="3160"/>
                  <a:ext cx="1304" cy="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0079" name="Line 42"/>
                <p:cNvSpPr>
                  <a:spLocks noChangeShapeType="1"/>
                </p:cNvSpPr>
                <p:nvPr/>
              </p:nvSpPr>
              <p:spPr bwMode="auto">
                <a:xfrm flipV="1">
                  <a:off x="3808" y="2912"/>
                  <a:ext cx="1040" cy="248"/>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30072" name="Line 43"/>
              <p:cNvSpPr>
                <a:spLocks noChangeShapeType="1"/>
              </p:cNvSpPr>
              <p:nvPr/>
            </p:nvSpPr>
            <p:spPr bwMode="auto">
              <a:xfrm flipV="1">
                <a:off x="4840" y="2784"/>
                <a:ext cx="108" cy="120"/>
              </a:xfrm>
              <a:prstGeom prst="line">
                <a:avLst/>
              </a:prstGeom>
              <a:noFill/>
              <a:ln w="38100" cap="sq">
                <a:solidFill>
                  <a:srgbClr val="0000FF"/>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30070" name="Text Box 44"/>
            <p:cNvSpPr txBox="1">
              <a:spLocks noChangeArrowheads="1"/>
            </p:cNvSpPr>
            <p:nvPr/>
          </p:nvSpPr>
          <p:spPr bwMode="auto">
            <a:xfrm>
              <a:off x="4752" y="2496"/>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grpSp>
      <p:grpSp>
        <p:nvGrpSpPr>
          <p:cNvPr id="130053" name="Group 45"/>
          <p:cNvGrpSpPr>
            <a:grpSpLocks/>
          </p:cNvGrpSpPr>
          <p:nvPr/>
        </p:nvGrpSpPr>
        <p:grpSpPr bwMode="auto">
          <a:xfrm>
            <a:off x="9271000" y="4368800"/>
            <a:ext cx="393700" cy="749300"/>
            <a:chOff x="4880" y="2752"/>
            <a:chExt cx="248" cy="472"/>
          </a:xfrm>
        </p:grpSpPr>
        <p:sp>
          <p:nvSpPr>
            <p:cNvPr id="130067" name="Text Box 46"/>
            <p:cNvSpPr txBox="1">
              <a:spLocks noChangeArrowheads="1"/>
            </p:cNvSpPr>
            <p:nvPr/>
          </p:nvSpPr>
          <p:spPr bwMode="auto">
            <a:xfrm>
              <a:off x="4880" y="2936"/>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0068" name="Line 47"/>
            <p:cNvSpPr>
              <a:spLocks noChangeShapeType="1"/>
            </p:cNvSpPr>
            <p:nvPr/>
          </p:nvSpPr>
          <p:spPr bwMode="auto">
            <a:xfrm>
              <a:off x="4896" y="2752"/>
              <a:ext cx="128" cy="96"/>
            </a:xfrm>
            <a:prstGeom prst="line">
              <a:avLst/>
            </a:prstGeom>
            <a:noFill/>
            <a:ln w="38100"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30054" name="Line 48"/>
          <p:cNvSpPr>
            <a:spLocks noChangeShapeType="1"/>
          </p:cNvSpPr>
          <p:nvPr/>
        </p:nvSpPr>
        <p:spPr bwMode="auto">
          <a:xfrm>
            <a:off x="7581900" y="4876800"/>
            <a:ext cx="152400" cy="1270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0055" name="Text Box 49"/>
          <p:cNvSpPr txBox="1">
            <a:spLocks noChangeArrowheads="1"/>
          </p:cNvSpPr>
          <p:nvPr/>
        </p:nvSpPr>
        <p:spPr bwMode="auto">
          <a:xfrm>
            <a:off x="1803400" y="2197101"/>
            <a:ext cx="2349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引入静磁位：</a:t>
            </a:r>
          </a:p>
        </p:txBody>
      </p:sp>
      <p:graphicFrame>
        <p:nvGraphicFramePr>
          <p:cNvPr id="130056" name="Object 50"/>
          <p:cNvGraphicFramePr>
            <a:graphicFrameLocks noChangeAspect="1"/>
          </p:cNvGraphicFramePr>
          <p:nvPr/>
        </p:nvGraphicFramePr>
        <p:xfrm>
          <a:off x="4068763" y="2236788"/>
          <a:ext cx="444500" cy="474662"/>
        </p:xfrm>
        <a:graphic>
          <a:graphicData uri="http://schemas.openxmlformats.org/presentationml/2006/ole">
            <mc:AlternateContent xmlns:mc="http://schemas.openxmlformats.org/markup-compatibility/2006">
              <mc:Choice xmlns:v="urn:schemas-microsoft-com:vml" Requires="v">
                <p:oleObj spid="_x0000_s55468" name="Equation" r:id="rId14" imgW="200006" imgH="209414" progId="Equation.DSMT4">
                  <p:embed/>
                </p:oleObj>
              </mc:Choice>
              <mc:Fallback>
                <p:oleObj name="Equation" r:id="rId14" imgW="200006" imgH="209414"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68763" y="2236788"/>
                        <a:ext cx="444500"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057" name="Object 51"/>
          <p:cNvGraphicFramePr>
            <a:graphicFrameLocks noChangeAspect="1"/>
          </p:cNvGraphicFramePr>
          <p:nvPr/>
        </p:nvGraphicFramePr>
        <p:xfrm>
          <a:off x="5260976" y="2262188"/>
          <a:ext cx="1463675" cy="474662"/>
        </p:xfrm>
        <a:graphic>
          <a:graphicData uri="http://schemas.openxmlformats.org/presentationml/2006/ole">
            <mc:AlternateContent xmlns:mc="http://schemas.openxmlformats.org/markup-compatibility/2006">
              <mc:Choice xmlns:v="urn:schemas-microsoft-com:vml" Requires="v">
                <p:oleObj spid="_x0000_s55469" name="Equation" r:id="rId16" imgW="695433" imgH="209414" progId="Equation.DSMT4">
                  <p:embed/>
                </p:oleObj>
              </mc:Choice>
              <mc:Fallback>
                <p:oleObj name="Equation" r:id="rId16" imgW="695433" imgH="209414"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260976" y="2262188"/>
                        <a:ext cx="1463675"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0058" name="Text Box 52"/>
          <p:cNvSpPr txBox="1">
            <a:spLocks noChangeArrowheads="1"/>
          </p:cNvSpPr>
          <p:nvPr/>
        </p:nvSpPr>
        <p:spPr bwMode="auto">
          <a:xfrm>
            <a:off x="1803400" y="2959101"/>
            <a:ext cx="307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点磁荷静磁位：</a:t>
            </a:r>
          </a:p>
        </p:txBody>
      </p:sp>
      <p:graphicFrame>
        <p:nvGraphicFramePr>
          <p:cNvPr id="130059" name="Object 53"/>
          <p:cNvGraphicFramePr>
            <a:graphicFrameLocks noChangeAspect="1"/>
          </p:cNvGraphicFramePr>
          <p:nvPr/>
        </p:nvGraphicFramePr>
        <p:xfrm>
          <a:off x="4835526" y="2838450"/>
          <a:ext cx="1882775" cy="896938"/>
        </p:xfrm>
        <a:graphic>
          <a:graphicData uri="http://schemas.openxmlformats.org/presentationml/2006/ole">
            <mc:AlternateContent xmlns:mc="http://schemas.openxmlformats.org/markup-compatibility/2006">
              <mc:Choice xmlns:v="urn:schemas-microsoft-com:vml" Requires="v">
                <p:oleObj spid="_x0000_s55470" name="Equation" r:id="rId18" imgW="895439" imgH="409643" progId="Equation.DSMT4">
                  <p:embed/>
                </p:oleObj>
              </mc:Choice>
              <mc:Fallback>
                <p:oleObj name="Equation" r:id="rId18" imgW="895439" imgH="409643"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35526" y="2838450"/>
                        <a:ext cx="1882775" cy="896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0060" name="Text Box 54"/>
          <p:cNvSpPr txBox="1">
            <a:spLocks noChangeArrowheads="1"/>
          </p:cNvSpPr>
          <p:nvPr/>
        </p:nvSpPr>
        <p:spPr bwMode="auto">
          <a:xfrm>
            <a:off x="1803400" y="3898901"/>
            <a:ext cx="490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磁壳两面的磁荷密度为</a:t>
            </a:r>
            <a:r>
              <a:rPr lang="el-GR" altLang="zh-CN" sz="2800">
                <a:solidFill>
                  <a:srgbClr val="0000FF"/>
                </a:solidFill>
                <a:latin typeface="宋体" panose="02010600030101010101" pitchFamily="2" charset="-122"/>
              </a:rPr>
              <a:t>σ</a:t>
            </a:r>
            <a:r>
              <a:rPr lang="en-US" altLang="zh-CN" sz="2800">
                <a:solidFill>
                  <a:srgbClr val="0000FF"/>
                </a:solidFill>
                <a:latin typeface="宋体" panose="02010600030101010101" pitchFamily="2" charset="-122"/>
              </a:rPr>
              <a:t>m</a:t>
            </a:r>
            <a:r>
              <a:rPr lang="zh-CN" altLang="en-US" sz="2800">
                <a:solidFill>
                  <a:srgbClr val="0000FF"/>
                </a:solidFill>
              </a:rPr>
              <a:t>：</a:t>
            </a:r>
          </a:p>
        </p:txBody>
      </p:sp>
      <p:graphicFrame>
        <p:nvGraphicFramePr>
          <p:cNvPr id="130061" name="Object 55"/>
          <p:cNvGraphicFramePr>
            <a:graphicFrameLocks noChangeAspect="1"/>
          </p:cNvGraphicFramePr>
          <p:nvPr/>
        </p:nvGraphicFramePr>
        <p:xfrm>
          <a:off x="1981201" y="4502150"/>
          <a:ext cx="2614613" cy="896938"/>
        </p:xfrm>
        <a:graphic>
          <a:graphicData uri="http://schemas.openxmlformats.org/presentationml/2006/ole">
            <mc:AlternateContent xmlns:mc="http://schemas.openxmlformats.org/markup-compatibility/2006">
              <mc:Choice xmlns:v="urn:schemas-microsoft-com:vml" Requires="v">
                <p:oleObj spid="_x0000_s55471" name="Equation" r:id="rId20" imgW="1247743" imgH="409643" progId="Equation.DSMT4">
                  <p:embed/>
                </p:oleObj>
              </mc:Choice>
              <mc:Fallback>
                <p:oleObj name="Equation" r:id="rId20" imgW="1247743" imgH="409643"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981201" y="4502150"/>
                        <a:ext cx="2614613" cy="896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062" name="Object 56"/>
          <p:cNvGraphicFramePr>
            <a:graphicFrameLocks noChangeAspect="1"/>
          </p:cNvGraphicFramePr>
          <p:nvPr/>
        </p:nvGraphicFramePr>
        <p:xfrm>
          <a:off x="2019301" y="5653088"/>
          <a:ext cx="2614613" cy="474662"/>
        </p:xfrm>
        <a:graphic>
          <a:graphicData uri="http://schemas.openxmlformats.org/presentationml/2006/ole">
            <mc:AlternateContent xmlns:mc="http://schemas.openxmlformats.org/markup-compatibility/2006">
              <mc:Choice xmlns:v="urn:schemas-microsoft-com:vml" Requires="v">
                <p:oleObj spid="_x0000_s55472" name="Equation" r:id="rId22" imgW="1247743" imgH="209414" progId="Equation.DSMT4">
                  <p:embed/>
                </p:oleObj>
              </mc:Choice>
              <mc:Fallback>
                <p:oleObj name="Equation" r:id="rId22" imgW="1247743" imgH="209414"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019301" y="5653088"/>
                        <a:ext cx="2614613"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0063" name="Text Box 57"/>
          <p:cNvSpPr txBox="1">
            <a:spLocks noChangeArrowheads="1"/>
          </p:cNvSpPr>
          <p:nvPr/>
        </p:nvSpPr>
        <p:spPr bwMode="auto">
          <a:xfrm>
            <a:off x="7505700" y="1930401"/>
            <a:ext cx="187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壳层厚：</a:t>
            </a:r>
            <a:r>
              <a:rPr lang="en-US" altLang="zh-CN" sz="2800" i="1">
                <a:solidFill>
                  <a:srgbClr val="0000FF"/>
                </a:solidFill>
              </a:rPr>
              <a:t>l</a:t>
            </a:r>
          </a:p>
        </p:txBody>
      </p:sp>
      <p:sp>
        <p:nvSpPr>
          <p:cNvPr id="130064" name="Text Box 58"/>
          <p:cNvSpPr txBox="1">
            <a:spLocks noChangeArrowheads="1"/>
          </p:cNvSpPr>
          <p:nvPr/>
        </p:nvSpPr>
        <p:spPr bwMode="auto">
          <a:xfrm>
            <a:off x="7302500" y="2413001"/>
            <a:ext cx="3365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FF"/>
                </a:solidFill>
              </a:rPr>
              <a:t>ds+</a:t>
            </a:r>
            <a:r>
              <a:rPr lang="zh-CN" altLang="en-US" sz="2800">
                <a:solidFill>
                  <a:srgbClr val="0000FF"/>
                </a:solidFill>
              </a:rPr>
              <a:t>相对于</a:t>
            </a:r>
            <a:r>
              <a:rPr lang="en-US" altLang="zh-CN" sz="2800">
                <a:solidFill>
                  <a:srgbClr val="0000FF"/>
                </a:solidFill>
              </a:rPr>
              <a:t>ds-</a:t>
            </a:r>
            <a:r>
              <a:rPr lang="zh-CN" altLang="en-US" sz="2800">
                <a:solidFill>
                  <a:srgbClr val="0000FF"/>
                </a:solidFill>
              </a:rPr>
              <a:t>位移：</a:t>
            </a:r>
            <a:endParaRPr lang="zh-CN" altLang="en-US" sz="2800" i="1">
              <a:solidFill>
                <a:srgbClr val="0000FF"/>
              </a:solidFill>
            </a:endParaRPr>
          </a:p>
        </p:txBody>
      </p:sp>
      <p:graphicFrame>
        <p:nvGraphicFramePr>
          <p:cNvPr id="130065" name="Object 59"/>
          <p:cNvGraphicFramePr>
            <a:graphicFrameLocks noChangeAspect="1"/>
          </p:cNvGraphicFramePr>
          <p:nvPr/>
        </p:nvGraphicFramePr>
        <p:xfrm>
          <a:off x="7669213" y="2935289"/>
          <a:ext cx="863600" cy="447675"/>
        </p:xfrm>
        <a:graphic>
          <a:graphicData uri="http://schemas.openxmlformats.org/presentationml/2006/ole">
            <mc:AlternateContent xmlns:mc="http://schemas.openxmlformats.org/markup-compatibility/2006">
              <mc:Choice xmlns:v="urn:schemas-microsoft-com:vml" Requires="v">
                <p:oleObj spid="_x0000_s55473" name="Equation" r:id="rId24" imgW="400012" imgH="199923" progId="Equation.DSMT4">
                  <p:embed/>
                </p:oleObj>
              </mc:Choice>
              <mc:Fallback>
                <p:oleObj name="Equation" r:id="rId24" imgW="400012" imgH="199923" progId="Equation.DSMT4">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669213" y="2935289"/>
                        <a:ext cx="863600"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0066" name="Text Box 60"/>
          <p:cNvSpPr txBox="1">
            <a:spLocks noChangeArrowheads="1"/>
          </p:cNvSpPr>
          <p:nvPr/>
        </p:nvSpPr>
        <p:spPr bwMode="auto">
          <a:xfrm>
            <a:off x="6477000" y="5911850"/>
            <a:ext cx="33655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源点位移同场点反向位移等效</a:t>
            </a:r>
            <a:endParaRPr lang="zh-CN" altLang="en-US" sz="2800" i="1">
              <a:solidFill>
                <a:srgbClr val="0000FF"/>
              </a:solidFill>
            </a:endParaRPr>
          </a:p>
        </p:txBody>
      </p:sp>
    </p:spTree>
    <p:extLst>
      <p:ext uri="{BB962C8B-B14F-4D97-AF65-F5344CB8AC3E}">
        <p14:creationId xmlns:p14="http://schemas.microsoft.com/office/powerpoint/2010/main" val="123914549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 Box 2"/>
          <p:cNvSpPr txBox="1">
            <a:spLocks noChangeArrowheads="1"/>
          </p:cNvSpPr>
          <p:nvPr/>
        </p:nvSpPr>
        <p:spPr bwMode="auto">
          <a:xfrm>
            <a:off x="8610600" y="2603501"/>
            <a:ext cx="1358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solidFill>
                <a:srgbClr val="0000FF"/>
              </a:solidFill>
            </a:endParaRPr>
          </a:p>
        </p:txBody>
      </p:sp>
      <p:grpSp>
        <p:nvGrpSpPr>
          <p:cNvPr id="132099" name="Group 3"/>
          <p:cNvGrpSpPr>
            <a:grpSpLocks/>
          </p:cNvGrpSpPr>
          <p:nvPr/>
        </p:nvGrpSpPr>
        <p:grpSpPr bwMode="auto">
          <a:xfrm>
            <a:off x="7167564" y="776289"/>
            <a:ext cx="3068637" cy="2084387"/>
            <a:chOff x="3555" y="489"/>
            <a:chExt cx="1933" cy="1313"/>
          </a:xfrm>
        </p:grpSpPr>
        <p:grpSp>
          <p:nvGrpSpPr>
            <p:cNvPr id="132112" name="Group 4"/>
            <p:cNvGrpSpPr>
              <a:grpSpLocks/>
            </p:cNvGrpSpPr>
            <p:nvPr/>
          </p:nvGrpSpPr>
          <p:grpSpPr bwMode="auto">
            <a:xfrm>
              <a:off x="3555" y="489"/>
              <a:ext cx="1933" cy="1313"/>
              <a:chOff x="3371" y="2193"/>
              <a:chExt cx="1933" cy="1313"/>
            </a:xfrm>
          </p:grpSpPr>
          <p:grpSp>
            <p:nvGrpSpPr>
              <p:cNvPr id="132116" name="Group 5"/>
              <p:cNvGrpSpPr>
                <a:grpSpLocks/>
              </p:cNvGrpSpPr>
              <p:nvPr/>
            </p:nvGrpSpPr>
            <p:grpSpPr bwMode="auto">
              <a:xfrm>
                <a:off x="3371" y="2193"/>
                <a:ext cx="1933" cy="1313"/>
                <a:chOff x="3371" y="2193"/>
                <a:chExt cx="1933" cy="1313"/>
              </a:xfrm>
            </p:grpSpPr>
            <p:grpSp>
              <p:nvGrpSpPr>
                <p:cNvPr id="132118" name="Group 6"/>
                <p:cNvGrpSpPr>
                  <a:grpSpLocks/>
                </p:cNvGrpSpPr>
                <p:nvPr/>
              </p:nvGrpSpPr>
              <p:grpSpPr bwMode="auto">
                <a:xfrm>
                  <a:off x="3371" y="2193"/>
                  <a:ext cx="1933" cy="1313"/>
                  <a:chOff x="3371" y="2193"/>
                  <a:chExt cx="1933" cy="1313"/>
                </a:xfrm>
              </p:grpSpPr>
              <p:grpSp>
                <p:nvGrpSpPr>
                  <p:cNvPr id="132120" name="Group 7"/>
                  <p:cNvGrpSpPr>
                    <a:grpSpLocks/>
                  </p:cNvGrpSpPr>
                  <p:nvPr/>
                </p:nvGrpSpPr>
                <p:grpSpPr bwMode="auto">
                  <a:xfrm>
                    <a:off x="3371" y="2193"/>
                    <a:ext cx="1933" cy="1185"/>
                    <a:chOff x="3371" y="2193"/>
                    <a:chExt cx="1933" cy="1185"/>
                  </a:xfrm>
                </p:grpSpPr>
                <p:sp>
                  <p:nvSpPr>
                    <p:cNvPr id="132131" name="Text Box 8"/>
                    <p:cNvSpPr txBox="1">
                      <a:spLocks noChangeArrowheads="1"/>
                    </p:cNvSpPr>
                    <p:nvPr/>
                  </p:nvSpPr>
                  <p:spPr bwMode="auto">
                    <a:xfrm>
                      <a:off x="4216" y="2664"/>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2132" name="Line 9"/>
                    <p:cNvSpPr>
                      <a:spLocks noChangeShapeType="1"/>
                    </p:cNvSpPr>
                    <p:nvPr/>
                  </p:nvSpPr>
                  <p:spPr bwMode="auto">
                    <a:xfrm>
                      <a:off x="4776" y="2864"/>
                      <a:ext cx="128" cy="96"/>
                    </a:xfrm>
                    <a:prstGeom prst="line">
                      <a:avLst/>
                    </a:prstGeom>
                    <a:noFill/>
                    <a:ln w="38100"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2133" name="Text Box 10"/>
                    <p:cNvSpPr txBox="1">
                      <a:spLocks noChangeArrowheads="1"/>
                    </p:cNvSpPr>
                    <p:nvPr/>
                  </p:nvSpPr>
                  <p:spPr bwMode="auto">
                    <a:xfrm>
                      <a:off x="4968" y="2416"/>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i="1">
                          <a:solidFill>
                            <a:srgbClr val="00FF00"/>
                          </a:solidFill>
                        </a:rPr>
                        <a:t>n</a:t>
                      </a:r>
                    </a:p>
                  </p:txBody>
                </p:sp>
                <p:grpSp>
                  <p:nvGrpSpPr>
                    <p:cNvPr id="132134" name="Group 11"/>
                    <p:cNvGrpSpPr>
                      <a:grpSpLocks/>
                    </p:cNvGrpSpPr>
                    <p:nvPr/>
                  </p:nvGrpSpPr>
                  <p:grpSpPr bwMode="auto">
                    <a:xfrm>
                      <a:off x="3371" y="2193"/>
                      <a:ext cx="1869" cy="1185"/>
                      <a:chOff x="3371" y="2193"/>
                      <a:chExt cx="1869" cy="1185"/>
                    </a:xfrm>
                  </p:grpSpPr>
                  <p:sp>
                    <p:nvSpPr>
                      <p:cNvPr id="132135" name="Text Box 12"/>
                      <p:cNvSpPr txBox="1">
                        <a:spLocks noChangeArrowheads="1"/>
                      </p:cNvSpPr>
                      <p:nvPr/>
                    </p:nvSpPr>
                    <p:spPr bwMode="auto">
                      <a:xfrm>
                        <a:off x="3984" y="2576"/>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2136" name="Text Box 13"/>
                      <p:cNvSpPr txBox="1">
                        <a:spLocks noChangeArrowheads="1"/>
                      </p:cNvSpPr>
                      <p:nvPr/>
                    </p:nvSpPr>
                    <p:spPr bwMode="auto">
                      <a:xfrm>
                        <a:off x="3840" y="2272"/>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2137" name="Text Box 14"/>
                      <p:cNvSpPr txBox="1">
                        <a:spLocks noChangeArrowheads="1"/>
                      </p:cNvSpPr>
                      <p:nvPr/>
                    </p:nvSpPr>
                    <p:spPr bwMode="auto">
                      <a:xfrm>
                        <a:off x="4048" y="2296"/>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2138" name="Text Box 15"/>
                      <p:cNvSpPr txBox="1">
                        <a:spLocks noChangeArrowheads="1"/>
                      </p:cNvSpPr>
                      <p:nvPr/>
                    </p:nvSpPr>
                    <p:spPr bwMode="auto">
                      <a:xfrm>
                        <a:off x="4312" y="2328"/>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2139" name="Text Box 16"/>
                      <p:cNvSpPr txBox="1">
                        <a:spLocks noChangeArrowheads="1"/>
                      </p:cNvSpPr>
                      <p:nvPr/>
                    </p:nvSpPr>
                    <p:spPr bwMode="auto">
                      <a:xfrm>
                        <a:off x="4544" y="2424"/>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2140" name="Text Box 17"/>
                      <p:cNvSpPr txBox="1">
                        <a:spLocks noChangeArrowheads="1"/>
                      </p:cNvSpPr>
                      <p:nvPr/>
                    </p:nvSpPr>
                    <p:spPr bwMode="auto">
                      <a:xfrm>
                        <a:off x="4880" y="2632"/>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2141" name="Text Box 18"/>
                      <p:cNvSpPr txBox="1">
                        <a:spLocks noChangeArrowheads="1"/>
                      </p:cNvSpPr>
                      <p:nvPr/>
                    </p:nvSpPr>
                    <p:spPr bwMode="auto">
                      <a:xfrm>
                        <a:off x="3800" y="2552"/>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2142" name="Text Box 19"/>
                      <p:cNvSpPr txBox="1">
                        <a:spLocks noChangeArrowheads="1"/>
                      </p:cNvSpPr>
                      <p:nvPr/>
                    </p:nvSpPr>
                    <p:spPr bwMode="auto">
                      <a:xfrm>
                        <a:off x="4480" y="2664"/>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2143" name="Line 20"/>
                      <p:cNvSpPr>
                        <a:spLocks noChangeShapeType="1"/>
                      </p:cNvSpPr>
                      <p:nvPr/>
                    </p:nvSpPr>
                    <p:spPr bwMode="auto">
                      <a:xfrm>
                        <a:off x="3808" y="2640"/>
                        <a:ext cx="0" cy="528"/>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2144" name="Line 21"/>
                      <p:cNvSpPr>
                        <a:spLocks noChangeShapeType="1"/>
                      </p:cNvSpPr>
                      <p:nvPr/>
                    </p:nvSpPr>
                    <p:spPr bwMode="auto">
                      <a:xfrm flipH="1">
                        <a:off x="3624" y="2640"/>
                        <a:ext cx="176" cy="688"/>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2145" name="Line 22"/>
                      <p:cNvSpPr>
                        <a:spLocks noChangeShapeType="1"/>
                      </p:cNvSpPr>
                      <p:nvPr/>
                    </p:nvSpPr>
                    <p:spPr bwMode="auto">
                      <a:xfrm flipV="1">
                        <a:off x="3616" y="3168"/>
                        <a:ext cx="1504" cy="16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2146" name="Line 23"/>
                      <p:cNvSpPr>
                        <a:spLocks noChangeShapeType="1"/>
                      </p:cNvSpPr>
                      <p:nvPr/>
                    </p:nvSpPr>
                    <p:spPr bwMode="auto">
                      <a:xfrm flipH="1">
                        <a:off x="3624" y="3160"/>
                        <a:ext cx="184" cy="16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2147" name="Line 24"/>
                      <p:cNvSpPr>
                        <a:spLocks noChangeShapeType="1"/>
                      </p:cNvSpPr>
                      <p:nvPr/>
                    </p:nvSpPr>
                    <p:spPr bwMode="auto">
                      <a:xfrm flipV="1">
                        <a:off x="4960" y="2656"/>
                        <a:ext cx="108" cy="120"/>
                      </a:xfrm>
                      <a:prstGeom prst="line">
                        <a:avLst/>
                      </a:prstGeom>
                      <a:noFill/>
                      <a:ln w="38100" cap="sq">
                        <a:solidFill>
                          <a:srgbClr val="00FF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2148" name="Text Box 25"/>
                      <p:cNvSpPr txBox="1">
                        <a:spLocks noChangeArrowheads="1"/>
                      </p:cNvSpPr>
                      <p:nvPr/>
                    </p:nvSpPr>
                    <p:spPr bwMode="auto">
                      <a:xfrm>
                        <a:off x="4904" y="2784"/>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i="1">
                            <a:solidFill>
                              <a:srgbClr val="0000FF"/>
                            </a:solidFill>
                          </a:rPr>
                          <a:t>l</a:t>
                        </a:r>
                      </a:p>
                    </p:txBody>
                  </p:sp>
                  <p:sp>
                    <p:nvSpPr>
                      <p:cNvPr id="132149" name="Text Box 26"/>
                      <p:cNvSpPr txBox="1">
                        <a:spLocks noChangeArrowheads="1"/>
                      </p:cNvSpPr>
                      <p:nvPr/>
                    </p:nvSpPr>
                    <p:spPr bwMode="auto">
                      <a:xfrm>
                        <a:off x="4656" y="2944"/>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i="1">
                            <a:solidFill>
                              <a:schemeClr val="tx2"/>
                            </a:solidFill>
                          </a:rPr>
                          <a:t>ds</a:t>
                        </a:r>
                      </a:p>
                    </p:txBody>
                  </p:sp>
                  <p:sp>
                    <p:nvSpPr>
                      <p:cNvPr id="132150" name="Text Box 27"/>
                      <p:cNvSpPr txBox="1">
                        <a:spLocks noChangeArrowheads="1"/>
                      </p:cNvSpPr>
                      <p:nvPr/>
                    </p:nvSpPr>
                    <p:spPr bwMode="auto">
                      <a:xfrm>
                        <a:off x="4120" y="2856"/>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i="1">
                            <a:solidFill>
                              <a:schemeClr val="tx2"/>
                            </a:solidFill>
                          </a:rPr>
                          <a:t>r’</a:t>
                        </a:r>
                      </a:p>
                    </p:txBody>
                  </p:sp>
                  <p:graphicFrame>
                    <p:nvGraphicFramePr>
                      <p:cNvPr id="132151" name="Object 28"/>
                      <p:cNvGraphicFramePr>
                        <a:graphicFrameLocks noChangeAspect="1"/>
                      </p:cNvGraphicFramePr>
                      <p:nvPr/>
                    </p:nvGraphicFramePr>
                    <p:xfrm>
                      <a:off x="3875" y="2858"/>
                      <a:ext cx="214" cy="216"/>
                    </p:xfrm>
                    <a:graphic>
                      <a:graphicData uri="http://schemas.openxmlformats.org/presentationml/2006/ole">
                        <mc:AlternateContent xmlns:mc="http://schemas.openxmlformats.org/markup-compatibility/2006">
                          <mc:Choice xmlns:v="urn:schemas-microsoft-com:vml" Requires="v">
                            <p:oleObj spid="_x0000_s56502" name="Equation" r:id="rId4" imgW="142818" imgH="142977" progId="Equation.DSMT4">
                              <p:embed/>
                            </p:oleObj>
                          </mc:Choice>
                          <mc:Fallback>
                            <p:oleObj name="Equation" r:id="rId4" imgW="142818" imgH="142977"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5" y="2858"/>
                                    <a:ext cx="214"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52" name="Object 29"/>
                      <p:cNvGraphicFramePr>
                        <a:graphicFrameLocks noChangeAspect="1"/>
                      </p:cNvGraphicFramePr>
                      <p:nvPr/>
                    </p:nvGraphicFramePr>
                    <p:xfrm>
                      <a:off x="3811" y="3098"/>
                      <a:ext cx="198" cy="216"/>
                    </p:xfrm>
                    <a:graphic>
                      <a:graphicData uri="http://schemas.openxmlformats.org/presentationml/2006/ole">
                        <mc:AlternateContent xmlns:mc="http://schemas.openxmlformats.org/markup-compatibility/2006">
                          <mc:Choice xmlns:v="urn:schemas-microsoft-com:vml" Requires="v">
                            <p:oleObj spid="_x0000_s56503" name="Equation" r:id="rId6" imgW="133337" imgH="142977" progId="Equation.DSMT4">
                              <p:embed/>
                            </p:oleObj>
                          </mc:Choice>
                          <mc:Fallback>
                            <p:oleObj name="Equation" r:id="rId6" imgW="133337" imgH="142977"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1" y="3098"/>
                                    <a:ext cx="198"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53" name="Object 30"/>
                      <p:cNvGraphicFramePr>
                        <a:graphicFrameLocks noChangeAspect="1"/>
                      </p:cNvGraphicFramePr>
                      <p:nvPr/>
                    </p:nvGraphicFramePr>
                    <p:xfrm>
                      <a:off x="3371" y="3162"/>
                      <a:ext cx="247" cy="216"/>
                    </p:xfrm>
                    <a:graphic>
                      <a:graphicData uri="http://schemas.openxmlformats.org/presentationml/2006/ole">
                        <mc:AlternateContent xmlns:mc="http://schemas.openxmlformats.org/markup-compatibility/2006">
                          <mc:Choice xmlns:v="urn:schemas-microsoft-com:vml" Requires="v">
                            <p:oleObj spid="_x0000_s56504" name="Equation" r:id="rId8" imgW="171565" imgH="142977" progId="Equation.DSMT4">
                              <p:embed/>
                            </p:oleObj>
                          </mc:Choice>
                          <mc:Fallback>
                            <p:oleObj name="Equation" r:id="rId8" imgW="171565" imgH="142977"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71" y="3162"/>
                                    <a:ext cx="247"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54" name="Object 31"/>
                      <p:cNvGraphicFramePr>
                        <a:graphicFrameLocks noChangeAspect="1"/>
                      </p:cNvGraphicFramePr>
                      <p:nvPr/>
                    </p:nvGraphicFramePr>
                    <p:xfrm>
                      <a:off x="3531" y="2193"/>
                      <a:ext cx="280" cy="299"/>
                    </p:xfrm>
                    <a:graphic>
                      <a:graphicData uri="http://schemas.openxmlformats.org/presentationml/2006/ole">
                        <mc:AlternateContent xmlns:mc="http://schemas.openxmlformats.org/markup-compatibility/2006">
                          <mc:Choice xmlns:v="urn:schemas-microsoft-com:vml" Requires="v">
                            <p:oleObj spid="_x0000_s56505" name="Equation" r:id="rId10" imgW="200006" imgH="209414" progId="Equation.DSMT4">
                              <p:embed/>
                            </p:oleObj>
                          </mc:Choice>
                          <mc:Fallback>
                            <p:oleObj name="Equation" r:id="rId10" imgW="200006" imgH="209414"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31" y="2193"/>
                                    <a:ext cx="280"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55" name="Object 32"/>
                      <p:cNvGraphicFramePr>
                        <a:graphicFrameLocks noChangeAspect="1"/>
                      </p:cNvGraphicFramePr>
                      <p:nvPr/>
                    </p:nvGraphicFramePr>
                    <p:xfrm>
                      <a:off x="3418" y="2561"/>
                      <a:ext cx="395" cy="299"/>
                    </p:xfrm>
                    <a:graphic>
                      <a:graphicData uri="http://schemas.openxmlformats.org/presentationml/2006/ole">
                        <mc:AlternateContent xmlns:mc="http://schemas.openxmlformats.org/markup-compatibility/2006">
                          <mc:Choice xmlns:v="urn:schemas-microsoft-com:vml" Requires="v">
                            <p:oleObj spid="_x0000_s56506" name="Equation" r:id="rId12" imgW="285635" imgH="209414" progId="Equation.DSMT4">
                              <p:embed/>
                            </p:oleObj>
                          </mc:Choice>
                          <mc:Fallback>
                            <p:oleObj name="Equation" r:id="rId12" imgW="285635" imgH="209414"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18" y="2561"/>
                                    <a:ext cx="395"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132121" name="Group 33"/>
                  <p:cNvGrpSpPr>
                    <a:grpSpLocks/>
                  </p:cNvGrpSpPr>
                  <p:nvPr/>
                </p:nvGrpSpPr>
                <p:grpSpPr bwMode="auto">
                  <a:xfrm>
                    <a:off x="3760" y="2464"/>
                    <a:ext cx="1440" cy="1042"/>
                    <a:chOff x="3760" y="2464"/>
                    <a:chExt cx="1440" cy="1042"/>
                  </a:xfrm>
                </p:grpSpPr>
                <p:sp>
                  <p:nvSpPr>
                    <p:cNvPr id="132127" name="Arc 34"/>
                    <p:cNvSpPr>
                      <a:spLocks/>
                    </p:cNvSpPr>
                    <p:nvPr/>
                  </p:nvSpPr>
                  <p:spPr bwMode="auto">
                    <a:xfrm>
                      <a:off x="3800" y="2466"/>
                      <a:ext cx="1394" cy="872"/>
                    </a:xfrm>
                    <a:custGeom>
                      <a:avLst/>
                      <a:gdLst>
                        <a:gd name="T0" fmla="*/ 0 w 20371"/>
                        <a:gd name="T1" fmla="*/ 0 h 21600"/>
                        <a:gd name="T2" fmla="*/ 0 w 20371"/>
                        <a:gd name="T3" fmla="*/ 0 h 21600"/>
                        <a:gd name="T4" fmla="*/ 0 w 20371"/>
                        <a:gd name="T5" fmla="*/ 0 h 21600"/>
                        <a:gd name="T6" fmla="*/ 0 60000 65536"/>
                        <a:gd name="T7" fmla="*/ 0 60000 65536"/>
                        <a:gd name="T8" fmla="*/ 0 60000 65536"/>
                        <a:gd name="T9" fmla="*/ 0 w 20371"/>
                        <a:gd name="T10" fmla="*/ 0 h 21600"/>
                        <a:gd name="T11" fmla="*/ 20371 w 20371"/>
                        <a:gd name="T12" fmla="*/ 21600 h 21600"/>
                      </a:gdLst>
                      <a:ahLst/>
                      <a:cxnLst>
                        <a:cxn ang="T6">
                          <a:pos x="T0" y="T1"/>
                        </a:cxn>
                        <a:cxn ang="T7">
                          <a:pos x="T2" y="T3"/>
                        </a:cxn>
                        <a:cxn ang="T8">
                          <a:pos x="T4" y="T5"/>
                        </a:cxn>
                      </a:cxnLst>
                      <a:rect l="T9" t="T10" r="T11" b="T12"/>
                      <a:pathLst>
                        <a:path w="20371" h="21600" fill="none" extrusionOk="0">
                          <a:moveTo>
                            <a:pt x="-1" y="0"/>
                          </a:moveTo>
                          <a:cubicBezTo>
                            <a:pt x="9160" y="0"/>
                            <a:pt x="17325" y="5778"/>
                            <a:pt x="20371" y="14417"/>
                          </a:cubicBezTo>
                        </a:path>
                        <a:path w="20371" h="21600" stroke="0" extrusionOk="0">
                          <a:moveTo>
                            <a:pt x="-1" y="0"/>
                          </a:moveTo>
                          <a:cubicBezTo>
                            <a:pt x="9160" y="0"/>
                            <a:pt x="17325" y="5778"/>
                            <a:pt x="20371" y="14417"/>
                          </a:cubicBezTo>
                          <a:lnTo>
                            <a:pt x="0" y="21600"/>
                          </a:lnTo>
                          <a:lnTo>
                            <a:pt x="-1" y="0"/>
                          </a:lnTo>
                          <a:close/>
                        </a:path>
                      </a:pathLst>
                    </a:cu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2128" name="Arc 35"/>
                    <p:cNvSpPr>
                      <a:spLocks/>
                    </p:cNvSpPr>
                    <p:nvPr/>
                  </p:nvSpPr>
                  <p:spPr bwMode="auto">
                    <a:xfrm>
                      <a:off x="3760" y="2634"/>
                      <a:ext cx="1361" cy="872"/>
                    </a:xfrm>
                    <a:custGeom>
                      <a:avLst/>
                      <a:gdLst>
                        <a:gd name="T0" fmla="*/ 0 w 19894"/>
                        <a:gd name="T1" fmla="*/ 0 h 21592"/>
                        <a:gd name="T2" fmla="*/ 0 w 19894"/>
                        <a:gd name="T3" fmla="*/ 0 h 21592"/>
                        <a:gd name="T4" fmla="*/ 0 w 19894"/>
                        <a:gd name="T5" fmla="*/ 0 h 21592"/>
                        <a:gd name="T6" fmla="*/ 0 60000 65536"/>
                        <a:gd name="T7" fmla="*/ 0 60000 65536"/>
                        <a:gd name="T8" fmla="*/ 0 60000 65536"/>
                        <a:gd name="T9" fmla="*/ 0 w 19894"/>
                        <a:gd name="T10" fmla="*/ 0 h 21592"/>
                        <a:gd name="T11" fmla="*/ 19894 w 19894"/>
                        <a:gd name="T12" fmla="*/ 21592 h 21592"/>
                      </a:gdLst>
                      <a:ahLst/>
                      <a:cxnLst>
                        <a:cxn ang="T6">
                          <a:pos x="T0" y="T1"/>
                        </a:cxn>
                        <a:cxn ang="T7">
                          <a:pos x="T2" y="T3"/>
                        </a:cxn>
                        <a:cxn ang="T8">
                          <a:pos x="T4" y="T5"/>
                        </a:cxn>
                      </a:cxnLst>
                      <a:rect l="T9" t="T10" r="T11" b="T12"/>
                      <a:pathLst>
                        <a:path w="19894" h="21592" fill="none" extrusionOk="0">
                          <a:moveTo>
                            <a:pt x="585" y="-1"/>
                          </a:moveTo>
                          <a:cubicBezTo>
                            <a:pt x="9047" y="229"/>
                            <a:pt x="16595" y="5380"/>
                            <a:pt x="19893" y="13177"/>
                          </a:cubicBezTo>
                        </a:path>
                        <a:path w="19894" h="21592" stroke="0" extrusionOk="0">
                          <a:moveTo>
                            <a:pt x="585" y="-1"/>
                          </a:moveTo>
                          <a:cubicBezTo>
                            <a:pt x="9047" y="229"/>
                            <a:pt x="16595" y="5380"/>
                            <a:pt x="19893" y="13177"/>
                          </a:cubicBezTo>
                          <a:lnTo>
                            <a:pt x="0" y="21592"/>
                          </a:lnTo>
                          <a:lnTo>
                            <a:pt x="585" y="-1"/>
                          </a:lnTo>
                          <a:close/>
                        </a:path>
                      </a:pathLst>
                    </a:cu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2129" name="Line 36"/>
                    <p:cNvSpPr>
                      <a:spLocks noChangeShapeType="1"/>
                    </p:cNvSpPr>
                    <p:nvPr/>
                  </p:nvSpPr>
                  <p:spPr bwMode="auto">
                    <a:xfrm>
                      <a:off x="3800" y="2464"/>
                      <a:ext cx="8" cy="168"/>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2130" name="Line 37"/>
                    <p:cNvSpPr>
                      <a:spLocks noChangeShapeType="1"/>
                    </p:cNvSpPr>
                    <p:nvPr/>
                  </p:nvSpPr>
                  <p:spPr bwMode="auto">
                    <a:xfrm flipH="1">
                      <a:off x="5120" y="3040"/>
                      <a:ext cx="80" cy="12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32122" name="Text Box 38"/>
                  <p:cNvSpPr txBox="1">
                    <a:spLocks noChangeArrowheads="1"/>
                  </p:cNvSpPr>
                  <p:nvPr/>
                </p:nvSpPr>
                <p:spPr bwMode="auto">
                  <a:xfrm>
                    <a:off x="4992" y="2712"/>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2123" name="Text Box 39"/>
                  <p:cNvSpPr txBox="1">
                    <a:spLocks noChangeArrowheads="1"/>
                  </p:cNvSpPr>
                  <p:nvPr/>
                </p:nvSpPr>
                <p:spPr bwMode="auto">
                  <a:xfrm>
                    <a:off x="4640" y="2736"/>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2124" name="Text Box 40"/>
                  <p:cNvSpPr txBox="1">
                    <a:spLocks noChangeArrowheads="1"/>
                  </p:cNvSpPr>
                  <p:nvPr/>
                </p:nvSpPr>
                <p:spPr bwMode="auto">
                  <a:xfrm>
                    <a:off x="4792" y="2832"/>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2125" name="Line 41"/>
                  <p:cNvSpPr>
                    <a:spLocks noChangeShapeType="1"/>
                  </p:cNvSpPr>
                  <p:nvPr/>
                </p:nvSpPr>
                <p:spPr bwMode="auto">
                  <a:xfrm flipH="1">
                    <a:off x="3800" y="3160"/>
                    <a:ext cx="1304" cy="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32126" name="Line 42"/>
                  <p:cNvSpPr>
                    <a:spLocks noChangeShapeType="1"/>
                  </p:cNvSpPr>
                  <p:nvPr/>
                </p:nvSpPr>
                <p:spPr bwMode="auto">
                  <a:xfrm flipV="1">
                    <a:off x="3808" y="2912"/>
                    <a:ext cx="1040" cy="248"/>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32119" name="Line 43"/>
                <p:cNvSpPr>
                  <a:spLocks noChangeShapeType="1"/>
                </p:cNvSpPr>
                <p:nvPr/>
              </p:nvSpPr>
              <p:spPr bwMode="auto">
                <a:xfrm flipV="1">
                  <a:off x="4840" y="2784"/>
                  <a:ext cx="108" cy="120"/>
                </a:xfrm>
                <a:prstGeom prst="line">
                  <a:avLst/>
                </a:prstGeom>
                <a:noFill/>
                <a:ln w="38100" cap="sq">
                  <a:solidFill>
                    <a:srgbClr val="0000FF"/>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32117" name="Text Box 44"/>
              <p:cNvSpPr txBox="1">
                <a:spLocks noChangeArrowheads="1"/>
              </p:cNvSpPr>
              <p:nvPr/>
            </p:nvSpPr>
            <p:spPr bwMode="auto">
              <a:xfrm>
                <a:off x="4752" y="2496"/>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grpSp>
        <p:grpSp>
          <p:nvGrpSpPr>
            <p:cNvPr id="132113" name="Group 45"/>
            <p:cNvGrpSpPr>
              <a:grpSpLocks/>
            </p:cNvGrpSpPr>
            <p:nvPr/>
          </p:nvGrpSpPr>
          <p:grpSpPr bwMode="auto">
            <a:xfrm>
              <a:off x="5056" y="1048"/>
              <a:ext cx="248" cy="472"/>
              <a:chOff x="4880" y="2752"/>
              <a:chExt cx="248" cy="472"/>
            </a:xfrm>
          </p:grpSpPr>
          <p:sp>
            <p:nvSpPr>
              <p:cNvPr id="132114" name="Text Box 46"/>
              <p:cNvSpPr txBox="1">
                <a:spLocks noChangeArrowheads="1"/>
              </p:cNvSpPr>
              <p:nvPr/>
            </p:nvSpPr>
            <p:spPr bwMode="auto">
              <a:xfrm>
                <a:off x="4880" y="2936"/>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t>
                </a:r>
              </a:p>
            </p:txBody>
          </p:sp>
          <p:sp>
            <p:nvSpPr>
              <p:cNvPr id="132115" name="Line 47"/>
              <p:cNvSpPr>
                <a:spLocks noChangeShapeType="1"/>
              </p:cNvSpPr>
              <p:nvPr/>
            </p:nvSpPr>
            <p:spPr bwMode="auto">
              <a:xfrm>
                <a:off x="4896" y="2752"/>
                <a:ext cx="128" cy="96"/>
              </a:xfrm>
              <a:prstGeom prst="line">
                <a:avLst/>
              </a:prstGeom>
              <a:noFill/>
              <a:ln w="38100"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graphicFrame>
        <p:nvGraphicFramePr>
          <p:cNvPr id="132100" name="Object 48"/>
          <p:cNvGraphicFramePr>
            <a:graphicFrameLocks noChangeAspect="1"/>
          </p:cNvGraphicFramePr>
          <p:nvPr/>
        </p:nvGraphicFramePr>
        <p:xfrm>
          <a:off x="2425701" y="2709863"/>
          <a:ext cx="2640013" cy="1001712"/>
        </p:xfrm>
        <a:graphic>
          <a:graphicData uri="http://schemas.openxmlformats.org/presentationml/2006/ole">
            <mc:AlternateContent xmlns:mc="http://schemas.openxmlformats.org/markup-compatibility/2006">
              <mc:Choice xmlns:v="urn:schemas-microsoft-com:vml" Requires="v">
                <p:oleObj spid="_x0000_s56507" name="Equation" r:id="rId14" imgW="1266704" imgH="466589" progId="Equation.DSMT4">
                  <p:embed/>
                </p:oleObj>
              </mc:Choice>
              <mc:Fallback>
                <p:oleObj name="Equation" r:id="rId14" imgW="1266704" imgH="466589"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25701" y="2709863"/>
                        <a:ext cx="2640013" cy="1001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01" name="Text Box 49"/>
          <p:cNvSpPr txBox="1">
            <a:spLocks noChangeArrowheads="1"/>
          </p:cNvSpPr>
          <p:nvPr/>
        </p:nvSpPr>
        <p:spPr bwMode="auto">
          <a:xfrm>
            <a:off x="1739900" y="539751"/>
            <a:ext cx="5270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源点位移同场点反向位移等效</a:t>
            </a:r>
            <a:endParaRPr lang="zh-CN" altLang="en-US" sz="2800" i="1">
              <a:solidFill>
                <a:srgbClr val="0000FF"/>
              </a:solidFill>
            </a:endParaRPr>
          </a:p>
        </p:txBody>
      </p:sp>
      <p:sp>
        <p:nvSpPr>
          <p:cNvPr id="132102" name="Text Box 50"/>
          <p:cNvSpPr txBox="1">
            <a:spLocks noChangeArrowheads="1"/>
          </p:cNvSpPr>
          <p:nvPr/>
        </p:nvSpPr>
        <p:spPr bwMode="auto">
          <a:xfrm>
            <a:off x="1854200" y="1212851"/>
            <a:ext cx="4203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FF"/>
                </a:solidFill>
              </a:rPr>
              <a:t>P</a:t>
            </a:r>
            <a:r>
              <a:rPr lang="zh-CN" altLang="en-US" sz="2800">
                <a:solidFill>
                  <a:srgbClr val="0000FF"/>
                </a:solidFill>
              </a:rPr>
              <a:t>点位移</a:t>
            </a:r>
            <a:r>
              <a:rPr lang="en-US" altLang="zh-CN" sz="2800">
                <a:solidFill>
                  <a:srgbClr val="0000FF"/>
                </a:solidFill>
              </a:rPr>
              <a:t>-</a:t>
            </a:r>
            <a:r>
              <a:rPr lang="en-US" altLang="zh-CN" sz="2800" i="1">
                <a:solidFill>
                  <a:srgbClr val="0000FF"/>
                </a:solidFill>
              </a:rPr>
              <a:t>l</a:t>
            </a:r>
            <a:r>
              <a:rPr lang="en-US" altLang="zh-CN" sz="2800">
                <a:solidFill>
                  <a:srgbClr val="0000FF"/>
                </a:solidFill>
              </a:rPr>
              <a:t> </a:t>
            </a:r>
            <a:r>
              <a:rPr lang="zh-CN" altLang="en-US" sz="2800">
                <a:solidFill>
                  <a:srgbClr val="0000FF"/>
                </a:solidFill>
              </a:rPr>
              <a:t>后到达</a:t>
            </a:r>
            <a:r>
              <a:rPr lang="en-US" altLang="zh-CN" sz="2800">
                <a:solidFill>
                  <a:srgbClr val="0000FF"/>
                </a:solidFill>
              </a:rPr>
              <a:t>P‘</a:t>
            </a:r>
            <a:r>
              <a:rPr lang="zh-CN" altLang="en-US" sz="2800">
                <a:solidFill>
                  <a:srgbClr val="0000FF"/>
                </a:solidFill>
              </a:rPr>
              <a:t>点</a:t>
            </a:r>
            <a:endParaRPr lang="zh-CN" altLang="en-US" sz="2800" i="1">
              <a:solidFill>
                <a:srgbClr val="0000FF"/>
              </a:solidFill>
            </a:endParaRPr>
          </a:p>
        </p:txBody>
      </p:sp>
      <p:graphicFrame>
        <p:nvGraphicFramePr>
          <p:cNvPr id="132103" name="Object 51"/>
          <p:cNvGraphicFramePr>
            <a:graphicFrameLocks noChangeAspect="1"/>
          </p:cNvGraphicFramePr>
          <p:nvPr/>
        </p:nvGraphicFramePr>
        <p:xfrm>
          <a:off x="1957388" y="1766888"/>
          <a:ext cx="654050" cy="474662"/>
        </p:xfrm>
        <a:graphic>
          <a:graphicData uri="http://schemas.openxmlformats.org/presentationml/2006/ole">
            <mc:AlternateContent xmlns:mc="http://schemas.openxmlformats.org/markup-compatibility/2006">
              <mc:Choice xmlns:v="urn:schemas-microsoft-com:vml" Requires="v">
                <p:oleObj spid="_x0000_s56508" name="Equation" r:id="rId16" imgW="295422" imgH="209414" progId="Equation.DSMT4">
                  <p:embed/>
                </p:oleObj>
              </mc:Choice>
              <mc:Fallback>
                <p:oleObj name="Equation" r:id="rId16" imgW="295422" imgH="209414"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57388" y="1766888"/>
                        <a:ext cx="654050"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04" name="Text Box 52"/>
          <p:cNvSpPr txBox="1">
            <a:spLocks noChangeArrowheads="1"/>
          </p:cNvSpPr>
          <p:nvPr/>
        </p:nvSpPr>
        <p:spPr bwMode="auto">
          <a:xfrm>
            <a:off x="2628900" y="1797050"/>
            <a:ext cx="42037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相当于正磁荷在</a:t>
            </a:r>
            <a:r>
              <a:rPr lang="en-US" altLang="zh-CN" sz="2800">
                <a:solidFill>
                  <a:srgbClr val="0000FF"/>
                </a:solidFill>
              </a:rPr>
              <a:t>P’</a:t>
            </a:r>
            <a:r>
              <a:rPr lang="zh-CN" altLang="en-US" sz="2800">
                <a:solidFill>
                  <a:srgbClr val="0000FF"/>
                </a:solidFill>
              </a:rPr>
              <a:t>，</a:t>
            </a:r>
            <a:r>
              <a:rPr lang="en-US" altLang="zh-CN" sz="2800">
                <a:solidFill>
                  <a:srgbClr val="0000FF"/>
                </a:solidFill>
              </a:rPr>
              <a:t>P</a:t>
            </a:r>
            <a:r>
              <a:rPr lang="zh-CN" altLang="en-US" sz="2800">
                <a:solidFill>
                  <a:srgbClr val="0000FF"/>
                </a:solidFill>
              </a:rPr>
              <a:t>两点产生的磁位差</a:t>
            </a:r>
            <a:endParaRPr lang="zh-CN" altLang="en-US" sz="2800" i="1">
              <a:solidFill>
                <a:srgbClr val="0000FF"/>
              </a:solidFill>
            </a:endParaRPr>
          </a:p>
        </p:txBody>
      </p:sp>
      <p:graphicFrame>
        <p:nvGraphicFramePr>
          <p:cNvPr id="132105" name="Object 53"/>
          <p:cNvGraphicFramePr>
            <a:graphicFrameLocks noChangeAspect="1"/>
          </p:cNvGraphicFramePr>
          <p:nvPr/>
        </p:nvGraphicFramePr>
        <p:xfrm>
          <a:off x="1900238" y="3675063"/>
          <a:ext cx="4578350" cy="1001712"/>
        </p:xfrm>
        <a:graphic>
          <a:graphicData uri="http://schemas.openxmlformats.org/presentationml/2006/ole">
            <mc:AlternateContent xmlns:mc="http://schemas.openxmlformats.org/markup-compatibility/2006">
              <mc:Choice xmlns:v="urn:schemas-microsoft-com:vml" Requires="v">
                <p:oleObj spid="_x0000_s56509" name="Equation" r:id="rId18" imgW="2200371" imgH="466589" progId="Equation.DSMT4">
                  <p:embed/>
                </p:oleObj>
              </mc:Choice>
              <mc:Fallback>
                <p:oleObj name="Equation" r:id="rId18" imgW="2200371" imgH="466589"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00238" y="3675063"/>
                        <a:ext cx="4578350" cy="1001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06" name="Object 54"/>
          <p:cNvGraphicFramePr>
            <a:graphicFrameLocks noChangeAspect="1"/>
          </p:cNvGraphicFramePr>
          <p:nvPr/>
        </p:nvGraphicFramePr>
        <p:xfrm>
          <a:off x="1865314" y="4665664"/>
          <a:ext cx="4471987" cy="974725"/>
        </p:xfrm>
        <a:graphic>
          <a:graphicData uri="http://schemas.openxmlformats.org/presentationml/2006/ole">
            <mc:AlternateContent xmlns:mc="http://schemas.openxmlformats.org/markup-compatibility/2006">
              <mc:Choice xmlns:v="urn:schemas-microsoft-com:vml" Requires="v">
                <p:oleObj spid="_x0000_s56510" name="Equation" r:id="rId20" imgW="2152663" imgH="447607" progId="Equation.DSMT4">
                  <p:embed/>
                </p:oleObj>
              </mc:Choice>
              <mc:Fallback>
                <p:oleObj name="Equation" r:id="rId20" imgW="2152663" imgH="447607"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65314" y="4665664"/>
                        <a:ext cx="4471987" cy="974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07" name="Object 55"/>
          <p:cNvGraphicFramePr>
            <a:graphicFrameLocks noChangeAspect="1"/>
          </p:cNvGraphicFramePr>
          <p:nvPr/>
        </p:nvGraphicFramePr>
        <p:xfrm>
          <a:off x="2208213" y="5656263"/>
          <a:ext cx="1752600" cy="895350"/>
        </p:xfrm>
        <a:graphic>
          <a:graphicData uri="http://schemas.openxmlformats.org/presentationml/2006/ole">
            <mc:AlternateContent xmlns:mc="http://schemas.openxmlformats.org/markup-compatibility/2006">
              <mc:Choice xmlns:v="urn:schemas-microsoft-com:vml" Requires="v">
                <p:oleObj spid="_x0000_s56511" name="Equation" r:id="rId22" imgW="828771" imgH="409643" progId="Equation.DSMT4">
                  <p:embed/>
                </p:oleObj>
              </mc:Choice>
              <mc:Fallback>
                <p:oleObj name="Equation" r:id="rId22" imgW="828771" imgH="409643"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208213" y="5656263"/>
                        <a:ext cx="1752600"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08" name="Object 56"/>
          <p:cNvGraphicFramePr>
            <a:graphicFrameLocks noChangeAspect="1"/>
          </p:cNvGraphicFramePr>
          <p:nvPr/>
        </p:nvGraphicFramePr>
        <p:xfrm>
          <a:off x="4556126" y="5707063"/>
          <a:ext cx="1857375" cy="895350"/>
        </p:xfrm>
        <a:graphic>
          <a:graphicData uri="http://schemas.openxmlformats.org/presentationml/2006/ole">
            <mc:AlternateContent xmlns:mc="http://schemas.openxmlformats.org/markup-compatibility/2006">
              <mc:Choice xmlns:v="urn:schemas-microsoft-com:vml" Requires="v">
                <p:oleObj spid="_x0000_s56512" name="Equation" r:id="rId24" imgW="885959" imgH="409643" progId="Equation.DSMT4">
                  <p:embed/>
                </p:oleObj>
              </mc:Choice>
              <mc:Fallback>
                <p:oleObj name="Equation" r:id="rId24" imgW="885959" imgH="409643" progId="Equation.DSMT4">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556126" y="5707063"/>
                        <a:ext cx="1857375"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09" name="Object 57"/>
          <p:cNvGraphicFramePr>
            <a:graphicFrameLocks noChangeAspect="1"/>
          </p:cNvGraphicFramePr>
          <p:nvPr/>
        </p:nvGraphicFramePr>
        <p:xfrm>
          <a:off x="7880351" y="3214689"/>
          <a:ext cx="1203325" cy="473075"/>
        </p:xfrm>
        <a:graphic>
          <a:graphicData uri="http://schemas.openxmlformats.org/presentationml/2006/ole">
            <mc:AlternateContent xmlns:mc="http://schemas.openxmlformats.org/markup-compatibility/2006">
              <mc:Choice xmlns:v="urn:schemas-microsoft-com:vml" Requires="v">
                <p:oleObj spid="_x0000_s56513" name="Equation" r:id="rId26" imgW="562096" imgH="209414" progId="Equation.DSMT4">
                  <p:embed/>
                </p:oleObj>
              </mc:Choice>
              <mc:Fallback>
                <p:oleObj name="Equation" r:id="rId26" imgW="562096" imgH="209414" progId="Equation.DSMT4">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880351" y="3214689"/>
                        <a:ext cx="1203325"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10" name="Text Box 58"/>
          <p:cNvSpPr txBox="1">
            <a:spLocks noChangeArrowheads="1"/>
          </p:cNvSpPr>
          <p:nvPr/>
        </p:nvSpPr>
        <p:spPr bwMode="auto">
          <a:xfrm>
            <a:off x="6654800" y="3702051"/>
            <a:ext cx="3759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单位面积内的磁偶极矩</a:t>
            </a:r>
            <a:endParaRPr lang="zh-CN" altLang="en-US" sz="2800" i="1">
              <a:solidFill>
                <a:srgbClr val="0000FF"/>
              </a:solidFill>
            </a:endParaRPr>
          </a:p>
        </p:txBody>
      </p:sp>
      <p:sp>
        <p:nvSpPr>
          <p:cNvPr id="132111" name="Text Box 59"/>
          <p:cNvSpPr txBox="1">
            <a:spLocks noChangeArrowheads="1"/>
          </p:cNvSpPr>
          <p:nvPr/>
        </p:nvSpPr>
        <p:spPr bwMode="auto">
          <a:xfrm>
            <a:off x="7150100" y="4451351"/>
            <a:ext cx="1968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磁壳强度</a:t>
            </a:r>
            <a:endParaRPr lang="zh-CN" altLang="en-US" sz="2800" i="1">
              <a:solidFill>
                <a:srgbClr val="0000FF"/>
              </a:solidFill>
            </a:endParaRPr>
          </a:p>
        </p:txBody>
      </p:sp>
    </p:spTree>
    <p:extLst>
      <p:ext uri="{BB962C8B-B14F-4D97-AF65-F5344CB8AC3E}">
        <p14:creationId xmlns:p14="http://schemas.microsoft.com/office/powerpoint/2010/main" val="12213818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ext Box 2"/>
          <p:cNvSpPr txBox="1">
            <a:spLocks noChangeArrowheads="1"/>
          </p:cNvSpPr>
          <p:nvPr/>
        </p:nvSpPr>
        <p:spPr bwMode="auto">
          <a:xfrm>
            <a:off x="8610600" y="2603501"/>
            <a:ext cx="1358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solidFill>
                <a:srgbClr val="0000FF"/>
              </a:solidFill>
            </a:endParaRPr>
          </a:p>
        </p:txBody>
      </p:sp>
      <p:graphicFrame>
        <p:nvGraphicFramePr>
          <p:cNvPr id="134147" name="Object 3"/>
          <p:cNvGraphicFramePr>
            <a:graphicFrameLocks noChangeAspect="1"/>
          </p:cNvGraphicFramePr>
          <p:nvPr/>
        </p:nvGraphicFramePr>
        <p:xfrm>
          <a:off x="4260851" y="2205039"/>
          <a:ext cx="2143125" cy="790575"/>
        </p:xfrm>
        <a:graphic>
          <a:graphicData uri="http://schemas.openxmlformats.org/presentationml/2006/ole">
            <mc:AlternateContent xmlns:mc="http://schemas.openxmlformats.org/markup-compatibility/2006">
              <mc:Choice xmlns:v="urn:schemas-microsoft-com:vml" Requires="v">
                <p:oleObj spid="_x0000_s57436" name="Equation" r:id="rId4" imgW="1019296" imgH="361882" progId="Equation.DSMT4">
                  <p:embed/>
                </p:oleObj>
              </mc:Choice>
              <mc:Fallback>
                <p:oleObj name="Equation" r:id="rId4" imgW="1019296" imgH="361882"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0851" y="2205039"/>
                        <a:ext cx="2143125" cy="79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148" name="Text Box 4"/>
          <p:cNvSpPr txBox="1">
            <a:spLocks noChangeArrowheads="1"/>
          </p:cNvSpPr>
          <p:nvPr/>
        </p:nvSpPr>
        <p:spPr bwMode="auto">
          <a:xfrm>
            <a:off x="1739900" y="539751"/>
            <a:ext cx="297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磁介质的磁化</a:t>
            </a:r>
            <a:endParaRPr lang="zh-CN" altLang="en-US" sz="2800" i="1">
              <a:solidFill>
                <a:srgbClr val="0000FF"/>
              </a:solidFill>
            </a:endParaRPr>
          </a:p>
        </p:txBody>
      </p:sp>
      <p:sp>
        <p:nvSpPr>
          <p:cNvPr id="134149" name="Text Box 5"/>
          <p:cNvSpPr txBox="1">
            <a:spLocks noChangeArrowheads="1"/>
          </p:cNvSpPr>
          <p:nvPr/>
        </p:nvSpPr>
        <p:spPr bwMode="auto">
          <a:xfrm>
            <a:off x="1854200" y="1212851"/>
            <a:ext cx="4203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磁极化强度</a:t>
            </a:r>
            <a:endParaRPr lang="zh-CN" altLang="en-US" sz="2800" i="1">
              <a:solidFill>
                <a:srgbClr val="0000FF"/>
              </a:solidFill>
            </a:endParaRPr>
          </a:p>
        </p:txBody>
      </p:sp>
      <p:graphicFrame>
        <p:nvGraphicFramePr>
          <p:cNvPr id="134150" name="Object 6"/>
          <p:cNvGraphicFramePr>
            <a:graphicFrameLocks noChangeAspect="1"/>
          </p:cNvGraphicFramePr>
          <p:nvPr/>
        </p:nvGraphicFramePr>
        <p:xfrm>
          <a:off x="4395789" y="1162050"/>
          <a:ext cx="1570037" cy="896938"/>
        </p:xfrm>
        <a:graphic>
          <a:graphicData uri="http://schemas.openxmlformats.org/presentationml/2006/ole">
            <mc:AlternateContent xmlns:mc="http://schemas.openxmlformats.org/markup-compatibility/2006">
              <mc:Choice xmlns:v="urn:schemas-microsoft-com:vml" Requires="v">
                <p:oleObj spid="_x0000_s57437" name="Equation" r:id="rId6" imgW="742835" imgH="409643" progId="Equation.DSMT4">
                  <p:embed/>
                </p:oleObj>
              </mc:Choice>
              <mc:Fallback>
                <p:oleObj name="Equation" r:id="rId6" imgW="742835" imgH="40964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95789" y="1162050"/>
                        <a:ext cx="1570037" cy="896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51" name="Object 7"/>
          <p:cNvGraphicFramePr>
            <a:graphicFrameLocks noChangeAspect="1"/>
          </p:cNvGraphicFramePr>
          <p:nvPr/>
        </p:nvGraphicFramePr>
        <p:xfrm>
          <a:off x="4443413" y="4964113"/>
          <a:ext cx="1727200" cy="525462"/>
        </p:xfrm>
        <a:graphic>
          <a:graphicData uri="http://schemas.openxmlformats.org/presentationml/2006/ole">
            <mc:AlternateContent xmlns:mc="http://schemas.openxmlformats.org/markup-compatibility/2006">
              <mc:Choice xmlns:v="urn:schemas-microsoft-com:vml" Requires="v">
                <p:oleObj spid="_x0000_s57438" name="Equation" r:id="rId8" imgW="819290" imgH="238193" progId="Equation.DSMT4">
                  <p:embed/>
                </p:oleObj>
              </mc:Choice>
              <mc:Fallback>
                <p:oleObj name="Equation" r:id="rId8" imgW="819290" imgH="238193"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43413" y="4964113"/>
                        <a:ext cx="1727200"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52" name="Object 8"/>
          <p:cNvGraphicFramePr>
            <a:graphicFrameLocks noChangeAspect="1"/>
          </p:cNvGraphicFramePr>
          <p:nvPr/>
        </p:nvGraphicFramePr>
        <p:xfrm>
          <a:off x="4381501" y="2986089"/>
          <a:ext cx="1647825" cy="473075"/>
        </p:xfrm>
        <a:graphic>
          <a:graphicData uri="http://schemas.openxmlformats.org/presentationml/2006/ole">
            <mc:AlternateContent xmlns:mc="http://schemas.openxmlformats.org/markup-compatibility/2006">
              <mc:Choice xmlns:v="urn:schemas-microsoft-com:vml" Requires="v">
                <p:oleObj spid="_x0000_s57439" name="Equation" r:id="rId10" imgW="781063" imgH="209414" progId="Equation.DSMT4">
                  <p:embed/>
                </p:oleObj>
              </mc:Choice>
              <mc:Fallback>
                <p:oleObj name="Equation" r:id="rId10" imgW="781063" imgH="209414"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81501" y="2986089"/>
                        <a:ext cx="1647825"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153" name="Text Box 9"/>
          <p:cNvSpPr txBox="1">
            <a:spLocks noChangeArrowheads="1"/>
          </p:cNvSpPr>
          <p:nvPr/>
        </p:nvSpPr>
        <p:spPr bwMode="auto">
          <a:xfrm>
            <a:off x="1778000" y="3498850"/>
            <a:ext cx="3759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i="1">
                <a:solidFill>
                  <a:srgbClr val="0000FF"/>
                </a:solidFill>
              </a:rPr>
              <a:t>均匀磁化的介质球表面磁荷的分布：</a:t>
            </a:r>
          </a:p>
        </p:txBody>
      </p:sp>
      <p:sp>
        <p:nvSpPr>
          <p:cNvPr id="134154" name="Text Box 10"/>
          <p:cNvSpPr txBox="1">
            <a:spLocks noChangeArrowheads="1"/>
          </p:cNvSpPr>
          <p:nvPr/>
        </p:nvSpPr>
        <p:spPr bwMode="auto">
          <a:xfrm>
            <a:off x="2082800" y="4679951"/>
            <a:ext cx="1968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退磁场：</a:t>
            </a:r>
            <a:endParaRPr lang="zh-CN" altLang="en-US" sz="2800" i="1">
              <a:solidFill>
                <a:srgbClr val="0000FF"/>
              </a:solidFill>
            </a:endParaRPr>
          </a:p>
        </p:txBody>
      </p:sp>
      <p:graphicFrame>
        <p:nvGraphicFramePr>
          <p:cNvPr id="134155" name="Object 11"/>
          <p:cNvGraphicFramePr>
            <a:graphicFrameLocks noChangeAspect="1"/>
          </p:cNvGraphicFramePr>
          <p:nvPr/>
        </p:nvGraphicFramePr>
        <p:xfrm>
          <a:off x="5854701" y="3900489"/>
          <a:ext cx="1647825" cy="473075"/>
        </p:xfrm>
        <a:graphic>
          <a:graphicData uri="http://schemas.openxmlformats.org/presentationml/2006/ole">
            <mc:AlternateContent xmlns:mc="http://schemas.openxmlformats.org/markup-compatibility/2006">
              <mc:Choice xmlns:v="urn:schemas-microsoft-com:vml" Requires="v">
                <p:oleObj spid="_x0000_s57440" name="Equation" r:id="rId12" imgW="781063" imgH="209414" progId="Equation.DSMT4">
                  <p:embed/>
                </p:oleObj>
              </mc:Choice>
              <mc:Fallback>
                <p:oleObj name="Equation" r:id="rId12" imgW="781063" imgH="209414"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54701" y="3900489"/>
                        <a:ext cx="1647825"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156" name="Text Box 12"/>
          <p:cNvSpPr txBox="1">
            <a:spLocks noChangeArrowheads="1"/>
          </p:cNvSpPr>
          <p:nvPr/>
        </p:nvSpPr>
        <p:spPr bwMode="auto">
          <a:xfrm>
            <a:off x="1943100" y="5873751"/>
            <a:ext cx="1968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退磁因子：</a:t>
            </a:r>
            <a:endParaRPr lang="zh-CN" altLang="en-US" sz="2800" i="1">
              <a:solidFill>
                <a:srgbClr val="0000FF"/>
              </a:solidFill>
            </a:endParaRPr>
          </a:p>
        </p:txBody>
      </p:sp>
      <p:sp>
        <p:nvSpPr>
          <p:cNvPr id="134157" name="AutoShape 13"/>
          <p:cNvSpPr>
            <a:spLocks noChangeArrowheads="1"/>
          </p:cNvSpPr>
          <p:nvPr/>
        </p:nvSpPr>
        <p:spPr bwMode="auto">
          <a:xfrm rot="16200000">
            <a:off x="8274050" y="4819650"/>
            <a:ext cx="406400" cy="1651000"/>
          </a:xfrm>
          <a:prstGeom prst="can">
            <a:avLst>
              <a:gd name="adj" fmla="val 101563"/>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134158" name="Object 14"/>
          <p:cNvGraphicFramePr>
            <a:graphicFrameLocks noChangeAspect="1"/>
          </p:cNvGraphicFramePr>
          <p:nvPr/>
        </p:nvGraphicFramePr>
        <p:xfrm>
          <a:off x="4640263" y="5954714"/>
          <a:ext cx="1282700" cy="473075"/>
        </p:xfrm>
        <a:graphic>
          <a:graphicData uri="http://schemas.openxmlformats.org/presentationml/2006/ole">
            <mc:AlternateContent xmlns:mc="http://schemas.openxmlformats.org/markup-compatibility/2006">
              <mc:Choice xmlns:v="urn:schemas-microsoft-com:vml" Requires="v">
                <p:oleObj spid="_x0000_s57441" name="Equation" r:id="rId14" imgW="600018" imgH="209414" progId="Equation.DSMT4">
                  <p:embed/>
                </p:oleObj>
              </mc:Choice>
              <mc:Fallback>
                <p:oleObj name="Equation" r:id="rId14" imgW="600018" imgH="209414"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40263" y="5954714"/>
                        <a:ext cx="1282700"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709133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ext Box 2"/>
          <p:cNvSpPr txBox="1">
            <a:spLocks noChangeArrowheads="1"/>
          </p:cNvSpPr>
          <p:nvPr/>
        </p:nvSpPr>
        <p:spPr bwMode="auto">
          <a:xfrm>
            <a:off x="8610600" y="2603501"/>
            <a:ext cx="1358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solidFill>
                <a:srgbClr val="0000FF"/>
              </a:solidFill>
            </a:endParaRPr>
          </a:p>
        </p:txBody>
      </p:sp>
      <p:graphicFrame>
        <p:nvGraphicFramePr>
          <p:cNvPr id="136195" name="Object 3"/>
          <p:cNvGraphicFramePr>
            <a:graphicFrameLocks noChangeAspect="1"/>
          </p:cNvGraphicFramePr>
          <p:nvPr/>
        </p:nvGraphicFramePr>
        <p:xfrm>
          <a:off x="2057400" y="1760539"/>
          <a:ext cx="1620838" cy="815975"/>
        </p:xfrm>
        <a:graphic>
          <a:graphicData uri="http://schemas.openxmlformats.org/presentationml/2006/ole">
            <mc:AlternateContent xmlns:mc="http://schemas.openxmlformats.org/markup-compatibility/2006">
              <mc:Choice xmlns:v="urn:schemas-microsoft-com:vml" Requires="v">
                <p:oleObj spid="_x0000_s58550" name="Equation" r:id="rId4" imgW="771582" imgH="371373" progId="Equation.DSMT4">
                  <p:embed/>
                </p:oleObj>
              </mc:Choice>
              <mc:Fallback>
                <p:oleObj name="Equation" r:id="rId4" imgW="771582" imgH="37137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1760539"/>
                        <a:ext cx="1620838"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6196" name="Text Box 4"/>
          <p:cNvSpPr txBox="1">
            <a:spLocks noChangeArrowheads="1"/>
          </p:cNvSpPr>
          <p:nvPr/>
        </p:nvSpPr>
        <p:spPr bwMode="auto">
          <a:xfrm>
            <a:off x="1943100" y="247651"/>
            <a:ext cx="5118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分子环流与磁荷观点的等效性</a:t>
            </a:r>
            <a:endParaRPr lang="zh-CN" altLang="en-US" sz="2800" i="1">
              <a:solidFill>
                <a:srgbClr val="0000FF"/>
              </a:solidFill>
            </a:endParaRPr>
          </a:p>
        </p:txBody>
      </p:sp>
      <p:sp>
        <p:nvSpPr>
          <p:cNvPr id="136197" name="Text Box 5"/>
          <p:cNvSpPr txBox="1">
            <a:spLocks noChangeArrowheads="1"/>
          </p:cNvSpPr>
          <p:nvPr/>
        </p:nvSpPr>
        <p:spPr bwMode="auto">
          <a:xfrm>
            <a:off x="2019300" y="971551"/>
            <a:ext cx="574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电流环与小磁壳或磁偶极子等效</a:t>
            </a:r>
            <a:endParaRPr lang="zh-CN" altLang="en-US" sz="2800" i="1">
              <a:solidFill>
                <a:srgbClr val="0000FF"/>
              </a:solidFill>
            </a:endParaRPr>
          </a:p>
        </p:txBody>
      </p:sp>
      <p:graphicFrame>
        <p:nvGraphicFramePr>
          <p:cNvPr id="136198" name="Object 6"/>
          <p:cNvGraphicFramePr>
            <a:graphicFrameLocks noChangeAspect="1"/>
          </p:cNvGraphicFramePr>
          <p:nvPr/>
        </p:nvGraphicFramePr>
        <p:xfrm>
          <a:off x="2151063" y="4229100"/>
          <a:ext cx="1282700" cy="446088"/>
        </p:xfrm>
        <a:graphic>
          <a:graphicData uri="http://schemas.openxmlformats.org/presentationml/2006/ole">
            <mc:AlternateContent xmlns:mc="http://schemas.openxmlformats.org/markup-compatibility/2006">
              <mc:Choice xmlns:v="urn:schemas-microsoft-com:vml" Requires="v">
                <p:oleObj spid="_x0000_s58551" name="Equation" r:id="rId6" imgW="600018" imgH="199923" progId="Equation.DSMT4">
                  <p:embed/>
                </p:oleObj>
              </mc:Choice>
              <mc:Fallback>
                <p:oleObj name="Equation" r:id="rId6" imgW="600018" imgH="19992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51063" y="4229100"/>
                        <a:ext cx="12827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6199" name="Text Box 7"/>
          <p:cNvSpPr txBox="1">
            <a:spLocks noChangeArrowheads="1"/>
          </p:cNvSpPr>
          <p:nvPr/>
        </p:nvSpPr>
        <p:spPr bwMode="auto">
          <a:xfrm>
            <a:off x="1892300" y="5518150"/>
            <a:ext cx="8128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四式等效：一个磁矩为</a:t>
            </a:r>
            <a:r>
              <a:rPr lang="en-US" altLang="zh-CN" sz="2800">
                <a:solidFill>
                  <a:srgbClr val="0000FF"/>
                </a:solidFill>
              </a:rPr>
              <a:t>m</a:t>
            </a:r>
            <a:r>
              <a:rPr lang="zh-CN" altLang="en-US" sz="2800">
                <a:solidFill>
                  <a:srgbClr val="0000FF"/>
                </a:solidFill>
              </a:rPr>
              <a:t>的电流环可看成是一个偶极矩为</a:t>
            </a:r>
            <a:r>
              <a:rPr lang="en-US" altLang="zh-CN" sz="2800">
                <a:solidFill>
                  <a:srgbClr val="0000FF"/>
                </a:solidFill>
              </a:rPr>
              <a:t>Pm</a:t>
            </a:r>
            <a:r>
              <a:rPr lang="zh-CN" altLang="en-US" sz="2800">
                <a:solidFill>
                  <a:srgbClr val="0000FF"/>
                </a:solidFill>
              </a:rPr>
              <a:t>的小 磁壳或磁偶极子。</a:t>
            </a:r>
            <a:endParaRPr lang="zh-CN" altLang="en-US" sz="2800" i="1">
              <a:solidFill>
                <a:srgbClr val="0000FF"/>
              </a:solidFill>
            </a:endParaRPr>
          </a:p>
        </p:txBody>
      </p:sp>
      <p:graphicFrame>
        <p:nvGraphicFramePr>
          <p:cNvPr id="136200" name="Object 8"/>
          <p:cNvGraphicFramePr>
            <a:graphicFrameLocks noChangeAspect="1"/>
          </p:cNvGraphicFramePr>
          <p:nvPr/>
        </p:nvGraphicFramePr>
        <p:xfrm>
          <a:off x="4733925" y="1733550"/>
          <a:ext cx="1855788" cy="895350"/>
        </p:xfrm>
        <a:graphic>
          <a:graphicData uri="http://schemas.openxmlformats.org/presentationml/2006/ole">
            <mc:AlternateContent xmlns:mc="http://schemas.openxmlformats.org/markup-compatibility/2006">
              <mc:Choice xmlns:v="urn:schemas-microsoft-com:vml" Requires="v">
                <p:oleObj spid="_x0000_s58552" name="Equation" r:id="rId8" imgW="885959" imgH="409643" progId="Equation.DSMT4">
                  <p:embed/>
                </p:oleObj>
              </mc:Choice>
              <mc:Fallback>
                <p:oleObj name="Equation" r:id="rId8" imgW="885959" imgH="409643"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33925" y="1733550"/>
                        <a:ext cx="1855788"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01" name="Object 9"/>
          <p:cNvGraphicFramePr>
            <a:graphicFrameLocks noChangeAspect="1"/>
          </p:cNvGraphicFramePr>
          <p:nvPr/>
        </p:nvGraphicFramePr>
        <p:xfrm>
          <a:off x="7743826" y="1752600"/>
          <a:ext cx="942975" cy="368300"/>
        </p:xfrm>
        <a:graphic>
          <a:graphicData uri="http://schemas.openxmlformats.org/presentationml/2006/ole">
            <mc:AlternateContent xmlns:mc="http://schemas.openxmlformats.org/markup-compatibility/2006">
              <mc:Choice xmlns:v="urn:schemas-microsoft-com:vml" Requires="v">
                <p:oleObj spid="_x0000_s58553" name="Equation" r:id="rId10" imgW="438239" imgH="161959" progId="Equation.DSMT4">
                  <p:embed/>
                </p:oleObj>
              </mc:Choice>
              <mc:Fallback>
                <p:oleObj name="Equation" r:id="rId10" imgW="438239" imgH="161959"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43826" y="1752600"/>
                        <a:ext cx="94297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02" name="Object 10"/>
          <p:cNvGraphicFramePr>
            <a:graphicFrameLocks noChangeAspect="1"/>
          </p:cNvGraphicFramePr>
          <p:nvPr/>
        </p:nvGraphicFramePr>
        <p:xfrm>
          <a:off x="7727951" y="2284414"/>
          <a:ext cx="1204913" cy="473075"/>
        </p:xfrm>
        <a:graphic>
          <a:graphicData uri="http://schemas.openxmlformats.org/presentationml/2006/ole">
            <mc:AlternateContent xmlns:mc="http://schemas.openxmlformats.org/markup-compatibility/2006">
              <mc:Choice xmlns:v="urn:schemas-microsoft-com:vml" Requires="v">
                <p:oleObj spid="_x0000_s58554" name="Equation" r:id="rId12" imgW="562096" imgH="209414" progId="Equation.DSMT4">
                  <p:embed/>
                </p:oleObj>
              </mc:Choice>
              <mc:Fallback>
                <p:oleObj name="Equation" r:id="rId12" imgW="562096" imgH="209414"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27951" y="2284414"/>
                        <a:ext cx="1204913"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03" name="Object 11"/>
          <p:cNvGraphicFramePr>
            <a:graphicFrameLocks noChangeAspect="1"/>
          </p:cNvGraphicFramePr>
          <p:nvPr/>
        </p:nvGraphicFramePr>
        <p:xfrm>
          <a:off x="8237538" y="3060700"/>
          <a:ext cx="234950" cy="368300"/>
        </p:xfrm>
        <a:graphic>
          <a:graphicData uri="http://schemas.openxmlformats.org/presentationml/2006/ole">
            <mc:AlternateContent xmlns:mc="http://schemas.openxmlformats.org/markup-compatibility/2006">
              <mc:Choice xmlns:v="urn:schemas-microsoft-com:vml" Requires="v">
                <p:oleObj spid="_x0000_s58555" name="Equation" r:id="rId14" imgW="95110" imgH="161959" progId="Equation.DSMT4">
                  <p:embed/>
                </p:oleObj>
              </mc:Choice>
              <mc:Fallback>
                <p:oleObj name="Equation" r:id="rId14" imgW="95110" imgH="161959"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237538" y="3060700"/>
                        <a:ext cx="23495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04" name="Object 12"/>
          <p:cNvGraphicFramePr>
            <a:graphicFrameLocks noChangeAspect="1"/>
          </p:cNvGraphicFramePr>
          <p:nvPr/>
        </p:nvGraphicFramePr>
        <p:xfrm>
          <a:off x="1992313" y="3081339"/>
          <a:ext cx="1725612" cy="815975"/>
        </p:xfrm>
        <a:graphic>
          <a:graphicData uri="http://schemas.openxmlformats.org/presentationml/2006/ole">
            <mc:AlternateContent xmlns:mc="http://schemas.openxmlformats.org/markup-compatibility/2006">
              <mc:Choice xmlns:v="urn:schemas-microsoft-com:vml" Requires="v">
                <p:oleObj spid="_x0000_s58556" name="Equation" r:id="rId16" imgW="819290" imgH="371373" progId="Equation.DSMT4">
                  <p:embed/>
                </p:oleObj>
              </mc:Choice>
              <mc:Fallback>
                <p:oleObj name="Equation" r:id="rId16" imgW="819290" imgH="371373"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92313" y="3081339"/>
                        <a:ext cx="1725612"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05" name="Object 13"/>
          <p:cNvGraphicFramePr>
            <a:graphicFrameLocks noChangeAspect="1"/>
          </p:cNvGraphicFramePr>
          <p:nvPr/>
        </p:nvGraphicFramePr>
        <p:xfrm>
          <a:off x="4656138" y="3028950"/>
          <a:ext cx="2038350" cy="895350"/>
        </p:xfrm>
        <a:graphic>
          <a:graphicData uri="http://schemas.openxmlformats.org/presentationml/2006/ole">
            <mc:AlternateContent xmlns:mc="http://schemas.openxmlformats.org/markup-compatibility/2006">
              <mc:Choice xmlns:v="urn:schemas-microsoft-com:vml" Requires="v">
                <p:oleObj spid="_x0000_s58557" name="Equation" r:id="rId18" imgW="971588" imgH="409643" progId="Equation.DSMT4">
                  <p:embed/>
                </p:oleObj>
              </mc:Choice>
              <mc:Fallback>
                <p:oleObj name="Equation" r:id="rId18" imgW="971588" imgH="409643"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656138" y="3028950"/>
                        <a:ext cx="2038350"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06" name="Object 14"/>
          <p:cNvGraphicFramePr>
            <a:graphicFrameLocks noChangeAspect="1"/>
          </p:cNvGraphicFramePr>
          <p:nvPr/>
        </p:nvGraphicFramePr>
        <p:xfrm>
          <a:off x="4918076" y="4189413"/>
          <a:ext cx="1387475" cy="525462"/>
        </p:xfrm>
        <a:graphic>
          <a:graphicData uri="http://schemas.openxmlformats.org/presentationml/2006/ole">
            <mc:AlternateContent xmlns:mc="http://schemas.openxmlformats.org/markup-compatibility/2006">
              <mc:Choice xmlns:v="urn:schemas-microsoft-com:vml" Requires="v">
                <p:oleObj spid="_x0000_s58558" name="Equation" r:id="rId20" imgW="657206" imgH="238193" progId="Equation.DSMT4">
                  <p:embed/>
                </p:oleObj>
              </mc:Choice>
              <mc:Fallback>
                <p:oleObj name="Equation" r:id="rId20" imgW="657206" imgH="238193"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918076" y="4189413"/>
                        <a:ext cx="1387475"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07" name="Object 15"/>
          <p:cNvGraphicFramePr>
            <a:graphicFrameLocks noChangeAspect="1"/>
          </p:cNvGraphicFramePr>
          <p:nvPr/>
        </p:nvGraphicFramePr>
        <p:xfrm>
          <a:off x="1997076" y="4951413"/>
          <a:ext cx="1439863" cy="525462"/>
        </p:xfrm>
        <a:graphic>
          <a:graphicData uri="http://schemas.openxmlformats.org/presentationml/2006/ole">
            <mc:AlternateContent xmlns:mc="http://schemas.openxmlformats.org/markup-compatibility/2006">
              <mc:Choice xmlns:v="urn:schemas-microsoft-com:vml" Requires="v">
                <p:oleObj spid="_x0000_s58559" name="Equation" r:id="rId22" imgW="676167" imgH="238193" progId="Equation.DSMT4">
                  <p:embed/>
                </p:oleObj>
              </mc:Choice>
              <mc:Fallback>
                <p:oleObj name="Equation" r:id="rId22" imgW="676167" imgH="238193"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997076" y="4951413"/>
                        <a:ext cx="1439863"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08" name="Object 16"/>
          <p:cNvGraphicFramePr>
            <a:graphicFrameLocks noChangeAspect="1"/>
          </p:cNvGraphicFramePr>
          <p:nvPr/>
        </p:nvGraphicFramePr>
        <p:xfrm>
          <a:off x="4972051" y="5002213"/>
          <a:ext cx="1255713" cy="525462"/>
        </p:xfrm>
        <a:graphic>
          <a:graphicData uri="http://schemas.openxmlformats.org/presentationml/2006/ole">
            <mc:AlternateContent xmlns:mc="http://schemas.openxmlformats.org/markup-compatibility/2006">
              <mc:Choice xmlns:v="urn:schemas-microsoft-com:vml" Requires="v">
                <p:oleObj spid="_x0000_s58560" name="Equation" r:id="rId24" imgW="590537" imgH="238193" progId="Equation.DSMT4">
                  <p:embed/>
                </p:oleObj>
              </mc:Choice>
              <mc:Fallback>
                <p:oleObj name="Equation" r:id="rId24" imgW="590537" imgH="238193" progId="Equation.DSMT4">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972051" y="5002213"/>
                        <a:ext cx="1255713"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09" name="Object 17"/>
          <p:cNvGraphicFramePr>
            <a:graphicFrameLocks noChangeAspect="1"/>
          </p:cNvGraphicFramePr>
          <p:nvPr/>
        </p:nvGraphicFramePr>
        <p:xfrm>
          <a:off x="7524751" y="4976813"/>
          <a:ext cx="1203325" cy="525462"/>
        </p:xfrm>
        <a:graphic>
          <a:graphicData uri="http://schemas.openxmlformats.org/presentationml/2006/ole">
            <mc:AlternateContent xmlns:mc="http://schemas.openxmlformats.org/markup-compatibility/2006">
              <mc:Choice xmlns:v="urn:schemas-microsoft-com:vml" Requires="v">
                <p:oleObj spid="_x0000_s58561" name="Equation" r:id="rId26" imgW="562096" imgH="238193" progId="Equation.DSMT4">
                  <p:embed/>
                </p:oleObj>
              </mc:Choice>
              <mc:Fallback>
                <p:oleObj name="Equation" r:id="rId26" imgW="562096" imgH="238193" progId="Equation.DSMT4">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524751" y="4976813"/>
                        <a:ext cx="1203325"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757454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2"/>
          <p:cNvSpPr txBox="1">
            <a:spLocks noChangeArrowheads="1"/>
          </p:cNvSpPr>
          <p:nvPr/>
        </p:nvSpPr>
        <p:spPr bwMode="auto">
          <a:xfrm>
            <a:off x="8610600" y="2603501"/>
            <a:ext cx="1358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solidFill>
                <a:srgbClr val="0000FF"/>
              </a:solidFill>
            </a:endParaRPr>
          </a:p>
        </p:txBody>
      </p:sp>
      <p:graphicFrame>
        <p:nvGraphicFramePr>
          <p:cNvPr id="138243" name="Object 3"/>
          <p:cNvGraphicFramePr>
            <a:graphicFrameLocks noChangeAspect="1"/>
          </p:cNvGraphicFramePr>
          <p:nvPr/>
        </p:nvGraphicFramePr>
        <p:xfrm>
          <a:off x="4405313" y="895350"/>
          <a:ext cx="1751012" cy="895350"/>
        </p:xfrm>
        <a:graphic>
          <a:graphicData uri="http://schemas.openxmlformats.org/presentationml/2006/ole">
            <mc:AlternateContent xmlns:mc="http://schemas.openxmlformats.org/markup-compatibility/2006">
              <mc:Choice xmlns:v="urn:schemas-microsoft-com:vml" Requires="v">
                <p:oleObj spid="_x0000_s59544" name="Equation" r:id="rId4" imgW="828771" imgH="409643" progId="Equation.DSMT4">
                  <p:embed/>
                </p:oleObj>
              </mc:Choice>
              <mc:Fallback>
                <p:oleObj name="Equation" r:id="rId4" imgW="828771" imgH="40964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05313" y="895350"/>
                        <a:ext cx="1751012"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8244" name="Text Box 4"/>
          <p:cNvSpPr txBox="1">
            <a:spLocks noChangeArrowheads="1"/>
          </p:cNvSpPr>
          <p:nvPr/>
        </p:nvSpPr>
        <p:spPr bwMode="auto">
          <a:xfrm>
            <a:off x="1943100" y="247651"/>
            <a:ext cx="8331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真空中的磁场：电流元定义的</a:t>
            </a:r>
            <a:r>
              <a:rPr lang="en-US" altLang="zh-CN" sz="2800">
                <a:solidFill>
                  <a:srgbClr val="0000FF"/>
                </a:solidFill>
              </a:rPr>
              <a:t>B</a:t>
            </a:r>
            <a:r>
              <a:rPr lang="zh-CN" altLang="en-US" sz="2800">
                <a:solidFill>
                  <a:srgbClr val="0000FF"/>
                </a:solidFill>
              </a:rPr>
              <a:t>是磁荷定义的</a:t>
            </a:r>
            <a:r>
              <a:rPr lang="el-GR" altLang="zh-CN" sz="2800">
                <a:solidFill>
                  <a:srgbClr val="0000FF"/>
                </a:solidFill>
                <a:latin typeface="宋体" panose="02010600030101010101" pitchFamily="2" charset="-122"/>
              </a:rPr>
              <a:t>μ</a:t>
            </a:r>
            <a:r>
              <a:rPr lang="en-US" altLang="zh-CN" sz="2800" baseline="-25000">
                <a:solidFill>
                  <a:srgbClr val="0000FF"/>
                </a:solidFill>
                <a:latin typeface="宋体" panose="02010600030101010101" pitchFamily="2" charset="-122"/>
              </a:rPr>
              <a:t>0</a:t>
            </a:r>
            <a:r>
              <a:rPr lang="zh-CN" altLang="en-US" sz="2800">
                <a:solidFill>
                  <a:srgbClr val="0000FF"/>
                </a:solidFill>
                <a:latin typeface="宋体" panose="02010600030101010101" pitchFamily="2" charset="-122"/>
              </a:rPr>
              <a:t>倍</a:t>
            </a:r>
            <a:endParaRPr lang="zh-CN" altLang="el-GR" sz="2800" i="1">
              <a:solidFill>
                <a:srgbClr val="0000FF"/>
              </a:solidFill>
              <a:latin typeface="宋体" panose="02010600030101010101" pitchFamily="2" charset="-122"/>
            </a:endParaRPr>
          </a:p>
        </p:txBody>
      </p:sp>
      <p:sp>
        <p:nvSpPr>
          <p:cNvPr id="138245" name="Text Box 5"/>
          <p:cNvSpPr txBox="1">
            <a:spLocks noChangeArrowheads="1"/>
          </p:cNvSpPr>
          <p:nvPr/>
        </p:nvSpPr>
        <p:spPr bwMode="auto">
          <a:xfrm>
            <a:off x="2019300" y="971551"/>
            <a:ext cx="203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分子环流：</a:t>
            </a:r>
            <a:endParaRPr lang="zh-CN" altLang="en-US" sz="2800" i="1">
              <a:solidFill>
                <a:srgbClr val="0000FF"/>
              </a:solidFill>
            </a:endParaRPr>
          </a:p>
        </p:txBody>
      </p:sp>
      <p:sp>
        <p:nvSpPr>
          <p:cNvPr id="138246" name="Text Box 6"/>
          <p:cNvSpPr txBox="1">
            <a:spLocks noChangeArrowheads="1"/>
          </p:cNvSpPr>
          <p:nvPr/>
        </p:nvSpPr>
        <p:spPr bwMode="auto">
          <a:xfrm>
            <a:off x="2806700" y="4044951"/>
            <a:ext cx="4584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代替</a:t>
            </a:r>
            <a:r>
              <a:rPr lang="en-US" altLang="zh-CN" sz="2800">
                <a:solidFill>
                  <a:srgbClr val="0000FF"/>
                </a:solidFill>
              </a:rPr>
              <a:t>B</a:t>
            </a:r>
            <a:r>
              <a:rPr lang="zh-CN" altLang="en-US" sz="2800">
                <a:solidFill>
                  <a:srgbClr val="0000FF"/>
                </a:solidFill>
              </a:rPr>
              <a:t>进毕奥</a:t>
            </a:r>
            <a:r>
              <a:rPr lang="en-US" altLang="zh-CN" sz="2800">
                <a:solidFill>
                  <a:srgbClr val="0000FF"/>
                </a:solidFill>
              </a:rPr>
              <a:t>-</a:t>
            </a:r>
            <a:r>
              <a:rPr lang="zh-CN" altLang="en-US" sz="2800">
                <a:solidFill>
                  <a:srgbClr val="0000FF"/>
                </a:solidFill>
              </a:rPr>
              <a:t>萨伐尔公式</a:t>
            </a:r>
            <a:endParaRPr lang="zh-CN" altLang="en-US" sz="2800" i="1">
              <a:solidFill>
                <a:srgbClr val="0000FF"/>
              </a:solidFill>
            </a:endParaRPr>
          </a:p>
        </p:txBody>
      </p:sp>
      <p:graphicFrame>
        <p:nvGraphicFramePr>
          <p:cNvPr id="138247" name="Object 7"/>
          <p:cNvGraphicFramePr>
            <a:graphicFrameLocks noChangeAspect="1"/>
          </p:cNvGraphicFramePr>
          <p:nvPr/>
        </p:nvGraphicFramePr>
        <p:xfrm>
          <a:off x="4572000" y="1936750"/>
          <a:ext cx="1568450" cy="895350"/>
        </p:xfrm>
        <a:graphic>
          <a:graphicData uri="http://schemas.openxmlformats.org/presentationml/2006/ole">
            <mc:AlternateContent xmlns:mc="http://schemas.openxmlformats.org/markup-compatibility/2006">
              <mc:Choice xmlns:v="urn:schemas-microsoft-com:vml" Requires="v">
                <p:oleObj spid="_x0000_s59545" name="Equation" r:id="rId6" imgW="742835" imgH="409643" progId="Equation.DSMT4">
                  <p:embed/>
                </p:oleObj>
              </mc:Choice>
              <mc:Fallback>
                <p:oleObj name="Equation" r:id="rId6" imgW="742835" imgH="40964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0" y="1936750"/>
                        <a:ext cx="1568450"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8248" name="Object 8"/>
          <p:cNvGraphicFramePr>
            <a:graphicFrameLocks noChangeAspect="1"/>
          </p:cNvGraphicFramePr>
          <p:nvPr/>
        </p:nvGraphicFramePr>
        <p:xfrm>
          <a:off x="8237538" y="3060700"/>
          <a:ext cx="234950" cy="368300"/>
        </p:xfrm>
        <a:graphic>
          <a:graphicData uri="http://schemas.openxmlformats.org/presentationml/2006/ole">
            <mc:AlternateContent xmlns:mc="http://schemas.openxmlformats.org/markup-compatibility/2006">
              <mc:Choice xmlns:v="urn:schemas-microsoft-com:vml" Requires="v">
                <p:oleObj spid="_x0000_s59546" name="Equation" r:id="rId8" imgW="95110" imgH="161959" progId="Equation.DSMT4">
                  <p:embed/>
                </p:oleObj>
              </mc:Choice>
              <mc:Fallback>
                <p:oleObj name="Equation" r:id="rId8" imgW="95110" imgH="161959"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37538" y="3060700"/>
                        <a:ext cx="23495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8249" name="Object 9"/>
          <p:cNvGraphicFramePr>
            <a:graphicFrameLocks noChangeAspect="1"/>
          </p:cNvGraphicFramePr>
          <p:nvPr/>
        </p:nvGraphicFramePr>
        <p:xfrm>
          <a:off x="2247901" y="3505201"/>
          <a:ext cx="1724025" cy="525463"/>
        </p:xfrm>
        <a:graphic>
          <a:graphicData uri="http://schemas.openxmlformats.org/presentationml/2006/ole">
            <mc:AlternateContent xmlns:mc="http://schemas.openxmlformats.org/markup-compatibility/2006">
              <mc:Choice xmlns:v="urn:schemas-microsoft-com:vml" Requires="v">
                <p:oleObj spid="_x0000_s59547" name="Equation" r:id="rId10" imgW="819290" imgH="238193" progId="Equation.DSMT4">
                  <p:embed/>
                </p:oleObj>
              </mc:Choice>
              <mc:Fallback>
                <p:oleObj name="Equation" r:id="rId10" imgW="819290" imgH="238193"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47901" y="3505201"/>
                        <a:ext cx="1724025"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8250" name="Text Box 10"/>
          <p:cNvSpPr txBox="1">
            <a:spLocks noChangeArrowheads="1"/>
          </p:cNvSpPr>
          <p:nvPr/>
        </p:nvSpPr>
        <p:spPr bwMode="auto">
          <a:xfrm>
            <a:off x="1943100" y="1987551"/>
            <a:ext cx="203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磁极化：</a:t>
            </a:r>
            <a:endParaRPr lang="zh-CN" altLang="en-US" sz="2800" i="1">
              <a:solidFill>
                <a:srgbClr val="0000FF"/>
              </a:solidFill>
            </a:endParaRPr>
          </a:p>
        </p:txBody>
      </p:sp>
      <p:graphicFrame>
        <p:nvGraphicFramePr>
          <p:cNvPr id="138251" name="Object 11"/>
          <p:cNvGraphicFramePr>
            <a:graphicFrameLocks noChangeAspect="1"/>
          </p:cNvGraphicFramePr>
          <p:nvPr/>
        </p:nvGraphicFramePr>
        <p:xfrm>
          <a:off x="7242175" y="1143000"/>
          <a:ext cx="1411288" cy="527050"/>
        </p:xfrm>
        <a:graphic>
          <a:graphicData uri="http://schemas.openxmlformats.org/presentationml/2006/ole">
            <mc:AlternateContent xmlns:mc="http://schemas.openxmlformats.org/markup-compatibility/2006">
              <mc:Choice xmlns:v="urn:schemas-microsoft-com:vml" Requires="v">
                <p:oleObj spid="_x0000_s59548" name="Equation" r:id="rId12" imgW="666686" imgH="238193" progId="Equation.DSMT4">
                  <p:embed/>
                </p:oleObj>
              </mc:Choice>
              <mc:Fallback>
                <p:oleObj name="Equation" r:id="rId12" imgW="666686" imgH="238193"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242175" y="1143000"/>
                        <a:ext cx="1411288"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8252" name="Object 12"/>
          <p:cNvGraphicFramePr>
            <a:graphicFrameLocks noChangeAspect="1"/>
          </p:cNvGraphicFramePr>
          <p:nvPr/>
        </p:nvGraphicFramePr>
        <p:xfrm>
          <a:off x="7307264" y="1993900"/>
          <a:ext cx="1228725" cy="527050"/>
        </p:xfrm>
        <a:graphic>
          <a:graphicData uri="http://schemas.openxmlformats.org/presentationml/2006/ole">
            <mc:AlternateContent xmlns:mc="http://schemas.openxmlformats.org/markup-compatibility/2006">
              <mc:Choice xmlns:v="urn:schemas-microsoft-com:vml" Requires="v">
                <p:oleObj spid="_x0000_s59549" name="Equation" r:id="rId14" imgW="581057" imgH="238193" progId="Equation.DSMT4">
                  <p:embed/>
                </p:oleObj>
              </mc:Choice>
              <mc:Fallback>
                <p:oleObj name="Equation" r:id="rId14" imgW="581057" imgH="238193"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307264" y="1993900"/>
                        <a:ext cx="1228725"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8253" name="Object 13"/>
          <p:cNvGraphicFramePr>
            <a:graphicFrameLocks noChangeAspect="1"/>
          </p:cNvGraphicFramePr>
          <p:nvPr/>
        </p:nvGraphicFramePr>
        <p:xfrm>
          <a:off x="2146301" y="4591050"/>
          <a:ext cx="2587625" cy="895350"/>
        </p:xfrm>
        <a:graphic>
          <a:graphicData uri="http://schemas.openxmlformats.org/presentationml/2006/ole">
            <mc:AlternateContent xmlns:mc="http://schemas.openxmlformats.org/markup-compatibility/2006">
              <mc:Choice xmlns:v="urn:schemas-microsoft-com:vml" Requires="v">
                <p:oleObj spid="_x0000_s59550" name="Equation" r:id="rId16" imgW="1238263" imgH="409643" progId="Equation.DSMT4">
                  <p:embed/>
                </p:oleObj>
              </mc:Choice>
              <mc:Fallback>
                <p:oleObj name="Equation" r:id="rId16" imgW="1238263" imgH="409643"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46301" y="4591050"/>
                        <a:ext cx="2587625"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8254" name="Object 14"/>
          <p:cNvGraphicFramePr>
            <a:graphicFrameLocks noChangeAspect="1"/>
          </p:cNvGraphicFramePr>
          <p:nvPr/>
        </p:nvGraphicFramePr>
        <p:xfrm>
          <a:off x="2185989" y="4076701"/>
          <a:ext cx="757237" cy="525463"/>
        </p:xfrm>
        <a:graphic>
          <a:graphicData uri="http://schemas.openxmlformats.org/presentationml/2006/ole">
            <mc:AlternateContent xmlns:mc="http://schemas.openxmlformats.org/markup-compatibility/2006">
              <mc:Choice xmlns:v="urn:schemas-microsoft-com:vml" Requires="v">
                <p:oleObj spid="_x0000_s59551" name="Equation" r:id="rId18" imgW="352304" imgH="238193" progId="Equation.DSMT4">
                  <p:embed/>
                </p:oleObj>
              </mc:Choice>
              <mc:Fallback>
                <p:oleObj name="Equation" r:id="rId18" imgW="352304" imgH="238193"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85989" y="4076701"/>
                        <a:ext cx="757237"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8255" name="Text Box 15"/>
          <p:cNvSpPr txBox="1">
            <a:spLocks noChangeArrowheads="1"/>
          </p:cNvSpPr>
          <p:nvPr/>
        </p:nvSpPr>
        <p:spPr bwMode="auto">
          <a:xfrm>
            <a:off x="2019300" y="2787651"/>
            <a:ext cx="812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磁荷观点的高斯定理、环路定理、磁感应强度</a:t>
            </a:r>
            <a:r>
              <a:rPr lang="en-US" altLang="zh-CN" sz="2800">
                <a:solidFill>
                  <a:srgbClr val="0000FF"/>
                </a:solidFill>
              </a:rPr>
              <a:t>B</a:t>
            </a:r>
            <a:endParaRPr lang="en-US" altLang="zh-CN" sz="2800" i="1">
              <a:solidFill>
                <a:srgbClr val="0000FF"/>
              </a:solidFill>
            </a:endParaRPr>
          </a:p>
        </p:txBody>
      </p:sp>
      <p:graphicFrame>
        <p:nvGraphicFramePr>
          <p:cNvPr id="138256" name="Object 16"/>
          <p:cNvGraphicFramePr>
            <a:graphicFrameLocks noChangeAspect="1"/>
          </p:cNvGraphicFramePr>
          <p:nvPr/>
        </p:nvGraphicFramePr>
        <p:xfrm>
          <a:off x="2292351" y="5670550"/>
          <a:ext cx="2193925" cy="895350"/>
        </p:xfrm>
        <a:graphic>
          <a:graphicData uri="http://schemas.openxmlformats.org/presentationml/2006/ole">
            <mc:AlternateContent xmlns:mc="http://schemas.openxmlformats.org/markup-compatibility/2006">
              <mc:Choice xmlns:v="urn:schemas-microsoft-com:vml" Requires="v">
                <p:oleObj spid="_x0000_s59552" name="Equation" r:id="rId20" imgW="1047737" imgH="409643" progId="Equation.DSMT4">
                  <p:embed/>
                </p:oleObj>
              </mc:Choice>
              <mc:Fallback>
                <p:oleObj name="Equation" r:id="rId20" imgW="1047737" imgH="409643"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292351" y="5670550"/>
                        <a:ext cx="2193925"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8257" name="Object 17"/>
          <p:cNvGraphicFramePr>
            <a:graphicFrameLocks noChangeAspect="1"/>
          </p:cNvGraphicFramePr>
          <p:nvPr/>
        </p:nvGraphicFramePr>
        <p:xfrm>
          <a:off x="6267451" y="5137150"/>
          <a:ext cx="2168525" cy="895350"/>
        </p:xfrm>
        <a:graphic>
          <a:graphicData uri="http://schemas.openxmlformats.org/presentationml/2006/ole">
            <mc:AlternateContent xmlns:mc="http://schemas.openxmlformats.org/markup-compatibility/2006">
              <mc:Choice xmlns:v="urn:schemas-microsoft-com:vml" Requires="v">
                <p:oleObj spid="_x0000_s59553" name="Equation" r:id="rId22" imgW="1038257" imgH="409643" progId="Equation.DSMT4">
                  <p:embed/>
                </p:oleObj>
              </mc:Choice>
              <mc:Fallback>
                <p:oleObj name="Equation" r:id="rId22" imgW="1038257" imgH="409643"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267451" y="5137150"/>
                        <a:ext cx="2168525"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0984733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ext Box 2"/>
          <p:cNvSpPr txBox="1">
            <a:spLocks noChangeArrowheads="1"/>
          </p:cNvSpPr>
          <p:nvPr/>
        </p:nvSpPr>
        <p:spPr bwMode="auto">
          <a:xfrm>
            <a:off x="8610600" y="2603501"/>
            <a:ext cx="1358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solidFill>
                <a:srgbClr val="0000FF"/>
              </a:solidFill>
            </a:endParaRPr>
          </a:p>
        </p:txBody>
      </p:sp>
      <p:sp>
        <p:nvSpPr>
          <p:cNvPr id="140291" name="Text Box 3"/>
          <p:cNvSpPr txBox="1">
            <a:spLocks noChangeArrowheads="1"/>
          </p:cNvSpPr>
          <p:nvPr/>
        </p:nvSpPr>
        <p:spPr bwMode="auto">
          <a:xfrm>
            <a:off x="4343400" y="3587751"/>
            <a:ext cx="2019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类比电场：</a:t>
            </a:r>
            <a:endParaRPr lang="zh-CN" altLang="en-US" sz="2800" i="1">
              <a:solidFill>
                <a:srgbClr val="0000FF"/>
              </a:solidFill>
            </a:endParaRPr>
          </a:p>
        </p:txBody>
      </p:sp>
      <p:graphicFrame>
        <p:nvGraphicFramePr>
          <p:cNvPr id="140292" name="Object 4"/>
          <p:cNvGraphicFramePr>
            <a:graphicFrameLocks noChangeAspect="1"/>
          </p:cNvGraphicFramePr>
          <p:nvPr/>
        </p:nvGraphicFramePr>
        <p:xfrm>
          <a:off x="8237538" y="3060700"/>
          <a:ext cx="234950" cy="368300"/>
        </p:xfrm>
        <a:graphic>
          <a:graphicData uri="http://schemas.openxmlformats.org/presentationml/2006/ole">
            <mc:AlternateContent xmlns:mc="http://schemas.openxmlformats.org/markup-compatibility/2006">
              <mc:Choice xmlns:v="urn:schemas-microsoft-com:vml" Requires="v">
                <p:oleObj spid="_x0000_s60568" name="Equation" r:id="rId4" imgW="95110" imgH="161959" progId="Equation.DSMT4">
                  <p:embed/>
                </p:oleObj>
              </mc:Choice>
              <mc:Fallback>
                <p:oleObj name="Equation" r:id="rId4" imgW="95110" imgH="161959"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37538" y="3060700"/>
                        <a:ext cx="23495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0293" name="Text Box 5"/>
          <p:cNvSpPr txBox="1">
            <a:spLocks noChangeArrowheads="1"/>
          </p:cNvSpPr>
          <p:nvPr/>
        </p:nvSpPr>
        <p:spPr bwMode="auto">
          <a:xfrm>
            <a:off x="1790700" y="247651"/>
            <a:ext cx="812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磁荷观点的高斯定理、环路定理、磁感应强度</a:t>
            </a:r>
            <a:r>
              <a:rPr lang="en-US" altLang="zh-CN" sz="2800">
                <a:solidFill>
                  <a:srgbClr val="0000FF"/>
                </a:solidFill>
              </a:rPr>
              <a:t>B</a:t>
            </a:r>
            <a:endParaRPr lang="en-US" altLang="zh-CN" sz="2800" i="1">
              <a:solidFill>
                <a:srgbClr val="0000FF"/>
              </a:solidFill>
            </a:endParaRPr>
          </a:p>
        </p:txBody>
      </p:sp>
      <p:graphicFrame>
        <p:nvGraphicFramePr>
          <p:cNvPr id="140294" name="Object 6"/>
          <p:cNvGraphicFramePr>
            <a:graphicFrameLocks noChangeAspect="1"/>
          </p:cNvGraphicFramePr>
          <p:nvPr/>
        </p:nvGraphicFramePr>
        <p:xfrm>
          <a:off x="1924051" y="869950"/>
          <a:ext cx="2193925" cy="895350"/>
        </p:xfrm>
        <a:graphic>
          <a:graphicData uri="http://schemas.openxmlformats.org/presentationml/2006/ole">
            <mc:AlternateContent xmlns:mc="http://schemas.openxmlformats.org/markup-compatibility/2006">
              <mc:Choice xmlns:v="urn:schemas-microsoft-com:vml" Requires="v">
                <p:oleObj spid="_x0000_s60569" name="Equation" r:id="rId6" imgW="1047737" imgH="409643" progId="Equation.DSMT4">
                  <p:embed/>
                </p:oleObj>
              </mc:Choice>
              <mc:Fallback>
                <p:oleObj name="Equation" r:id="rId6" imgW="1047737" imgH="40964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24051" y="869950"/>
                        <a:ext cx="2193925"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295" name="Object 7"/>
          <p:cNvGraphicFramePr>
            <a:graphicFrameLocks noChangeAspect="1"/>
          </p:cNvGraphicFramePr>
          <p:nvPr/>
        </p:nvGraphicFramePr>
        <p:xfrm>
          <a:off x="5391151" y="844550"/>
          <a:ext cx="2168525" cy="895350"/>
        </p:xfrm>
        <a:graphic>
          <a:graphicData uri="http://schemas.openxmlformats.org/presentationml/2006/ole">
            <mc:AlternateContent xmlns:mc="http://schemas.openxmlformats.org/markup-compatibility/2006">
              <mc:Choice xmlns:v="urn:schemas-microsoft-com:vml" Requires="v">
                <p:oleObj spid="_x0000_s60570" name="Equation" r:id="rId8" imgW="1038257" imgH="409643" progId="Equation.DSMT4">
                  <p:embed/>
                </p:oleObj>
              </mc:Choice>
              <mc:Fallback>
                <p:oleObj name="Equation" r:id="rId8" imgW="1038257" imgH="409643"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91151" y="844550"/>
                        <a:ext cx="2168525"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296" name="Object 8"/>
          <p:cNvGraphicFramePr>
            <a:graphicFrameLocks noChangeAspect="1"/>
          </p:cNvGraphicFramePr>
          <p:nvPr/>
        </p:nvGraphicFramePr>
        <p:xfrm>
          <a:off x="2035176" y="2192339"/>
          <a:ext cx="1463675" cy="788987"/>
        </p:xfrm>
        <a:graphic>
          <a:graphicData uri="http://schemas.openxmlformats.org/presentationml/2006/ole">
            <mc:AlternateContent xmlns:mc="http://schemas.openxmlformats.org/markup-compatibility/2006">
              <mc:Choice xmlns:v="urn:schemas-microsoft-com:vml" Requires="v">
                <p:oleObj spid="_x0000_s60571" name="Equation" r:id="rId10" imgW="695433" imgH="361882" progId="Equation.DSMT4">
                  <p:embed/>
                </p:oleObj>
              </mc:Choice>
              <mc:Fallback>
                <p:oleObj name="Equation" r:id="rId10" imgW="695433" imgH="361882"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35176" y="2192339"/>
                        <a:ext cx="1463675" cy="788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0297" name="Line 9"/>
          <p:cNvSpPr>
            <a:spLocks noChangeShapeType="1"/>
          </p:cNvSpPr>
          <p:nvPr/>
        </p:nvSpPr>
        <p:spPr bwMode="auto">
          <a:xfrm>
            <a:off x="4318000" y="1320800"/>
            <a:ext cx="863600" cy="0"/>
          </a:xfrm>
          <a:prstGeom prst="line">
            <a:avLst/>
          </a:prstGeom>
          <a:noFill/>
          <a:ln w="76200" cap="sq">
            <a:solidFill>
              <a:srgbClr val="00FF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40298" name="Line 10"/>
          <p:cNvSpPr>
            <a:spLocks noChangeShapeType="1"/>
          </p:cNvSpPr>
          <p:nvPr/>
        </p:nvSpPr>
        <p:spPr bwMode="auto">
          <a:xfrm>
            <a:off x="3784600" y="2438400"/>
            <a:ext cx="863600" cy="0"/>
          </a:xfrm>
          <a:prstGeom prst="line">
            <a:avLst/>
          </a:prstGeom>
          <a:noFill/>
          <a:ln w="76200" cap="sq">
            <a:solidFill>
              <a:srgbClr val="00FF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40299" name="Object 11"/>
          <p:cNvGraphicFramePr>
            <a:graphicFrameLocks noChangeAspect="1"/>
          </p:cNvGraphicFramePr>
          <p:nvPr/>
        </p:nvGraphicFramePr>
        <p:xfrm>
          <a:off x="5302251" y="1871664"/>
          <a:ext cx="3032125" cy="973137"/>
        </p:xfrm>
        <a:graphic>
          <a:graphicData uri="http://schemas.openxmlformats.org/presentationml/2006/ole">
            <mc:AlternateContent xmlns:mc="http://schemas.openxmlformats.org/markup-compatibility/2006">
              <mc:Choice xmlns:v="urn:schemas-microsoft-com:vml" Requires="v">
                <p:oleObj spid="_x0000_s60572" name="Equation" r:id="rId12" imgW="1457229" imgH="447607" progId="Equation.DSMT4">
                  <p:embed/>
                </p:oleObj>
              </mc:Choice>
              <mc:Fallback>
                <p:oleObj name="Equation" r:id="rId12" imgW="1457229" imgH="447607"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02251" y="1871664"/>
                        <a:ext cx="3032125" cy="973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300" name="Object 12"/>
          <p:cNvGraphicFramePr>
            <a:graphicFrameLocks noChangeAspect="1"/>
          </p:cNvGraphicFramePr>
          <p:nvPr/>
        </p:nvGraphicFramePr>
        <p:xfrm>
          <a:off x="1912938" y="3144838"/>
          <a:ext cx="1960562" cy="762000"/>
        </p:xfrm>
        <a:graphic>
          <a:graphicData uri="http://schemas.openxmlformats.org/presentationml/2006/ole">
            <mc:AlternateContent xmlns:mc="http://schemas.openxmlformats.org/markup-compatibility/2006">
              <mc:Choice xmlns:v="urn:schemas-microsoft-com:vml" Requires="v">
                <p:oleObj spid="_x0000_s60573" name="Equation" r:id="rId14" imgW="933361" imgH="352391" progId="Equation.DSMT4">
                  <p:embed/>
                </p:oleObj>
              </mc:Choice>
              <mc:Fallback>
                <p:oleObj name="Equation" r:id="rId14" imgW="933361" imgH="352391"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12938" y="3144838"/>
                        <a:ext cx="1960562"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301" name="Object 13"/>
          <p:cNvGraphicFramePr>
            <a:graphicFrameLocks noChangeAspect="1"/>
          </p:cNvGraphicFramePr>
          <p:nvPr/>
        </p:nvGraphicFramePr>
        <p:xfrm>
          <a:off x="7270751" y="2940050"/>
          <a:ext cx="3084513" cy="920750"/>
        </p:xfrm>
        <a:graphic>
          <a:graphicData uri="http://schemas.openxmlformats.org/presentationml/2006/ole">
            <mc:AlternateContent xmlns:mc="http://schemas.openxmlformats.org/markup-compatibility/2006">
              <mc:Choice xmlns:v="urn:schemas-microsoft-com:vml" Requires="v">
                <p:oleObj spid="_x0000_s60574" name="Equation" r:id="rId16" imgW="1476496" imgH="428625" progId="Equation.DSMT4">
                  <p:embed/>
                </p:oleObj>
              </mc:Choice>
              <mc:Fallback>
                <p:oleObj name="Equation" r:id="rId16" imgW="1476496" imgH="428625"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270751" y="2940050"/>
                        <a:ext cx="3084513" cy="920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302" name="Object 14"/>
          <p:cNvGraphicFramePr>
            <a:graphicFrameLocks noChangeAspect="1"/>
          </p:cNvGraphicFramePr>
          <p:nvPr/>
        </p:nvGraphicFramePr>
        <p:xfrm>
          <a:off x="7358063" y="4148139"/>
          <a:ext cx="1333500" cy="763587"/>
        </p:xfrm>
        <a:graphic>
          <a:graphicData uri="http://schemas.openxmlformats.org/presentationml/2006/ole">
            <mc:AlternateContent xmlns:mc="http://schemas.openxmlformats.org/markup-compatibility/2006">
              <mc:Choice xmlns:v="urn:schemas-microsoft-com:vml" Requires="v">
                <p:oleObj spid="_x0000_s60575" name="Equation" r:id="rId18" imgW="628765" imgH="352391" progId="Equation.DSMT4">
                  <p:embed/>
                </p:oleObj>
              </mc:Choice>
              <mc:Fallback>
                <p:oleObj name="Equation" r:id="rId18" imgW="628765" imgH="352391"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358063" y="4148139"/>
                        <a:ext cx="1333500" cy="763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0303" name="AutoShape 15"/>
          <p:cNvSpPr>
            <a:spLocks/>
          </p:cNvSpPr>
          <p:nvPr/>
        </p:nvSpPr>
        <p:spPr bwMode="auto">
          <a:xfrm>
            <a:off x="7061200" y="3302000"/>
            <a:ext cx="114300" cy="1244600"/>
          </a:xfrm>
          <a:prstGeom prst="leftBrace">
            <a:avLst>
              <a:gd name="adj1" fmla="val 90741"/>
              <a:gd name="adj2" fmla="val 50000"/>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140304" name="Object 16"/>
          <p:cNvGraphicFramePr>
            <a:graphicFrameLocks noChangeAspect="1"/>
          </p:cNvGraphicFramePr>
          <p:nvPr/>
        </p:nvGraphicFramePr>
        <p:xfrm>
          <a:off x="2108201" y="4286251"/>
          <a:ext cx="2613025" cy="919163"/>
        </p:xfrm>
        <a:graphic>
          <a:graphicData uri="http://schemas.openxmlformats.org/presentationml/2006/ole">
            <mc:AlternateContent xmlns:mc="http://schemas.openxmlformats.org/markup-compatibility/2006">
              <mc:Choice xmlns:v="urn:schemas-microsoft-com:vml" Requires="v">
                <p:oleObj spid="_x0000_s60576" name="Equation" r:id="rId20" imgW="1247743" imgH="428625" progId="Equation.DSMT4">
                  <p:embed/>
                </p:oleObj>
              </mc:Choice>
              <mc:Fallback>
                <p:oleObj name="Equation" r:id="rId20" imgW="1247743" imgH="428625"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108201" y="4286251"/>
                        <a:ext cx="2613025" cy="919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305" name="Object 17"/>
          <p:cNvGraphicFramePr>
            <a:graphicFrameLocks noChangeAspect="1"/>
          </p:cNvGraphicFramePr>
          <p:nvPr/>
        </p:nvGraphicFramePr>
        <p:xfrm>
          <a:off x="2122488" y="5392739"/>
          <a:ext cx="1543050" cy="763587"/>
        </p:xfrm>
        <a:graphic>
          <a:graphicData uri="http://schemas.openxmlformats.org/presentationml/2006/ole">
            <mc:AlternateContent xmlns:mc="http://schemas.openxmlformats.org/markup-compatibility/2006">
              <mc:Choice xmlns:v="urn:schemas-microsoft-com:vml" Requires="v">
                <p:oleObj spid="_x0000_s60577" name="Equation" r:id="rId22" imgW="733355" imgH="352391" progId="Equation.DSMT4">
                  <p:embed/>
                </p:oleObj>
              </mc:Choice>
              <mc:Fallback>
                <p:oleObj name="Equation" r:id="rId22" imgW="733355" imgH="352391"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122488" y="5392739"/>
                        <a:ext cx="1543050" cy="763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0306" name="AutoShape 18"/>
          <p:cNvSpPr>
            <a:spLocks/>
          </p:cNvSpPr>
          <p:nvPr/>
        </p:nvSpPr>
        <p:spPr bwMode="auto">
          <a:xfrm>
            <a:off x="1981200" y="4622800"/>
            <a:ext cx="139700" cy="1206500"/>
          </a:xfrm>
          <a:prstGeom prst="leftBrace">
            <a:avLst>
              <a:gd name="adj1" fmla="val 71970"/>
              <a:gd name="adj2" fmla="val 50000"/>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Tree>
    <p:extLst>
      <p:ext uri="{BB962C8B-B14F-4D97-AF65-F5344CB8AC3E}">
        <p14:creationId xmlns:p14="http://schemas.microsoft.com/office/powerpoint/2010/main" val="36759118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ext Box 2"/>
          <p:cNvSpPr txBox="1">
            <a:spLocks noChangeArrowheads="1"/>
          </p:cNvSpPr>
          <p:nvPr/>
        </p:nvSpPr>
        <p:spPr bwMode="auto">
          <a:xfrm>
            <a:off x="8610600" y="2603501"/>
            <a:ext cx="1358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solidFill>
                <a:srgbClr val="0000FF"/>
              </a:solidFill>
            </a:endParaRPr>
          </a:p>
        </p:txBody>
      </p:sp>
      <p:sp>
        <p:nvSpPr>
          <p:cNvPr id="142339" name="Text Box 3"/>
          <p:cNvSpPr txBox="1">
            <a:spLocks noChangeArrowheads="1"/>
          </p:cNvSpPr>
          <p:nvPr/>
        </p:nvSpPr>
        <p:spPr bwMode="auto">
          <a:xfrm>
            <a:off x="7099300" y="3486151"/>
            <a:ext cx="2019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辅助矢量：</a:t>
            </a:r>
            <a:endParaRPr lang="zh-CN" altLang="en-US" sz="2800" i="1">
              <a:solidFill>
                <a:srgbClr val="0000FF"/>
              </a:solidFill>
            </a:endParaRPr>
          </a:p>
        </p:txBody>
      </p:sp>
      <p:graphicFrame>
        <p:nvGraphicFramePr>
          <p:cNvPr id="142340" name="Object 4"/>
          <p:cNvGraphicFramePr>
            <a:graphicFrameLocks noChangeAspect="1"/>
          </p:cNvGraphicFramePr>
          <p:nvPr/>
        </p:nvGraphicFramePr>
        <p:xfrm>
          <a:off x="8237538" y="3060700"/>
          <a:ext cx="234950" cy="368300"/>
        </p:xfrm>
        <a:graphic>
          <a:graphicData uri="http://schemas.openxmlformats.org/presentationml/2006/ole">
            <mc:AlternateContent xmlns:mc="http://schemas.openxmlformats.org/markup-compatibility/2006">
              <mc:Choice xmlns:v="urn:schemas-microsoft-com:vml" Requires="v">
                <p:oleObj spid="_x0000_s61607" name="Equation" r:id="rId4" imgW="95110" imgH="161959" progId="Equation.DSMT4">
                  <p:embed/>
                </p:oleObj>
              </mc:Choice>
              <mc:Fallback>
                <p:oleObj name="Equation" r:id="rId4" imgW="95110" imgH="161959"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37538" y="3060700"/>
                        <a:ext cx="23495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2341" name="Line 5"/>
          <p:cNvSpPr>
            <a:spLocks noChangeShapeType="1"/>
          </p:cNvSpPr>
          <p:nvPr/>
        </p:nvSpPr>
        <p:spPr bwMode="auto">
          <a:xfrm>
            <a:off x="4914900" y="1231900"/>
            <a:ext cx="863600" cy="0"/>
          </a:xfrm>
          <a:prstGeom prst="line">
            <a:avLst/>
          </a:prstGeom>
          <a:noFill/>
          <a:ln w="76200" cap="sq">
            <a:solidFill>
              <a:srgbClr val="00FF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42342" name="Object 6"/>
          <p:cNvGraphicFramePr>
            <a:graphicFrameLocks noChangeAspect="1"/>
          </p:cNvGraphicFramePr>
          <p:nvPr/>
        </p:nvGraphicFramePr>
        <p:xfrm>
          <a:off x="2260601" y="717551"/>
          <a:ext cx="2613025" cy="919163"/>
        </p:xfrm>
        <a:graphic>
          <a:graphicData uri="http://schemas.openxmlformats.org/presentationml/2006/ole">
            <mc:AlternateContent xmlns:mc="http://schemas.openxmlformats.org/markup-compatibility/2006">
              <mc:Choice xmlns:v="urn:schemas-microsoft-com:vml" Requires="v">
                <p:oleObj spid="_x0000_s61608" name="Equation" r:id="rId6" imgW="1247743" imgH="428625" progId="Equation.DSMT4">
                  <p:embed/>
                </p:oleObj>
              </mc:Choice>
              <mc:Fallback>
                <p:oleObj name="Equation" r:id="rId6" imgW="1247743" imgH="428625"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0601" y="717551"/>
                        <a:ext cx="2613025" cy="919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3" name="Object 7"/>
          <p:cNvGraphicFramePr>
            <a:graphicFrameLocks noChangeAspect="1"/>
          </p:cNvGraphicFramePr>
          <p:nvPr/>
        </p:nvGraphicFramePr>
        <p:xfrm>
          <a:off x="2030414" y="2370139"/>
          <a:ext cx="3557587" cy="790575"/>
        </p:xfrm>
        <a:graphic>
          <a:graphicData uri="http://schemas.openxmlformats.org/presentationml/2006/ole">
            <mc:AlternateContent xmlns:mc="http://schemas.openxmlformats.org/markup-compatibility/2006">
              <mc:Choice xmlns:v="urn:schemas-microsoft-com:vml" Requires="v">
                <p:oleObj spid="_x0000_s61609" name="Equation" r:id="rId8" imgW="1704943" imgH="361882" progId="Equation.DSMT4">
                  <p:embed/>
                </p:oleObj>
              </mc:Choice>
              <mc:Fallback>
                <p:oleObj name="Equation" r:id="rId8" imgW="1704943" imgH="361882"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30414" y="2370139"/>
                        <a:ext cx="3557587" cy="79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4" name="Object 8"/>
          <p:cNvGraphicFramePr>
            <a:graphicFrameLocks noChangeAspect="1"/>
          </p:cNvGraphicFramePr>
          <p:nvPr/>
        </p:nvGraphicFramePr>
        <p:xfrm>
          <a:off x="6124576" y="325438"/>
          <a:ext cx="3267075" cy="787400"/>
        </p:xfrm>
        <a:graphic>
          <a:graphicData uri="http://schemas.openxmlformats.org/presentationml/2006/ole">
            <mc:AlternateContent xmlns:mc="http://schemas.openxmlformats.org/markup-compatibility/2006">
              <mc:Choice xmlns:v="urn:schemas-microsoft-com:vml" Requires="v">
                <p:oleObj spid="_x0000_s61610" name="Equation" r:id="rId10" imgW="1571606" imgH="361882" progId="Equation.DSMT4">
                  <p:embed/>
                </p:oleObj>
              </mc:Choice>
              <mc:Fallback>
                <p:oleObj name="Equation" r:id="rId10" imgW="1571606" imgH="361882"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24576" y="325438"/>
                        <a:ext cx="3267075"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5" name="Object 9"/>
          <p:cNvGraphicFramePr>
            <a:graphicFrameLocks noChangeAspect="1"/>
          </p:cNvGraphicFramePr>
          <p:nvPr/>
        </p:nvGraphicFramePr>
        <p:xfrm>
          <a:off x="5953126" y="1176338"/>
          <a:ext cx="3762375" cy="787400"/>
        </p:xfrm>
        <a:graphic>
          <a:graphicData uri="http://schemas.openxmlformats.org/presentationml/2006/ole">
            <mc:AlternateContent xmlns:mc="http://schemas.openxmlformats.org/markup-compatibility/2006">
              <mc:Choice xmlns:v="urn:schemas-microsoft-com:vml" Requires="v">
                <p:oleObj spid="_x0000_s61611" name="Equation" r:id="rId12" imgW="1809839" imgH="361882" progId="Equation.DSMT4">
                  <p:embed/>
                </p:oleObj>
              </mc:Choice>
              <mc:Fallback>
                <p:oleObj name="Equation" r:id="rId12" imgW="1809839" imgH="361882"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53126" y="1176338"/>
                        <a:ext cx="3762375"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6" name="Object 10"/>
          <p:cNvGraphicFramePr>
            <a:graphicFrameLocks noChangeAspect="1"/>
          </p:cNvGraphicFramePr>
          <p:nvPr/>
        </p:nvGraphicFramePr>
        <p:xfrm>
          <a:off x="6188076" y="2063751"/>
          <a:ext cx="2428875" cy="919163"/>
        </p:xfrm>
        <a:graphic>
          <a:graphicData uri="http://schemas.openxmlformats.org/presentationml/2006/ole">
            <mc:AlternateContent xmlns:mc="http://schemas.openxmlformats.org/markup-compatibility/2006">
              <mc:Choice xmlns:v="urn:schemas-microsoft-com:vml" Requires="v">
                <p:oleObj spid="_x0000_s61612" name="Equation" r:id="rId14" imgW="1162114" imgH="428625" progId="Equation.DSMT4">
                  <p:embed/>
                </p:oleObj>
              </mc:Choice>
              <mc:Fallback>
                <p:oleObj name="Equation" r:id="rId14" imgW="1162114" imgH="428625"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188076" y="2063751"/>
                        <a:ext cx="2428875" cy="919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7" name="Object 11"/>
          <p:cNvGraphicFramePr>
            <a:graphicFrameLocks noChangeAspect="1"/>
          </p:cNvGraphicFramePr>
          <p:nvPr/>
        </p:nvGraphicFramePr>
        <p:xfrm>
          <a:off x="1979614" y="3449639"/>
          <a:ext cx="4344987" cy="765175"/>
        </p:xfrm>
        <a:graphic>
          <a:graphicData uri="http://schemas.openxmlformats.org/presentationml/2006/ole">
            <mc:AlternateContent xmlns:mc="http://schemas.openxmlformats.org/markup-compatibility/2006">
              <mc:Choice xmlns:v="urn:schemas-microsoft-com:vml" Requires="v">
                <p:oleObj spid="_x0000_s61613" name="Equation" r:id="rId16" imgW="2085994" imgH="352391" progId="Equation.DSMT4">
                  <p:embed/>
                </p:oleObj>
              </mc:Choice>
              <mc:Fallback>
                <p:oleObj name="Equation" r:id="rId16" imgW="2085994" imgH="352391"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79614" y="3449639"/>
                        <a:ext cx="4344987"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8" name="Object 12"/>
          <p:cNvGraphicFramePr>
            <a:graphicFrameLocks noChangeAspect="1"/>
          </p:cNvGraphicFramePr>
          <p:nvPr/>
        </p:nvGraphicFramePr>
        <p:xfrm>
          <a:off x="2314576" y="4425951"/>
          <a:ext cx="2428875" cy="919163"/>
        </p:xfrm>
        <a:graphic>
          <a:graphicData uri="http://schemas.openxmlformats.org/presentationml/2006/ole">
            <mc:AlternateContent xmlns:mc="http://schemas.openxmlformats.org/markup-compatibility/2006">
              <mc:Choice xmlns:v="urn:schemas-microsoft-com:vml" Requires="v">
                <p:oleObj spid="_x0000_s61614" name="Equation" r:id="rId18" imgW="1162114" imgH="428625" progId="Equation.DSMT4">
                  <p:embed/>
                </p:oleObj>
              </mc:Choice>
              <mc:Fallback>
                <p:oleObj name="Equation" r:id="rId18" imgW="1162114" imgH="428625"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314576" y="4425951"/>
                        <a:ext cx="2428875" cy="919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9" name="Object 13"/>
          <p:cNvGraphicFramePr>
            <a:graphicFrameLocks noChangeAspect="1"/>
          </p:cNvGraphicFramePr>
          <p:nvPr/>
        </p:nvGraphicFramePr>
        <p:xfrm>
          <a:off x="2409826" y="5341939"/>
          <a:ext cx="1858963" cy="765175"/>
        </p:xfrm>
        <a:graphic>
          <a:graphicData uri="http://schemas.openxmlformats.org/presentationml/2006/ole">
            <mc:AlternateContent xmlns:mc="http://schemas.openxmlformats.org/markup-compatibility/2006">
              <mc:Choice xmlns:v="urn:schemas-microsoft-com:vml" Requires="v">
                <p:oleObj spid="_x0000_s61615" name="Equation" r:id="rId20" imgW="885959" imgH="352391" progId="Equation.DSMT4">
                  <p:embed/>
                </p:oleObj>
              </mc:Choice>
              <mc:Fallback>
                <p:oleObj name="Equation" r:id="rId20" imgW="885959" imgH="352391"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409826" y="5341939"/>
                        <a:ext cx="18589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50" name="Object 14"/>
          <p:cNvGraphicFramePr>
            <a:graphicFrameLocks noChangeAspect="1"/>
          </p:cNvGraphicFramePr>
          <p:nvPr/>
        </p:nvGraphicFramePr>
        <p:xfrm>
          <a:off x="6923088" y="4419601"/>
          <a:ext cx="1619250" cy="525463"/>
        </p:xfrm>
        <a:graphic>
          <a:graphicData uri="http://schemas.openxmlformats.org/presentationml/2006/ole">
            <mc:AlternateContent xmlns:mc="http://schemas.openxmlformats.org/markup-compatibility/2006">
              <mc:Choice xmlns:v="urn:schemas-microsoft-com:vml" Requires="v">
                <p:oleObj spid="_x0000_s61616" name="Equation" r:id="rId22" imgW="771582" imgH="238193" progId="Equation.DSMT4">
                  <p:embed/>
                </p:oleObj>
              </mc:Choice>
              <mc:Fallback>
                <p:oleObj name="Equation" r:id="rId22" imgW="771582" imgH="238193"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923088" y="4419601"/>
                        <a:ext cx="1619250"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51" name="Object 15"/>
          <p:cNvGraphicFramePr>
            <a:graphicFrameLocks noChangeAspect="1"/>
          </p:cNvGraphicFramePr>
          <p:nvPr/>
        </p:nvGraphicFramePr>
        <p:xfrm>
          <a:off x="6511926" y="5456239"/>
          <a:ext cx="1985963" cy="788987"/>
        </p:xfrm>
        <a:graphic>
          <a:graphicData uri="http://schemas.openxmlformats.org/presentationml/2006/ole">
            <mc:AlternateContent xmlns:mc="http://schemas.openxmlformats.org/markup-compatibility/2006">
              <mc:Choice xmlns:v="urn:schemas-microsoft-com:vml" Requires="v">
                <p:oleObj spid="_x0000_s61617" name="Equation" r:id="rId24" imgW="942841" imgH="361882" progId="Equation.DSMT4">
                  <p:embed/>
                </p:oleObj>
              </mc:Choice>
              <mc:Fallback>
                <p:oleObj name="Equation" r:id="rId24" imgW="942841" imgH="361882" progId="Equation.DSMT4">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511926" y="5456239"/>
                        <a:ext cx="1985963" cy="788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2538654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ext Box 2"/>
          <p:cNvSpPr txBox="1">
            <a:spLocks noChangeArrowheads="1"/>
          </p:cNvSpPr>
          <p:nvPr/>
        </p:nvSpPr>
        <p:spPr bwMode="auto">
          <a:xfrm>
            <a:off x="8610600" y="2603501"/>
            <a:ext cx="1358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solidFill>
                <a:srgbClr val="0000FF"/>
              </a:solidFill>
            </a:endParaRPr>
          </a:p>
        </p:txBody>
      </p:sp>
      <p:graphicFrame>
        <p:nvGraphicFramePr>
          <p:cNvPr id="144387" name="Object 3"/>
          <p:cNvGraphicFramePr>
            <a:graphicFrameLocks noChangeAspect="1"/>
          </p:cNvGraphicFramePr>
          <p:nvPr/>
        </p:nvGraphicFramePr>
        <p:xfrm>
          <a:off x="8237538" y="3060700"/>
          <a:ext cx="234950" cy="368300"/>
        </p:xfrm>
        <a:graphic>
          <a:graphicData uri="http://schemas.openxmlformats.org/presentationml/2006/ole">
            <mc:AlternateContent xmlns:mc="http://schemas.openxmlformats.org/markup-compatibility/2006">
              <mc:Choice xmlns:v="urn:schemas-microsoft-com:vml" Requires="v">
                <p:oleObj spid="_x0000_s62631" name="Equation" r:id="rId4" imgW="95110" imgH="161959" progId="Equation.DSMT4">
                  <p:embed/>
                </p:oleObj>
              </mc:Choice>
              <mc:Fallback>
                <p:oleObj name="Equation" r:id="rId4" imgW="95110" imgH="161959"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37538" y="3060700"/>
                        <a:ext cx="23495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388" name="Line 4"/>
          <p:cNvSpPr>
            <a:spLocks noChangeShapeType="1"/>
          </p:cNvSpPr>
          <p:nvPr/>
        </p:nvSpPr>
        <p:spPr bwMode="auto">
          <a:xfrm>
            <a:off x="4610100" y="749300"/>
            <a:ext cx="863600" cy="0"/>
          </a:xfrm>
          <a:prstGeom prst="line">
            <a:avLst/>
          </a:prstGeom>
          <a:noFill/>
          <a:ln w="76200" cap="sq">
            <a:solidFill>
              <a:srgbClr val="00FF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44389" name="Object 5"/>
          <p:cNvGraphicFramePr>
            <a:graphicFrameLocks noChangeAspect="1"/>
          </p:cNvGraphicFramePr>
          <p:nvPr/>
        </p:nvGraphicFramePr>
        <p:xfrm>
          <a:off x="2266951" y="376239"/>
          <a:ext cx="2143125" cy="788987"/>
        </p:xfrm>
        <a:graphic>
          <a:graphicData uri="http://schemas.openxmlformats.org/presentationml/2006/ole">
            <mc:AlternateContent xmlns:mc="http://schemas.openxmlformats.org/markup-compatibility/2006">
              <mc:Choice xmlns:v="urn:schemas-microsoft-com:vml" Requires="v">
                <p:oleObj spid="_x0000_s62632" name="Equation" r:id="rId6" imgW="1019296" imgH="361882" progId="Equation.DSMT4">
                  <p:embed/>
                </p:oleObj>
              </mc:Choice>
              <mc:Fallback>
                <p:oleObj name="Equation" r:id="rId6" imgW="1019296" imgH="361882"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6951" y="376239"/>
                        <a:ext cx="2143125" cy="788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390" name="Object 6"/>
          <p:cNvGraphicFramePr>
            <a:graphicFrameLocks noChangeAspect="1"/>
          </p:cNvGraphicFramePr>
          <p:nvPr/>
        </p:nvGraphicFramePr>
        <p:xfrm>
          <a:off x="6464301" y="312738"/>
          <a:ext cx="2587625" cy="812800"/>
        </p:xfrm>
        <a:graphic>
          <a:graphicData uri="http://schemas.openxmlformats.org/presentationml/2006/ole">
            <mc:AlternateContent xmlns:mc="http://schemas.openxmlformats.org/markup-compatibility/2006">
              <mc:Choice xmlns:v="urn:schemas-microsoft-com:vml" Requires="v">
                <p:oleObj spid="_x0000_s62633" name="Equation" r:id="rId8" imgW="1238263" imgH="371373" progId="Equation.DSMT4">
                  <p:embed/>
                </p:oleObj>
              </mc:Choice>
              <mc:Fallback>
                <p:oleObj name="Equation" r:id="rId8" imgW="1238263" imgH="371373"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64301" y="312738"/>
                        <a:ext cx="2587625"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391" name="Object 7"/>
          <p:cNvGraphicFramePr>
            <a:graphicFrameLocks noChangeAspect="1"/>
          </p:cNvGraphicFramePr>
          <p:nvPr/>
        </p:nvGraphicFramePr>
        <p:xfrm>
          <a:off x="4206876" y="3259138"/>
          <a:ext cx="1465263" cy="792162"/>
        </p:xfrm>
        <a:graphic>
          <a:graphicData uri="http://schemas.openxmlformats.org/presentationml/2006/ole">
            <mc:AlternateContent xmlns:mc="http://schemas.openxmlformats.org/markup-compatibility/2006">
              <mc:Choice xmlns:v="urn:schemas-microsoft-com:vml" Requires="v">
                <p:oleObj spid="_x0000_s62634" name="Equation" r:id="rId10" imgW="695433" imgH="361882" progId="Equation.DSMT4">
                  <p:embed/>
                </p:oleObj>
              </mc:Choice>
              <mc:Fallback>
                <p:oleObj name="Equation" r:id="rId10" imgW="695433" imgH="361882"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06876" y="3259138"/>
                        <a:ext cx="1465263" cy="792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392" name="Object 8"/>
          <p:cNvGraphicFramePr>
            <a:graphicFrameLocks noChangeAspect="1"/>
          </p:cNvGraphicFramePr>
          <p:nvPr/>
        </p:nvGraphicFramePr>
        <p:xfrm>
          <a:off x="4022726" y="5113339"/>
          <a:ext cx="1858963" cy="765175"/>
        </p:xfrm>
        <a:graphic>
          <a:graphicData uri="http://schemas.openxmlformats.org/presentationml/2006/ole">
            <mc:AlternateContent xmlns:mc="http://schemas.openxmlformats.org/markup-compatibility/2006">
              <mc:Choice xmlns:v="urn:schemas-microsoft-com:vml" Requires="v">
                <p:oleObj spid="_x0000_s62635" name="Equation" r:id="rId12" imgW="885959" imgH="352391" progId="Equation.DSMT4">
                  <p:embed/>
                </p:oleObj>
              </mc:Choice>
              <mc:Fallback>
                <p:oleObj name="Equation" r:id="rId12" imgW="885959" imgH="352391"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22726" y="5113339"/>
                        <a:ext cx="18589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393" name="Text Box 9"/>
          <p:cNvSpPr txBox="1">
            <a:spLocks noChangeArrowheads="1"/>
          </p:cNvSpPr>
          <p:nvPr/>
        </p:nvSpPr>
        <p:spPr bwMode="auto">
          <a:xfrm>
            <a:off x="2336800" y="1403350"/>
            <a:ext cx="3759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引进辅助矢量</a:t>
            </a:r>
            <a:r>
              <a:rPr lang="en-US" altLang="zh-CN" sz="2800">
                <a:solidFill>
                  <a:srgbClr val="0000FF"/>
                </a:solidFill>
              </a:rPr>
              <a:t>B</a:t>
            </a:r>
            <a:r>
              <a:rPr lang="zh-CN" altLang="en-US" sz="2800">
                <a:solidFill>
                  <a:srgbClr val="0000FF"/>
                </a:solidFill>
              </a:rPr>
              <a:t>（磁感应强度矢量）：</a:t>
            </a:r>
            <a:endParaRPr lang="zh-CN" altLang="en-US" sz="2800" i="1">
              <a:solidFill>
                <a:srgbClr val="0000FF"/>
              </a:solidFill>
            </a:endParaRPr>
          </a:p>
        </p:txBody>
      </p:sp>
      <p:graphicFrame>
        <p:nvGraphicFramePr>
          <p:cNvPr id="144394" name="Object 10"/>
          <p:cNvGraphicFramePr>
            <a:graphicFrameLocks noChangeAspect="1"/>
          </p:cNvGraphicFramePr>
          <p:nvPr/>
        </p:nvGraphicFramePr>
        <p:xfrm>
          <a:off x="6883401" y="1524001"/>
          <a:ext cx="1673225" cy="523875"/>
        </p:xfrm>
        <a:graphic>
          <a:graphicData uri="http://schemas.openxmlformats.org/presentationml/2006/ole">
            <mc:AlternateContent xmlns:mc="http://schemas.openxmlformats.org/markup-compatibility/2006">
              <mc:Choice xmlns:v="urn:schemas-microsoft-com:vml" Requires="v">
                <p:oleObj spid="_x0000_s62636" name="Equation" r:id="rId14" imgW="790543" imgH="238193" progId="Equation.DSMT4">
                  <p:embed/>
                </p:oleObj>
              </mc:Choice>
              <mc:Fallback>
                <p:oleObj name="Equation" r:id="rId14" imgW="790543" imgH="238193"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83401" y="1524001"/>
                        <a:ext cx="1673225"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395" name="Text Box 11"/>
          <p:cNvSpPr txBox="1">
            <a:spLocks noChangeArrowheads="1"/>
          </p:cNvSpPr>
          <p:nvPr/>
        </p:nvSpPr>
        <p:spPr bwMode="auto">
          <a:xfrm>
            <a:off x="2336800" y="2406651"/>
            <a:ext cx="1714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真空中：</a:t>
            </a:r>
            <a:endParaRPr lang="zh-CN" altLang="en-US" sz="2800" i="1">
              <a:solidFill>
                <a:srgbClr val="0000FF"/>
              </a:solidFill>
            </a:endParaRPr>
          </a:p>
        </p:txBody>
      </p:sp>
      <p:graphicFrame>
        <p:nvGraphicFramePr>
          <p:cNvPr id="144396" name="Object 12"/>
          <p:cNvGraphicFramePr>
            <a:graphicFrameLocks noChangeAspect="1"/>
          </p:cNvGraphicFramePr>
          <p:nvPr/>
        </p:nvGraphicFramePr>
        <p:xfrm>
          <a:off x="4114801" y="2540000"/>
          <a:ext cx="758825" cy="446088"/>
        </p:xfrm>
        <a:graphic>
          <a:graphicData uri="http://schemas.openxmlformats.org/presentationml/2006/ole">
            <mc:AlternateContent xmlns:mc="http://schemas.openxmlformats.org/markup-compatibility/2006">
              <mc:Choice xmlns:v="urn:schemas-microsoft-com:vml" Requires="v">
                <p:oleObj spid="_x0000_s62637" name="Equation" r:id="rId16" imgW="352304" imgH="199923" progId="Equation.DSMT4">
                  <p:embed/>
                </p:oleObj>
              </mc:Choice>
              <mc:Fallback>
                <p:oleObj name="Equation" r:id="rId16" imgW="352304" imgH="199923"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14801" y="2540000"/>
                        <a:ext cx="758825"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397" name="Object 13"/>
          <p:cNvGraphicFramePr>
            <a:graphicFrameLocks noChangeAspect="1"/>
          </p:cNvGraphicFramePr>
          <p:nvPr/>
        </p:nvGraphicFramePr>
        <p:xfrm>
          <a:off x="5505450" y="2540001"/>
          <a:ext cx="1201738" cy="523875"/>
        </p:xfrm>
        <a:graphic>
          <a:graphicData uri="http://schemas.openxmlformats.org/presentationml/2006/ole">
            <mc:AlternateContent xmlns:mc="http://schemas.openxmlformats.org/markup-compatibility/2006">
              <mc:Choice xmlns:v="urn:schemas-microsoft-com:vml" Requires="v">
                <p:oleObj spid="_x0000_s62638" name="Equation" r:id="rId18" imgW="562096" imgH="238193" progId="Equation.DSMT4">
                  <p:embed/>
                </p:oleObj>
              </mc:Choice>
              <mc:Fallback>
                <p:oleObj name="Equation" r:id="rId18" imgW="562096" imgH="238193"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505450" y="2540001"/>
                        <a:ext cx="1201738"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398" name="Object 14"/>
          <p:cNvGraphicFramePr>
            <a:graphicFrameLocks noChangeAspect="1"/>
          </p:cNvGraphicFramePr>
          <p:nvPr/>
        </p:nvGraphicFramePr>
        <p:xfrm>
          <a:off x="4016376" y="4338638"/>
          <a:ext cx="1465263" cy="792162"/>
        </p:xfrm>
        <a:graphic>
          <a:graphicData uri="http://schemas.openxmlformats.org/presentationml/2006/ole">
            <mc:AlternateContent xmlns:mc="http://schemas.openxmlformats.org/markup-compatibility/2006">
              <mc:Choice xmlns:v="urn:schemas-microsoft-com:vml" Requires="v">
                <p:oleObj spid="_x0000_s62639" name="Equation" r:id="rId20" imgW="695433" imgH="361882" progId="Equation.DSMT4">
                  <p:embed/>
                </p:oleObj>
              </mc:Choice>
              <mc:Fallback>
                <p:oleObj name="Equation" r:id="rId20" imgW="695433" imgH="361882"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016376" y="4338638"/>
                        <a:ext cx="1465263" cy="792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399" name="Object 15"/>
          <p:cNvGraphicFramePr>
            <a:graphicFrameLocks noChangeAspect="1"/>
          </p:cNvGraphicFramePr>
          <p:nvPr/>
        </p:nvGraphicFramePr>
        <p:xfrm>
          <a:off x="6781801" y="4305301"/>
          <a:ext cx="1673225" cy="523875"/>
        </p:xfrm>
        <a:graphic>
          <a:graphicData uri="http://schemas.openxmlformats.org/presentationml/2006/ole">
            <mc:AlternateContent xmlns:mc="http://schemas.openxmlformats.org/markup-compatibility/2006">
              <mc:Choice xmlns:v="urn:schemas-microsoft-com:vml" Requires="v">
                <p:oleObj spid="_x0000_s62640" name="Equation" r:id="rId22" imgW="790543" imgH="238193" progId="Equation.DSMT4">
                  <p:embed/>
                </p:oleObj>
              </mc:Choice>
              <mc:Fallback>
                <p:oleObj name="Equation" r:id="rId22" imgW="790543" imgH="238193"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781801" y="4305301"/>
                        <a:ext cx="1673225"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400" name="Object 16"/>
          <p:cNvGraphicFramePr>
            <a:graphicFrameLocks noChangeAspect="1"/>
          </p:cNvGraphicFramePr>
          <p:nvPr/>
        </p:nvGraphicFramePr>
        <p:xfrm>
          <a:off x="6769100" y="4933951"/>
          <a:ext cx="1646238" cy="942975"/>
        </p:xfrm>
        <a:graphic>
          <a:graphicData uri="http://schemas.openxmlformats.org/presentationml/2006/ole">
            <mc:AlternateContent xmlns:mc="http://schemas.openxmlformats.org/markup-compatibility/2006">
              <mc:Choice xmlns:v="urn:schemas-microsoft-com:vml" Requires="v">
                <p:oleObj spid="_x0000_s62641" name="Equation" r:id="rId24" imgW="781063" imgH="438116" progId="Equation.DSMT4">
                  <p:embed/>
                </p:oleObj>
              </mc:Choice>
              <mc:Fallback>
                <p:oleObj name="Equation" r:id="rId24" imgW="781063" imgH="438116" progId="Equation.DSMT4">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769100" y="4933951"/>
                        <a:ext cx="1646238" cy="942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401" name="Text Box 17"/>
          <p:cNvSpPr txBox="1">
            <a:spLocks noChangeArrowheads="1"/>
          </p:cNvSpPr>
          <p:nvPr/>
        </p:nvSpPr>
        <p:spPr bwMode="auto">
          <a:xfrm>
            <a:off x="1803400" y="4324351"/>
            <a:ext cx="2006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rPr>
              <a:t>磁荷小结：</a:t>
            </a:r>
            <a:endParaRPr lang="zh-CN" altLang="en-US" sz="2800" i="1">
              <a:solidFill>
                <a:srgbClr val="0000FF"/>
              </a:solidFill>
            </a:endParaRPr>
          </a:p>
        </p:txBody>
      </p:sp>
    </p:spTree>
    <p:extLst>
      <p:ext uri="{BB962C8B-B14F-4D97-AF65-F5344CB8AC3E}">
        <p14:creationId xmlns:p14="http://schemas.microsoft.com/office/powerpoint/2010/main" val="319165893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EFDD9CA-1067-4087-91FE-2EF519AE8CC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9511" t="13768" r="13452" b="12077"/>
          <a:stretch/>
        </p:blipFill>
        <p:spPr>
          <a:xfrm>
            <a:off x="2045550" y="1030654"/>
            <a:ext cx="3703320" cy="2005148"/>
          </a:xfrm>
          <a:prstGeom prst="rect">
            <a:avLst/>
          </a:prstGeom>
        </p:spPr>
      </p:pic>
      <p:pic>
        <p:nvPicPr>
          <p:cNvPr id="4" name="图片 3">
            <a:extLst>
              <a:ext uri="{FF2B5EF4-FFF2-40B4-BE49-F238E27FC236}">
                <a16:creationId xmlns:a16="http://schemas.microsoft.com/office/drawing/2014/main" id="{6FA69AB9-268F-49B3-A86D-B43B4C66A09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120" t="25714" r="2334" b="11929"/>
          <a:stretch/>
        </p:blipFill>
        <p:spPr>
          <a:xfrm>
            <a:off x="6726070" y="953726"/>
            <a:ext cx="3605348" cy="1745867"/>
          </a:xfrm>
          <a:prstGeom prst="rect">
            <a:avLst/>
          </a:prstGeom>
        </p:spPr>
      </p:pic>
      <p:pic>
        <p:nvPicPr>
          <p:cNvPr id="5" name="图片 4">
            <a:extLst>
              <a:ext uri="{FF2B5EF4-FFF2-40B4-BE49-F238E27FC236}">
                <a16:creationId xmlns:a16="http://schemas.microsoft.com/office/drawing/2014/main" id="{9D9464B8-05A1-4C10-A5CB-560560DDC0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37509" y="3498076"/>
            <a:ext cx="2532562" cy="2215657"/>
          </a:xfrm>
          <a:prstGeom prst="rect">
            <a:avLst/>
          </a:prstGeom>
        </p:spPr>
      </p:pic>
      <p:pic>
        <p:nvPicPr>
          <p:cNvPr id="6" name="图片 5">
            <a:extLst>
              <a:ext uri="{FF2B5EF4-FFF2-40B4-BE49-F238E27FC236}">
                <a16:creationId xmlns:a16="http://schemas.microsoft.com/office/drawing/2014/main" id="{88D5D992-884A-4D77-AA89-2CD30E5F0559}"/>
              </a:ext>
            </a:extLst>
          </p:cNvPr>
          <p:cNvPicPr>
            <a:picLocks noChangeAspect="1"/>
          </p:cNvPicPr>
          <p:nvPr/>
        </p:nvPicPr>
        <p:blipFill>
          <a:blip r:embed="rId5"/>
          <a:stretch>
            <a:fillRect/>
          </a:stretch>
        </p:blipFill>
        <p:spPr>
          <a:xfrm>
            <a:off x="7458792" y="3249576"/>
            <a:ext cx="3078580" cy="2464157"/>
          </a:xfrm>
          <a:prstGeom prst="rect">
            <a:avLst/>
          </a:prstGeom>
        </p:spPr>
      </p:pic>
      <p:pic>
        <p:nvPicPr>
          <p:cNvPr id="2" name="图片 1">
            <a:extLst>
              <a:ext uri="{FF2B5EF4-FFF2-40B4-BE49-F238E27FC236}">
                <a16:creationId xmlns:a16="http://schemas.microsoft.com/office/drawing/2014/main" id="{8728783A-E0F0-4EB9-8170-D2DCFCD2208A}"/>
              </a:ext>
            </a:extLst>
          </p:cNvPr>
          <p:cNvPicPr>
            <a:picLocks noChangeAspect="1"/>
          </p:cNvPicPr>
          <p:nvPr/>
        </p:nvPicPr>
        <p:blipFill>
          <a:blip r:embed="rId6"/>
          <a:stretch>
            <a:fillRect/>
          </a:stretch>
        </p:blipFill>
        <p:spPr>
          <a:xfrm>
            <a:off x="5079470" y="3249576"/>
            <a:ext cx="2033063" cy="2577771"/>
          </a:xfrm>
          <a:prstGeom prst="rect">
            <a:avLst/>
          </a:prstGeom>
        </p:spPr>
      </p:pic>
      <p:sp>
        <p:nvSpPr>
          <p:cNvPr id="7" name="文本框 6">
            <a:extLst>
              <a:ext uri="{FF2B5EF4-FFF2-40B4-BE49-F238E27FC236}">
                <a16:creationId xmlns:a16="http://schemas.microsoft.com/office/drawing/2014/main" id="{7B0BBCFE-0734-4089-B791-9F1946F0B74B}"/>
              </a:ext>
            </a:extLst>
          </p:cNvPr>
          <p:cNvSpPr txBox="1"/>
          <p:nvPr/>
        </p:nvSpPr>
        <p:spPr>
          <a:xfrm>
            <a:off x="3755741" y="276298"/>
            <a:ext cx="490554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基于</a:t>
            </a:r>
            <a:r>
              <a:rPr kumimoji="0" lang="en-US" altLang="zh-CN" sz="2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N</a:t>
            </a:r>
            <a:r>
              <a:rPr kumimoji="0" lang="en-US" altLang="zh-CN" sz="2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V</a:t>
            </a: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色心的量子精密测量</a:t>
            </a:r>
            <a:endParaRPr kumimoji="0" lang="zh-CN" altLang="en-US" sz="2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4725332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FC5FD5-DE27-46A0-9218-6B07CC9952F0}"/>
              </a:ext>
            </a:extLst>
          </p:cNvPr>
          <p:cNvSpPr>
            <a:spLocks noGrp="1"/>
          </p:cNvSpPr>
          <p:nvPr>
            <p:ph type="title"/>
          </p:nvPr>
        </p:nvSpPr>
        <p:spPr/>
        <p:txBody>
          <a:bodyPr/>
          <a:lstStyle/>
          <a:p>
            <a:r>
              <a:rPr lang="zh-CN" altLang="en-US" dirty="0"/>
              <a:t>磁的来源</a:t>
            </a:r>
          </a:p>
        </p:txBody>
      </p:sp>
      <p:sp>
        <p:nvSpPr>
          <p:cNvPr id="3" name="内容占位符 2">
            <a:extLst>
              <a:ext uri="{FF2B5EF4-FFF2-40B4-BE49-F238E27FC236}">
                <a16:creationId xmlns:a16="http://schemas.microsoft.com/office/drawing/2014/main" id="{4AD58CCC-0DD3-40BF-A88C-248E495D290C}"/>
              </a:ext>
            </a:extLst>
          </p:cNvPr>
          <p:cNvSpPr>
            <a:spLocks noGrp="1"/>
          </p:cNvSpPr>
          <p:nvPr>
            <p:ph idx="1"/>
          </p:nvPr>
        </p:nvSpPr>
        <p:spPr/>
        <p:txBody>
          <a:bodyPr/>
          <a:lstStyle/>
          <a:p>
            <a:r>
              <a:rPr lang="zh-CN" altLang="en-US" dirty="0"/>
              <a:t>磁性的本质源于电荷的运动（电流）和微观粒子的自旋磁矩。主要来源包括：</a:t>
            </a:r>
          </a:p>
          <a:p>
            <a:pPr marL="0" indent="0">
              <a:buNone/>
            </a:pPr>
            <a:r>
              <a:rPr lang="en-US" altLang="zh-CN" dirty="0"/>
              <a:t>1. </a:t>
            </a:r>
            <a:r>
              <a:rPr lang="zh-CN" altLang="en-US" dirty="0"/>
              <a:t>电子轨道运动：电子绕原子核运动产生轨道磁矩。</a:t>
            </a:r>
          </a:p>
          <a:p>
            <a:pPr marL="0" indent="0">
              <a:buNone/>
            </a:pPr>
            <a:r>
              <a:rPr lang="en-US" altLang="zh-CN" dirty="0"/>
              <a:t>2. </a:t>
            </a:r>
            <a:r>
              <a:rPr lang="zh-CN" altLang="en-US" dirty="0"/>
              <a:t>电子自旋：电子固有的自旋角动量产生自旋磁矩（对铁磁材料而言，自旋磁矩是主要贡献者）。</a:t>
            </a:r>
          </a:p>
          <a:p>
            <a:pPr marL="0" indent="0">
              <a:buNone/>
            </a:pPr>
            <a:r>
              <a:rPr lang="en-US" altLang="zh-CN" dirty="0"/>
              <a:t>3. </a:t>
            </a:r>
            <a:r>
              <a:rPr lang="zh-CN" altLang="en-US" dirty="0"/>
              <a:t>核自旋：原子核的自旋磁矩，但贡献微弱，通常可忽略。</a:t>
            </a:r>
          </a:p>
          <a:p>
            <a:pPr marL="0" indent="0">
              <a:buNone/>
            </a:pPr>
            <a:endParaRPr lang="zh-CN" altLang="en-US" dirty="0"/>
          </a:p>
        </p:txBody>
      </p:sp>
    </p:spTree>
    <p:extLst>
      <p:ext uri="{BB962C8B-B14F-4D97-AF65-F5344CB8AC3E}">
        <p14:creationId xmlns:p14="http://schemas.microsoft.com/office/powerpoint/2010/main" val="222038518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FC5FD5-DE27-46A0-9218-6B07CC9952F0}"/>
              </a:ext>
            </a:extLst>
          </p:cNvPr>
          <p:cNvSpPr>
            <a:spLocks noGrp="1"/>
          </p:cNvSpPr>
          <p:nvPr>
            <p:ph type="title"/>
          </p:nvPr>
        </p:nvSpPr>
        <p:spPr/>
        <p:txBody>
          <a:bodyPr/>
          <a:lstStyle/>
          <a:p>
            <a:r>
              <a:rPr lang="zh-CN" altLang="en-US" dirty="0"/>
              <a:t>四氧化三铁（</a:t>
            </a:r>
            <a:r>
              <a:rPr lang="en-US" altLang="zh-CN" dirty="0" err="1"/>
              <a:t>Fe₃O</a:t>
            </a:r>
            <a:r>
              <a:rPr lang="en-US" altLang="zh-CN" dirty="0"/>
              <a:t>₄</a:t>
            </a:r>
            <a:r>
              <a:rPr lang="zh-CN" altLang="en-US" dirty="0"/>
              <a:t>）的结构</a:t>
            </a:r>
          </a:p>
        </p:txBody>
      </p:sp>
      <p:sp>
        <p:nvSpPr>
          <p:cNvPr id="3" name="内容占位符 2">
            <a:extLst>
              <a:ext uri="{FF2B5EF4-FFF2-40B4-BE49-F238E27FC236}">
                <a16:creationId xmlns:a16="http://schemas.microsoft.com/office/drawing/2014/main" id="{4AD58CCC-0DD3-40BF-A88C-248E495D290C}"/>
              </a:ext>
            </a:extLst>
          </p:cNvPr>
          <p:cNvSpPr>
            <a:spLocks noGrp="1"/>
          </p:cNvSpPr>
          <p:nvPr>
            <p:ph idx="1"/>
          </p:nvPr>
        </p:nvSpPr>
        <p:spPr/>
        <p:txBody>
          <a:bodyPr/>
          <a:lstStyle/>
          <a:p>
            <a:r>
              <a:rPr lang="en-US" altLang="zh-CN" dirty="0" err="1"/>
              <a:t>Fe₃O</a:t>
            </a:r>
            <a:r>
              <a:rPr lang="en-US" altLang="zh-CN" dirty="0"/>
              <a:t>₄</a:t>
            </a:r>
            <a:r>
              <a:rPr lang="zh-CN" altLang="en-US" dirty="0"/>
              <a:t>（磁铁矿）是一种混合价态铁氧化物，属于反尖晶石结构（</a:t>
            </a:r>
            <a:r>
              <a:rPr lang="en-US" altLang="zh-CN" dirty="0"/>
              <a:t>AB₂O₄</a:t>
            </a:r>
            <a:r>
              <a:rPr lang="zh-CN" altLang="en-US" dirty="0"/>
              <a:t>），具体特点如下：</a:t>
            </a:r>
          </a:p>
          <a:p>
            <a:r>
              <a:rPr lang="en-US" altLang="zh-CN" dirty="0"/>
              <a:t>1. </a:t>
            </a:r>
            <a:r>
              <a:rPr lang="zh-CN" altLang="en-US" dirty="0"/>
              <a:t>晶格结构：立方晶系，氧离子（</a:t>
            </a:r>
            <a:r>
              <a:rPr lang="en-US" altLang="zh-CN" dirty="0"/>
              <a:t>O²⁻</a:t>
            </a:r>
            <a:r>
              <a:rPr lang="zh-CN" altLang="en-US" dirty="0"/>
              <a:t>）形成紧密堆积，铁离子占据间隙位置。</a:t>
            </a:r>
          </a:p>
          <a:p>
            <a:r>
              <a:rPr lang="zh-CN" altLang="en-US" dirty="0"/>
              <a:t>   </a:t>
            </a:r>
            <a:r>
              <a:rPr lang="en-US" altLang="zh-CN" dirty="0"/>
              <a:t>- A</a:t>
            </a:r>
            <a:r>
              <a:rPr lang="zh-CN" altLang="en-US" dirty="0"/>
              <a:t>位（四面体位）：由</a:t>
            </a:r>
            <a:r>
              <a:rPr lang="en-US" altLang="zh-CN" dirty="0"/>
              <a:t>1</a:t>
            </a:r>
            <a:r>
              <a:rPr lang="zh-CN" altLang="en-US" dirty="0"/>
              <a:t>个</a:t>
            </a:r>
            <a:r>
              <a:rPr lang="en-US" altLang="zh-CN" dirty="0"/>
              <a:t>Fe³⁺</a:t>
            </a:r>
            <a:r>
              <a:rPr lang="zh-CN" altLang="en-US" dirty="0"/>
              <a:t>占据。</a:t>
            </a:r>
          </a:p>
          <a:p>
            <a:r>
              <a:rPr lang="zh-CN" altLang="en-US" dirty="0"/>
              <a:t>   </a:t>
            </a:r>
            <a:r>
              <a:rPr lang="en-US" altLang="zh-CN" dirty="0"/>
              <a:t>- B</a:t>
            </a:r>
            <a:r>
              <a:rPr lang="zh-CN" altLang="en-US" dirty="0"/>
              <a:t>位（八面体位）：由</a:t>
            </a:r>
            <a:r>
              <a:rPr lang="en-US" altLang="zh-CN" dirty="0"/>
              <a:t>1</a:t>
            </a:r>
            <a:r>
              <a:rPr lang="zh-CN" altLang="en-US" dirty="0"/>
              <a:t>个</a:t>
            </a:r>
            <a:r>
              <a:rPr lang="en-US" altLang="zh-CN" dirty="0"/>
              <a:t>Fe²⁺</a:t>
            </a:r>
            <a:r>
              <a:rPr lang="zh-CN" altLang="en-US" dirty="0"/>
              <a:t>和</a:t>
            </a:r>
            <a:r>
              <a:rPr lang="en-US" altLang="zh-CN" dirty="0"/>
              <a:t>1</a:t>
            </a:r>
            <a:r>
              <a:rPr lang="zh-CN" altLang="en-US" dirty="0"/>
              <a:t>个</a:t>
            </a:r>
            <a:r>
              <a:rPr lang="en-US" altLang="zh-CN" dirty="0"/>
              <a:t>Fe³⁺</a:t>
            </a:r>
            <a:r>
              <a:rPr lang="zh-CN" altLang="en-US" dirty="0"/>
              <a:t>交替占据。</a:t>
            </a:r>
          </a:p>
          <a:p>
            <a:r>
              <a:rPr lang="en-US" altLang="zh-CN" dirty="0"/>
              <a:t>2. </a:t>
            </a:r>
            <a:r>
              <a:rPr lang="zh-CN" altLang="en-US" dirty="0"/>
              <a:t>化学式表示：</a:t>
            </a:r>
            <a:r>
              <a:rPr lang="en-US" altLang="zh-CN" dirty="0"/>
              <a:t>Fe³⁺[Fe²⁺Fe³⁺]O₄</a:t>
            </a:r>
            <a:r>
              <a:rPr lang="zh-CN" altLang="en-US" dirty="0"/>
              <a:t>，体现混合价态。</a:t>
            </a:r>
          </a:p>
          <a:p>
            <a:pPr marL="0" indent="0">
              <a:buNone/>
            </a:pPr>
            <a:endParaRPr lang="zh-CN" altLang="en-US" dirty="0"/>
          </a:p>
        </p:txBody>
      </p:sp>
    </p:spTree>
    <p:extLst>
      <p:ext uri="{BB962C8B-B14F-4D97-AF65-F5344CB8AC3E}">
        <p14:creationId xmlns:p14="http://schemas.microsoft.com/office/powerpoint/2010/main" val="358514494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FC5FD5-DE27-46A0-9218-6B07CC9952F0}"/>
              </a:ext>
            </a:extLst>
          </p:cNvPr>
          <p:cNvSpPr>
            <a:spLocks noGrp="1"/>
          </p:cNvSpPr>
          <p:nvPr>
            <p:ph type="title"/>
          </p:nvPr>
        </p:nvSpPr>
        <p:spPr/>
        <p:txBody>
          <a:bodyPr/>
          <a:lstStyle/>
          <a:p>
            <a:r>
              <a:rPr lang="zh-CN" altLang="en-US" dirty="0"/>
              <a:t>四氧化三铁（</a:t>
            </a:r>
            <a:r>
              <a:rPr lang="en-US" altLang="zh-CN" dirty="0" err="1"/>
              <a:t>Fe₃O</a:t>
            </a:r>
            <a:r>
              <a:rPr lang="en-US" altLang="zh-CN" dirty="0"/>
              <a:t>₄</a:t>
            </a:r>
            <a:r>
              <a:rPr lang="zh-CN" altLang="en-US" dirty="0"/>
              <a:t>）的磁性特性</a:t>
            </a:r>
          </a:p>
        </p:txBody>
      </p:sp>
      <p:sp>
        <p:nvSpPr>
          <p:cNvPr id="3" name="内容占位符 2">
            <a:extLst>
              <a:ext uri="{FF2B5EF4-FFF2-40B4-BE49-F238E27FC236}">
                <a16:creationId xmlns:a16="http://schemas.microsoft.com/office/drawing/2014/main" id="{4AD58CCC-0DD3-40BF-A88C-248E495D290C}"/>
              </a:ext>
            </a:extLst>
          </p:cNvPr>
          <p:cNvSpPr>
            <a:spLocks noGrp="1"/>
          </p:cNvSpPr>
          <p:nvPr>
            <p:ph idx="1"/>
          </p:nvPr>
        </p:nvSpPr>
        <p:spPr>
          <a:xfrm>
            <a:off x="609600" y="1600201"/>
            <a:ext cx="10972800" cy="4664114"/>
          </a:xfrm>
        </p:spPr>
        <p:txBody>
          <a:bodyPr/>
          <a:lstStyle/>
          <a:p>
            <a:pPr marL="0" indent="0">
              <a:buNone/>
            </a:pPr>
            <a:r>
              <a:rPr lang="en-US" altLang="zh-CN" dirty="0"/>
              <a:t>1. </a:t>
            </a:r>
            <a:r>
              <a:rPr lang="zh-CN" altLang="en-US" dirty="0"/>
              <a:t>亚铁磁性（</a:t>
            </a:r>
            <a:r>
              <a:rPr lang="en-US" altLang="zh-CN" dirty="0"/>
              <a:t>Ferrimagnetism</a:t>
            </a:r>
            <a:r>
              <a:rPr lang="zh-CN" altLang="en-US" dirty="0"/>
              <a:t>）：</a:t>
            </a:r>
          </a:p>
          <a:p>
            <a:r>
              <a:rPr lang="zh-CN" altLang="en-US" dirty="0"/>
              <a:t>   </a:t>
            </a:r>
            <a:r>
              <a:rPr lang="en-US" altLang="zh-CN" dirty="0"/>
              <a:t>- A</a:t>
            </a:r>
            <a:r>
              <a:rPr lang="zh-CN" altLang="en-US" dirty="0"/>
              <a:t>位和</a:t>
            </a:r>
            <a:r>
              <a:rPr lang="en-US" altLang="zh-CN" dirty="0"/>
              <a:t>B</a:t>
            </a:r>
            <a:r>
              <a:rPr lang="zh-CN" altLang="en-US" dirty="0"/>
              <a:t>位的铁离子自旋方向反平行排列，但因价态不同导致磁矩未完全抵消，存在</a:t>
            </a:r>
            <a:r>
              <a:rPr lang="zh-CN" altLang="en-US" b="1" dirty="0"/>
              <a:t>净磁矩</a:t>
            </a:r>
            <a:r>
              <a:rPr lang="zh-CN" altLang="en-US" dirty="0"/>
              <a:t>。</a:t>
            </a:r>
          </a:p>
          <a:p>
            <a:r>
              <a:rPr lang="zh-CN" altLang="en-US" dirty="0"/>
              <a:t>   </a:t>
            </a:r>
            <a:r>
              <a:rPr lang="en-US" altLang="zh-CN" dirty="0"/>
              <a:t>- </a:t>
            </a:r>
            <a:r>
              <a:rPr lang="zh-CN" altLang="en-US" dirty="0"/>
              <a:t>居里温度 </a:t>
            </a:r>
            <a:r>
              <a:rPr lang="en-US" altLang="zh-CN" dirty="0"/>
              <a:t>858K</a:t>
            </a:r>
            <a:r>
              <a:rPr lang="zh-CN" altLang="en-US" dirty="0"/>
              <a:t>，高于此温度转变为顺磁性。</a:t>
            </a:r>
          </a:p>
          <a:p>
            <a:r>
              <a:rPr lang="en-US" altLang="zh-CN" dirty="0"/>
              <a:t>2. </a:t>
            </a:r>
            <a:r>
              <a:rPr lang="zh-CN" altLang="en-US" dirty="0"/>
              <a:t>高导电性：</a:t>
            </a:r>
            <a:r>
              <a:rPr lang="en-US" altLang="zh-CN" dirty="0"/>
              <a:t>Fe²⁺</a:t>
            </a:r>
            <a:r>
              <a:rPr lang="zh-CN" altLang="en-US" dirty="0"/>
              <a:t>与</a:t>
            </a:r>
            <a:r>
              <a:rPr lang="en-US" altLang="zh-CN" dirty="0"/>
              <a:t>Fe³⁺</a:t>
            </a:r>
            <a:r>
              <a:rPr lang="zh-CN" altLang="en-US" dirty="0"/>
              <a:t>间电子跳跃（</a:t>
            </a:r>
            <a:r>
              <a:rPr lang="en-US" altLang="zh-CN" dirty="0"/>
              <a:t>Verwey</a:t>
            </a:r>
            <a:r>
              <a:rPr lang="zh-CN" altLang="en-US" dirty="0"/>
              <a:t>转变，约</a:t>
            </a:r>
            <a:r>
              <a:rPr lang="en-US" altLang="zh-CN" dirty="0"/>
              <a:t>120 K</a:t>
            </a:r>
            <a:r>
              <a:rPr lang="zh-CN" altLang="en-US" dirty="0"/>
              <a:t>以下）使其具有半金属性。</a:t>
            </a:r>
          </a:p>
          <a:p>
            <a:pPr marL="0" indent="0">
              <a:buNone/>
            </a:pPr>
            <a:endParaRPr lang="zh-CN" altLang="en-US" dirty="0"/>
          </a:p>
        </p:txBody>
      </p:sp>
    </p:spTree>
    <p:extLst>
      <p:ext uri="{BB962C8B-B14F-4D97-AF65-F5344CB8AC3E}">
        <p14:creationId xmlns:p14="http://schemas.microsoft.com/office/powerpoint/2010/main" val="4208470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FC5FD5-DE27-46A0-9218-6B07CC9952F0}"/>
              </a:ext>
            </a:extLst>
          </p:cNvPr>
          <p:cNvSpPr>
            <a:spLocks noGrp="1"/>
          </p:cNvSpPr>
          <p:nvPr>
            <p:ph type="title"/>
          </p:nvPr>
        </p:nvSpPr>
        <p:spPr/>
        <p:txBody>
          <a:bodyPr/>
          <a:lstStyle/>
          <a:p>
            <a:pPr marL="0" indent="0">
              <a:buNone/>
            </a:pPr>
            <a:r>
              <a:rPr lang="zh-CN" altLang="en-US" dirty="0"/>
              <a:t>其他铁氧化物</a:t>
            </a:r>
          </a:p>
        </p:txBody>
      </p:sp>
      <p:sp>
        <p:nvSpPr>
          <p:cNvPr id="3" name="内容占位符 2">
            <a:extLst>
              <a:ext uri="{FF2B5EF4-FFF2-40B4-BE49-F238E27FC236}">
                <a16:creationId xmlns:a16="http://schemas.microsoft.com/office/drawing/2014/main" id="{4AD58CCC-0DD3-40BF-A88C-248E495D290C}"/>
              </a:ext>
            </a:extLst>
          </p:cNvPr>
          <p:cNvSpPr>
            <a:spLocks noGrp="1"/>
          </p:cNvSpPr>
          <p:nvPr>
            <p:ph idx="1"/>
          </p:nvPr>
        </p:nvSpPr>
        <p:spPr>
          <a:xfrm>
            <a:off x="609600" y="1600201"/>
            <a:ext cx="10972800" cy="3313963"/>
          </a:xfrm>
        </p:spPr>
        <p:txBody>
          <a:bodyPr/>
          <a:lstStyle/>
          <a:p>
            <a:r>
              <a:rPr lang="en-US" altLang="zh-CN" dirty="0"/>
              <a:t>- </a:t>
            </a:r>
            <a:r>
              <a:rPr lang="en-US" altLang="zh-CN" dirty="0" err="1"/>
              <a:t>Fe₂O</a:t>
            </a:r>
            <a:r>
              <a:rPr lang="en-US" altLang="zh-CN" dirty="0"/>
              <a:t>₃</a:t>
            </a:r>
            <a:r>
              <a:rPr lang="zh-CN" altLang="en-US" dirty="0"/>
              <a:t>（赤铁矿）：弱铁磁性（或反铁磁性，取决于晶型）。</a:t>
            </a:r>
          </a:p>
          <a:p>
            <a:r>
              <a:rPr lang="en-US" altLang="zh-CN" dirty="0"/>
              <a:t>- </a:t>
            </a:r>
            <a:r>
              <a:rPr lang="en-US" altLang="zh-CN" dirty="0" err="1"/>
              <a:t>FeO</a:t>
            </a:r>
            <a:r>
              <a:rPr lang="zh-CN" altLang="en-US" dirty="0"/>
              <a:t>（方铁矿）：反铁磁性（奈尔温度约</a:t>
            </a:r>
            <a:r>
              <a:rPr lang="en-US" altLang="zh-CN" dirty="0"/>
              <a:t>198 K</a:t>
            </a:r>
            <a:r>
              <a:rPr lang="zh-CN" altLang="en-US" dirty="0"/>
              <a:t>）。</a:t>
            </a:r>
          </a:p>
          <a:p>
            <a:endParaRPr lang="zh-CN" altLang="en-US" dirty="0"/>
          </a:p>
          <a:p>
            <a:r>
              <a:rPr lang="zh-CN" altLang="en-US" dirty="0"/>
              <a:t>总结：</a:t>
            </a:r>
            <a:r>
              <a:rPr lang="en-US" altLang="zh-CN" dirty="0" err="1"/>
              <a:t>Fe₃O</a:t>
            </a:r>
            <a:r>
              <a:rPr lang="en-US" altLang="zh-CN" dirty="0"/>
              <a:t>₄</a:t>
            </a:r>
            <a:r>
              <a:rPr lang="zh-CN" altLang="en-US" dirty="0"/>
              <a:t>的磁性源于其反尖晶石结构中</a:t>
            </a:r>
            <a:r>
              <a:rPr lang="en-US" altLang="zh-CN" dirty="0"/>
              <a:t>Fe²⁺/Fe³⁺</a:t>
            </a:r>
            <a:r>
              <a:rPr lang="zh-CN" altLang="en-US" dirty="0"/>
              <a:t>的自旋有序排列，表现为亚铁磁性，兼具强磁性和导电性。</a:t>
            </a:r>
          </a:p>
        </p:txBody>
      </p:sp>
    </p:spTree>
    <p:extLst>
      <p:ext uri="{BB962C8B-B14F-4D97-AF65-F5344CB8AC3E}">
        <p14:creationId xmlns:p14="http://schemas.microsoft.com/office/powerpoint/2010/main" val="221570224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6400472D-A27B-4376-8F1B-EAF6887DECAF}"/>
              </a:ext>
            </a:extLst>
          </p:cNvPr>
          <p:cNvSpPr txBox="1"/>
          <p:nvPr/>
        </p:nvSpPr>
        <p:spPr>
          <a:xfrm>
            <a:off x="218615" y="594579"/>
            <a:ext cx="11754770" cy="230832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绝热去磁致冷（</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Adiabatic Demagnetization Refrigeration, ADR</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磁性材料在外部磁场中，其磁矩会倾向于与磁场方向对齐，从而降低系统的磁熵（磁性无序度）。这个过程是放热的，因为系统释放了能量以达到更低的能量状态。</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当外部磁场撤去时，磁矩重新变得无序，系统的磁熵增加，这个过程是吸热的。</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绝热过程是指系统与外界没有热量交换的过程，熵变等于零。总熵</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热熵</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磁熵</a:t>
            </a: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绝热磁化：热熵增，磁熵减，温度升；环境降温；绝热去磁：磁熵增，热熵减，温度降；</a:t>
            </a:r>
          </a:p>
        </p:txBody>
      </p:sp>
      <p:pic>
        <p:nvPicPr>
          <p:cNvPr id="3" name="图片 2">
            <a:extLst>
              <a:ext uri="{FF2B5EF4-FFF2-40B4-BE49-F238E27FC236}">
                <a16:creationId xmlns:a16="http://schemas.microsoft.com/office/drawing/2014/main" id="{A2F55FC1-6106-4494-AA59-2271772B94F4}"/>
              </a:ext>
            </a:extLst>
          </p:cNvPr>
          <p:cNvPicPr>
            <a:picLocks noChangeAspect="1"/>
          </p:cNvPicPr>
          <p:nvPr/>
        </p:nvPicPr>
        <p:blipFill>
          <a:blip r:embed="rId2"/>
          <a:stretch>
            <a:fillRect/>
          </a:stretch>
        </p:blipFill>
        <p:spPr>
          <a:xfrm>
            <a:off x="159390" y="3205069"/>
            <a:ext cx="9515912" cy="3544705"/>
          </a:xfrm>
          <a:prstGeom prst="rect">
            <a:avLst/>
          </a:prstGeom>
        </p:spPr>
      </p:pic>
    </p:spTree>
    <p:extLst>
      <p:ext uri="{BB962C8B-B14F-4D97-AF65-F5344CB8AC3E}">
        <p14:creationId xmlns:p14="http://schemas.microsoft.com/office/powerpoint/2010/main" val="20812972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6400472D-A27B-4376-8F1B-EAF6887DECAF}"/>
              </a:ext>
            </a:extLst>
          </p:cNvPr>
          <p:cNvSpPr txBox="1"/>
          <p:nvPr/>
        </p:nvSpPr>
        <p:spPr>
          <a:xfrm>
            <a:off x="218615" y="607831"/>
            <a:ext cx="11754770" cy="480131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工作过程</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初始状态：</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磁性材料处于零磁场或低磁场状态，温度较高。</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磁化过程：</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将磁性材料置于强磁场中，磁矩与磁场对齐，系统磁熵降低，温度升高。这个过程通常通过外部加热来补偿，以保持系统的温度不变。</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绝热去磁过程：</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在磁化完成后，迅速撤去外部磁场，系统进入绝热状态。由于磁矩的无序化，系统的磁熵增加，吸收周围环境的热量，导致温度下降。</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冷却效果：</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通过多次重复上述过程，可以实现更低的温度。每次去磁过程都会使系统温度进一步降低，直到达到所需的低温状态。</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71273188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6674</TotalTime>
  <Words>4525</Words>
  <Application>Microsoft Office PowerPoint</Application>
  <PresentationFormat>宽屏</PresentationFormat>
  <Paragraphs>680</Paragraphs>
  <Slides>88</Slides>
  <Notes>63</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3</vt:i4>
      </vt:variant>
      <vt:variant>
        <vt:lpstr>幻灯片标题</vt:lpstr>
      </vt:variant>
      <vt:variant>
        <vt:i4>88</vt:i4>
      </vt:variant>
    </vt:vector>
  </HeadingPairs>
  <TitlesOfParts>
    <vt:vector size="102" baseType="lpstr">
      <vt:lpstr>等线</vt:lpstr>
      <vt:lpstr>等线 Light</vt:lpstr>
      <vt:lpstr>楷体_GB2312</vt:lpstr>
      <vt:lpstr>宋体</vt:lpstr>
      <vt:lpstr>Arial</vt:lpstr>
      <vt:lpstr>Calibri</vt:lpstr>
      <vt:lpstr>Cambria Math</vt:lpstr>
      <vt:lpstr>Symbol</vt:lpstr>
      <vt:lpstr>Times New Roman</vt:lpstr>
      <vt:lpstr>Office 主题​​</vt:lpstr>
      <vt:lpstr>1_Office 主题​​</vt:lpstr>
      <vt:lpstr>Equation</vt:lpstr>
      <vt:lpstr>公式</vt:lpstr>
      <vt:lpstr>Image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铁磁，亚铁磁，反铁磁 </vt:lpstr>
      <vt:lpstr>亚铁磁性（Ferrimagnetism)</vt:lpstr>
      <vt:lpstr>铁磁性和亚铁磁性的宏观区别</vt:lpstr>
      <vt:lpstr>PowerPoint 演示文稿</vt:lpstr>
      <vt:lpstr>反铁磁性（Antiferromagnetism)</vt:lpstr>
      <vt:lpstr>PowerPoint 演示文稿</vt:lpstr>
      <vt:lpstr>PowerPoint 演示文稿</vt:lpstr>
      <vt:lpstr>PowerPoint 演示文稿</vt:lpstr>
      <vt:lpstr>五种主要磁性的原子磁距分布特点</vt:lpstr>
      <vt:lpstr>螺旋型磁结构(Helimagnetism)</vt:lpstr>
      <vt:lpstr>PowerPoint 演示文稿</vt:lpstr>
      <vt:lpstr>超顺磁性（Superparamagnetism）</vt:lpstr>
      <vt:lpstr>散磁性</vt:lpstr>
      <vt:lpstr>PowerPoint 演示文稿</vt:lpstr>
      <vt:lpstr>PowerPoint 演示文稿</vt:lpstr>
      <vt:lpstr>PowerPoint 演示文稿</vt:lpstr>
      <vt:lpstr>各种磁性的磁化曲线特征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磁的来源</vt:lpstr>
      <vt:lpstr>四氧化三铁（Fe₃O₄）的结构</vt:lpstr>
      <vt:lpstr>四氧化三铁（Fe₃O₄）的磁性特性</vt:lpstr>
      <vt:lpstr>其他铁氧化物</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ZM Zhang</dc:creator>
  <cp:lastModifiedBy>Zengming Zhang</cp:lastModifiedBy>
  <cp:revision>13</cp:revision>
  <dcterms:created xsi:type="dcterms:W3CDTF">2020-05-05T03:15:39Z</dcterms:created>
  <dcterms:modified xsi:type="dcterms:W3CDTF">2026-05-18T09:08:57Z</dcterms:modified>
</cp:coreProperties>
</file>